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9" r:id="rId4"/>
    <p:sldId id="290" r:id="rId5"/>
    <p:sldId id="259" r:id="rId6"/>
    <p:sldId id="260" r:id="rId7"/>
    <p:sldId id="291" r:id="rId8"/>
    <p:sldId id="261" r:id="rId9"/>
    <p:sldId id="262" r:id="rId10"/>
    <p:sldId id="292" r:id="rId11"/>
    <p:sldId id="263" r:id="rId12"/>
    <p:sldId id="264" r:id="rId13"/>
    <p:sldId id="293" r:id="rId14"/>
    <p:sldId id="294" r:id="rId15"/>
    <p:sldId id="295" r:id="rId16"/>
    <p:sldId id="267" r:id="rId17"/>
    <p:sldId id="268" r:id="rId18"/>
    <p:sldId id="270" r:id="rId19"/>
    <p:sldId id="296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1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6:11:03.4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24575,'2'0'0,"5"0"0,4 0 0,3 0 0,1 0 0,3 0 0,-4 6 0,-5 1 0,-9 4 0,-6-2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6:11:13.8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 87 24575,'-19'0'0,"15"0"0,13 0 0,112 0 0,-142 1 0,-1 0 0,-31 8 0,45-8 0,-30 5 0,251-5 0,-101-3 0,-60 3 0,-25 0 0,0 0 0,0-2 0,0-1 0,38-9 0,-52 7 0,1-1 0,24-13 0,1-1 0,-29 16 0,0 0 0,0 0 0,0 1 0,0 0 0,18 0 0,54 3 0,-33 1 0,28-3 0,62 2 0,-120 3 0,-15 1 0,-10 2 0,-9 1 0,0 0 0,0-1 0,0-1 0,-33 9 0,22-8 0,0-1 0,0-1 0,0-1 0,-40 1 0,-21-6 0,106 2 0,-1-2 0,0 0 0,0-1 0,0 0 0,27-9 0,-29 6 0,0 1 0,0 1 0,32-2 0,-30 3 0,27-6 0,-31 5 0,26-3 0,-38 6 0,5 0 0,-1 0 0,1-1 0,0 1 0,-1-2 0,1 1 0,0-1 0,-1 0 0,10-4 0,3-2 0,1 0 0,0 2 0,29-6 0,16-5 0,-65 17 0,0 0 0,0 0 0,0 0 0,0 0 0,0 0 0,0 0 0,0 0 0,0 0 0,0 0 0,0-1 0,0 1 0,0 0 0,0 0 0,0 0 0,0 0 0,0 0 0,0 0 0,0 0 0,0 0 0,0 0 0,0 0 0,0 0 0,0 0 0,0 0 0,0 0 0,0 0 0,0 0 0,0 0 0,0 0 0,0 0 0,0 0 0,0 0 0,0 0 0,0 0 0,0 0 0,0 0 0,0 0 0,0 0 0,0 0 0,0 0 0,0 0 0,0 0 0,0 0 0,0 0 0,0 0 0,-6-1 0,-12 2 0,0 4 0,0 1 0,0 1 0,1 1 0,-31 17 0,-19 9 0,54-26 0,13-8 0,0 0 0,0 0 0,0 0 0,-1 0 0,1 0 0,0 0 0,0 1 0,0-1 0,0 0 0,0 0 0,0 0 0,0 0 0,0 0 0,0 0 0,0 1 0,0-1 0,0 0 0,0 0 0,0 0 0,0 0 0,0 0 0,0 0 0,0 1 0,0-1 0,0 0 0,0 0 0,0 0 0,0 0 0,0 0 0,0 0 0,0 0 0,0 1 0,0-1 0,0 0 0,0 0 0,0 0 0,1 0 0,-1 0 0,0 0 0,0 0 0,0 0 0,0 0 0,0 1 0,0-1 0,0 0 0,0 0 0,1 0 0,2 1 0,0 0 0,0-1 0,0 1 0,0-1 0,1 1 0,3-1 0,272 1 0,-131-3 0,-72 3 0,85-2 0,-101-7 0,-38 4 0,30-1 0,-17 5 0,-19 0 0,1 0 0,-1-1 0,28-5 0,-27 3 0,1 0 0,21 1 0,14-3 0,-45 3 0,1 0 0,0-1 0,-1 0 0,0 0 0,12-7 0,-12 5 0,1 1 0,0 0 0,0 1 0,16-5 0,7 3 0,-5-1 0,-1 2 0,33-1 0,-71 6 0,0 0 0,0 1 0,0 1 0,0 0 0,0 0 0,1 1 0,-15 7 0,7-2 0,6-4 0,0 1 0,-11 8 0,23-14 0,1 0 0,0 0 0,0 0 0,0 1 0,0-1 0,0 0 0,-1 0 0,1 0 0,0 0 0,0 0 0,0 0 0,0 0 0,0 0 0,0 0 0,-1 1 0,1-1 0,0 0 0,0 0 0,0 0 0,0 0 0,0 0 0,0 1 0,0-1 0,0 0 0,0 0 0,0 0 0,0 0 0,0 0 0,0 1 0,0-1 0,0 0 0,0 0 0,0 0 0,0 0 0,0 1 0,0-1 0,0 0 0,0 0 0,7 3 0,12-2 0,-18-1 0,86-2 0,70 2 0,-155 1 0,0-1 0,-1 0 0,1 0 0,0 1 0,-1-1 0,1 1 0,0-1 0,-1 1 0,1 0 0,-1 0 0,1 0 0,2 2 0,-4-3 0,1 0 0,-1 0 0,0 1 0,0-1 0,0 0 0,0 0 0,1 1 0,-1-1 0,0 0 0,0 0 0,0 1 0,0-1 0,0 0 0,0 1 0,0-1 0,0 0 0,0 1 0,0-1 0,0 0 0,0 1 0,0-1 0,0 0 0,0 0 0,0 1 0,0-1 0,0 0 0,0 1 0,-1 0 0,1 0 0,-1-1 0,0 1 0,0 0 0,1 0 0,-1-1 0,0 1 0,0-1 0,0 1 0,1 0 0,-1-1 0,-2 1 0,-58 22 0,43-17 0,0 1 0,-25 12 0,42-18 0,-1 0 0,1 0 0,0 0 0,-1 1 0,1-1 0,0 0 0,0 0 0,0 1 0,0-1 0,0 1 0,0-1 0,0 1 0,0-1 0,0 4 0,1-7 0,1 0 0,0-1 0,0 1 0,-1 0 0,1 0 0,-1-1 0,0 1 0,1 0 0,-1-1 0,0 1 0,0 0 0,-1-1 0,1 1 0,-1 0 0,1 0 0,-1-1 0,-1-2 0,1 3 0,0 0 0,-1 0 0,1 1 0,0-1 0,-1 0 0,0 1 0,1-1 0,-1 1 0,0 0 0,0 0 0,0-1 0,1 1 0,-1 0 0,0 1 0,-1-1 0,1 0 0,0 1 0,-4-2 0,-13 1 0,-6-2 0,24 3 0,0 0 0,0 0 0,0-1 0,-1 1 0,1-1 0,0 1 0,0-1 0,0 1 0,0-1 0,0 1 0,0-1 0,0 0 0,0 0 0,-1-1 0,1 2 0,1-1 0,0 1 0,0 0 0,0 0 0,0-1 0,-1 1 0,1 0 0,0-1 0,0 1 0,0 0 0,0 0 0,0-1 0,0 1 0,0 0 0,0-1 0,0 1 0,0 0 0,0-1 0,0 1 0,0 0 0,0-1 0,0 1 0,0 0 0,0 0 0,1-1 0,-1 1 0,0 0 0,0-1 0,0 1 0,0 0 0,1 0 0,-1-1 0,0 1 0,0 0 0,0 0 0,1 0 0,-1-1 0,0 1 0,1 0 0,13-7 0,-11 6 0,10-4 0,1-2 0,1 1 0,-1 1 0,1 1 0,0 0 0,0 1 0,24-2 0,-37 4 0,17 1 0,33 2 0,-48-2 0,1 1 0,0 0 0,0 0 0,-1 0 0,1 0 0,-1 1 0,1 0 0,-1 0 0,0 0 0,0 0 0,0 1 0,6 4 0,-9-6 0,-1-1 0,1 0 0,-1 1 0,1-1 0,-1 1 0,0-1 0,1 1 0,-1-1 0,0 1 0,1-1 0,-1 1 0,0 0 0,0-1 0,0 1 0,1-1 0,-1 1 0,0 0 0,0-1 0,0 1 0,0-1 0,0 1 0,0 0 0,0-1 0,0 1 0,0-1 0,0 1 0,-1 0 0,1 0 0,-1 1 0,0-1 0,0 0 0,0 1 0,0-1 0,0 0 0,0 0 0,-1 0 0,1 0 0,0 0 0,-3 2 0,-5 1 0,1-1 0,-17 6 0,24-8 0,-31 7 0,-42 5 0,59-10 0,9-2 0,-6 1 0,-1 0 0,1-1 0,-22-1 0,31 0 0,1 0 0,-1 0 0,1 0 0,-1-1 0,1 1 0,-1-1 0,1 0 0,-1 0 0,1 0 0,0 0 0,-1 0 0,1 0 0,0-1 0,0 1 0,0-1 0,0 0 0,0 1 0,0-1 0,1 0 0,-1 0 0,0 0 0,1 0 0,0 0 0,-3-5 0,-1-9 0,3 11 0,1 0 0,-1 0 0,0 0 0,-4-7 0,4 11 0,1-1 0,0 1 0,0-1 0,-1 1 0,1 0 0,-1-1 0,1 1 0,-1 0 0,1 0 0,-1 0 0,0 0 0,0 0 0,1 1 0,-1-1 0,0 0 0,-3 0 0,1 1 0,0-1 0,0 1 0,0 0 0,0 0 0,0 0 0,0 1 0,0-1 0,0 1 0,0 0 0,0 0 0,0 0 0,0 1 0,1-1 0,-1 1 0,-6 4 0,10-6 0,0 0 0,0 0 0,-1 0 0,1 1 0,0-1 0,-1 0 0,1 0 0,0 0 0,0 1 0,-1-1 0,1 0 0,0 0 0,0 1 0,-1-1 0,1 0 0,0 1 0,0-1 0,0 0 0,0 1 0,0-1 0,0 0 0,-1 1 0,1-1 0,0 0 0,0 1 0,0-1 0,0 0 0,0 1 0,0-1 0,9 4 0,15-5 0,-10-4 0,1 0 0,25-14 0,-2 0 0,-36 18 0,0 0 0,1 0 0,-1 0 0,0 1 0,1-1 0,-1 1 0,0 0 0,1-1 0,-1 1 0,0 0 0,1 1 0,-1-1 0,0 0 0,1 1 0,-1-1 0,0 1 0,4 1 0,-4-1 0,-1-1 0,0 1 0,0 0 0,0 0 0,0 0 0,0 0 0,0 0 0,0 0 0,0 0 0,0 0 0,-1 1 0,1-1 0,0 0 0,-1 0 0,1 1 0,-1-1 0,1 0 0,-1 1 0,0-1 0,0 1 0,1-1 0,-1 0 0,0 1 0,0-1 0,0 1 0,-1-1 0,1 1 0,0-1 0,0 0 0,-1 1 0,0 1 0,1-2 0,-1 1 0,0 0 0,1 0 0,-1-1 0,0 1 0,0 0 0,0-1 0,-1 1 0,1-1 0,0 1 0,0-1 0,-1 0 0,1 0 0,-1 1 0,1-1 0,-3 1 0,-30 13 0,13-8 0,9-2-151,0-1-1,0-1 0,0 0 0,-1-1 1,1-1-1,-1 1 0,1-2 1,-16 0-1,12-1-6674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6:11:53.4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200 102 24575,'0'1'0,"0"0"0,0 0 0,0 0 0,-1 0 0,1 0 0,0 0 0,-1 0 0,1 0 0,-1 0 0,1 0 0,-1 0 0,0 0 0,1 0 0,-1 0 0,0-1 0,1 1 0,-1 0 0,0 0 0,0-1 0,0 1 0,-1 0 0,-23 11 0,15-8 0,0 0 0,-1-1 0,0 0 0,-1-1 0,1 0 0,0 0 0,-1-1 0,1-1 0,0 0 0,-12-2 0,21 3 0,1-1 0,0 0 0,0 0 0,0-1 0,-1 1 0,1 0 0,0 0 0,0 0 0,0-1 0,0 1 0,0-1 0,0 1 0,0-1 0,0 1 0,0-1 0,0 0 0,0 1 0,0-1 0,0 0 0,0 0 0,0 0 0,0 1 0,1-1 0,-1 0 0,0 0 0,0-2 0,1 1 0,0 0 0,0 1 0,0-1 0,0 0 0,0 0 0,1 0 0,-1 0 0,0 1 0,1-1 0,0 0 0,-1 0 0,1 1 0,0-1 0,0 1 0,0-1 0,1-2 0,13-25 0,4-5 0,-18 32 0,1-1 0,0 1 0,0 0 0,0 0 0,0 0 0,0 0 0,0 1 0,1-1 0,-1 1 0,0-1 0,5-1 0,-1 1 0,29-10 0,-32 11 0,0 0 0,0 0 0,0 1 0,0-1 0,0 1 0,0 0 0,0 0 0,0 0 0,5 1 0,-7 0 0,0-1 0,1 1 0,-1 0 0,0 0 0,0 0 0,0 0 0,0 0 0,0 0 0,0 0 0,0 0 0,0 0 0,-1 0 0,1 0 0,0 1 0,-1-1 0,1 0 0,0 0 0,-1 1 0,0-1 0,1 1 0,-1-1 0,0 0 0,0 3 0,2 36 0,-2-34 0,-2 33 0,-1-1 0,-12 47 0,8-52 0,3-19 0,1 1 0,-1 22 0,4-7 0,1-21 0,-1 0 0,0 0 0,-1 0 0,-2 14 0,3-23 0,0 1 0,0-1 0,-1 1 0,1-1 0,0 0 0,0 1 0,0-1 0,0 1 0,0-1 0,-1 0 0,1 1 0,0-1 0,0 0 0,0 1 0,-1-1 0,1 0 0,0 1 0,-1-1 0,1 0 0,0 0 0,-1 1 0,1-1 0,0 0 0,-1 0 0,1 0 0,0 1 0,-1-1 0,1 0 0,-1 0 0,1 0 0,0 0 0,-2 0 0,1 0 0,0 0 0,1-1 0,-1 1 0,0-1 0,0 1 0,0-1 0,0 1 0,0-1 0,0 0 0,1 1 0,-1-1 0,-1-1 0,-16-25 0,12 17 0,1-1 0,1 0 0,-5-17 0,9 25 0,-1-1 0,0 0 0,1 1 0,0-1 0,0 1 0,1-8 0,-1 10 0,0-1 0,1 0 0,-1 1 0,1-1 0,-1 1 0,1-1 0,0 1 0,-1 0 0,1-1 0,0 1 0,0 0 0,0-1 0,0 1 0,0 0 0,1 0 0,0-1 0,-1 1 0,-1 1 0,1-1 0,-1 1 0,1 0 0,0-1 0,-1 1 0,1 0 0,0-1 0,-1 1 0,1 0 0,0 0 0,-1-1 0,1 1 0,0 0 0,-1 0 0,1 0 0,0 0 0,-1 0 0,1 0 0,0 0 0,0 0 0,-1 0 0,1 1 0,0-1 0,-1 0 0,1 0 0,0 0 0,-1 1 0,2 0 0,-1 0 0,0 0 0,0 0 0,0 0 0,0 1 0,0-1 0,0 1 0,0-1 0,-1 1 0,1-1 0,0 1 0,0 3 0,1 4 0,0 1 0,-1-1 0,1 12 0,-2 154 0,-2-70 0,2-99 0,-1 1 0,0-1 0,-1 0 0,1 1 0,-1-1 0,-5 11 0,4-10 0,0 1 0,-3 15 0,5-20 0,1 0 0,0 0 0,-1-1 0,1 1 0,1 0 0,-1 0 0,0 0 0,1 0 0,-1-1 0,1 1 0,0 0 0,2 3 0,-3-5 2,0-1-1,0 1 1,0-1-1,0 1 0,0-1 1,1 1-1,-1-1 1,0 0-1,0 1 1,1-1-1,-1 1 0,0-1 1,0 0-1,1 1 1,-1-1-1,0 1 1,1-1-1,-1 0 0,1 0 1,-1 1-1,0-1 1,1 0-1,-1 0 1,1 1-1,-1-1 1,1 0-1,-1 0 0,1 0 1,-1 0-1,1 0 1,-1 0-1,1 0 1,-1 0-1,1 0 0,-1 0 1,1 0-1,-1 0 1,1 0-1,-1 0 1,1 0-1,-1 0 0,1-1 1,-1 1-1,0 0 1,1 0-1,-1 0 1,1-1-1,-1 1 0,0 0 1,1-1-1,-1 1 1,1 0-1,-1-1 1,0 1-1,0-1 1,1 1-1,-1 0 0,0-1 1,0 1-1,1-1 1,2-5-184,1 0 0,-1 1 0,3-10 0,-4 11-543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35:45.0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371 226 24575,'-1'28'0,"-2"1"0,-1-1 0,-1 1 0,-1-1 0,-1-1 0,-13 31 0,-77 155 0,83-185 0,-51 95 0,-55 122 0,91-186 0,105-205 5,-16 27-617,206-296-470,-263 410 1008,310-398-682,-309 398 765,14-15-29,-17 19 26,-1 0-1,1 1 0,0-1 0,-1 1 1,1-1-1,0 1 0,0-1 0,0 1 1,-1-1-1,1 1 0,0 0 0,0-1 1,0 1-1,0 0 0,0 0 0,-1 0 1,1 0-1,0 0 0,0 0 0,0 0 1,0 0-1,1 0 0,-1 1 19,0 0 0,0-1-1,0 1 1,0 0 0,-1 0 0,1-1-1,0 1 1,0 0 0,-1 0 0,1 0-1,-1 0 1,1 0 0,-1 0 0,1 0-1,-1 0 1,0 0 0,1 0 0,-1 0-1,0 0 1,0 2 0,2 27 30,-4-3-94,-1 1 1,-2-1-1,0 0 1,-17 47 0,11-38-69,-143 421-1985,120-359 2272,-132 321-69,6-13-1546,156-395 1385,-9 25 378,-16 72 1,28-107-266,1 1 0,0-1 0,-1 0 0,1 0 0,0 1 0,0-1 0,0 0 0,0 0 0,0 1 0,0-1 0,0 0 0,0 1 0,0-1 0,1 0 0,-1 0 0,0 0 0,1 1 0,-1-1 0,1 0 0,1 2 0,-2-3-13,1 0-1,-1 0 1,0 1-1,1-1 1,-1 0 0,1 0-1,-1 0 1,0 0-1,1 0 1,-1 0-1,1 0 1,-1 0-1,0 0 1,1-1-1,-1 1 1,1 0-1,-1 0 1,0 0 0,1 0-1,-1-1 1,1 1-1,-1 0 1,15-14 332,5-11 14,-1-1 0,25-46 1,-19 30-497,184-332-316,72-115 97,-125 264 68,-147 212 398,2 2 1,0-1-1,0 2 0,1-1 0,0 1 1,0 1-1,1 0 0,1 1 0,-1 1 1,2 0-1,-1 1 0,29-9 0,-34 12-146,0 1 0,1 1 0,-1 0 0,0 0 0,1 0 0,-1 2 0,0-1 0,1 1 0,17 4 0,-26-5 0,1 1 0,0 0 0,-1 0 0,0 0 0,1 0 0,-1 1 0,0-1 0,1 0 0,-1 0 0,0 1 0,0-1 0,0 1 0,0-1 0,0 1 0,0-1 0,-1 1 0,1 0 0,-1-1 0,1 1 0,-1 0 0,1 3 0,0 4 0,0 1 0,0 17 0,-2-18 0,-1 79 0,1 75 0,11-91 0,-5-36 0,7 20-1365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35:52.9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727 436 24575,'0'5'0,"-1"0"0,0 0 0,0 0 0,-1 1 0,1-1 0,-1-1 0,0 1 0,-3 5 0,-5 12 0,-22 76 0,-29 70 0,-45 56 0,76-165 0,-41 110 0,69-162 0,0-1 0,0 0 0,-1 0 0,0 0 0,0-1 0,-1 1 0,-7 8 0,8-10 0,0-1 0,-1 0 0,0 0 0,0 0 0,0-1 0,0 1 0,0-1 0,0 0 0,-1 0 0,-8 2 0,12-3 0,0-1 0,-1 0 0,1 1 0,0-1 0,-1 0 0,1 0 0,0 0 0,0 0 0,-1 0 0,1 0 0,0 0 0,0-1 0,-1 1 0,1 0 0,0-1 0,0 1 0,-1-1 0,1 1 0,0-1 0,0 1 0,0-1 0,0 0 0,0 0 0,0 0 0,0 1 0,0-1 0,0 0 0,1 0 0,-1 0 0,0 0 0,0-1 0,1 1 0,-1 0 0,1 0 0,-1 0 0,1 0 0,0-1 0,-1 1 0,1-2 0,-2-7 0,0-1 0,1 1 0,0 0 0,1-11 0,0 8 0,3-376 0,3 273-317,5-1 0,40-176 0,-46 273 330,0-1 60,5-42-1,-27 348 791,-30 0-933,19-80 70,0-8 0,21-159 0,0 0 0,3 1 0,0 59 0,4-96 0,0 1 0,1-1 0,-1 0 0,1 1 0,-1-1 0,1 0 0,0 1 0,-1-1 0,1 0 0,1 0 0,1 4 0,-2-5 0,-1-1 0,1 1 0,0 0 0,0-1 0,-1 1 0,1-1 0,0 1 0,0-1 0,0 1 0,0-1 0,-1 0 0,1 1 0,0-1 0,0 0 0,0 0 0,0 0 0,0 0 0,0 0 0,0 0 0,0 0 0,0 0 0,0 0 0,0 0 0,0 0 0,0 0 0,0-1 0,0 1 0,-1 0 0,1-1 0,0 1 0,1-1 0,5-3 0,0 0 0,-1-1 0,1 0 0,-1 0 0,0 0 0,0 0 0,-1-1 0,8-10 0,36-59 0,-32 48 0,24-38-161,234-391-535,-218 355 672,17-34 25,-1-24 708,-70 151-629,-2 4-72,0 1 0,0 0 0,1-1 0,0 1-1,-1 0 1,1 0 0,0 0 0,0 0 0,1 0-1,2-2 1,-5 5-8,0 0 1,0-1-1,0 1 0,1 0 0,-1 0 0,0 0 0,0 0 0,0 0 0,1 0 0,-1 0 0,0 0 1,0 0-1,0 0 0,1 0 0,-1 0 0,0 0 0,0 0 0,0 0 0,1 0 0,-1 0 1,0 0-1,0 0 0,1 0 0,-1 0 0,0 0 0,0 0 0,0 0 0,1 0 0,-1 0 1,0 1-1,0-1 0,0 0 0,0 0 0,1 0 0,-1 0 0,0 0 0,0 1 0,0-1 0,0 0 1,0 0-1,0 0 0,1 1 0,-1-1 0,0 0 0,0 1 0,2 3 0,-1 0 0,0 1 0,1-1 0,-1 1 0,-1 0 0,1-1 0,-1 1 0,0 7 0,-5 41 0,5-50 0,-18 109-187,-32 114 0,-55 102-187,-45 10 374,87-229 0,35-65 0,-25 59 0,51-94 117,4-6 140,-1-3-235,0 0 0,0 0 0,0-1 0,0 1 0,-1 0 0,1-1 0,0 1 0,0-1 0,-1 1 0,1-1 0,0 0 0,0 1 0,-1-1 0,1 0 0,-1 1 0,2-3 0,17-26-26,-1 0-1,25-59 0,-19 36-145,256-504-1381,-226 450 1454,27-67-398,18-35-164,-46 108 551,64-113-196,-106 196 705,0 0 1,1 1 0,16-17 0,-27 32-381,-1 0 1,1 0 0,0 1 0,-1-1 0,1 0-1,0 1 1,0-1 0,-1 1 0,1-1 0,0 1-1,0-1 1,0 1 0,0-1 0,0 1 0,0 0-1,0 0 1,0-1 0,0 1 0,0 0 0,0 0-1,0 0 1,1 0 0,-1 1-19,0-1 1,0 1-1,0-1 1,-1 1-1,1-1 0,0 1 1,-1 0-1,1-1 1,0 1-1,-1 0 0,1 0 1,-1 0-1,1-1 1,-1 1-1,1 0 0,-1 0 1,0 0-1,1 1 1,1 7 17,0 0 0,-1-1 1,0 18-1,-1 11-126,-2 0 0,-13 68 0,-26 72-768,0-35 847,-6-2 0,-6-2 0,-88 162-1,93-210 7,-4-3 0,-108 137 0,147-206 0,10-14 0,0 1 0,0-1 0,0 0 0,-1 0 0,1-1 0,-1 1 0,-8 5 0,11-9 5,1 1 0,0-1-1,0 0 1,0 0 0,-1 0-1,1 0 1,0 0 0,0 0 0,-1 0-1,1 0 1,0 0 0,0 1-1,-1-1 1,1 0 0,0 0-1,-1 0 1,1-1 0,0 1-1,0 0 1,-1 0 0,1 0-1,0 0 1,0 0 0,-1 0-1,1 0 1,0 0 0,0 0 0,0-1-1,-1 1 1,1 0 0,0 0-1,-4-10 338,3-15 275,1 22-593,5-198-24,-3 167 0,2 0 0,2 0 0,1 1 0,18-53 0,-23 80 0,-3 10 0,-4 14 0,-6 7 2,-1 0 1,-1-1-1,-1-1 0,-17 23 0,-75 84-139,31-45-179,-117 102 0,140-141 316,15-13 0,-1-1 0,-1-2 0,-45 26 0,78-52 0,1-1 0,0 0 0,-1 0 0,0 0 0,0-1 0,-11 3 0,16-4-1,1-1 1,0 0-1,-1 0 1,1 0 0,-1 0-1,1 0 1,0 0-1,-1 0 1,1 0 0,-1 0-1,1-1 1,0 1-1,-1 0 1,1 0-1,-1 0 1,1 0 0,0 0-1,-1-1 1,1 1-1,0 0 1,-1 0 0,1-1-1,0 1 1,0 0-1,-1-1 1,1 1 0,0 0-1,0 0 1,-1-1-1,1 0 1,0 0 12,-1 0 0,1 0 0,0 0 0,0-1 0,0 1 0,0 0 0,0 0 0,0 0 0,0-1 1,1-1-1,9-28 500,14-16-570,2 1 0,37-48-1,73-83-700,-70 94 857,213-250-262,-140 187-639,222-183-1,-329 304 703,1 2-1,1 1 1,46-23-1,-59 36 235,0 0 1,1 1-1,-1 2 0,1 0 0,1 1 0,-1 1 0,32-1 1,-24 4 545,1 1 1,51 6 0,-72-4-677,1 0 0,-1 1 0,0 0 0,0 0 0,0 1-1,-1 1 1,1-1 0,-1 2 0,0-1 0,-1 1-1,13 11 1,-11-7-3,0 0 0,0 1 0,-1 1 0,-1 0 0,0 0 0,0 0 0,-2 1 0,1 0 0,-2 0 0,1 1 0,-2 0 0,0 0 0,-1 0 0,2 18 0,-3-12 0,-1 0 0,-1 0 0,0 0 0,-2 0 0,-1 0 0,0 0 0,-1-1 0,-1 1 0,-13 32 0,1-15-165,-1 0 1,-2-1-1,-2-1 0,-44 56 0,19-37-338,-103 91 0,66-74-57,-3-4 1,-3-3 0,-160 85-1,151-100 798,-1-5 0,-160 40 2711,260-85-2933,56-87 662,-12 15-880,131-177-1096,-21 31 430,111-130 879,21 18-66,-233 270-8,53-56-226,-90 102 599,1 0 0,0 1-1,1 1 1,0 1 0,21-11-1,-31 19-143,0 1 0,0 0 0,0 0 0,14-3 1,-21 6-167,1-1 1,-1 1 0,0 0-1,1-1 1,-1 1 0,1 0-1,-1 0 1,1 0 0,-1 0-1,1 1 1,-1-1 0,0 0-1,1 1 1,-1-1 0,1 0 0,-1 1-1,0 0 1,1-1 0,-1 1-1,0 0 1,0 0 0,1 0-1,-1-1 1,0 1 0,0 0-1,0 1 1,0-1 0,0 0-1,-1 0 1,1 0 0,0 1 0,0-1-1,-1 0 1,1 0 0,0 3-1,2 15 0,-1 0 0,0 0 0,-2 1 0,0-1 0,-3 24 0,3-41 0,-5 41-45,-2 0-1,-2 0 1,-1-1 0,-3 0-1,-22 51 1,-107 194-750,123-250 830,-220 375-51,235-405 16,-1 0 0,0 1 0,0 1 0,-5 14 0,9-12 81,1-11-74,0 0-1,0 1 1,0-1-1,0 0 1,1 0 0,-1 0-1,0 0 1,0 0-1,0 0 1,1 0-1,-1 0 1,0 0 0,0 0-1,1 0 1,-1 0-1,0 0 1,0 0-1,0 0 1,1 0 0,-1 0-1,0 0 1,0 0-1,0 0 1,1 0-1,-1-1 1,0 1 0,0 0-1,0 0 1,0 0-1,1 0 1,18-17 535,38-48-317,53-55-812,221-198-2320,24-25-178,-214 206 3061,75-77-546,-17-15 1209,-173 196-543,2-5 1249,36-36 0,-47 62-656,-17 12-653,0 0 1,1-1-1,-1 1 0,1 0 0,-1 0 1,0 0-1,1 0 0,-1 0 0,1 0 1,-1 0-1,1 0 0,-1 0 0,0 0 1,1 0-1,-1 0 0,1 0 1,-1 0-1,1 1 0,-1-1 0,0 0 1,1 0-1,-1 0 0,0 1 0,1-1 1,0 2 43,1 0 1,-1 0 0,0 0-1,-1 0 1,1 0 0,0 0-1,-1 0 1,1 1 0,-1-1-1,1 0 1,-1 0 0,0 0-1,0 1 1,-1 1 0,1 26-48,-2-1-1,-7 40 1,-20 62-643,16-77 622,-200 779-1886,111-549 945,51-152 1863,42-108 214,-7 32-1,15-55-1098,1 0 0,0-1 0,0 1 0,0 0 0,0 0 0,0 0 0,0 0 0,0-1 0,0 1 0,0 0 0,0 0 0,1 0 0,-1 0-1,0-1 1,0 1 0,1 0 0,-1 0 0,1 1 0,0-2-46,-1 0-1,0 0 0,1 1 1,-1-1-1,1 0 0,-1 0 1,1 1-1,-1-1 0,0 0 1,1 0-1,-1 0 0,1 0 1,-1 0-1,1 0 0,-1 0 1,1 0-1,-1 0 0,1 0 1,-1 0-1,1 0 0,-1 0 1,0 0-1,1 0 0,-1-1 1,1 1-1,-1 0 0,1 0 1,-1 0-1,0-1 0,1 1 1,-1 0-1,1-1 0,-1 1 1,12-10-3,-1 0 1,0 0-1,-1-1 1,11-14-1,-6 6 0,416-504-1726,-199 229 197,-22-14 246,-185 266 1500,-3 0-1,-1-2 1,-2 0-1,16-58 1,-32 93 599,-5 18 211,-31 74-981,-64 119 0,74-158-11,-215 365-2085,159-294 1774,-131 146-1,67-118-1099,114-119 1538,0-1 1,-1-1-1,-48 25 0,54-36 371,-1-1 1,0 0-1,-1-2 1,0-1 0,0-2-1,-49 5 1,-162-7 837,168-5-1662,61 2 291,0 1 0,0-2 0,0 1 0,-8-2 0,15 2 0,0 0 0,0 0 0,0-1 0,0 1 0,0 0 0,0 0 0,0-1 0,0 1 0,0-1 0,0 1 0,1-1 0,-1 1 0,0-1 0,0 1 0,0-1 0,1 0 0,-1 1 0,0-1 0,1 0 0,-1 0 0,0 0 0,1 1 0,-1-1 0,1 0 0,-1 0 0,1 0 0,0 0 0,-1 0 0,1 0 0,0 0 0,0-1 0,1-4 0,0-1 0,0 1 0,1 0 0,0 0 0,1 0 0,-1 0 0,1 0 0,1 1 0,-1-1 0,7-8 0,-3 4 0,211-305-826,-143 215 689,4 4 0,3 3 0,141-122-1,-170 173 138,90-54 0,-132 89 66,63-35 1182,-74 42-1247,1 0 0,-1 0 0,0-1 0,0 1 0,1 0 1,-1 0-1,1 0 0,-1-1 0,0 1 0,1 0 1,-1 0-1,0 0 0,1 0 0,-1 0 0,1 0 0,-1 0 1,0 0-1,1 0 0,-1 0 0,1 0 0,-1 0 0,0 0 1,1 0-1,-1 0 0,1 0 0,-1 1 0,0-1 1,1 0-1,-1 0 0,0 0 0,1 1 0,-1-1 0,0 0 1,1 0-1,-1 1 0,0-1 0,0 0 0,1 0 1,-1 1-1,0-1 0,0 0 0,0 1 0,1-1 0,-1 1 1,0-1-1,0 0 0,0 1 0,0-1 0,0 0 0,0 1 1,0-1-1,0 1 0,0-1 0,0 0 0,0 1 1,0 0-1,-5 26-7,-9 18-18,-3-1 1,-32 59-1,37-78-68,-168 302-1237,-17-12 245,153-250 1009,-2-2 0,-3-2 1,-2-3-1,-88 78 0,99-105 603,35-29-368,1 1 0,-1-1 0,1 1 0,-1-1 1,0 0-1,1-1 0,-9 2 0,12-3-123,0 1 0,0-1 0,0 0-1,0 0 1,0 0 0,1 0-1,-1 0 1,0-1 0,0 1 0,0 0-1,0 0 1,0-1 0,1 1 0,-1 0-1,0-1 1,0 1 0,1-1 0,-1 1-1,0-1 1,0 1 0,1-1 0,-1 1-1,0-2 1,0 0-12,0 1-1,0-1 0,0 0 1,0 0-1,1 0 1,-1 1-1,0-1 1,1 0-1,0 0 1,-1-2-1,1-6-26,0 0-1,0 1 0,3-14 0,-3 23 4,5-30-76,2 1-1,1 0 0,1 0 1,1 1-1,19-35 0,81-128-578,-22 57 29,147-175 1,5 54 488,-198 212 105,23-25 782,-68 75-416,-9 14 152,10-18-328,-23 40-180,-3-1 0,-1-2 0,-69 73 0,23-41-761,-4-4 1,-166 110-1,120-102-141,-199 87 0,-153 22-89,-7-30 1168,471-152 106,10-2-181,0-1 1,1 1-1,-1 0 1,1 0-1,-8 7 1024,17-8-788,-1-1 1,1-1-1,-1 1 1,1-1-1,9-4 1,36-19 907,-27 13-729,223-87-511,9 23-507,-174 56 8,1 5 1,153-9 0,174 22 758,-274 4-363,453 1-324,-579-3 452,-2-1 21,0 2 0,1-1 0,12 3 0,-22-3-15,1 0 0,-1 0 0,0 0 0,1 0 1,-1 0-1,0 0 0,1 1 0,-1-1 0,0 0 0,0 0 0,1 0 0,-1 0 0,0 1 0,0-1 0,1 0 0,-1 0 0,0 0 0,0 1 0,1-1 0,-1 0 0,0 1 0,0-1 0,0 0 0,0 0 0,0 1 1,1-1-1,-1 0 0,0 1 0,0-1 0,0 0 0,0 1 0,0-1 0,0 0 0,0 1 0,0-1 0,0 0 0,0 0 0,0 1 0,0-1 0,0 0 0,0 1 0,-1-1 0,1 0 0,0 1 0,0-1 0,0 0 0,0 0 1,0 1-1,-1-1 0,1 0 0,0 0 0,0 1 0,-1-1 0,1 0 0,0 1 0,-15 12 679,3-4-441,-1-1 0,0 0 0,0-1 1,-27 10-1,-61 16-411,82-27 230,-80 20-540,-107 14-1,-106-3-1428,-190-7 1122,341-23 688,129-6 86,32-1 4,0 0 0,-1 0 1,1 0-1,-1 0 0,1 0 0,0 0 0,-1 0 1,1 0-1,0 0 0,-1 0 0,1 0 0,0 0 1,-1 0-1,1-1 0,0 1 0,-1 0 0,1 0 1,0 0-1,-1 0 0,1-1 0,0 1 1,-1 0-1,1 0 0,0-1 0,3-6 254,18-8 370,-19 13-554,61-36 829,79-34-1,-38 20-762,248-101-1188,13 30 818,28 26-223,-272 70 571,-67 13-687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35:54.1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24575,'0'1026'0,"5"-1050"0,-1 11 0,7-30 0,3 1 0,30-70 0,18-19 0,31-65 0,-41 94 0,58-158 0,-107 254 0,-1-1 0,0 0 0,0 0 0,0-12 0,-1 18 0,-1 1 0,0 0 0,0 0 0,0-1 0,0 1 0,0 0 0,0 0 0,0-1 0,0 1 0,0 0 0,0 0 0,0-1 0,0 1 0,0 0 0,0 0 0,0-1 0,0 1 0,0 0 0,0 0 0,0-1 0,0 1 0,-1 0 0,1 0 0,0-1 0,0 1 0,0 0 0,0 0 0,-1 0 0,1 0 0,0-1 0,0 1 0,0 0 0,0 0 0,-1 0 0,1 0 0,0-1 0,0 1 0,-1 0 0,1 0 0,0 0 0,0 0 0,-1 0 0,1 0 0,0 0 0,0 0 0,-1 0 0,1 0 0,0 0 0,0 0 0,-1 0 0,1 0 0,0 0 0,0 0 0,-1 0 0,1 0 0,0 0 0,0 1 0,-1-1 0,1 0 0,0 0 0,0 0 0,-13 12 0,0 7 0,2 1 0,1 0 0,0 1 0,1 0 0,-6 24 0,7-23 0,-10 23-17,11-27-320,0 0 0,0 1 0,-3 21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30T06:37:35.266"/>
    </inkml:context>
    <inkml:brush xml:id="br0">
      <inkml:brushProperty name="width" value="0.1" units="cm"/>
      <inkml:brushProperty name="height" value="0.6" units="cm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48:30.1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1:32.4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2:27.9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516 1 24575,'-1'0'0,"-1"0"0,0 1 0,0-1 0,1 1 0,-1-1 0,1 1 0,-1 0 0,0-1 0,1 1 0,-1 0 0,1 0 0,0 0 0,-1 0 0,1 1 0,0-1 0,0 0 0,-2 2 0,-18 27 0,17-24 0,-100 181 0,51-89 0,-54 131 0,100-212 0,-14 36 0,3 1 0,-13 66 0,24-91 0,3-14 0,0 0 0,-1 21 0,3-26 0,0 0 0,0 0 0,-1 0 0,-7 15 0,5-12 0,-6 25 0,-18 107 0,12-44 0,-3 10 0,19-108 0,1-5 0,0-7 0,4-17 0,25-98-87,28-147-796,-29 93-1262,-14 99-2931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2:29.0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194 255 24575,'0'-255'0,"1"407"-65,-8 371-485,-3-238 550,-1 27 0,5-194-2,-5 86 106,7-146 404,4-35-507,-2 0 0,-1 1 1,-9 39-1,5-34-1,1 0 0,1 0 0,0 32 0,-4 25 0,4-34 0,2 0 0,4 58 0,0-29 0,-1 826 0,1-954 0,0 15 0,-1 0 0,-5-33 0,4 59 0,0 0 0,-1 0 0,0 0 0,0 0 0,0 0 0,-1 1 0,1-1 0,-8-8 0,2 3 0,-1 1 0,-19-18 0,11 8-1365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3:06.2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3:06.7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3:11.4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3:15.0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3:18.5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06:53:18.8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7:10.9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321 340 24575,'0'-8'0,"0"0"0,1-1 0,0 1 0,0 0 0,1 0 0,0 0 0,0 0 0,5-10 0,-5 15 0,-1 1 0,1-1 0,-1 1 0,1-1 0,0 1 0,0 0 0,0-1 0,0 1 0,0 0 0,0 0 0,1 1 0,-1-1 0,1 0 0,-1 1 0,1 0 0,0-1 0,-1 1 0,1 0 0,0 0 0,0 1 0,0-1 0,0 0 0,0 1 0,0 0 0,0 0 0,3 0 0,-4 0 0,-1 0 0,1 0 0,-1 0 0,1 1 0,-1-1 0,1 0 0,-1 1 0,1-1 0,-1 1 0,0 0 0,1-1 0,-1 1 0,0 0 0,1 0 0,-1 0 0,0 0 0,0 0 0,0 0 0,0 0 0,0 0 0,0 0 0,0 1 0,0-1 0,0 0 0,-1 1 0,1-1 0,0 0 0,-1 1 0,1-1 0,-1 1 0,0-1 0,1 1 0,-1-1 0,0 1 0,0 2 0,0-1 0,0 0 0,0 0 0,-1 0 0,1-1 0,-1 1 0,0 0 0,0 0 0,1-1 0,-2 1 0,1-1 0,0 1 0,0-1 0,-1 1 0,0-1 0,1 0 0,-1 0 0,0 1 0,0-1 0,-2 1 0,-5 3 0,0-1 0,0-1 0,-1 0 0,1 0 0,-15 3 0,0 1 0,14-4 0,1 1 0,0 0 0,1 1 0,-1 0 0,1 0 0,0 1 0,-7 7 0,-7 6 0,11-10 0,1 0 0,0 0 0,1 1 0,0 1 0,1-1 0,0 1 0,-12 25 0,13-26 0,6-11 0,1 0 0,0 0 0,0 0 0,0 0 0,-1 0 0,1 0 0,0 0 0,0 0 0,0 0 0,-1 0 0,1 0 0,0-1 0,0 1 0,0 0 0,0 0 0,-1 0 0,1 0 0,0 0 0,0 0 0,0 0 0,0 0 0,-1 0 0,1-1 0,0 1 0,0 0 0,0 0 0,0 0 0,0 0 0,-1-1 0,1 1 0,0 0 0,0 0 0,-7-24 0,5 17 0,-6-45 0,6 36 0,-1 0 0,-8-25 0,6 26 0,1 0 0,0-1 0,1 1 0,0 0 0,0-28 0,3 33 0,1 1 0,0-1 0,0 1 0,1 0 0,0-1 0,0 1 0,1 0 0,0 1 0,1-1 0,8-15 0,9-13 0,-14 23 0,1 1 0,18-25 0,-23 34 0,1 1 0,-1-1 0,0 1 0,1 0 0,0 0 0,0 1 0,0-1 0,0 1 0,0 0 0,0 0 0,1 0 0,-1 0 0,0 1 0,6-2 0,16 0 0,0 1 0,1 2 0,31 2 0,2 0 0,-49-2 0,0 1 0,-1 0 0,1 0 0,-1 1 0,1 0 0,12 5 0,-16-4 0,0 0 0,-1 1 0,1 0 0,0 0 0,-1 0 0,0 0 0,0 1 0,0 0 0,6 9 0,-2-5 0,-1-1 0,2 1 0,-1-2 0,1 0 0,0 0 0,0-1 0,19 8 0,-20-9 0,-7-4 0,0 1 0,1 0 0,-1 0 0,0 0 0,-1 0 0,1 1 0,0 0 0,-1-1 0,1 1 0,-1 0 0,0 0 0,0 0 0,0 0 0,0 0 0,-1 1 0,1-1 0,-1 0 0,0 1 0,2 6 0,-1 4 0,-1-1 0,0 1 0,-1 27 0,-1-21 0,1-10 0,-1-1 0,0 0 0,0 0 0,-1 0 0,0 0 0,-1 0 0,-6 14 0,7-18 0,-1 0 0,0-1 0,0 1 0,0 0 0,-1-1 0,1 0 0,-1 1 0,0-2 0,0 1 0,-1 0 0,1-1 0,-1 0 0,-8 5 0,1-3 0,1 0 0,1 1 0,-1-1 0,1 1 0,0 1 0,-9 8 0,14-10 0,-1-1 0,1 0 0,-1 0 0,0 0 0,-1 0 0,1-1 0,-10 4 0,-5-1 0,-24 5 0,17-4 0,13-5 0,-30 3 0,30-4 0,0 1 0,-18 4 0,5-1 0,1-1 0,0-2 0,-1-1 0,-39-2 0,14 0 0,48 1 0,1 0 0,0-1 0,-1 1 0,1-1 0,0 1 0,0-1 0,-1-1 0,-4-1 0,7 2 0,-1-1 0,2 1 0,-1 0 0,0-1 0,0 1 0,0-1 0,1 0 0,-1 0 0,1 1 0,-1-1 0,1 0 0,0 0 0,-1 0 0,1-1 0,0 1 0,-1-4 0,0 0 0,1 0 0,-1-1 0,1 1 0,0 0 0,1 0 0,-1-1 0,1 1 0,1-11 0,0 15 0,-1 0 0,1-1 0,-1 1 0,1 0 0,0-1 0,0 1 0,-1 0 0,2 0 0,-1-1 0,0 1 0,0 0 0,1 0 0,-1 1 0,1-1 0,0 0 0,-1 0 0,1 1 0,0-1 0,0 1 0,0-1 0,0 1 0,0 0 0,1 0 0,-1 0 0,3-1 0,10-1 0,0 1 0,0 0 0,1 1 0,-1 1 0,30 3 0,-4-1 0,-18-2 0,-7 0 0,1 1 0,30 4 0,-42-3 0,1-1 0,-1 1 0,0 0 0,0 0 0,0 0 0,0 1 0,0 0 0,0 0 0,0 0 0,-1 0 0,0 1 0,6 6 0,-1 1 0,0 0 0,7 14 0,-9-13 0,18 21 0,-22-29 0,1-1 0,-1 1 0,1-1 0,0 0 0,0 0 0,0 0 0,1-1 0,-1 0 0,7 3 0,-1-2 0,-1 0 0,1-1 0,-1 0 0,1-1 0,11 0 0,51-2 0,-29-1 0,-28 0 0,-1 0 0,1 0 0,-1-1 0,0-1 0,0 0 0,0-1 0,-1-1 0,14-7 0,-15 6 0,-1-1 0,-1 0 0,13-13 0,18-12 0,-27 23 0,0 0 0,-1-1 0,0 0 0,-1-1 0,0-1 0,17-22 0,50-89 0,-46 50 0,-33 74 0,0 0 0,0 0 0,0 0 0,1 0 0,-1 1 0,0-1 0,0 0 0,0 0 0,0 0 0,0 0 0,0 0 0,0 0 0,0 0 0,0 0 0,0 0 0,1 0 0,-1 0 0,0 0 0,0 0 0,0 0 0,0 0 0,0 1 0,0-1 0,0 0 0,0 0 0,1 0 0,-1 0 0,0 0 0,0 0 0,0 0 0,0 0 0,0-1 0,0 1 0,0 0 0,1 0 0,-1 0 0,0 0 0,0 0 0,0 0 0,0 0 0,0 0 0,0 0 0,0 0 0,0 0 0,1 0 0,-2 12 0,-1-4-170,1 0-1,-2 0 0,1 0 1,-1 0-1,0 0 0,0 0 1,-7 10-1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4:52.0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107 15 24575,'-1'0'-8191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6T07:07:07.1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633 573 24575,'-33'1'0,"20"0"0,-1-1 0,0 0 0,1-1 0,-16-3 0,28 4 0,1 0 0,-1 0 0,1 0 0,-1 0 0,0 0 0,1-1 0,-1 1 0,1 0 0,-1 0 0,1-1 0,-1 1 0,1 0 0,-1 0 0,1-1 0,0 1 0,-1-1 0,1 1 0,-1 0 0,1-1 0,0 1 0,-1-2 0,1 2 0,0-1 0,0 1 0,0-1 0,0 1 0,0 0 0,0-1 0,0 1 0,1-1 0,-1 1 0,0 0 0,0-1 0,0 1 0,1-1 0,-1 1 0,0 0 0,0-1 0,1 1 0,-1 0 0,0-1 0,1 0 0,3-1 0,-1-1 0,0 1 0,1 0 0,6-3 0,65-27-105,2 4 0,1 3 0,0 3-1,2 4 1,0 3 0,1 4 0,98-1-1,-134 11 114,6 0 56,59 6-1,-108-4-11,1-1-1,0 0 0,0 1 0,-1 0 0,1 0 0,-1 0 0,1 0 1,-1 0-1,1 0 0,-1 1 0,0-1 0,3 2 0,-4-2-49,0 0 0,0 0-1,0 0 1,-1 0-1,1 1 1,0-1 0,-1 0-1,1 0 1,-1 0-1,1 1 1,-1-1 0,1 0-1,-1 0 1,0 1 0,0-1-1,0 0 1,0 1-1,0-1 1,0 0 0,0 1-1,0-1 1,0 0-1,0 1 1,-1-1 0,0 2-1,-1 2-1,0 0 0,0-1 0,0 1 0,-1-1 0,0 0 0,0 0 0,0 0 0,-4 4 0,-32 28 0,24-23 0,-12 8 0,-1-1 0,-36 20 0,-19 14 0,60-39 0,0-1 0,-2-1 0,-42 18 0,-82 17 0,112-39 0,0-2 0,-1-1 0,-38 0 0,-115-5 0,128-2 0,12 1-20,-151-6-303,168 2 262,0 0 0,1-2 0,-62-21-1,89 25 62,-20-8 0,25 9 0,0 1 0,-1-1 0,1 1 0,0-1 0,0 0 0,0 0 0,0 0 0,0 0 0,0 0 0,0 0 0,0 0 0,1 0 0,-1 0 0,0 0 0,1 0 0,-2-2 0,2 3 8,0-1-1,0 1 0,0-1 0,0 1 0,1 0 0,-1-1 1,0 1-1,0-1 0,0 1 0,0-1 0,0 1 1,1 0-1,-1-1 0,0 1 0,0-1 0,1 1 0,-1 0 1,0-1-1,0 1 0,1 0 0,-1 0 0,0-1 1,1 1-1,-1 0 0,1 0 0,-1-1 0,0 1 0,1 0 1,-1 0-1,1 0 0,-1 0 0,1-1 0,-1 1 0,0 0 1,2 0-1,17-3 311,-17 3-307,42-1-11,-25 0 0,36-4 0,31-14 0,90-32 0,-123 36 0,22-10 0,-65 21 0,-1 0 0,1-1 0,-1-1 0,0 1 0,12-12 0,-11 9 0,-1-1 0,0-1 0,0 0 0,-1 0 0,0 0 0,-1-1 0,8-16 0,-11 18 0,0 0 0,-1 0 0,0-1 0,-1 1 0,0-1 0,0 0 0,-1 0 0,0 0 0,0 1 0,-2-13 0,0 14 0,0 1 0,-1 0 0,1 0 0,-1 0 0,-1 0 0,1 1 0,-1-1 0,-1 1 0,-4-9 0,5 11 0,1 1 0,-1-1 0,0 1 0,0 0 0,0 0 0,0 0 0,0 0 0,-1 0 0,1 1 0,-1-1 0,0 1 0,0 0 0,0 0 0,0 1 0,0-1 0,-8-1 0,-12-1 0,-7-1 0,0 1 0,0 1 0,-34 2 0,61 1 0,0 1 0,0 0 0,-1 0 0,1 0 0,0 1 0,0-1 0,0 1 0,0 0 0,1 0 0,-1 1 0,0-1 0,1 1 0,0-1 0,-1 1 0,1 0 0,0 1 0,1-1 0,-5 6 0,-3 6 0,1 1 0,0 1 0,-7 18 0,3-6 0,-23 52 0,3 1 0,3 1 0,4 2 0,-22 136 0,45-178 0,3-35 0,-1 1 0,1-1 0,-1 0 0,0 0 0,-1 1 0,-4 11 0,6-20 0,0 0 0,0 0 0,0 0 0,0 0 0,0-1 0,0 1 0,0 0 0,0 0 0,0 0 0,0 0 0,0 0 0,-1 0 0,1 0 0,0 0 0,0 0 0,0 0 0,0 0 0,0 0 0,0 0 0,0 0 0,0 0 0,0-1 0,0 1 0,0 0 0,-1 0 0,1 0 0,0 0 0,0 0 0,0 0 0,0 0 0,0 0 0,0 0 0,0 0 0,0 0 0,0 0 0,0 0 0,-1 0 0,1 0 0,0 0 0,0 1 0,0-1 0,0 0 0,0 0 0,0 0 0,0 0 0,0 0 0,0 0 0,0 0 0,0 0 0,-1 0 0,1 0 0,0 0 0,0 0 0,0 0 0,0 0 0,0 0 0,0 1 0,0-1 0,0 0 0,0 0 0,0 0 0,0 0 0,-1-9 0,3-12 0,2 0 0,0 0 0,14-36 0,-1-1 0,45-227 0,-5 20 0,-18 73 0,-23 107 0,-12 74 0,-4 11 0,0 0 0,-1 0 0,1 0 0,0 0 0,0 0 0,0 0 0,0 0 0,0 0 0,0 0 0,0 0 0,0 0 0,0 0 0,0 0 0,0 0 0,0 0 0,0 1 0,0-1 0,0 0 0,0 0 0,0 0 0,0 0 0,0 0 0,0 0 0,0 0 0,0 0 0,0 0 0,0 0 0,0 0 0,0 0 0,0 0 0,0 0 0,0 0 0,0 0 0,1 0 0,-1 1 0,0-1 0,0 0 0,0 0 0,0 0 0,0 0 0,0 0 0,0 0 0,0 0 0,0 0 0,0 0 0,0 0 0,0 0 0,0 0 0,0 0 0,0 0 0,0 0 0,0 0 0,0 0 0,1 0 0,-1 0 0,0 0 0,0 0 0,0 0 0,0 0 0,0 0 0,0 0 0,0 0 0,0 0 0,0 0 0,0 0 0,0 0 0,0 0 0,0 0 0,0 0 0,2 23 0,-2 548-412,-1-245 237,-5-210 175,-33 196 0,28-254-21,-5 37 140,19-103-42,-1-1 1,1 1 0,1-1 0,0 1 0,9-15-1,1-1-54,77-165-368,81-248 1,-113 226 280,-8 25 817,-46 176-753,-3 16 0,-2 19 0,-10 40-4,-4-2 1,-25 75-1,9-31-479,-34 103 376,29-104 111,-28 152 0,60-237-4,-4 21 0,-1 1 0,-19 54 0,20-82 159,5-10 99,5-10-82,88-182-389,17-32-407,-16-6 650,21-151-30,-73 247 669,-36 122-543,-4 10-106,-3 13-32,-20 44 12,-3-1 0,-35 57 0,9-17 0,-94 155-269,-3 8-13,13 42 282,118-263 0,11-26 0,0 0 0,-8 29 0,29-59 459,154-184-346,6-6-282,226-372-571,-248 325 740,-152 251-3,1-1 0,-1 1 0,1 0 1,-1 0-1,1 0 0,0 0 1,0 0-1,0 0 0,-1 0 0,1 0 1,0 0-1,0 0 0,0 1 0,2-2 1,-3 2 12,0 0 0,1 0 1,-1 0-1,0 1 0,1-1 0,-1 0 1,0 0-1,0 0 0,1 0 0,-1 0 1,0 1-1,0-1 0,1 0 1,-1 0-1,0 0 0,0 1 0,1-1 1,-1 0-1,0 1 0,0-1 1,0 0-1,0 0 0,1 1 0,-1-1 1,0 0-1,0 1 0,0-1 0,0 0 1,0 1-1,0-1 0,0 0 1,0 1-1,1 8 201,0-1 1,-1 16-1,0-18-255,0 77 36,-6 257-88,1-290-100,-1-1-1,-2-1 1,-21 68 0,-60 136-867,72-208 914,-41 106-47,-108 199 1,145-310 668,14-39 349,6-15-76,1 13-742,5-299 443,-2 232-443,17-92 0,-12 117-28,3 1-1,1 0 0,21-49 1,72-123-270,-85 181 255,2 1-1,1 0 1,54-57-1,-63 76 40,-9 7 0,1 1 0,0 1 0,0-1 0,0 1 0,1 0 0,12-7 0,-18 12 3,-1 0-1,1-1 0,-1 1 0,1 0 1,0 0-1,-1-1 0,1 1 0,-1 0 1,1 0-1,-1 0 0,1 0 0,0 0 1,-1 0-1,1 0 0,-1 0 0,1 0 1,-1 0-1,1 0 0,0 1 0,-1-1 4,1 0-1,-1 0 0,0 1 0,1-1 0,-1 0 0,0 1 0,0-1 1,0 0-1,1 1 0,-1-1 0,0 0 0,0 1 0,0-1 0,0 0 0,0 1 1,0-1-1,1 1 0,-1-1 0,0 0 0,0 1 0,0 0 0,-1 2 44,1 0 0,-1 0 0,1 1 0,-1-1 0,-2 4 0,-6 15-25,0-1 1,-2-1 0,-21 31-1,-49 55-32,14-29-279,-3-4 0,-118 96 0,2-13-373,78-65-358,27-23 546,-112 123 1,189-187 475,-6 7 173,-13 21 1,21-30-141,0 1-1,1-1 1,-1 1 0,1 0 0,0 0-1,0 0 1,0 0 0,0 0-1,0 0 1,1 0 0,-1 0-1,1 0 1,0 0 0,0 4-1,0-6 4,0-1-1,0 1 1,0 0-1,1-1 1,-1 1-1,0-1 1,0 1-1,1 0 1,-1-1-1,0 1 1,1-1-1,-1 1 1,1-1 0,-1 1-1,1-1 1,-1 0-1,1 1 1,-1-1-1,1 0 1,-1 1-1,1-1 1,-1 0-1,1 1 1,-1-1-1,1 0 1,0 0-1,-1 0 1,1 0-1,-1 1 1,1-1-1,0 0 1,-1 0-1,1 0 1,0 0-1,-1 0 1,2-1-1,25-7 848,-24 7-817,246-118 35,-203 95-175,172-98-1377,-48 26 828,-42 24 620,77-40-64,-186 102 61,-12 6 14,-1 0 1,1 1-1,0 0 1,0 0-1,0 0 0,0 1 1,15-3-1,-21 5 17,0 0 0,-1 0 0,1 0 1,0 1-1,0-1 0,0 0 0,0 0 0,-1 0 0,1 1 0,0-1 0,0 0 1,0 1-1,-1-1 0,1 0 0,0 1 0,0-1 0,-1 1 0,1-1 0,-1 1 1,1 0-1,0-1 0,-1 1 0,1 0 0,-1-1 0,1 1 0,-1 0 0,0 0 0,1-1 1,-1 1-1,0 0 0,1 0 0,-1 0 0,0 0 0,0-1 0,0 1 0,0 0 1,0 2-1,0 2 118,0 0 1,0 0-1,0 0 1,-1 0-1,-2 7 1,-2 6-114,-2 1 1,0-1-1,-1-1 0,-12 21 1,-48 64-49,10-30-221,-3-2 0,-3-3 0,-99 79-1,108-103 179,-3-2 0,-1-2 0,-113 53 0,172-92 57,-2 1 3,-1 0 1,0 0-1,1 0 0,-1 0 1,0 0-1,-2 0 0,4-1 15,1 0-1,-1 0 1,1 0-1,-1 0 1,1 0-1,0 0 1,-1-1-1,1 1 1,-1 0-1,1 0 1,0 0-1,-1-1 1,1 1-1,-1 0 0,1 0 1,0-1-1,-1 1 1,1 0-1,0-1 1,0 1-1,-1 0 1,1-1-1,0 1 1,0 0-1,-1-1 1,1 1-1,0-1 1,0 1-1,0 0 1,0-1-1,0 1 0,0-1 1,-1 1-1,1-1 1,0 1-1,0-1 1,0 1-1,0 0 1,1-1-1,-1 1 1,0-1-1,0 0 1,1-6 34,-1 1 1,2-1-1,-1 0 1,1 0 0,0 1-1,5-12 1,22-38-27,-22 44-26,104-172-1163,202-258-1,240-165 181,11 81-183,-446 412 870,-117 113 334,0 0 0,1-1 0,-1 1 0,0 0 0,0 0 0,1 0 0,-1 0 0,1 0 0,-1 0 0,1 0 0,-1 1 0,1-1 0,2 0 0,-4 1-24,1 0-1,-1 0 1,0 0 0,0 0-1,1 0 1,-1 0 0,0 0-1,0 0 1,1 0 0,-1 1-1,0-1 1,0 0 0,1 0-1,-1 0 1,0 0 0,0 1-1,0-1 1,1 0 0,-1 0-1,0 0 1,0 1 0,0-1-1,0 0 1,1 0 0,-1 1-1,0-1 1,0 1 0,2 15 480,-5 10 122,0 0 0,-9 31 0,3-19-126,-74 311-515,70-300 87,-96 279-62,43-148 0,14-42 0,-82 151 0,118-255-2,10-20 57,0 0 1,-11 16 322,17-30-363,0 0 1,-1 0-1,1 1 0,0-1 1,0 0-1,0 0 1,0 0-1,0 0 0,-1 0 1,1 0-1,0 0 0,0 0 1,0 0-1,0 0 1,0 0-1,-1 0 0,1 0 1,0 0-1,0-1 0,0 1 1,-1 0 61,1 0-62,-3-9 126,0-14-196,3-164 56,1 112-141,3-20-34,4 0 1,4 1-1,48-182 0,-35 186 47,46-163-1012,17 6 337,-31 108 1712,-47 132 222,-10 7-1116,0 0 0,0 0 0,0 0 0,0 0 0,0 0 0,1 1 0,-1-1 0,2 23 604,-5 35-682,-2 0 1,-15 69-1,-37 114-1456,57-241 1512,-177 559-1371,-49-22-967,142-378 1266,66-129 1547,-2-2 1,-1 0-1,-28 29 1,27-48 1447,21-9-1866,0-2 83,0 1 0,0-1 0,0 0 0,0 1 0,1-1 0,-1 0 0,1 0 0,-1 1 0,1-1 0,-1 0 0,1 0 0,0 0 0,0-3 0,0-16 84,2 0 0,0 1 0,8-34 0,-1 6-192,15-64-401,61-180-1,45-16 376,-101 244 0,176-319-1355,-124 242 1179,-54 88 201,12-20 806,-38 71-757,0 1 0,0 0 0,0-1-1,0 1 1,0 0 0,0 0-1,0 0 1,1 0 0,-1 0-1,2-1 1,-3 2-58,0 0-1,0 0 1,1 0 0,-1-1-1,0 1 1,0 0-1,1 0 1,-1 0 0,0 0-1,1 0 1,-1 0 0,0 0-1,0 0 1,1 0 0,-1 0-1,0 1 1,0-1-1,1 0 1,-1 0 0,0 0-1,0 0 1,1 0 0,-1 0-1,0 1 1,6 9 164,-3 5-165,0 1 0,0 17 0,1 10-16,25 341-998,-37 0 784,1-302-54,-3 0 1,-4-1-1,-3 0 0,-3-1 1,-58 141-1,78-221 292,0 1 0,0-1 0,0 0 0,0 0 1,0 1-1,0-1 0,-1 0 0,1 1 0,0-1 0,0 0 0,0 0 0,0 1 0,0-1 0,-1 0 0,1 0 1,0 1-1,0-1 0,0 0 0,-1 0 0,1 0 0,0 1 0,0-1 0,-1 0 0,1 0 0,0 0 1,0 0-1,-1 0 0,1 0 0,-1 1 0,-1-9 356,2-17 259,9-50-344,21-77 1,60-157-816,25 11-304,22-60 281,-2 25 558,-43 119-93,-4 14 486,-78 193 425,-10 8-814,1-1 0,-1 0 0,0 0 0,0 0 0,0 0 0,0 1 1,3 19 644,-3 23-420,-7 69 1,-15 43-1168,-123 454-1506,-48-41 1440,189-558 1271,-10 23 240,14-32-447,-1 1 1,0-1-1,0 1 1,0-1-1,0 1 1,0-1-1,0 0 1,-1 1-1,1-1 1,0 0-1,-1 0 1,1 0-1,-1 0 1,1 0-1,-3 1 1,4-2-45,-1 0 1,1 0-1,0 0 1,-1 0-1,1 0 1,0 0-1,-1 0 1,1 0-1,0 0 1,-1 0-1,1 0 1,0 0 0,-1 0-1,1 0 1,0 0-1,-1 0 1,1 0-1,0-1 1,-1 1-1,1 0 1,0 0-1,-1 0 1,1-1 0,0 1-1,0 0 1,-1 0-1,1-1 1,0 1-1,0 0 1,0 0-1,-1-1 1,1 1-1,0 0 1,0-1 0,0 1-1,0 0 1,-1-1-1,-1-15 615,3-6-508,1 1 1,0-1-1,8-28 1,23-65-256,-22 79 69,22-76-150,176-521-1486,-111 405 1576,-78 189 82,2 0 0,2 1 0,45-53-1,-64 85-22,0-1 224,0 1 0,1 0 0,0 0 0,0 1-1,13-10 1,-18 14-128,1 1 1,-1-1-1,0 1 0,1-1 0,-1 1 1,0-1-1,1 1 0,-1 0 0,1-1 1,-1 1-1,1 0 0,-1 0 0,1 0 0,-1 0 1,0 1-1,3-1 0,-2 1-20,-1 0 0,1 0-1,0 0 1,0 0 0,-1 0-1,1 0 1,-1 1 0,1-1-1,-1 0 1,0 1 0,1-1-1,-1 1 1,0 0 0,0-1-1,1 4 1,2 3-19,0 0 0,-1 0 1,0 1-1,0-1 0,2 15 1,3 49-14,-3-25 8,9 71-300,-5 1 0,-6 1 0,-4-1-1,-6 0 1,-5 0 0,-6-1 0,-45 165-1,51-239 395,-41 128-628,39-132 702,-3 0 1,-24 43-1,38-77-11,-1 0-1,1-1 0,-10 10 1,12-14-106,1 0-1,-1-1 1,0 1 0,0 0 0,0-1 0,0 1-1,0 0 1,0-1 0,0 0 0,0 1 0,0-1 0,0 1-1,-2-1 1,2 0-21,1 0 0,-1 0 0,0 0 0,1 0 0,-1 0 0,0-1 0,1 1 1,-1 0-1,1-1 0,-1 1 0,0 0 0,1-1 0,-1 1 0,1 0 0,-1-1 0,1 1 0,-1-1 0,1 1 0,0-1 0,-1 1 0,1-1 0,-1 0 0,1 1 0,0-1 0,-1 0 0,-2-7-15,1 0 0,-1-1 0,1 1 0,1 0 0,-2-17 0,0-4-14,-11-67-184,0-107 0,13-99-557,2 180 850,-1-4-113,16-363-130,-14 484 140,-2 14 218,1 20 354,-7 193-841,-45 291 0,-10-193 243,50-273-45,6-19 54,-2-1 0,-15 40 0,20-63 37,0-1-1,0 1 1,0 0 0,0-1 0,-4 6-1,6-9-16,0 0 0,-1 0 0,1 0-1,0 1 1,0-1 0,0 0 0,0 0 0,-1 0-1,1 0 1,0 0 0,0 0 0,-1 1 0,1-1-1,0 0 1,0 0 0,-1 0 0,1 0-1,0 0 1,0 0 0,-1 0 0,1 0 0,0 0-1,0 0 1,-1 0 0,1 0 0,0 0 0,0 0-1,-1 0 1,1 0 0,0 0 0,0-1 0,0 1-1,-1 0 1,0-1 8,0 0 1,1 0-1,-1 0 0,1 0 0,-1 0 1,0 0-1,1 0 0,0 0 0,-1-1 1,1 1-1,0 0 0,-1-2 0,-16-113 79,-4-18-108,21 133 9,-9-28 0,1 19 0,8 10 0,-1-1 0,1 1 0,0 0 0,-1 0 0,1 0 0,0 0 0,0 0 0,-1 0 0,1 0 0,0 0 0,-1 0 0,1 0 0,0 0 0,0 0 0,-1 0 0,1 0 0,0 0 0,0 1 0,-1-1 0,1 0 0,0 0 0,0 0 0,-1 0 0,1 0 0,0 1 0,0-1 0,-1 0 0,1 0 0,0 0 0,0 1 0,0-1 0,0 0 0,-1 0 0,1 1 0,0-1 0,0 0 0,0 1 0,-5 7 0,1 1 0,0-1 0,0 1 0,-4 17 0,-7 42 0,12-47 0,-67 302-498,46-220 397,-23 145 102,47-269 586,0 1-583,1 1 0,6-38-1,102-263-3,-36 123 0,-51 131-168,3 0-1,56-107 1,29 3 58,-91 145 112,1 0-1,2 2 1,0 0 0,34-27 0,-55 50 1,8-7-14,1 0-1,0 0 1,20-9-1,-27 15 21,0 0-1,0 0 1,0 0 0,0 0 0,0 1-1,0-1 1,1 1 0,4 0-1,-6 0 20,0 0 0,0 1-1,-1-1 1,1 0 0,0 1-1,0 0 1,-1-1-1,1 1 1,-1 0 0,1 0-1,-1 0 1,1 0 0,-1 0-1,1 0 1,-1 1 0,2 1-1,2 4-12,0 0 0,-1 0 0,1 1 0,-2-1 0,1 1-1,-1 0 1,4 15 0,9 65-96,-11-59-20,19 139-352,3 269 0,-27-425 455,1 77-20,-15 120 0,10-193 63,4-16-32,-1 0 0,1 0 0,0 0 0,0 0 0,0 0 0,-1 0-1,1 0 1,0 0 0,0 0 0,0 0 0,0 0 0,-1-1 0,1 1 0,0 0 0,0 0 0,0 0 0,0 0 0,0 0 0,-1-1 0,1 1-1,0 0 1,0 0 0,0 0 0,0 0 0,0-1 0,0 1 0,0 0 0,0 0 0,0 0 0,0-1 0,0 1 0,0 0 0,0 0 0,0 0-1,0-1 1,0 1 0,0 0 0,-7-35 512,-7-230-473,10 112-164,-6-491-360,10 494 431,0 1243-219,3-1173 698,19-126 0,-5 98-576,42-232-619,-20 159 737,69-192 0,-99 355 160,-9 18-135,0-1 0,0 1 0,0 0 1,0 0-1,0 0 0,0 0 0,0 0 1,0 0-1,1 0 0,-1 0 0,0 0 0,0 0 1,0-1-1,0 1 0,0 0 0,0 0 0,0 0 1,1 0-1,-1 0 0,0 0 0,0 0 0,0 0 1,0 0-1,0 0 0,0 0 0,1 0 0,-1 0 1,0 0-1,0 0 0,0 0 0,0 0 0,0 0 1,0 0-1,1 0 0,-1 0 0,0 0 1,0 1-1,0-1 0,0 0 0,0 0 0,0 0 1,0 0-1,0 0 0,1 0 0,-1 0 0,0 0 1,0 0-1,0 0 0,0 1 0,0-1 0,0 0 1,0 0-1,0 0 0,0 0 0,0 0 0,0 0 1,0 1-1,0-1 0,2 6 84,-1 0 1,-1-1-1,1 1 1,-1 8-1,3 198-440,7 159-458,12 259 749,-21-613 32,3-22 181,4-31 577,23-152-864,-8-1 0,-1-263-1,-24 48 135,-10 593-436,3-83 51,-5 676 179,15-539-199,6-368 1509,-1 37-444,-1-530-660,-6 365 0,1-89 477,-2 332-477,-2 17 0,-4 21 0,-7 64-417,-3 124-1,11 289 188,7-475 216,0-30 14,0 12 0,0 0 0,1 0 0,0 0 0,5 19 0,-2-24-10,-1-12 196,-1-17 473,20-203-429,-20 211-216,14-262-14,-17-3 0,-1 106 0,2 52 0,0 148 0,3 149 0,0-136 0,2 0 0,13 54 0,-5-53 0,2 0 0,26 51 0,-1-3 0,-32-69 0,-1 1 0,-1 0 0,0 1 0,-2 0 0,0-1 0,0 45 0,-5 279 0,15-682 0,26-462-883,-41 756 1141,1 35-19,0 29 0,0 426-92,0-433-147,1 0 0,1 0 0,0 0 0,0 0 0,1 0 0,1-1 0,1 0 0,7 18 0,-3-12 0,-2 0 0,0 0 0,7 34 0,4 62 0,-14-51 0,-4 72 0,-2-50 0,2 281 0,2-352 0,-2-14 0,0-1 0,0 0 0,1 0 0,-1 0 0,0 0 0,0 0 0,0 0 0,0 0 0,0 0 0,0 0 0,0 0 0,1 0 0,-1 0 0,0 0 0,0 0 0,0 0 0,0 0 0,0 0 0,0 0 0,1 0 0,-1 0 0,0 0 0,0 0 0,0 0 0,0 0 0,0 0 0,0 0 0,1 0 0,-1 0 0,0 0 0,0 0 0,0 0 0,0 0 0,0 0 0,0-1 0,0 1 0,1 0 0,-1 0 0,0 0 0,0 0 0,0 0 0,0 0 0,0 0 0,0-1 0,0 1 0,0 0 0,0 0 0,0 0 0,13-27 0,-8 16 0,76-171 0,-67 144 0,-1-1 0,13-75 0,-34 151 0,-2-1 0,-20 51 0,29-85 0,-4 13 0,-2 0 0,-16 28 0,17-33 0,0-1 0,1 2 0,1-1 0,0 1 0,0-1 0,1 1 0,0 0 0,-2 16 0,-2 7 0,5-26 0,0 0 0,0 0 0,1 0 0,0 1 0,1-1 0,-1 0 0,3 15 0,-2-22 0,0-1 0,0 0 0,0 1 0,0-1 0,0 0 0,0 1 0,0-1 0,0 1 0,1-1 0,-1 0 0,0 1 0,0-1 0,0 0 0,1 0 0,-1 1 0,0-1 0,0 0 0,1 1 0,-1-1 0,0 0 0,0 0 0,1 0 0,-1 1 0,0-1 0,1 0 0,-1 0 0,0 0 0,1 0 0,-1 1 0,1-1 0,-1 0 0,0 0 0,1 0 0,-1 0 0,0 0 0,1 0 0,-1 0 0,1 0 0,-1 0 0,0 0 0,1-1 0,-1 1 0,0 0 0,1 0 0,-1 0 0,0 0 0,1 0 0,-1-1 0,0 1 0,1 0 0,-1 0 0,0-1 0,0 1 0,1 0 0,-1-1 0,19-17 0,-16 15 0,8-8 0,0-1 0,-1 0 0,0-1 0,-1 0 0,-1 0 0,11-22 0,-16 28 0,-1 7 0,1 13 0,-5 23 0,2-29 0,-1 0 0,0 0 0,0 0 0,-1 0 0,0 0 0,0 0 0,-1 0 0,0-1 0,0 1 0,0-1 0,-1 0 0,0 0 0,0 0 0,0 0 0,-1-1 0,0 0 0,0 0 0,-1 0 0,-11 8 0,10-9 0,-1 1 0,1-1 0,-1 0 0,0-1 0,0 0 0,-1 0 0,1-1 0,-1 0 0,1 0 0,-1-1 0,-8 0 0,7-1 0,0 0 0,0-1 0,1 0 0,-1 0 0,-18-6 0,21 5 0,1-1 0,0 0 0,0 0 0,1 0 0,-1 0 0,0-1 0,1 0 0,0-1 0,-8-8 0,5 5 0,4 4 0,0 0 0,0-1 0,0 0 0,0 1 0,-4-10 0,7 13 0,1-1 0,-1 1 0,1-1 0,-1 0 0,1 1 0,0-1 0,0 0 0,0 1 0,-1-1 0,2 0 0,-1 1 0,0-1 0,0 0 0,0 1 0,1-1 0,-1 1 0,1-1 0,-1 0 0,1 1 0,0-1 0,-1 1 0,1 0 0,0-1 0,0 1 0,2-2 0,5-8 0,-3 6 0,-1 1 0,0-2 0,0 1 0,0-1 0,-1 1 0,0-1 0,0 0 0,0 0 0,-1 0 0,3-13 0,-2 0-1365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1:12.0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1:52.4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2:00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1 24575,'0'538'0,"-1"-521"0,-1 0 0,-4 19 0,3-18 0,-3 31 0,5 340 0,3-187 0,-2 704 0,1-892 0,0-1 0,5 23 0,-3-20 0,2 22 0,-4 32 0,-1-44 0,0 0 0,2 0 0,6 33 0,10 58 0,-14-97 0,-2 1 0,0 24 0,-2-23 0,6 38 0,-2-34-682,2 47-1,-5-56-6143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2:05.5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2:13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24575,'557'0'0,"-454"9"0,-68-5 0,35 1 0,683-6 0,-731 2 0,-1 2 0,1 0 0,28 8 0,-30-6 0,-11-2 0,0 0 0,-1 0 0,1 1 0,8 5 0,-10-5 0,-1 0 0,1-1 0,0 0 0,0-1 0,0 1 0,0-1 0,11 1 0,137-1 0,-76-4 0,-21 1 0,69 3 0,-81 6 0,-34-6 0,1 1 0,12 0 0,274-1 0,-153-4 0,110 2 0,-250 0 0,0-1 0,0 0 0,0 0 0,-1-1 0,1 0 0,0 0 0,9-5 0,-8 4 0,1 0 0,0 0 0,12-3 0,13 3 0,2 0 0,61 4 0,-27 1 0,-26-1 0,51-2 0,-12-15 0,-30 7 0,-35 5 0,30-2 0,14 5 0,-34 2 0,0-2 0,34-5 0,88-15 0,-132 18-682,31-1-1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2:20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0 982 24575,'5'-1'0,"-1"0"0,0 0 0,0-1 0,0 1 0,0-1 0,-1 0 0,1 0 0,0-1 0,-1 1 0,1-1 0,4-4 0,6-3 0,60-51 0,-50 41 0,-4 4 0,-13 10 0,1 0 0,-1 0 0,8-9 0,-5 4 0,1 0 0,1 1 0,0 1 0,0 0 0,24-13 0,4-3 0,-32 19 0,-1-1 0,-1 1 0,1-1 0,-1 0 0,0 0 0,6-10 0,-5 6 0,1 1 0,12-14 0,13-3 0,-25 22 0,0-1 0,-1-1 0,1 0 0,-2 0 0,11-12 0,-4-2 0,-6 11 0,0-1 0,0 1 0,1 0 0,0 1 0,1 0 0,16-14 0,-18 17 0,0 0 0,0 0 0,-1-1 0,0 0 0,0 0 0,0-1 0,8-15 0,-11 17 0,2-1 0,0 0 0,1 0 0,-1 0 0,1 1 0,1-1 0,-1 1 0,1 1 0,0 0 0,0 0 0,13-7 0,-10 6 0,-1-1 0,0 0 0,0 0 0,0-1 0,14-16 0,-14 13 0,1 1 0,0 1 0,19-15 0,-6 10 0,-1-2 0,37-32 0,-51 40 0,69-64 0,-74 70-195,-1 0 0,1 0 0,0 0 0,0 1 0,0-1 0,4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2:48.608"/>
    </inkml:context>
    <inkml:brush xml:id="br0">
      <inkml:brushProperty name="width" value="0.1" units="cm"/>
      <inkml:brushProperty name="height" value="0.1" units="cm"/>
      <inkml:brushProperty name="color" value="#FFFF00"/>
    </inkml:brush>
  </inkml:definitions>
  <inkml:trace contextRef="#ctx0" brushRef="#br0">0 1 24575,'1'2'0,"-1"0"0,1 1 0,-1-1 0,1 0 0,0 0 0,2 4 0,3 11 0,-3 3 0,-1 0 0,-2 24 0,0-24 0,1-1 0,4 30 0,2 0 0,-3 0 0,-2 1 0,-3 49 0,-1-14 0,2 153 0,1-224 0,0-1 0,6 24 0,-3-22 0,1 24 0,-4-2-1365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2:58.992"/>
    </inkml:context>
    <inkml:brush xml:id="br0">
      <inkml:brushProperty name="width" value="0.1" units="cm"/>
      <inkml:brushProperty name="height" value="0.1" units="cm"/>
      <inkml:brushProperty name="color" value="#FFFF00"/>
    </inkml:brush>
  </inkml:definitions>
  <inkml:trace contextRef="#ctx0" brushRef="#br0">0 7 24575,'1993'0'0,"-1984"0"-341,1-1 0,-1 0-1,17-4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3:01.692"/>
    </inkml:context>
    <inkml:brush xml:id="br0">
      <inkml:brushProperty name="width" value="0.1" units="cm"/>
      <inkml:brushProperty name="height" value="0.1" units="cm"/>
      <inkml:brushProperty name="color" value="#FFFF00"/>
    </inkml:brush>
  </inkml:definitions>
  <inkml:trace contextRef="#ctx0" brushRef="#br0">0 1 24575,'865'0'0,"-846"1"0,40 7 0,8 1 0,-35-7 0,0 1 0,-1 2 0,35 9 0,-54-11-455,1 0 0,14 0 0,-11-2-6371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3:10.290"/>
    </inkml:context>
    <inkml:brush xml:id="br0">
      <inkml:brushProperty name="width" value="0.1" units="cm"/>
      <inkml:brushProperty name="height" value="0.1" units="cm"/>
      <inkml:brushProperty name="color" value="#0070C0"/>
    </inkml:brush>
  </inkml:definitions>
  <inkml:trace contextRef="#ctx0" brushRef="#br0">1 0 24575,'979'0'-1365,"-961"0"-5461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3:42.175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36 0 24575,'0'1370'0,"-1"-1347"0,-7 36 0,4-34 0,0 27 0,3 205 0,2-120 0,-2-113 0,-7 40 0,4-38 0,-2 30 0,6 210 88,1-126-1541,-1-122-5373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4:04.415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1 627 24575,'0'-2'0,"1"-1"0,-1 1 0,1 0 0,-1-1 0,1 1 0,0 0 0,0 0 0,0-1 0,0 1 0,0 0 0,3-3 0,18-21 0,-17 20 0,29-28 0,47-38 0,-34 32 0,-31 28 0,1 0 0,1 0 0,24-11 0,-12 7 0,-22 10 0,1 0 0,-1 0 0,13-14 0,-12 12 0,0 0 0,15-11 0,70-34 0,-62 37 0,-2-1 0,49-36 0,-51 32 0,1 2 0,40-20 0,16-6 0,-71 38-1365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4:12.134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0 54 24575,'73'-2'0,"79"4"0,-92 7 0,-36-5 0,30 1 0,-28-4 0,0 0 0,32 7 0,-12 2 0,74 4 0,-49-14 0,-43 0 0,0 0 0,40 6 0,70 16 0,32-5 0,-100-10 0,118-6 0,-92-2 0,1001 1 0,-1076-1 0,40-7 0,-38 4 0,31-2 0,62 7 0,45-2 0,-100-7 0,-37 4 0,29-1 0,25-3 0,3-1 0,327 9 0,-195 1 0,-197-2 0,0-1 0,-1 0 0,30-9 0,-24 5 0,27-3 0,119-6 0,-117 10 0,50-7 0,56-5 0,-1 0 0,-106 12 0,1 1 0,66 5 0,-35 1 0,275-2 0,-333 1 0,36 6 0,-34-3 0,26 1 0,-15-5-1365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4:32.985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0 0 24575,'1'14'0,"0"-1"0,1 0 0,1 0 0,4 14 0,-4-19 0,0-1 0,8 14 0,-8-16 0,0 1 0,0 0 0,0 0 0,-1 1 0,3 9 0,0 10 0,0 3 0,0-1 0,0 42 0,-5-45 0,0 19 0,10 88 0,-5-93 0,-2 0 0,-2 0 0,-4 58 0,-5-48 0,0 3 0,7-48-136,1 0-1,-1 0 1,0-1-1,0 1 1,0 0-1,0 0 1,0-1-1,-1 1 0,-4 6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4:43.834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1090 1 24575,'0'3'0,"0"0"0,-1 1 0,0-1 0,1 0 0,-1 0 0,0 0 0,-1 0 0,1 0 0,0 0 0,-3 3 0,-21 29 0,11-17 0,9-11 0,0 0 0,0 0 0,-9 8 0,11-13 0,1-1 0,-1 1 0,1 0 0,-1 0 0,0-1 0,0 0 0,0 1 0,0-1 0,1 0 0,-1 0 0,-1-1 0,-3 2 0,4-2 0,1 1 0,-1-1 0,1 1 0,-1 0 0,1 0 0,-1 0 0,1 0 0,0 1 0,-1-1 0,1 1 0,-2 1 0,-23 24 0,0 0 0,14-16 0,0 0 0,1 1 0,-17 22 0,19-21 0,-1-1 0,0 0 0,-1-1 0,-15 12 0,17-14 0,0-1 0,1 2 0,0-1 0,1 1 0,0 1 0,-11 19 0,-4 4 0,-11 13 0,-58 62 0,85-102 0,1 1 0,1 0 0,-1 1 0,-7 17 0,9-17 0,-1 0 0,0-1 0,0 1 0,-11 11 0,8-11 0,0 0 0,1 1 0,-1 0 0,2 0 0,-11 22 0,3-5 0,-18 28 0,-1 2 0,27-47 0,0-1 0,-1 0 0,0 0 0,-1-1 0,-13 13 0,11-12 0,0 0 0,1 1 0,-11 16 0,11-15 0,0 0 0,-1 0 0,0-1 0,-1 0 0,0-1 0,-23 14 0,20-14 0,1 1 0,-1 1 0,2 0 0,-20 21 0,-3 16-1365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4:54.419"/>
    </inkml:context>
    <inkml:brush xml:id="br0">
      <inkml:brushProperty name="width" value="0.1" units="cm"/>
      <inkml:brushProperty name="height" value="0.1" units="cm"/>
      <inkml:brushProperty name="color" value="#7030A0"/>
    </inkml:brush>
  </inkml:definitions>
  <inkml:trace contextRef="#ctx0" brushRef="#br0">2 0 24575,'0'34'0,"2"0"0,6 34 0,-2-19 0,-3 1 0,-4 68 0,0-40 0,1 139 0,1-210 0,-1 0 0,2-1 0,-1 1 0,1 0 0,0-1 0,0 1 0,5 8 0,-3-7 0,-1 0 0,0-1 0,-1 1 0,0 0 0,1 9 0,1 38 0,-5 62 0,-1-35 0,2 941 0,-1-994 0,-7 39 0,3-39 0,0 37 0,5-11 0,1-13 0,-2-1 0,-8 58 0,3-57 0,3 1 0,4 74 0,0-44 0,-1 396 0,-1-446 0,-7 35 0,4-33 0,0 27 0,3 378 0,2-208 0,-1-145-1365,0-58-5461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5:12.624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0 0 24575,'775'0'0,"-761"1"0,0 0 0,22 6 0,-20-4 0,22 2 0,36 4 0,10 0 0,-69-8 0,30 6 0,-29-4 0,23 2 0,1-4 0,-24-2 0,1 2 0,-1 0 0,22 5 0,-21-4 0,24 3 0,8 0 0,-41-3 0,1 1 0,-1 0 0,9 4 0,-9-4 0,0 0 0,0 0 0,11 2 0,10-1 0,1-2 0,-1-1 0,31-3 0,2 0 0,317 2-1365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5:15.543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1 227 24575,'417'0'0,"-407"-1"0,0 0 0,1-1 0,-1 0 0,0-1 0,14-5 0,-12 4 0,1 0 0,-1 1 0,17-2 0,3 3 0,-23 2 0,-1 0 0,1-1 0,-1 0 0,1 0 0,-1-1 0,0 0 0,0 0 0,11-5 0,-9 3 0,1 0 0,-1 0 0,1 1 0,20-3 0,-17 4 0,0-1 0,18-7 0,-7 2 0,1 1 0,-1 1 0,40-3 0,-34 6 0,37 2 0,-42 2 0,0-2 0,42-6 0,-1 0 0,-16 2 0,-39 2 0,1 0 0,16-6 0,-18 5 0,0 0 0,0 1 0,22-3 0,166-12 0,-119 2 0,9 14 0,-61 3 0,0-2 0,45-6 0,-17 0 0,0 3 0,99 4 0,-63 1 0,120-1-1365,-194 0-5461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7:44.905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19 1 24575,'0'396'0,"-1"-373"0,-7 36 0,4-35 0,-1 27 0,5 221 0,1-130 0,0-123 0,6 36 0,1 7 0,-6-52 0,-1 0 0,1 0 0,1 0 0,6 17 0,-4-15 0,-1 0 0,3 16 0,-5-9 0,0 33 0,-2-36 0,0 0 0,6 32 0,7 47 0,-5-28 0,9 61 0,-14-102 0,0 0 0,-3 46 0,0-46 0,0 0 0,7 44 0,-2-36 0,-2 0 0,-2 52 0,2 13 0,5-34 0,-4-36 0,1 35 0,-5 591 0,-1-287 0,2-350 0,1-1 0,4 19 0,-3-17 0,2 29 0,-4 157 0,-2-95 0,2-102 0,0 1 0,0-1 0,1 0 0,0 1 0,1-1 0,4 10 0,-3-7 0,0 0 0,3 17 0,-3 8 0,-2 0 0,-3 58 0,-1-25 0,1-56-1,0 0 0,-6 24 0,2-13-1361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7:57.9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47:58.4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51:17.941"/>
    </inkml:context>
    <inkml:brush xml:id="br0">
      <inkml:brushProperty name="width" value="0.1" units="cm"/>
      <inkml:brushProperty name="height" value="0.1" units="cm"/>
      <inkml:brushProperty name="color" value="#7030A0"/>
    </inkml:brush>
  </inkml:definitions>
  <inkml:trace contextRef="#ctx0" brushRef="#br0">0 0 24575,'3'0'0,"4"0"0,3 0 0,4 0 0,1 0 0,5 0 0,2 0 0,-1 0 0,1 0 0,-2 0 0,-1 0 0,-1 0 0,0 0 0,2 0 0,1 0 0,-3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0T14:51:45.8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29:14.1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106 1 24575,'1'106'0,"-2"119"0,-10-104 0,4-47 0,-9 67 0,14-125 0,0 0 0,-2-1 0,-6 22 0,5-22 0,1 0 0,1 0 0,-3 27 0,5 197 0,3-109 0,-2 114 0,-1-222 0,-7 37 0,4-34 0,-1 25 0,6 12 0,0-35 0,-2 0 0,-6 51 0,-1-24 0,4 1 0,3 104 0,3-69 0,-2 737 0,1-808 0,0-1 0,6 21 0,1 24 0,-6-53 0,-1 0 0,2 0 0,-1 0 0,7 15 0,-5-12 0,0-1 0,3 16 0,16 91 0,-10-59 0,5 13 0,1 26 0,-16-85-1365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29:17.2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71 24575,'19'0'0,"196"3"0,-2 14 0,-81 7 0,154 46 0,-242-58 0,0-2 0,1-2 0,0-2 0,83 0 0,-75-7 0,86 2 0,-74 7 0,13 0 0,285-6 0,-187-3 0,1215 1 0,-1361-2 0,34-5 0,16-1 0,-34 7 0,-22 1 0,1-1 0,0-1 0,40-9 0,-38 5 0,0 0 0,1 2 0,0 0 0,28 2 0,-24 0 0,-1 0 0,38-10 0,25-2 0,-13 12 0,-47 2 0,51-8 0,37-1 0,-12 1 0,-37 0 0,-45 6 0,1-1 0,-1-1 0,32-10 0,52-17 0,217-33 0,-271 59 0,105 4 0,-79 2 0,650-1 0,-702 1 0,44 9 0,-45-5 0,144 24 0,-50-5 0,-54-1 0,-55-17 0,0 0 0,1-1 0,0-1 0,25 3 0,154-5 71,-99-4-1507,-78 2-5390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29:28.6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24575,'0'813'0,"1"-796"0,1 0 0,4 19 0,-3-17 0,2 30 0,-4 329 0,-2-182 0,2-176 0,7 40 0,-4-39 0,2 33 0,-5-46 0,0-1 0,0 1 0,1 0 0,0-1 0,1 1 0,3 8 0,-2-7 0,-1-1 0,0 1 0,-1 0 0,3 13 0,-4 48 0,-1-51 0,0-1 0,1 0 0,4 25 0,1-2 0,-1 0 0,-3 1 0,-3 61 0,-1-26 0,2 434-1365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29:51.0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 0 24575,'1'54'0,"0"-20"0,-1 0 0,-9 64 0,2-45 0,2 0 0,5 105 0,1-69 0,-1 1327-1365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29:54.4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24575,'675'0'0,"-658"1"0,0 1 0,20 4 0,-18-3 0,29 3 0,-1-6 0,-24-1 0,0 2 0,40 5 0,17 2 0,-41-5 0,8 5 0,-31-5 0,22 2 0,239-3 0,-142-4 0,-92 1 0,-21 0 0,0 1 0,29 3 0,-45-1 0,-1-1 0,1 1 0,0 0 0,-1 0 0,7 5 0,-6-4 0,0 0 0,0-1 0,0 1 0,9 1 0,1-1 0,1-2 0,19 1 0,-17-2 0,29 5 0,2 2 0,27 6 0,-14-3 0,-7-3 0,11 2 0,4 0 0,-46-5 0,1-1 0,-1-2 0,26-1 0,-20 0 0,45 5 0,8 4 0,153-6 0,-129-4 0,382 1-1365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0:24.0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 24575,'1642'0'0,"-2999"0"0,1341-1 43,-1 0-1,-19-6 0,18 4-788,-29-2 0,29 4-6080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0:31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24575,'1'1'0,"0"-1"0,-1 0 0,1 0 0,0 1 0,-1-1 0,1 1 0,0-1 0,-1 0 0,1 1 0,-1-1 0,1 1 0,-1-1 0,1 1 0,-1 0 0,1-1 0,-1 1 0,0-1 0,1 1 0,-1 0 0,0-1 0,1 1 0,-1 0 0,0 0 0,0-1 0,0 1 0,1 1 0,2 24 0,-2-23 0,2 43 0,3 23 0,1-4 0,-3 1 0,-4 84 0,-2-54 0,2 88 0,0-803 0,4 582-1365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1:44.6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 24575,'1809'0'0,"-1801"1"0,0 0 0,1 0 0,-1 1 0,0 0 0,0 1 0,10 4 0,-7-3 0,1 0 0,15 3 0,190 25 0,-189-29 0,0-1 0,32-1 0,-34-2 0,1 2 0,40 6 0,42 8 0,-56-8 0,132 10 0,-122-11 0,115-5 0,-87-2 0,-35 2 0,62-3 0,-65-6 0,-35 5 0,31-3 0,210 6 0,-123 1 0,-113-2 0,36-7 0,-34 4 0,25-1 0,-11 5 0,-7 0 0,0-2 0,39-6 0,-31-1 0,-16 4 0,51-6 0,-68 10 0,1 0 0,-1-1 0,1 0 0,-1 0 0,13-6 0,-11 4 0,0 1 0,18-4 0,-11 5 0,28-1 0,-30 3 0,0-1 0,27-4 0,-5-1 0,-1 2 0,1 1 0,69 4 0,-36 0 0,540-1-1365,-593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1:54.5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24575,'57'-1'0,"66"2"0,-75 7 0,2 1 0,53 3 0,-70-7 0,9 3 0,-27-4 0,30 2 0,112-5 71,-80-2-1507,-58 1-5390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3:22.1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20 24575,'657'0'0,"-636"-1"0,40-7 0,-39 4 0,30-1 0,300 4 0,-170 2 0,230-1-1365,-395 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3:24.9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24575,'3'4'0,"-2"-1"0,1 0 0,0 0 0,0 0 0,-1 1 0,0-1 0,0 1 0,0-1 0,0 1 0,0 0 0,-1-1 0,1 7 0,2 13 0,3 3 0,-2-1 0,2 46 0,-6 53 0,-2-49 0,2 1085-1365,0-1144-5461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4:28.395"/>
    </inkml:context>
    <inkml:brush xml:id="br0">
      <inkml:brushProperty name="width" value="0.1" units="cm"/>
      <inkml:brushProperty name="height" value="0.1" units="cm"/>
      <inkml:brushProperty name="color" value="#FFC000"/>
    </inkml:brush>
  </inkml:definitions>
  <inkml:trace contextRef="#ctx0" brushRef="#br0">348 0 24575,'1'55'0,"-3"62"0,-1-99 0,0 0 0,-2 0 0,0-1 0,-11 25 0,-1 5 0,6-8 0,7-24 0,0 0 0,-9 20 0,9-28 0,0 0 0,-1 0 0,-6 7 0,6-8 0,1-1 0,0 1 0,0 0 0,-6 12 0,0 5 0,1 1 0,2 0 0,-8 36 0,6-6 0,-28 89 0,20-101 0,11-29 0,0 0 0,-3 16 0,-18 66 0,10-36 0,-10 63 0,20-84 0,3-15 0,1 0 0,-1 29 0,4-12-1365,0-21-5461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4:44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5:01.719"/>
    </inkml:context>
    <inkml:brush xml:id="br0">
      <inkml:brushProperty name="width" value="0.1" units="cm"/>
      <inkml:brushProperty name="height" value="0.1" units="cm"/>
      <inkml:brushProperty name="color" value="#FFC000"/>
    </inkml:brush>
  </inkml:definitions>
  <inkml:trace contextRef="#ctx0" brushRef="#br0">1 1 24575,'0'303'0,"1"-276"0,2 0 0,10 45 0,-7-44 0,-1-1 0,2 46 0,-8 478 0,1-547-195,0 0 0,-1 1 0,1-1 0,-1 0 0,0 0 0,-2 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5:09.603"/>
    </inkml:context>
    <inkml:brush xml:id="br0">
      <inkml:brushProperty name="width" value="0.1" units="cm"/>
      <inkml:brushProperty name="height" value="0.1" units="cm"/>
      <inkml:brushProperty name="color" value="#FFC000"/>
    </inkml:brush>
  </inkml:definitions>
  <inkml:trace contextRef="#ctx0" brushRef="#br0">0 0 24575,'2'1'0,"0"0"0,0-1 0,0 1 0,0 0 0,0 0 0,0 0 0,0 0 0,-1 0 0,4 3 0,8 5 0,-5-6 0,1 0 0,0 0 0,0-1 0,0 0 0,0-1 0,12 1 0,58-3 0,-37 0 0,638 0 0,-358 1 0,-309 1 0,0 0 0,25 6 0,-23-3 0,25 1 0,36 4 0,-42-5 0,35 1 0,441-5 0,-487 1 0,36 6 0,-35-3 0,27 1 0,127-5 93,-81-1-1551,-82 1-5368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5:14.916"/>
    </inkml:context>
    <inkml:brush xml:id="br0">
      <inkml:brushProperty name="width" value="0.1" units="cm"/>
      <inkml:brushProperty name="height" value="0.1" units="cm"/>
      <inkml:brushProperty name="color" value="#B818B8"/>
    </inkml:brush>
  </inkml:definitions>
  <inkml:trace contextRef="#ctx0" brushRef="#br0">1 1 24575,'0'984'0,"0"-969"0,2-1 0,4 22 0,-3-19 0,2 21 0,-5 91 0,1 18 0,7-102 0,-5-33 0,-1 0 0,1 13 0,-3 77 0,1 15 0,7-56 0,-4-36 0,1 27 0,-4 324 0,-2-181 0,1-183-455,1 0 0,5 20 0,-2-13-6371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2:35:22.455"/>
    </inkml:context>
    <inkml:brush xml:id="br0">
      <inkml:brushProperty name="width" value="0.1" units="cm"/>
      <inkml:brushProperty name="height" value="0.1" units="cm"/>
      <inkml:brushProperty name="color" value="#FFC000"/>
    </inkml:brush>
  </inkml:definitions>
  <inkml:trace contextRef="#ctx0" brushRef="#br0">1 38 24575,'10'0'0,"0"-1"0,1-1 0,10-2 0,21-4 0,-6 7 0,-24 1 0,1-1 0,-1 0 0,23-5 0,-18 2 0,0 0 0,0 2 0,24-1 0,54 4 0,-35 0 0,546-1-1365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3:12:42.4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3:13:00.8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610 504 24575,'48'-2'0,"54"-10"0,-6 0 0,259 4-930,-149 7 943,-196 1-13,6 0 0,0-1 0,0 0 0,29-7 0,-45 8 0,0 0 0,0 0 0,0 0 1,0 0-1,0-1 0,0 1 0,0 0 0,0 0 0,0 0 0,0 0 0,0 0 0,0 0 0,0 0 0,0 0 0,0 0 0,0 0 0,0 0 0,0 0 0,0 0 0,0 0 0,0 0 0,0-1 1,0 1-1,0 0 0,0 0 0,0 0 0,0 0 0,0 0 0,0 0 0,0 0 0,0 0 0,0 0 0,0 0 0,0 0 0,0 0 0,0 0 0,0 0 0,0 0 0,0 0 0,0 0 0,0 0 1,0-1-1,0 1 0,0 0 0,0 0 0,1 0 0,-1 0 0,0 0 0,0 0 0,0 0 0,0 0 0,0 0 0,0 0 0,0 0 0,0 0 0,0 0 0,0 0 0,0 0 0,0 0 0,0 0 1,1 0-1,-10-2-8,-12 0 165,-309 0 598,170 4-746,-138-2-9,267-3 0,1 0 0,0-2 0,0-1 0,-40-15 0,10 4 0,56 16 0,-224-65 0,184 51 0,24 10 0,1-2 0,0 0 0,0-1 0,1-1 0,-26-16 0,41 22 0,0 0 0,0 0 0,0 0 0,0 0 0,1-1 0,0 1 0,-1-1 0,1 1 0,1-1 0,-1 0 0,0 0 0,1 0 0,0 0 0,-1-7 0,0 2 0,1-1 0,0 1 0,1-1 0,0 1 0,2-13 0,-1 15 0,1 1 0,0-1 0,1 1 0,-1 0 0,1-1 0,0 1 0,0 1 0,1-1 0,0 0 0,0 1 0,0 0 0,1 0 0,0 0 0,7-6 0,-5 7 0,0 0 0,0 0 0,0 1 0,1 0 0,-1 0 0,1 1 0,0 0 0,0 0 0,9 0 0,10 0 0,38 2 0,-48 0 0,-5 1 0,-1 0 0,1 1 0,-1 1 0,0 0 0,0 0 0,0 1 0,0 0 0,-1 1 0,1 0 0,-1 1 0,0 0 0,-1 1 0,0 0 0,0 0 0,0 1 0,-1 0 0,0 1 0,10 14 0,-8-10 0,-1 1 0,-1 1 0,0 0 0,-1 0 0,0 0 0,-2 1 0,1 0 0,-2 0 0,4 28 0,-2-4 0,7 72 0,-12-97 0,-1 0 0,-1-1 0,0 1 0,-1-1 0,-5 23 0,1-23 0,0 1 0,0-1 0,-2-1 0,0 1 0,-13 16 0,-8 14 0,-21 30 0,-5 6 0,45-58 0,0 1 0,1-1 0,2 1 0,-7 33 0,1-6 0,10-42 0,-1 1 0,-8 15 0,8-17 0,0 0 0,0-7 0,0-15 0,-20-204 0,19 162 0,2 22 0,1-1 0,-15-70 0,17 111 0,0 0 0,0 0 0,-1 0 0,0 0 0,-2 6 0,0 6 0,-2 16 0,1-8 0,-11 45 0,7-38 0,6-23 0,1-1 0,-2 0 0,1 0 0,-1 0 0,-6 11 0,9-19 0,0 0 0,0 0 0,0 0 0,0 0 0,0 1 0,0-1 0,0 0 0,0 0 0,0 0 0,0 0 0,0 0 0,0 0 0,0 0 0,0 0 0,0 0 0,0 0 0,-1 0 0,1 1 0,0-1 0,0 0 0,0 0 0,0 0 0,0 0 0,0 0 0,0 0 0,0 0 0,0 0 0,-1 0 0,1 0 0,0 0 0,0 0 0,0 0 0,0 0 0,0 0 0,0 0 0,0 0 0,-1 0 0,1 0 0,0 0 0,0 0 0,0 0 0,0 0 0,0 0 0,0-1 0,0 1 0,0 0 0,0 0 0,-1 0 0,1 0 0,0 0 0,-3-8 0,0-10 0,3 18 0,-6-37 0,1 7 0,1 0 0,1 0 0,3-59 0,-1 111 0,1 0 0,0 0 0,2-1 0,5 25 0,60 220-716,-22-107 461,-26-83 357,52 238-1676,-8 145 1510,-39 2-446,-26 59 3527,2-1491-3017,-2 1024 0,-9 62 0,-18 52 0,16-95 0,12-66 0,-47 248 0,-19-5 0,48-183 0,19-66 0,0 0 0,0-1 0,0 1 0,0 0 0,0 0 0,0 0 0,0 0 0,0 0 0,0 0 0,0 0 0,0 0 0,0 0 0,0 0 0,-1 0 0,1 0 0,0 0 0,0 1 0,0-1 0,0 0 0,0 0 0,0 0 0,0 0 0,0 0 0,0 0 0,0 0 0,0 0 0,0 0 0,0 0 0,0 0 0,0 0 0,0 0 0,0 0 0,-1-13 0,0-21 0,13-303-797,-6 192 605,1-24 193,6-216-2,-14 90 1,0 1494-85,2-622 1154,-1-1592-2628,-39 462 1099,14 376 784,-5-52 593,19-4-286,12 210-487,-1 8-135,0 33-10,14 400-1146,55 246-740,-47-454 1901,11 141-853,-29-285 925,6 121-479,-6-78 3382,-5-170-2775,2-332 46,13 207-544,-1 23-397,-3-59-92,33-425-1765,21 150 1520,30 5 1,-78 425 2122,46-115 1,-27 112 1843,-35 69-2923,0 1 0,0 0 0,0 0 0,0-1 0,0 1 0,0 0 0,0 0 0,0-1 0,1 1 0,-1 0 0,0 0 0,1-1 104,-1 0-104,0 1 0,1 0 0,-1 0 0,0 0 0,0 0 0,0-1 0,1 1 0,-1 0 0,0 0 0,1 0 0,-1 0 0,0 0 0,0 0 0,1 0 0,-1 0 0,0 0 0,0 0 0,1 0 0,-1 0 0,0 0 0,1 0 0,-1 0 0,6 12 486,-2 9-462,0 0 1,-1 0 0,-2 1 0,0 25 0,-1-10-167,3 712-3792,-5-417 1834,2 646 640,0-666 5053,5-460-7,35-198-4206,-12 162-389,5-239-1,-32-311 829,-3 341-683,2 188 2375,-1 195-492,-1 18-353,-2 21-360,-42 315-1164,19-162 162,-42 243-1248,6-35 249,-38 676-1423,93-925 5632,-1 96 3292,9-219-5722,0-12-116,1-12 8,-3-167-2,5-133 0,3 222-248,21-98 0,31-79 100,-55 250 169,80-270-21,-30 109 0,-43 143 0,-10 28 0,0 0 0,1 0 0,-1 1 0,0-1 0,1 0 0,-1 0 0,1 1 0,-1-1 0,1 0 0,-1 1 0,1-1 0,-1 1 0,1-1 0,1 0 0,-2 1 0,0 0 0,1 0 0,-1 0 0,0 1 0,1-1 0,-1 0 0,0 0 0,1 0 0,-1 1 0,0-1 0,1 0 0,-1 1 0,0-1 0,0 0 0,0 0 0,1 1 0,-1-1 0,0 0 0,0 1 0,0-1 0,1 1 0,-1-1 0,0 0 0,0 1 0,0-1 0,0 0 0,0 1 0,0-1 0,0 1 0,0 0 0,4 19 182,-2 1 0,1 23 0,1 9-105,23 419-870,-27 3 912,-1-212-173,1 113 54,13-645-100,34-49-419,-14 97 539,4-132-74,-31 293-56,15-406-2617,-21 0 2290,-2 204 4972,-14 576-5075,1-67-543,14-192 917,-16 346-1498,-18 334 471,33-682 1125,-2 38 245,-4 0 0,-21 92 0,23-151-98,4-20 295,0-1 0,0 0 0,-1 1 0,-8 13 900,9-30-998,0-9-17,2-297 417,2 147-557,-1-1-123,-3-218 29,-4 308 78,6 74-103,0 0 0,0 0 0,-1 0 0,1-1 0,0 1 0,-1 0 0,1 0 0,-1 0 0,1 0 0,-1 0 0,0-2 0,1 3 0,0 0 0,0 0 0,-1 0 0,1 0 0,0 0 0,0 0 0,0 0 0,0 0 0,-1 0 0,1 0 0,0 0 0,0 0 0,0 0 0,-1 0 0,1 0 0,0 0 0,0 0 0,0 0 0,0 0 0,-1 0 0,1 0 0,0 0 0,0 0 0,0 0 0,0 0 0,-1 0 0,1 1 0,0-1 0,0 0 0,0 0 0,0 0 0,0 0 0,-1 0 0,1 0 0,0 1 0,0-1 0,0 0 0,0 0 0,0 1 0,-2 2 0,0 1 0,0-1 0,0 1 0,1 0 0,-2 5 0,-58 297-804,38-179-149,-146 721 96,138-727 569,-1 8 1314,23-107 449,9-22-1462,0 0 0,0 0 0,0 0 0,-2-1 233,2 1-233,-4-11 62,1-26-68,3-75 1,2 48-8,-2 64 0,3-79 0,-2 69 0,1-1 0,0 1 0,1 0 0,0-1 0,6-12 0,-4 13 0,1 0 0,-1 1 0,1-1 0,1 1 0,0 1 0,12-13 0,-15 17 0,0 1 0,0-1 0,0 1 0,1 0 0,-1 0 0,1 0 0,0 0 0,0 1 0,0 0 0,0 0 0,0 1 0,0-1 0,1 1 0,-1 0 0,7 0 0,-9 1 0,-1 0 0,0 0 0,0 1 0,0-1 0,0 1 0,-1-1 0,1 1 0,0 0 0,0 0 0,0 0 0,0 0 0,-1 0 0,1 0 0,0 0 0,-1 1 0,1-1 0,-1 0 0,1 1 0,-1 0 0,0-1 0,0 1 0,0 0 0,0-1 0,1 3 0,2 6 0,0-1 0,0 1 0,3 16 0,-3-9 0,-1-5 0,27 78 0,-30-89 0,0 0 0,0-1 0,0 1 0,1 0 0,-1 0 0,0-1 0,1 1 0,-1-1 0,0 1 0,1 0 0,-1-1 0,1 1 0,-1-1 0,1 1 0,-1-1 0,1 1 0,-1-1 0,1 1 0,-1-1 0,1 0 0,0 1 0,-1-1 0,1 0 0,0 1 0,-1-1 0,1 0 0,0 0 0,0 0 0,-1 0 0,1 0 0,0 0 0,-1 0 0,1 0 0,0 0 0,0 0 0,-1 0 0,1 0 0,0 0 0,-1 0 0,1-1 0,0 1 0,-1 0 0,1-1 0,0 1 0,-1 0 0,1-1 0,-1 1 0,1-1 0,-1 1 0,1-1 0,-1 1 0,1-1 0,-1 1 0,1-2 0,3-2 0,0 0 0,-1 0 0,0-1 0,0 0 0,4-9 0,11-32 0,16-71 0,-12 38 0,112-439-2166,-99 313 1075,14-364-1,-32 271 1069,0-107 2415,-18 423-1720,-25 217 56,3 90-2167,6-68 976,-21 772 389,39-954-101,-1 131 2366,0-1406-3999,-16 884 1965,-20 2-744,-14-188-833,32 267 904,0 0 1073,17 98 3591,3 129-4139,0 13-8,2 18-2,14 178-584,7 54-242,21 61-103,12 93-695,1 54-742,7 66 2142,1 7-156,-65-522 474,10 41 1940,-10-58-1618,-1-11 131,13-353 2806,-10-491-4582,-5 496 942,1-353 1933,1 862-1300,-3 182-1734,-8-201 677,-32 154 0,29-207 205,-84 478-2434,-77 476-2569,143-806 5411,-26 147 1491,35-207 1533,14-95-1099,7-58-1475,1-5-28,-8 19 2397,8-24-2698,-2-9 494,0-41-255,3 1-1,1-1 1,3 0 0,2 1-1,2 0 1,25-77-1,85-265-260,-43 136 0,-70 236 0,52-180 0,-16-3 0,-39 173 0,-2 19 0,0 0 0,4-17 0,-1 20 0,-1 8 0,0 15 0,6 136 16,-3-30-196,8 52-880,11 182 991,-25-18 14,0-1013-1204,-3-285-1389,-21 473 831,0-26 1677,23-66-581,2 443 4555,-1 159-2962,0-16-696,0 30 371,0 304 1106,6 178-4254,18 249-1331,-6-5 428,-13-468 2093,36 417 1406,-14-562 4344,-27-150-4321,5-16 1194,-3 12-1156,27-150 2860,-17 73-1900,66-319-561,-31 148-1769,26-159 1133,-29-6 217,-38-407-2880,-9 525 3010,3-130-1296,0 202 5792,-9 744-3879,0-17-512,10 813-5339,-1-1299 5109,-1 6 310,2 0 0,0 0 1,11 22 1887,-10-65-1282,2-168 783,1-25-2006,21-357-1383,-40-2-229,-74-231 1100,66 670-132,-2-13 1115,16 52 3063,11 188-2924,23 322 569,77 259-3754,-2-10 48,-9 81 1251,-63-584 2979,-21-145-113,-6-23-690,2-53 605,-5-64 0,0 53-600,10-503-2080,-1 87 39,-8-1180 2622,0 1829 1781,13 213-3874,24 468-2076,-4 166-899,-32-972 3879,19 280-1450,-3-108 3930,-18-339 1458,1 63-3023,-1-1746-2435,2 1033 2765,-1 878-110,14 832-3173,19-514 1236,-13-190 442,-19-218 511,-1 2 134,1 0-1,0-1 1,0 1 0,1 0 0,7 11 1179,-9-19-1460,7-6 641,4-12-132,45-137-371,-19 46-742,-6 26 599,68-171-982,13 8 543,-68 161 409,62-116 0,-75 149 0,64-83 0,-60 93-69,1 1 0,82-69 0,-97 94 139,0 0 0,1 2 0,1 0 0,0 2 0,1 1 0,0 0-1,1 2 1,32-8 0,27 0-158,0 4 0,2 3 0,-1 4 0,1 4 0,147 16 0,99 32-526,184 16-799,-226-26 3443,-314-40-1011,-65-9-814,-100-2 1,-99 12-1923,193 3 1437,84 0 225,-1378 2-5656,1316-2 5786,-176 5-1145,7 16-249,216-18 1579,0 2 0,0 0 1,1 2-1,0 0 0,-26 13 0,50-20-197,-1 1 1,1-1-1,0 1 0,0-1 0,0 1 0,-1 0 0,1 0 1,0 0-1,0-1 0,0 1 0,0 0 0,0 0 1,0 1-1,-1 1 0,2-3-24,0 1 1,0-1 0,0 0-1,0 1 1,0-1-1,4 6 634,-4-6-633,1 0-1,-1 0 1,0 0-1,1 1 1,-1-1-1,0 0 1,1 0-1,0 0 1,5 2 290,0 0 1,0-1-1,0 0 0,12 1 0,39-1 1284,68-8 0,-71 3-1026,470-35-2291,260 2 1512,-507 13-1336,-187 14 2376,-56 6 1988,-47 4-2371,-918-9-2166,631 1 268,273 5 1432,24 2 20,8-2 124,22-5 218,1 1 0,47-5 0,-41 7-214,933-100-3169,-193 74 954,0 32 1415,-340 2 5517,-583-4-3190,-301 4-1072,3 32-786,407-28 183,-72 20 0,91-19 0,21-8 0,1 0 0,-1 0 0,0 0 0,0 0 0,0 0 0,0 0 0,0 0 0,0 0 0,0 0 0,0 1 0,0-1 0,1 0 0,-1 0 0,0 0 0,0 0 0,0 0 0,0 0 0,0 0 0,0 0 0,0 0 0,0 0 0,0 1 0,0-1 0,0 0 0,0 0 0,0 0 0,0 0 0,0 0 0,0 0 0,0 0 0,0 0 0,0 1 0,0-1 0,0 0 0,0 0 0,0 0 0,0 0 0,0 0 0,0 0 0,0 0 0,0 1 0,0-1 0,0 0 0,0 0 0,0 0 0,0 0 0,0 0 0,0 0 0,0 0 0,0 0 0,0 0 0,0 1 0,-1-1 0,1 0 0,0 0 0,0 0 0,0 0 0,0 0 0,0 0 0,0 0 0,0 0 0,0 0 0,-1 0 0,1 0 0,0 0 0,0 0 0,6 2 0,0-1 0,0 0 0,0-1 0,0 1 0,0-1 0,6-1 0,7 1 0,660 0-2001,-266-2 814,-156 2 999,-227 4 1693,-42-1-794,-45 7 7,-56 1 1,26-3-1091,-322 21-155,-2-23-1757,-252 10-711,115-1 2796,319-14 153,-172 3-1704,287 5 4606,381-29 1662,4 10-3879,273 8-4416,-309 4 2677,-130-2 419,340 4-1489,-4 23 1609,-432-26 492,171 24-453,-155-20 697,0 1-1,-1 1 0,0 1 0,44 22 0,-64-28-35,0 0 0,0 0 0,0 1-1,0 0 1,-1 0 0,0 0 0,1 0-1,-1 0 1,3 5 0,-5-6-62,0-1 0,-1 0-1,1 0 1,0 1 0,-1-1 0,0 1 0,1-1-1,-1 0 1,0 1 0,1-1 0,-1 1-1,0-1 1,0 1 0,0-1 0,-1 1 0,1-1-1,0 0 1,0 1 0,-1-1 0,1 1 0,-1-1-1,1 0 1,-1 1 0,0-1 0,1 0-1,-1 0 1,0 1 0,0-1 0,0 0 0,-1 1-1,-4 4 176,0-1-1,0 1 0,-1-1 1,0-1-1,1 0 0,-2 0 0,1 0 1,0 0-1,-1-1 0,1-1 0,-11 3 1,-8 1 350,0-1 0,-31 1-1,-362 1-1557,273-9 899,-684-34-4694,-164-75 640,607 65 3642,32 4 224,344 40 279,-88-14 1013,82 5 288,17 11-1323,11-4 607,17-1 200,0 2 0,55 0 1,-47 3-329,872 3-56,-540 10-3205,431 72 0,-726-74 2591,193 38 1245,-261-47-977,0-1 0,0 1 0,0 0 0,-1 0-1,1 0 1,-1 0 0,9 6 0,-13-7-34,1-1-1,0 1 1,-1 0-1,1-1 1,-1 1-1,1 0 1,-1-1-1,1 1 1,-1 0-1,1 0 1,-1-1-1,0 1 1,1 0-1,-1 0 1,0 0 0,0-1-1,0 1 1,1 0-1,-1 1 1,-1 0 5,1-1 1,0 0 0,-1 0 0,1 0 0,-1 0 0,1 0 0,-1 0-1,0 0 1,1 0 0,-1 0 0,0 0 0,0 0 0,0 0-1,0-1 1,1 1 0,-1 0 0,0-1 0,-2 2 0,-5 2 202,0-1 0,0 1 0,0-1 1,0-1-1,-1 0 0,1 0 1,-1 0-1,0-1 0,-13 0 0,6 0 54,-486 16 1718,-2-33-5237,402 12 2656,-943-11-1987,1032 15 2579,8 1 64,0-1 1,-1 0-1,1 0 1,0-1-1,0 0 1,-1 0-1,1 0 0,-7-2 1,12 3-58,-1-1 0,0 1 0,1 0 1,-1 0-1,0-1 0,0 1 0,1-1 0,-1 1 0,1 0 0,-1-1 1,0 1-1,1-1 0,-1 1 0,1-1 0,-1 0 0,1 1 0,-1-1 1,1 1-1,0-1 0,-1 0 0,1 1 0,0-1 0,-1 0 1,1-1-1,0 1 6,0 1 0,1-1 0,-1 0 0,0 0 0,1 1-1,-1-1 1,1 0 0,-1 1 0,1-1 0,-1 0 0,1 1 0,-1-1 0,1 1 0,-1-1 0,1 1 0,0-1 0,-1 1 0,2-1 0,5-2 289,-1 0 1,1 0-1,14-3 1,13-1 463,0 1 0,39-1 0,71 4-861,-104 3-404,655 0-2436,-293 2 563,340 11-2272,-700-11 4814,-13-2 128,1 1-1,-1 2 0,42 9 0,-69-11-215,1-1 0,-1 1 0,1 0 0,0 0 1,-1 0-1,0 0 0,1 1 0,-1-1 0,4 3 71,-6-3-164,0-1 1,0 0-1,1 1 0,-1-1 1,0 0-1,0 1 0,0-1 1,0 0-1,0 1 0,1-1 0,-1 0 1,0 1-1,0-1 0,0 1 1,0-1-1,0 0 0,0 1 1,0-1-1,0 0 0,0 1 0,0-1 1,-1 1-1,1 0 25,-1 0 1,1 0-1,-1 0 0,0 0 1,1 0-1,-1-1 1,0 1-1,0 0 0,0 0 1,1-1-1,-1 1 0,-2 0 1,-9 5 260,0-1 0,-1 0 0,1-1 0,-1-1 0,0 0 0,0 0 0,-22 0 0,10 1 60,-301 19 1563,-7-22-2488,189-2-75,-1010-12-4555,536 1 6800,647 6-111,105-3 2024,-62 5-2736,554-8-2624,-443 13 1115,11-1 703,196 1-327,-378 0 273,-8-2 56,0 1 1,0 0-1,0 0 0,0 1 0,0-1 0,0 1 0,0 0 0,0 0 0,5 2 0,-9-3 7,0 1 0,0-1 0,0 0 0,0 1 0,0-1 1,0 0-1,0 1 0,0-1 0,0 0 0,0 0 0,-1 1 1,1-1-1,0 0 0,0 0 0,0 1 0,0-1 0,-1 0 1,1 0-1,0 1 0,0-1 0,-1 0 0,1 0 0,0 0 1,0 1-1,-1-1 0,1 0 0,0 0 0,0 0 0,-1 0 1,1 0-1,0 0 0,-1 0 0,1 0 0,0 0 0,-1 1 0,1-1 1,-17 6 416,-89 26 166,-2-5 1,-197 24-1,-233-25-1047,-273-36-4809,16 1 2552,772 9 2681,9 0 313,1 0 0,-28-6 496,44 4-492,9-1 262,137-9 2627,-94 10-2412,647-9 841,-565 12-1572,437 40-2500,-226-9 1431,397-18 3355,-518-15-1622,-238 2-216,0 0 1,-17 4-1,-10 2-494,-270 14-774,-6-19-268,219-2 208,-122-1-555,-415 7-1673,632-6 3077,-118 10 380,94 1 1084,24-11-1442,14 3 591,197 2 2477,-139-5-2569,566-15-3337,247-8-1451,-1 24 560,-441 0 2725,300 0 3734,-742-1-2741,5-1 323,0 1 0,-1 1 0,1-1 1,0 1-1,18 9 1216,-24-9-1467,1-1 0,-1 1 0,1 1 0,-1-1 0,0 0 0,1 1-1,-1-1 1,0 0 0,0 0-1,-1 0 1,1 1 0,0-1 0,0 0-1,0 0 1,-1 0 0,1 0 0,-1 0-1,1 0 1,-1 1 0,0 0 0,-2 2 110,0 0-1,0 0 1,0-1 0,0 1 0,0-1 0,-1 0 0,1 0 0,-1 0 0,0 0 0,0 0 0,0-1 0,0 0 0,0 0-1,0 0 1,-9 2 0,-5 0 317,0 0-1,-32 2 0,28-4-209,-629 37-2407,-4-39-188,356-2 2464,167 3-368,-136-3-1586,256 2 1755,7 1 101,1-1 0,0 0 0,0 0 0,0-1 0,-1 1 0,1-1 0,0 0 0,0 0 0,0 0 0,0-1 0,-4-1-1,7 3-52,1-1-1,0 1 1,0 0-1,0 0 1,0 0-1,-1-1 1,1 1-1,0 0 1,0 0-1,0-1 1,0 1-1,0 0 1,0 0-1,0 0 1,0-1-1,0 1 1,0 0-1,0 0 1,0-1-1,0 1 1,0 0-1,0-1 1,0 1-1,0 0 1,0 0-1,0 0 1,0-1-1,0 1 1,0 0-1,0 0 1,0-1-1,0 1 1,1 0-1,-1 0 0,0-1 1,0 1-1,0 0 1,0 0-1,1 0 1,-1 0-1,0-1 1,0 1-1,0 0 1,1 0-1,-1 0 1,0 0-1,1 0 1,12-8 643,11 1 20,0 1 1,0 1 0,0 1-1,34-2 1,-30 4-275,240-24-208,126 3-812,3 23-315,-170 3 711,-220-4 250,1 1 150,-1 0 1,1 1-1,11 1 0,-18-1-153,0-1-1,1 0 1,-1 0 0,0 1-1,0-1 1,0 0-1,0 1 1,0-1 0,0 1-1,0-1 1,0 1-1,-1 0 1,1-1-1,0 1 1,0 0 0,0 0-1,-1-1 1,1 1-1,0 0 1,-1 0-1,1 0 1,-1 0 0,1 0-1,-1 0 1,1 0-1,-1 0 1,0 0-1,1 0 1,-1 0 0,0 0-1,0 2 1,0-1 14,0 0-1,-1 0 1,0-1 0,1 1 0,-1 0 0,0 0 0,0-1 0,1 1-1,-1-1 1,-1 1 0,1-1 0,0 1 0,0-1 0,0 1-1,-1-1 1,1 0 0,-1 0 0,1 0 0,-1 0 0,-2 2 0,-3 0-29,1 1 1,-1-1 0,-15 5-1,-8-1-6,-1 0 0,0-2 0,-32 0-1,-97-1-368,106-4-130,-382-16-877,2-20-1277,-159-9-425,-69 30 296,380 21 6183,300-4-2722,-1-1-219,473 89 4184,-356-62-4871,56 12-1110,368 72-1184,250 90-281,-779-194 2599,-15-5 326,-1 1-1,1 1 1,-1 0 0,1 1 0,-2 0-1,1 1 1,15 10 0,-26-16-61,-1 0-1,0 0 1,1 0-1,-1 0 1,0 0-1,0 1 1,0-1-1,0 0 1,0 0-1,0 1 1,0-1-1,0 1 1,-1-1-1,1 0 1,0 1-1,-1 0 1,0-1-1,1 1 1,0 2-1,-2-3 0,1 1 0,0-1 0,-1 0 1,1 0-1,-1 0 0,1 0 0,-1 0 0,0 0 0,1 0 0,-1 0 1,0 0-1,0 0 0,1 0 0,-1-1 0,0 1 0,0 0 0,0 0 1,0-1-1,0 1 0,-2 0 0,-4 2 211,-1 0-1,0 0 1,0 0-1,0-1 1,-1-1 0,-8 1-1,-261 4 1682,186-8-2486,-5 2 182,-440-15-1429,454 9 1773,-250-22 0,269 21-4,-140-10 145,506 19 1976,408 27-5422,-230 16 1539,-50-3-504,-268-27 1958,-125-8 862,-30-3-410,-9-1 21,-5-1 93,-1 0-1,1-1 1,-1 0 0,0 0 0,-14 0 0,8-1-62,-341 4 2149,258-4-2008,-617-33-2712,571 24 1847,-47-4-122,-866-49-3308,1 37 866,1024 25 3351,11 1 232,-40-6 880,63 1-967,13-2 171,18-4 419,1 1-1,53-4 1,75 0 923,-160 13-1880,717-9 3675,-468 11-5154,-145-2 1582,1173 16-3242,-256 3 2581,-1014-19 761,-6-1-73,0 1 1,0 0-1,0 0 0,-1 0 0,1 1 1,0 0-1,0-1 0,0 1 0,6 3 1,-10-4-134,0 0-1,1 0 1,-1 0 0,0 0 0,1 0-1,-1 1 1,0-1 0,0 0 0,1 1 89,0-1-89,-1 0 0,0 1-1,0-1 1,0 0 0,1 0 0,-1 1 0,0-1-1,0 0 1,0 1 0,0-1 0,0 0-1,0 1 1,0-1 0,0 0 0,0 1 0,0-1-1,0 0 1,0 1 0,0-1 0,0 0 0,0 1-1,0-1 1,0 0 0,0 1 0,0-1-1,0 0 1,0 0 0,-1 1 0,1-1 0,0 0-1,0 1 1,0-1 0,-1 0 30,1 0-31,0 1 1,-1-1 0,1 0 0,0 0 0,0 0-1,-1 1 1,1-1 0,0 0 0,-1 0-1,1 0 1,0 0 0,-1 0 0,1 0 0,0 0-1,0 0 1,-1 0 0,0 0 0,-8 3 336,-1-1 0,0 0 0,0 0 0,-18-1 0,20 0-230,-426 4-233,287-6-561,-1391 0-7818,1520 1 8417,-126-3 892,120-4 135,30 5-551,36-7 676,899-57 1716,270 64-8440,-575 4 7083,-625-2-1105,19 0 548,-29 0-794,1 0-1,-1 0 0,1 1 1,-1-1-1,0 0 1,1 1-1,-1-1 0,0 1 1,1-1-1,-1 1 0,0 0 1,0-1-1,0 1 1,0 0-1,0 0 0,2 1 1,-3-1-42,0-1 0,0 1 0,0-1 0,0 1 0,0-1 0,0 1 0,0 0 0,0-1 0,0 1 0,0-1 0,0 1 0,0 0 0,-5 7 944,4-8-944,0 1 0,-18 13 808,16-12-673,-15 9 160,0-1 0,0-1 0,-1-1 1,-1-1-1,1 0 0,-1-1 0,0-2 1,-27 4-1,-20-1-948,-80-3 0,115-4 566,-650-1-1895,176-1 155,515 2 1897,532-14 1586,-357-1-2689,259-17-225,-386 28 853,606-46-2425,-628 48 3874,-39 5-713,-11 3 164,-71 15 920,-1-3-1,-175 13 0,-185-23-2977,369-9 1022,-2377-2-9210,2420 3 9635,-185 7 1636,200-2 126,51-1-542,562-1 4615,-334-5-6326,-17 2-484,364 2-1696,-4 33 258,-462-15 3197,-106-11-379,-33-9-323,-1 0 0,1 0 0,-1 0 0,1 0 0,-1 0 0,0 0 0,1 0 0,-1 0 0,0 1 0,1-1 0,-1 0 0,1 0 1,-1 0-1,0 1 0,1-1 0,-1 0 0,0 0 0,0 1 0,1-1 0,-1 0 0,0 1 0,1-1 0,-1 0 0,0 1 0,0-1 0,0 0 0,1 1 0,-1-1 1,0 0-1,0 1 0,0-1 0,0 1 0,0-1 0,0 0 0,0 1 0,0-1 0,0 1 0,-1 0 46,0 0 1,1 0-1,-1 0 0,0 0 0,0 0 1,0 0-1,0-1 0,-1 1 0,1-1 0,0 1 1,-2 0-1,-9 4 258,0-1-1,0-1 1,-1 0 0,-14 2-1,-55 2 720,60-6-790,-605 8 1403,424-11-2973,10 1 113,-289 2-1758,459-1 2943,-5 0 267,-1 1 0,-46 10 753,85-11-383,19-2 320,206-20 2666,268-15-5388,48 34 814,-196 33 937,-5 38-448,-344-67 536,15 5 26,-20-6-53,-1 0 0,1 0 0,-1 0 1,1 1-1,0-1 0,-1 0 0,1 1 1,-1-1-1,1 0 0,-1 1 0,1-1 0,-1 1 1,1-1-1,-1 1 0,1-1 0,-1 1 1,0-1-1,1 1 0,-1-1 0,0 1 0,1-1 1,-1 1-1,0 1 0,0-2-8,0 1 0,0-1 0,0 1 0,0-1 0,0 1 0,-1-1 1,1 1-1,0-1 0,-1 1 0,1-1 0,0 1 0,0-1 0,-1 1 0,1-1 0,-1 0 0,1 1 0,0-1 0,-1 0 0,1 1 0,-1-1 0,1 0 0,-1 0 0,1 1 1,-1-1-1,1 0 0,-2 0 0,-16 5 541,15-5-424,-39 6 189,0-3 1,-58-2-1,55-1-280,-492-5-847,-2-26-2419,-593-84-1123,525 41 4254,416 48 226,174 24-46,-55-10 950,57 4 663,16 7-1687,0 1 99,0-1 1,1 0 0,-1 1 0,1-1 0,0 1 0,-1 0-1,1-1 1,-1 1 0,4 0 0,269-3 4240,-159 4-4167,358 8-2672,-1 30-203,309 99 541,-765-135 2027,128 29-348,-110-22 712,-1 1 0,34 15 0,-62-24 19,0 1 0,0 0 0,0 0 0,0 0-1,8 7 1,-13-9-184,1-1 0,0 1 0,0 0 0,-1 0 0,1 0-1,0 0 1,-1 0 0,1 0 0,-1 0 0,1 0 0,-1 0-1,1 0 1,-1 0 0,0 0 0,1 0 0,-1 0 0,0 0-1,0 0 1,0 0 0,0 0 0,0 0 0,0 1 0,0-1-1,0 0 1,-1 0 0,1 0 0,0 0 0,-1 0 0,1 0-1,0 0 1,-1 0 0,1 0 0,-1 0 0,0 0 0,-1 1 0,-3 4 186,-1 0 1,0 0 0,-1-1 0,1 0 0,-1-1-1,0 1 1,0-1 0,0 0 0,-1-1 0,1 0 0,-12 3-1,-13 3-348,-49 6-1,45-9 204,-66 10-764,-132 3-1,-106-17-663,239-3 784,-6 1 448,-409-12-575,494 10 564,7 2 94,0-1 0,0-1 0,1 0 1,-1-1-1,-22-8 0,36 11 16,0 0-1,0-1 1,0 1 0,0 0-1,1-1 1,-1 1 0,0 0 0,0-1-1,1 1 1,-1-1 0,0 1-1,1-1 1,-1 0 0,0 1-1,1-1 1,-1 0 0,1 1-1,-1-1 1,1 0 0,0 0 0,-1 1-1,1-1 1,-1-2 0,1 3 9,1-1 0,-1 0 1,1 0-1,-1 1 0,0-1 0,1 0 1,0 0-1,-1 1 0,1-1 0,-1 1 1,1-1-1,0 0 0,-1 1 1,1-1-1,0 1 0,0 0 0,-1-1 1,1 1-1,0-1 0,0 1 1,0 0-1,0 0 0,-1 0 0,3-1 1,16-3 362,1 1 0,0 1 0,0 0 0,25 2 0,-14 0-387,703-1-2932,-338 3 1409,393-2-1764,-764 0 3362,-13-1 27,0 1 1,0 1 0,20 3-1,-26-1 557,-9 1-302,-14 3 172,-33 8 414,-1-3 0,-68 8 1,-110 0-946,106-11-555,-511 21-1642,-1-30 1788,294-2 310,278 2-359,-19 1 1064,-114-14 0,192 13-518,0-1 1,1 1 0,-1-1-1,1 0 1,-1 0 0,1 0-1,-1 0 1,1-1 0,-1 0-1,-6-5 290,10 7-356,0 0 0,0 0 0,-1-1 1,1 1-1,0 0 0,0-1 0,0 1 0,0 0 0,0-1 0,0 1 0,0-1 0,0 1 1,0 0-1,0-1 0,0 1 0,0 0 0,0-1 0,0 1 0,0 0 0,0-1 1,0 1-1,9-10 690,19-4 158,-26 13-785,41-16 232,0 2 0,52-11-1,93-11-1665,-156 31 1190,457-49-965,6 44-1836,1250 14-3610,-634 35 4879,-668 3 1545,-7 24 2652,-395-55-1544,-40-9-901,1-1 0,-1 1 1,0-1-1,1 1 0,-1-1 1,0 1-1,0 0 0,0-1 1,1 1-1,-1 8 900,-1-9-950,-2 1 108,-1 1-1,1-1 1,0 0 0,0 0 0,-1 0 0,1 0 0,-1-1 0,-3 1 0,-102 11 1915,42-6-1147,-221 17 1914,-140-19-3980,-287-57-2808,234-4 2124,-621-63-2200,516 77 1819,298 22 3823,240 7 1213,47 14-2776,1 0 0,25-7 1036,168-14 2194,-133 16-2588,356-16 1866,4 20-3128,-283 1 71,519 32-1561,-347 13 1881,-223-28 14,129 44 0,-204-57 88,3 2 233,20 9 1,-31-13-71,0 0 0,-1 0 0,1 0 0,-1 1 0,0-1 1,0 1-1,0 0 0,0 0 0,0 0 0,3 5 0,-5-7 9,-1 0-1,1 1 0,0-1 1,-1 0-1,1 1 0,-1-1 1,0 1-1,1-1 0,-1 1 1,0-1-1,0 1 0,0-1 1,0 1-1,0-1 0,0 0 1,0 1-1,0-1 0,-1 1 1,1-1-1,-1 1 0,1-1 1,-1 0-1,1 1 0,-1-1 0,0 0 1,0 1-1,1-1 0,-1 0 1,-2 1-1,-2 3 335,0 0-1,0 0 1,-1 0-1,-10 5 0,11-6-212,-19 11 23,-1-2 1,-1 0-1,0-2 0,0 0 0,-1-2 1,-38 8-1,-2-5-737,-102 7 1,-434-10-1511,415-10 581,-1621 0-6100,1776 1 7581,17 1 288,0-2 1,-33-7 982,56 5-1039,0 0-1,0 0 0,1 0 1,-1 1-1,1 1 1,9-2-1,-12 2-157,63-9 1181,69-1-1,73 6 382,-177 5-1507,48-1-95,539 7-16,-160 44-1879,-7 36 955,-39 24-236,-407-108 1168,1 0 44,0 1 1,0 0 0,-1 0 0,1 1-1,-1-1 1,0 2 0,8 5 0,-14-10-76,-1 1 1,1-1 0,-1 0 0,1 1-1,-1-1 1,1 1 0,-1-1 0,0 0-1,1 1 1,-1-1 0,1 1 0,-1-1-1,0 1 1,0 0 0,1-1 0,-1 1-1,0-1 1,0 1 0,0-1 0,1 1-1,-1 0 1,0-1 0,0 1-1,0-1 1,0 1 0,0 0 0,0-1-1,0 1 1,0 0 0,-1-1 0,1 1-1,0-1 1,0 1 0,0-1 0,-1 1-1,1 0 1,0-1 0,-1 1 0,1-1-1,0 1 1,-1-1 0,1 0 0,-1 1-1,1-1 1,-1 1 0,1-1-1,-1 0 1,1 1 0,-1-1 0,-4 3 187,1-1 0,-1 0 0,1 0 0,-10 2 0,-34 6 855,-92 9 0,-54-9-640,-488-7-3688,400-5 1664,-571-25-1899,536 10 3494,112 7 215,193 10-21,9 0-37,-1 0 1,0 0-1,1 0 1,-1 0 0,1-1-1,-1 0 1,1 0-1,-1 0 1,-3-8 947,7 9-1091,0 0 1,5-2 170,-1 0-1,1 0 0,0 1 0,-1 0 0,1 0 0,0 0 0,0 1 1,6-1-1,1 0 94,244-8 2476,4 19-2882,-234-9 169,887 95-3976,214 103-922,-1115-197 4793,521 109-1762,-472-98 2397,-52-11-342,-5-2-74,0 1-1,0 0 1,-1 0 0,1 0-1,0 0 1,-1 0 0,1 1-1,-1 0 1,1-1-1,4 6 288,-8-7-417,-2 7 832,2-7-832,-12 7 689,11-6-671,-17 7 555,0-1 0,0 0 0,-35 7 0,-62 5 927,-117-2 178,-1-16-2492,151-1 345,-1532-4-7106,730-17 6521,556 10 874,307 11 350,12 0 29,0 0 1,0-1-1,0 1 1,0-2 0,0 1-1,-9-4 1,17 5-168,0-1 0,0 1 0,0-1 0,0 1 0,0-1 0,0 1 0,0-1 0,0 1 0,1-1 0,-1 0 1,0 1-1,-1-3 0,2 3-26,0 0 0,0 0 1,0-1-1,0 1 1,0 0-1,-1-1 0,1 1 1,0-1-1,0 1 1,0 0-1,0-1 0,0 1 1,0 0-1,0-1 1,0 1-1,0 0 0,1-1 1,-1 1-1,0 0 0,0-1 1,0 1-1,0 0 1,0-1-1,1 1 0,0-2 75,0 1 0,1 0 0,-1 0 0,0-1 0,1 1 0,-1 0-1,1 0 1,-1 0 0,1 1 0,0-1 0,2-1 0,27-5 616,-1 1 0,1 1 0,0 1 0,35 1 0,-43 2-418,574-5-515,-410 7 493,634 27-3170,-292 6 2185,-1 21 575,-328-30-977,242 36-607,-442-61 1709,160 33 2037,-142-19-167,-18-14-1854,0 0 0,0 0 0,0 0 0,0 0 0,-1 0 0,-5 2 226,0 0 0,-1-1 1,1 0-1,-1 0 0,1 0 0,-10-1 0,2 0 29,-125 2 1078,-171-18-1,-333-65-4641,161 17 688,-148-22-585,612 84 3397,7 0 192,0 0 0,0 0 0,-16-6 0,26 8-334,0-1 1,0 1-1,1 0 1,-1-1-1,0 1 1,0-1-1,0 1 1,1-1-1,-1 1 1,0-1 0,0 0-1,1 1 1,-1-1-1,1 0 1,-1 1-1,1-1 1,-2-1-1,2 1-5,0 0-1,0 1 0,0-1 0,0 1 0,0-1 0,0 0 1,0 1-1,0-1 0,0 1 0,0-1 0,1 0 0,-1 1 0,0-1 1,0 1-1,0-1 0,1 1 0,-1-1 0,0 1 0,1-1 1,0 0-1,1-2 129,1 1 1,0-1 0,0 1 0,0-1-1,0 1 1,0 0 0,5-2 0,9-3 220,0 0 1,0 1-1,1 1 1,28-4 0,77-4 1146,239 3-1992,-57 4 105,1000-22-6153,-1198 28 5837,134 1 1641,-231 0-772,-7-2-122,0 1 0,0 0 0,-1 0 0,1 0 0,0 0 0,0 1 0,-1-1 0,1 1 0,0-1 0,-1 1 0,1 0 0,-1 0 0,1 0 0,3 3 0,-6-4-76,0 1-1,1-1 1,-1 0 0,0 0 0,0 0 0,0 1 0,0-1 0,0 0 0,0 0 0,0 1 0,0-1 0,0 0 0,0 0 0,0 1 0,0-1 0,0 0 0,0 0 0,0 0 0,0 1 0,0-1 0,0 0 0,-2 3 312,2-3-312,0 0 0,-1 0 0,1 0 0,0 1 0,-6 3 209,1-1 1,-1 1-1,1-1 1,-1 0-1,0 0 1,0-1-1,-8 2 1,-47 10 719,56-12-868,-68 9 493,-101 4 0,-81-12-1222,187-4 200,-1871-12-7420,503 6 3662,1414 7 4354,-83-3 1498,104 3-1579,-16-5 1104,25 2-455,42-8 500,0 2-1,68-4 1,108 5 854,-206 8-1909,2113 79-5944,-1345-6 4219,-731-67 1518,486 67 2683,-536-72-2422,-1 0-1,1 0 0,-1 1 1,1 0-1,-1 1 1,0-1-1,0 1 1,8 6-1,-13-9-175,-1 0-1,1 1 0,0-1 1,-1 1-1,1-1 1,-1 1-1,1-1 0,0 1 1,-1-1-1,1 1 1,-1-1-1,0 1 1,1 0-1,-1-1 0,0 1 1,1 0-1,-1 0 1,0-1-1,1 1 1,-1 0-1,0 0 0,0-1 1,0 1-1,0 0 1,0 0-1,0-1 1,0 1-1,0 0 0,0 0 1,0-1-1,0 1 1,-1 0-1,1 0 1,0-1-1,-1 1 0,1 0 1,0-1-1,-1 1 1,0 1-1,-1 0 83,0 0 0,-1 0 1,1 0-1,-1 0 0,0-1 0,1 1 1,-1-1-1,0 1 0,-5 0 0,-12 5 400,0-2-1,0 0 1,-39 3-1,-68-3 513,91-4-959,-570 0-1912,316-3 264,-396-6-1819,3-31-103,361-4 3343,315 42 217,0 0 149,-1-1-1,0 1 1,1-2 0,-1 1 0,1 0 0,0-1 0,-11-6 0,18 8-156,-1 1 1,0-1 0,0 1-1,0-1 1,1 1 0,-1-1 0,0 0-1,0 1 1,1-1 0,-1 0-1,1 0 1,-1 1 0,0-1 0,1 0-1,0 0 1,-1 0 0,1 0-1,-1 0 1,1 0 0,0 0 0,0 0-1,0 0 1,0 0 0,-1 0-1,1 1 1,0-1 0,0 0-1,1 0 1,-1 0 0,0 0 0,0 0-1,0 0 1,1 0 0,-1 0-1,0 0 1,1 0 0,-1 0 0,1 0-1,-1 1 1,1-1 0,0 0-1,-1 0 1,2 0 0,2-4 337,1 0 0,1 1 0,-1 0 0,12-7 0,-12 8-194,8-5 265,1 0 0,1 1-1,-1 1 1,1 1 0,0 0 0,0 1 0,27-4 0,111-3 839,-145 11-1319,285-1-1977,0 12 1,313 53-1,323 97-2472,-928-161 4455,365 81-442,-362-79 465,9 1 159,0 0 1,-1 2-1,0-1 1,0 1-1,18 11 1,-29-15-98,0 0 1,1 0-1,-1 0 0,0 0 1,1 0-1,-1 0 1,0 0-1,0 0 0,0 1 1,0-1-1,0 0 1,0 1-1,0-1 0,-1 1 1,1-1-1,0 1 1,-1-1-1,0 1 0,1 2 1,-1-3-3,0 1 0,0-1 0,0 1 0,-1-1 0,1 0 1,-1 1-1,1-1 0,-1 0 0,0 1 0,1-1 0,-1 0 0,0 1 1,0-1-1,0 0 0,0 0 0,0 0 0,-1 1 0,-5 4 187,0-2 0,0 1 1,0-1-1,0 0 0,-1 0 0,-8 3 0,-27 8 583,-1-2-1,-1-2 1,-64 9 0,-140 0-1135,-315-17-1252,542-4 1334,-1070-84-4658,10-99 4330,734 117-377,327 62 1252,0 0 0,-35-13-1,53 17-226,1 0 0,0 0 0,0 0 0,0 0 0,1-1 0,-1 1 0,0 0-1,0-1 1,1 1 0,-3-3 0,4 3-77,0 1 0,-1-1 0,1 1 0,0-1 0,0 0 0,0 1 0,0-1 0,-1 1 0,1-1-1,0 1 1,0-1 0,0 1 0,0-1 0,1 0 0,-1 1 0,0-1 0,0 1 0,0-1 0,0 1 0,0-1 0,1 1 0,-1-1 0,0 1 0,0-1 0,1 1 0,-1-1-1,0 1 1,1-1 0,-1 1 0,1 0 0,-1-1 0,1 1 0,-1 0 0,0-1 0,1 1 0,-1 0 0,1 0 0,-1-1 0,1 1 0,0 0 0,-1 0 0,1 0 0,8-4 243,0 1 0,1 1 0,-1-1 0,0 2 1,1-1-1,-1 1 0,1 1 0,10 0 0,0-1 128,208-3 2112,307 19-5489,117 51 1303,-13 58-100,-632-122 1826,-3-1 42,1-1 0,-1 2 0,1-1 0,-1 0 0,0 1 0,1 0-1,-1 0 1,0 0 0,5 4 0,-9-6-70,0 0-1,1 1 1,-1-1-1,0 0 1,1 0 0,-1 1-1,0-1 1,0 0-1,1 1 1,-1-1 0,0 0-1,0 1 1,0-1-1,0 0 1,0 1 0,1-1-1,-1 1 1,0-1 0,0 0-1,0 1 1,0-1-1,0 1 1,0-1 0,0 0-1,0 1 1,0-1-1,-1 0 1,1 1 0,0-1-1,0 1 1,-11 9 709,-20 4 261,30-14-979,-26 8 573,0 0-1,-1-2 1,-49 4-1,-92-3-794,148-7 69,-806 1-5082,412-3 3143,-277 2 794,669 0 1510,13 0-82,-1 1 0,1-2 0,-1 0 0,-14-3 0,24 4-105,0 0 1,0 0-1,0-1 0,-1 1 0,1-1 0,0 1 0,0-1 1,0 0-1,0 1 0,0-1 0,-1-1 36,2 2-51,0-1 0,-1 1 1,1 0-1,0-1 0,0 1 1,0 0-1,0-1 0,-1 1 1,1 0-1,0-1 0,0 1 1,0 0-1,0-1 0,0 1 1,0-1-1,0 1 0,0 0 1,0-1-1,0 1 0,0 0 1,0-1-1,1 0 0,0 0 55,0-1-1,0 1 1,0 0-1,0-1 0,0 1 1,0 0-1,0 0 1,1 0-1,-1 0 1,0 0-1,1 0 1,-1 0-1,1 0 1,1 0-1,15-6 413,0 1 0,0 1 0,1 1 0,24-3 0,-14 2-63,99-12-669,242 0-1,99 45-502,-1 34-1593,-375-48 1997,464 75-2108,-7 35 605,-476-103 1900,137 58-1,-202-74 198,1 0-1,-1 0 1,0 1 0,15 11 0,-23-15-172,1 0 1,0-1-1,-1 1 0,1 0 1,-1 0-1,0 0 1,1 0-1,-1 0 1,0 0-1,0 0 1,1 4-1,-2-4-30,0-1 0,0 1 0,0-1 0,0 1 0,0-1 0,0 1 0,0-1 0,-1 1 0,1-1 0,0 1 0,-1-1 0,1 0 0,-1 1 0,0-1 0,1 0 0,-1 1 0,0-1 0,0 0 0,0 0 0,-1 2 0,-4 2 132,0 1 1,-1-1-1,0 0 0,0 0 0,0-1 1,0 0-1,-1 0 0,1-1 1,-1 0-1,0 0 0,-13 2 0,-13 2 576,-48 4 0,79-10-724,-400 8 1619,316-10-1768,-1131-66-6615,1067 50 5988,-217-23-1519,1 19 3033,350 21-432,-35-8 3175,69 5-2494,227-1 2742,-152 5-3535,234 13-1099,0 17-1504,-187-17 1667,83 7-604,637 78-2428,-838-96 3839,6 1 222,52 15 1,-77-19-254,0 1 0,-1-1 0,1 1 1,0 0-1,0 0 0,-1 0 0,1 0 1,0 0-1,-1 0 0,1 1 0,-1-1 1,2 3-1,-2-4-51,-1 0 1,0 0-1,0 1 1,0-1-1,0 0 1,0 1-1,0-1 1,0 0-1,0 0 1,1 1-1,-1-1 1,0 0-1,0 1 1,0-1-1,-1 0 1,1 0-1,0 1 1,0-1-1,0 0 1,0 1-1,0-1 1,-1 2 182,1-2-182,-1 1 43,0 0 0,0-1 0,-1 1 0,1 0 0,0-1 0,0 1 0,0-1 0,0 1 0,0-1 0,-3 1 0,-61 11 1892,-105 7 0,-94-6-315,-132-12-3535,222-2 884,-487-7-2480,3-28 486,181-18 2433,469 53 636,1 1 171,-1-1 1,0-1 0,0 0 0,1 0 0,-1 0 0,-12-7-1,19 9-205,1 0-1,0 0 0,-1 0 0,-1-2 241,2 1-241,-1 1 0,1 0 0,0-1 0,0 1 0,0 0 0,-1-1 0,1 1 0,0-1 1,0 1-1,0 0 0,0-1 0,0 1 0,0-1 0,0 1 0,0-1 0,0 0 0,0 0 14,0 1 0,0-1 0,1 0 0,-1 0 0,1 1-1,-1-1 1,1 0 0,-1 1 0,1-1 0,-1 0 0,1 1-1,0-1 1,0 0 0,25-14 1018,-1 6-352,0 0-1,0 2 0,1 0 0,39-4 0,111-2 1099,376 10-3674,-340 4 1038,744 23-3732,-737-16 3877,743 89-1406,-900-89 2237,-20-2 388,54 23 1770,-97-29-2293,-2 2 170,0-1 0,0 0-1,0 0 1,-1 0 0,-5 1-1,-441 41 3333,-7-39-3540,354-4 84,-814-35-4001,198-45 914,290 28 1948,380 49 1157,28 1 553,1 0 0,-32-9 1180,52 10-1786,8-4 750,17-1 167,40-1 749,103 2 0,-117 4-1203,1302 0-6882,-649 3 3968,-410-1 1981,313-3 1812,-587 2-1106,-4 0 245,0 0-1,-1-1 0,1-1 0,19-6 1025,-39 6-1127,-9 0 118,-315-1 2645,195 4-2520,-937 0-627,1049-1 10,10 1-18,0-1 0,0-1 0,0 0 0,-12-2-1,23 3-19,-1 0 0,0-1 0,1 1 0,-1 0 0,1 0 0,-1 0 0,1 0 0,-1-1 0,0 1 0,1 0 0,-1-1 0,1 1 0,-1 0 0,1-1 0,0 1 0,-1-1 0,1 1 0,-1 0 0,1-1 0,0 1 0,-1-1 0,1 1 0,-1-2 0,1 1 0,1 1 0,-1-1 0,0 0 0,0 1 0,0-1 0,0 1 0,1-1 0,-1 1 0,0-1 0,1 0 0,-1 1 0,0-1 0,1 1 0,-1 0 0,1-1 0,-1 1 0,1-1 0,-1 1 0,1 0 0,-1-1 0,1 1 0,0-1 0,13-6 1,0 0-1,0 0 0,0 2 1,21-6-1,66-12-4,-75 18 0,521-72-2084,-355 59 2159,405-23-943,-587 40 900,-3 1 97,1 0 0,-1 0 0,0 0 1,13 3-1,-19-3-65,0 1 0,0-1 0,0 0 0,0 0 0,0 1 0,-1-1 0,1 1 0,0-1 0,0 1 0,0-1 0,0 1 0,-1-1 0,1 1 0,0 0 0,-1-1 0,1 1 0,0 0 0,-1 0 0,1-1 0,-1 1 0,1 0 0,-1 0 0,1 0 0,-1 0 0,0 0 0,1 0 0,-1 0 0,0 0 0,0 0 0,0-1 0,0 1 0,0 0 0,0 0 0,0 0 0,0 0 0,0 0 0,0 0 0,0 0 0,-1 0 0,1 0 0,0 0 0,-1 1 0,-6 15 199,-2 0 0,1 0 0,-21 28 0,15-23-180,-3 1-97,0-1 0,-1-1 0,-1 0 0,-1-1 0,-1-1 0,-1-1 0,-31 20 0,2-7-453,-1-2 0,-81 33-1,56-33 130,-2-3-1,0-3 1,-2-4 0,0-4-1,-1-3 1,-149 2 0,-280-22 200,493 7 12,-10-1 96,-1 0-1,1-2 1,-49-13-1,75 16 93,-1 0 0,0 1 0,1-2 1,-1 1-1,1 0 0,0 0 0,-1-1 0,1 1 0,0-1 0,0 0 0,0 0 0,0 1 1,0-1-1,0-1 0,1 1 0,-1 0 0,-1-3 0,2 1 104,0 1 0,0 0 0,0 0 0,0 0 0,1-1 0,0 1 0,0 0 1,-1-1-1,2 1 0,-1 0 0,0-1 0,1 1 0,1-5 0,-1 5-102,0-1 0,1 1 1,-1 0-1,1 0 0,-1-1 0,1 1 1,0 0-1,1 0 0,-1 0 0,0 1 0,1-1 1,0 1-1,-1-1 0,1 1 0,0 0 1,0 0-1,0 0 0,4-1 0,6-3-100,0 0 1,1 2-1,16-5 0,-21 7 104,-56 3-64,-178 16-2,-2-16-716,127-2 26,-26 1 817,-636-15-3072,483-4 1414,-567-19-959,815 38 2807,160 1 6156,-8 0-5038,-34 2-2147,0 4 1,137 28 0,167 63-2295,-359-89 2781,89 23-565,160 46-23,-7 15 1492,-265-89-589,-2-2 132,0 1-1,0 0 1,0 1 0,9 5-1,-15-9-147,-1 1 0,1 0-1,0-1 1,0 1-1,0-1 1,-1 1-1,1 0 1,0 0-1,-1-1 1,1 1 0,-1 0-1,1 0 1,-1 0-1,1 0 1,-1-1-1,0 1 1,1 0 0,-1 0-1,0 0 1,0 0-1,0 0 1,1 0-1,-1 0 1,0 0 0,0 0-1,0 0 1,-1 0-1,1 0 1,0 0-1,0 0 1,0 0 0,-1 0-1,1 0 1,-1-1-1,1 1 1,0 0-1,-1 0 1,0 0-1,1 0 1,-2 1 0,-2 2 96,0 0 1,-1 0-1,1 0 1,-1 0 0,0-1-1,0 0 1,0 0 0,0 0-1,-1 0 1,1-1-1,-1 0 1,0 0 0,-8 1-1,-11 1-263,1-1-1,-25 0 0,11-1 247,-483 10-151,402-12 0,119 0 0,-15 0 0,-26-4 0,31 1 0,9 3 0,1-1 0,0 1 0,0 0 0,0 0 0,0 0 0,0 0 0,0 0 0,0 0 0,0-1 0,0 1 0,0 0 0,0 0 0,0 0 0,0 0 0,0 0 0,0 0 0,0-1 0,0 1 0,0 0 0,0 0 0,0 0 0,0 0 0,0 0 0,0 0 0,0-1 0,0 1 0,0 0 0,0 0 0,0 0 0,0 0 0,0 0 0,0 0 0,0-1 0,1 1 0,-1 0 0,0 0 0,0 0 0,0 0 0,2-1 0,0 0 0,-1 0 0,1 0 0,0 0 0,0 0 0,0 0 0,0 1 0,3-1 0,75-16-212,98-6-1,86 7-1512,-249 15 1608,1001-10-1962,-695 12 142,466-1 2209,-1174 25 3550,68 0-3901,-417-20-3263,476-7 1905,-289-13 322,539 14 1189,-21-2 91,29 3-93,0-1 0,0 1 0,0 0 0,1-1 1,-1 0-1,0 1 0,0-1 0,1 0 0,-1 0 0,0 0 0,-1-1 0,3 2-51,0-1 0,0 1 0,0 0 0,0 0 0,0 0 0,-1-1 0,1 1 0,0 0-1,0 0 1,0 0 0,0-1 0,0 1 0,0 0 0,0 0 0,0-1 0,0 1 0,0 0 0,0 0 0,0-1 0,0 1-1,0 0 1,0 0 0,1 0 0,-1-1 0,0 1 0,0 0 0,0 0 0,0 0 0,0-1 0,0 1 0,1 0 41,-1 0-41,0-1 0,0 1 0,1 0 0,-1 0 0,0 0 0,0 0 0,0 0 0,1 0 0,-1 0 0,0-1-1,0 1 1,1 0 0,5-3 209,0 1 0,1-1 0,-1 1 0,1 0 0,0 0 0,-1 1 0,11-1-1,-10 1-102,213-16 1968,5 17-2540,-115 1-205,1994 0-8753,-707-1 9521,-760 0 4396,-971 2 881,-405-5-7761,112-34-865,539 30 3082,72 6 305,3 1 65,1-1 0,-1-1 1,0 0-1,-17-5 0,29 6-142,-1 0-1,0 1 0,0-1 1,1 0-1,-1 0 1,0 0-1,1 0 0,-1 0 1,1 0-1,-1 0 1,1 0-1,0-1 0,-1 1 1,1-1-1,0 1 1,-1-3-1,1 3 10,1-1-1,-1 1 1,1 0-1,0-1 1,0 1 0,0 0-1,0-1 1,0 1 0,0 0-1,0 0 1,0-1-1,0 1 1,0 0 0,1-1-1,-1 1 1,1 0 0,-1 0-1,1-2 1,2-1 138,-1 0 1,1 0-1,0 1 0,0-1 1,0 1-1,1 0 1,-1 0-1,1 0 1,0 0-1,-1 0 0,7-2 1,21-9-42,1 1-1,0 2 1,0 1 0,1 1-1,0 2 1,54-4 0,205 5-1047,-194 8 957,171 0-95,-292 2 0,-23 2 0,-325 1 680,303-7-632,46 1-48,13-1 0,1 1 0,0-1 0,-1-1 0,1 0 0,0 0 0,-1 0 0,-11-4 0,20 5 0,0-1 0,0 1 0,-1 0 0,1 0 0,0 0 0,0 0 0,0 0 0,-1 0 0,1 0 0,0 0 0,0 0 0,0 0 0,-1 0 0,1-1 0,0 1 0,0 0 0,0 0 0,0 0 0,0 0 0,-1-1 0,1 1 0,0 0 0,0 0 0,0 0 0,0 0 0,0-1 0,0 1 0,0 0 0,0 0 0,0 0 0,0-1 0,0 1 0,0 0 0,0 0 0,0-1 0,0 1 0,0 0 0,0 0 0,0-1 0,8-5 0,13-1 0,24 1 0,1 2 0,0 2 0,47 3 0,-30 0 0,22 0 0,-80-1 332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3:52:20.8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0 488 24575,'12'-1'0,"0"0"0,-1-2 0,1 1 0,-1-1 0,0-1 0,11-5 0,22-6 0,369-82-568,-293 75 530,1 6 0,143-1 0,-85-1 38,-40 2 0,-137 16 2,34 0 351,-35 1-336,0-1 1,0 0-1,0 0 0,0 0 1,0 1-1,0-1 0,0 1 1,0-1-1,0 1 1,0-1-1,0 1 0,1 0 1,-2 0-15,1-1 0,-1 0 0,0 1 0,0-1 1,0 1-1,1-1 0,-1 0 0,0 1 0,0-1 0,0 1 1,0-1-1,0 0 0,0 1 0,0-1 0,0 1 0,0-1 1,0 1-1,0-1 0,0 0 0,0 1 0,0-1 0,-1 1 1,1-1-1,0 1 0,0-1 0,0 0 0,-1 1 1,1-1-1,0 0 0,0 1 0,-1 0 0,-2 2-3,0 1 0,0-1 0,-1 0 0,1 0 0,-1 0 0,1 0 0,-1-1 0,0 0 0,-6 3 0,-43 17 0,21-10 0,-19 10 0,-1-2 0,-77 19 0,40-15 0,-28 6 0,100-27 0,1-1 0,-1 0 0,0-1 0,0-1 0,-17-2 0,31 1 0,0 1 0,0-1 0,0 0 0,0 0 0,0 0 0,0 0 0,0-1 0,0 1 0,1-1 0,-1 0 0,0 0 0,1 0 0,0 0 0,-1 0 0,-2-5 0,-2-2 0,0-1 0,-10-21 0,4 7 0,-32-67 0,6 10 0,32 69 0,0 1 0,-1 0 0,0 0 0,-15-15 0,15 20 0,0-1 0,-1 2 0,1-1 0,-1 1 0,0 0 0,-17-5 0,-21-13 0,-39-22 0,65 33 0,21 11 0,0 1 0,0 0 0,-1 0 0,1-1 0,0 1 0,0 0 0,-1 0 0,1-1 0,0 1 0,0 0 0,0 0 0,0-1 0,-1 1 0,1 0 0,0-1 0,0 1 0,0 0 0,0-1 0,0 1 0,0 0 0,0-1 0,0 1 0,0 0 0,0-1 0,1 0 0,-1 1 0,0-1 0,1 1 0,-1 0 0,1-1 0,-1 1 0,1-1 0,-1 1 0,1 0 0,-1-1 0,1 1 0,0 0 0,-1 0 0,1 0 0,-1-1 0,1 1 0,0 0 0,0 0 0,19-3 0,1 1 0,-1 1 0,38 2 0,-14 1 0,33-1 0,-1 4 0,1 3 0,-1 3 0,-1 4 0,131 43 0,-181-49 0,10 3 0,-1 1 0,-1 2 0,49 29 0,-79-43 0,-1 0 0,0 1 0,0 0 0,0-1 0,0 1 0,0 0 0,0 0 0,-1 0 0,1 0 0,-1 0 0,1 1 0,-1-1 0,0 0 0,0 1 0,0-1 0,0 1 0,0-1 0,0 1 0,-1-1 0,1 1 0,-1 4 0,0-4 0,-1 0 0,1 0 0,-1-1 0,0 1 0,0 0 0,0 0 0,0-1 0,0 1 0,0-1 0,-1 1 0,0-1 0,1 1 0,-1-1 0,0 0 0,0 0 0,0 0 0,0 0 0,-1 0 0,-3 3 0,-8 2 0,0 1 0,0-2 0,-27 10 0,13-6 0,-312 94 0,170-57 0,167-46 0,-121 33 0,103-33 0,21-1 0,0 0 0,0 0 0,0 0 0,-1 0 0,1 0 0,0 0 0,0 0 0,0 0 0,0 0 0,0 0 0,-1 0 0,1-1 0,0 1 0,0 0 0,0 0 0,0 0 0,0 0 0,0 0 0,0 0 0,-1 0 0,1 0 0,0 0 0,0-1 0,0 1 0,0 0 0,0 0 0,0 0 0,0 0 0,0 0 0,0 0 0,0-1 0,0 1 0,0 0 0,0 0 0,-1 0 0,1 0 0,8-7 0,88-37 0,-24-1 0,-64 43 0,-7 4 0,-8 11 0,-1-6 0,-1-1 0,0 1 0,0-1 0,0-1 0,-1 0 0,-16 7 0,-2 0 0,-43 22 0,23-13 0,-81 51 0,119-65 0,-8 5 0,-24 21 0,38-29 0,-1 1 0,0 0 0,1 0 0,0 0 0,0 0 0,1 1 0,-1 0 0,1-1 0,-2 8 0,4-12 0,1-1 0,-1 1 0,1 0 0,0 0 0,-1 0 0,1-1 0,0 1 0,0 0 0,0 0 0,0 0 0,-1 0 0,1-1 0,0 1 0,0 0 0,1 0 0,-1 0 0,0 0 0,0-1 0,0 1 0,0 0 0,1 0 0,-1 0 0,0-1 0,1 1 0,-1 0 0,1-1 0,-1 1 0,1 0 0,-1-1 0,1 1 0,-1 0 0,1-1 0,0 1 0,-1-1 0,1 1 0,0-1 0,0 1 0,-1-1 0,1 0 0,0 1 0,0-1 0,-1 0 0,1 0 0,0 1 0,0-1 0,0 0 0,1 0 0,5 0 0,0 1 0,-1-2 0,1 1 0,12-3 0,-15 3 0,296-63-212,17-2-297,48 19 509,-73-5 0,37-14 721,-268 54-721,117-5 0,307 16 0,-478 0 0,25-1 0,-31 1 0,1 0 0,-1-1 0,1 1 0,-1 0 0,1-1 0,-1 1 0,1-1 0,-1 0 0,1 1 0,-1-1 0,0 0 0,1 0 0,-1 0 0,0 0 0,0 0 0,2-2 0,-3 3 0,0 0 0,0 0 0,0-1 0,1 1 0,-1 0 0,0 0 0,0-1 0,0 1 0,0 0 0,0 0 0,0-1 0,0 1 0,0 0 0,0-1 0,0 1 0,0 0 0,0-1 0,0 1 0,0 0 0,0 0 0,0-1 0,0 1 0,0 0 0,-1-1 0,1 1 0,0 0 0,0 0 0,0-1 0,-1 1 0,-9-8 0,-13 0 0,-83-12 0,39 8 0,-122-21-220,-137-31-238,195 33 399,103 26 305,0 2-1,-51-1 1,27 7-246,18-1 0,0-2 0,-37-3 0,68 2 0,0 1 0,1-1 0,-1 0 0,0 0 0,1 0 0,-1 0 0,1-1 0,-1 1 0,-2-3 0,4 4 0,1-1 0,-1 1 0,1 0 0,-1-1 0,1 1 0,0 0 0,-1-1 0,1 1 0,-1-1 0,1 1 0,0-1 0,0 1 0,-1-1 0,1 1 0,0-1 0,0 1 0,-1-1 0,1 1 0,0-1 0,0 0 0,0 1 0,0-1 0,0 1 0,0-1 0,0 1 0,0-1 0,0 0 0,0 1 0,0-1 0,1 1 0,-1-1 0,0 1 0,0-1 0,0 1 0,1-1 0,-1 1 0,0-1 0,1 1 0,-1-1 0,0 1 0,1-1 0,-1 1 0,1 0 0,-1-1 0,0 1 0,1 0 0,-1-1 0,1 1 0,0-1 0,4-1 0,-1 0 0,0-1 0,1 2 0,0-1 0,-1 0 0,1 1 0,0 0 0,0 0 0,6 0 0,48 0 0,-38 1 0,1096 2-655,-937-11 1309,-73 1-653,-5 0-1,67-1 0,360 10 0,-529-1 0,24 2 0,-23-2 0,-1 0 0,0 0 0,0 0 0,0 0 0,0 0 0,1 0 0,-1 0 0,0 0 0,0 0 0,0 0 0,1 0 0,-1 0 0,0 1 0,0-1 0,0 0 0,0 0 0,0 0 0,1 0 0,-1 0 0,0 1 0,0-1 0,0 0 0,0 0 0,0 0 0,0 1 0,0-1 0,0 0 0,0 0 0,0 0 0,0 0 0,1 1 0,-1-1 0,0 0 0,0 1 0,-1-1 0,1 1 0,-1 0 0,1 0 0,-1-1 0,0 1 0,1 0 0,-1-1 0,0 1 0,1 0 0,-1-1 0,0 1 0,-1 0 0,-14 8 0,0-2 0,0 0 0,-1 0 0,0-2 0,0 0 0,-21 3 0,-36 12 0,34-9 0,-1-2 0,-63 6 0,95-14 0,-84 16 0,119-15 0,0-4 0,1 0 0,40-10 0,2 0 0,41-6 0,-50 8 0,72-5 0,-66 14 0,100-8 0,-129 6 0,-22 3 0,0-2 0,0 1 0,22-7 0,-20 4 0,-1 1 0,1 1 0,0 0 0,33 2 0,-93 1 9,-63 10 0,-53 17-142,89-15-221,-139 33 251,-40 6 112,-292 18-9,417-55 0,-99 8 0,-252-20 0,261-5 0,-609 2 0,815 0 0,-1 0 0,0 0 0,1 0 0,-14 3 0,21-3 0,0 0 0,0 0 0,0 1 0,0-1 0,0 0 0,0 0 0,0 1 0,0-1 0,0 1 0,0-1 0,0 1 0,0-1 0,0 1 0,0-1 0,1 1 0,-1 0 0,0-1 0,0 1 0,1 0 0,-1 0 0,0 0 0,1-1 0,-1 1 0,1 0 0,-1 0 0,1 0 0,0 0 0,-1 0 0,1 0 0,0 0 0,-1 0 0,1 0 0,0 0 0,0 0 0,0 0 0,0 0 0,0 2 0,1 0 34,0-1 0,0 0-1,1 1 1,-1-1-1,0 0 1,1 0 0,-1 0-1,1 0 1,0 0-1,-1 0 1,1 0-1,0 0 1,0-1 0,4 3-1,34 19 39,-34-20-85,23 10 13,0-1 0,1-1 0,0-2 0,37 7 0,-14-7 0,87 4 0,210-12 34,-175-2-703,529 1-1046,941 0 4148,-1568 0-2516,-69 0 83,1 0 0,-1 1 0,0 0 0,9 2 0,-16-3 0,1 1 0,-1-1 0,0 0 0,1 1 0,-1-1 0,0 1 0,1-1 0,-1 1 0,0 0 0,0-1 0,0 1 0,1 0 0,-1 0 0,0 0 0,0 0 0,0 0 0,0 0 0,0 0 0,-1 0 0,1 0 0,0 0 0,0 1 0,-1-1 0,1 0 0,-1 1 0,1-1 0,-1 0 0,0 1 0,1-1 0,-1 0 0,0 3 0,0-2 0,-1 0 0,1 0 0,-1 0 0,0 0 0,1-1 0,-1 1 0,0 0 0,0-1 0,0 1 0,0 0 0,-1-1 0,1 0 0,0 1 0,-1-1 0,1 0 0,-1 1 0,1-1 0,-1 0 0,0 0 0,1 0 0,-1 0 0,0-1 0,-2 2 0,-6 1 0,0 1 0,-20 3 0,23-6 0,-182 24 0,75-12 0,-294 17-1673,-3-28 805,290-3 1043,-271-8-136,-7 0-538,-152 9 3325,503 3-2826,-70 11 0,-21 3 0,-87-16 0,212 1 0,-25 5 0,32-5 0,0 0 0,0-1 0,0 0 0,-1 0 0,1 0 0,0-1 0,0 0 0,0-1 0,-1 1 0,-12-4 0,-50-27 0,52 22 0,-1 0 0,-37-10 0,-70-7 0,96 22-61,0 2 1,-47 2-1,41 1-1122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3:52:29.9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2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3.2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0.2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1.3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2.4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6.9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1473 735 24575,'1'14'0,"-1"0"0,0 0 0,-1 0 0,-5 27 0,-15 29-73,-49 109-1,42-115-392,-259 597-1235,-17 38 1309,240-529 459,52-137 319,10-28-242,0-1 0,0 1 0,-6 8 0,8-13-120,0 1-1,0-1 1,0 0-1,0 1 0,-1-1 1,1 1-1,0-1 1,0 0-1,-1 1 1,1-1-1,0 0 0,0 0 1,-1 1-1,1-1 1,0 0-1,-1 0 1,1 1-1,0-1 0,-1 0 1,1 0-1,-1 0 1,1 0-1,0 1 1,-1-1-1,1 0 0,-1 0 1,1 0-1,0 0 1,-1 0-1,1 0 1,-1 0-1,1 0 0,0 0 1,-1 0-1,1 0 1,-1 0-1,1-1 1,0 1-1,-1 0 0,1 0 1,0 0-1,-1 0 1,1-1-1,0 1 1,-1 0-1,1 0 0,0-1 1,-1 1-1,1 0 1,0-1-1,0 1 1,-1 0-1,1-1 0,0 1 1,0 0-1,0-1 1,-1 1-1,1-1 1,0 1-1,0 0 0,0-1 1,0 1-1,0-1 1,0 1-1,0 0 1,0-1-1,-3-12-6,1 0-1,0-1 1,1 1-1,0-1 1,3-23-1,-2 9-8,6-155-8,-2 132 0,17-80 0,223-716-1614,-132 494 1277,-19-4 0,-50 209 2503,-37 134-2044,-6 14-122,0 0 0,0 0 0,0 0 0,0 0 0,0-1 0,0 1 0,0 0 0,0 0 0,0 0 0,0 0 0,0 0 0,0 0 0,0 0 0,0 0 0,0-1 0,0 1 0,1 0 0,-1 0 0,0 0 0,0 0 0,0 0 0,0 0 0,0 0 0,0 0 0,0 0 0,1 0 0,-1 0 0,0 0 0,0 0 0,0 0 0,0 0 0,0 0 0,0 0 0,1 0 0,-1 0 0,0 0 0,0 0 0,0 0 0,0 0 0,1 0 0,1 5 0,1 10 0,-3-7 0,0 0 0,-1 0 0,0 0 0,0 0 0,0 0 0,-5 10 0,-19 48 0,10-29 0,6-15 12,-153 358-743,74-208 21,-88 244 1,48-70 844,117-336 1022,11-11-1142,0-27 740,25-238-947,16 1-1053,-19 135 1024,36-227 221,-52 319-27,36-374-318,-42 44 1445,-1 185-94,0 186-1006,0 1 0,0-1 0,0 1 0,-1-1 0,1 1 0,-1-1 0,1 0 0,-1 0 0,-4 5 0,-1 4 0,-209 413-1457,189-368 1384,6-14-372,-166 361-1372,133-272 1814,-41 156 0,16 29-925,62-232 840,-9 153 0,25-222 273,0-9 216,1 1 0,0-1 0,0 1 0,2 10 0,5-37 1525,5-12-1728,1 1 0,2 1 0,19-30 0,63-82-1175,-57 85 668,437-677-1691,-414 626 1456,152-271-33,-87 109 741,-117 249 1252,-11 20-1405,1 8 588,-1 18 222,0-25-761,-6 535 178,6 268-5367,1-293 3183,-1-38 1805,0-23 2136,0-160 4318,0-314-6254,15-347-1205,81-209 1123,-66 420 26,-4 33-14,14-81-10,-37 194 547,-3 31 39,-1 30-731,-2 1 0,-2-1 1,-3 0-1,-17 64 0,-160 501-2290,-44-15 398,83-217 2222,122-290 1602,10-34 1422,13-107-2915,6 12-274,2 0-1,1 1 0,19-53 0,53-110-584,-42 110 79,323-709-3667,-158 362 3275,-198 427 1116,-4 7-68,1 0 0,-1-1-1,1 1 1,0 0 0,1 1 0,-1-1-1,4-4 1,-6 8-133,0 0 0,0 0 1,0 0-1,0 0 0,1 0 0,-1 0 0,0 0 0,0 0 0,0 0 1,0 0-1,1 0 0,-1 0 0,0 0 0,0 0 0,0 0 0,0 0 1,1 0-1,-1 0 0,0 0 0,0 0 0,0 0 0,0 0 0,1 0 1,-1 0-1,0 0 0,0 0 0,1 1 113,-1-1-113,0 0 0,0 0 1,0 0-1,1 1 0,-1-1 0,0 0 0,0 0 0,0 0 0,0 0 1,0 1-1,0-1 0,0 0 0,0 0 0,0 0 0,0 0 0,0 1 1,0-1-1,0 0 0,0 0 0,0 0 0,2 9 312,-1-1-1,0 1 1,0-1 0,-1 16 0,0-6-1,-1 584-2311,-2-203 642,4 626 6564,-1-1039-5220,1 0-1,1 0 1,1 1 0,7-25-1,24-54-56,-20 59-62,66-167-844,42-106 893,-23-7-65,-86 262 200,28-67 1,-34 106 597,-7 12-657,0 0 0,0 0 0,0 0 0,1 0 0,-1 0 0,0 0 0,0 0 0,0 0 0,0 0 0,0 0 0,0 0 0,0 0 0,0 0-1,1 0 1,-1 0 0,0 1 0,0-1 0,0 0 0,0 0 0,0 0 0,0 0 0,0 0 0,0 0 0,0 0 0,0 0 0,1 0 0,-1 1 0,0-1 0,0 0 0,0 0 0,0 0 0,0 0 0,0 0 0,0 0 0,0 0 0,0 0 0,0 1 0,0-1 0,0 0 0,0 0 0,0 0 0,0 0 0,0 0 0,0 0 0,0 1 0,0-1 0,0 0 0,0 0 0,-1 0 0,-2 30 119,-13 28-339,-2 0 0,-2-1 0,-55 103 0,16-55 99,-73 96 1,-118 126 112,177-245-78,-105 90 0,164-160 469,0 0 0,-21 12 0,34-23-390,1-1 1,-1 1-1,0-1 1,1 1-1,-1-1 1,0 1-1,0-1 1,0 0-1,1 1 1,-1-1-1,0 0 0,0 0 1,0 1-1,0-1 1,0 0-1,0 0 1,1 0-1,-1 0 1,0 0-1,0 0 1,0 0-1,0 0 0,0-1 1,0 1-1,1 0 1,-1 0-1,0-1 1,0 1-1,0-1 1,1 1-1,-1-1 1,0 1-1,0-1 1,1 1-1,-1-1 0,0 1 1,1-1-1,-1 0 1,1 0-1,-1 1 1,0-2-1,-1-3-2,0 1 1,1-1-1,0 1 0,-1-1 1,1 0-1,0-8 0,-3-221-516,6 150 410,-2 34 76,15-442-1209,36 56 1036,-35 319 177,-11 59 988,-3 40-390,-2 15-361,0 5-90,-2 595 139,3-323-254,-1-118-1370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2.8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3.2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0.2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1.3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2.4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5:33:06.9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1473 735 24575,'1'14'0,"-1"0"0,0 0 0,-1 0 0,-5 27 0,-15 29-73,-49 109-1,42-115-392,-259 597-1235,-17 38 1309,240-529 459,52-137 319,10-28-242,0-1 0,0 1 0,-6 8 0,8-13-120,0 1-1,0-1 1,0 0-1,0 1 0,-1-1 1,1 1-1,0-1 1,0 0-1,-1 1 1,1-1-1,0 0 0,0 0 1,-1 1-1,1-1 1,0 0-1,-1 0 1,1 1-1,0-1 0,-1 0 1,1 0-1,-1 0 1,1 0-1,0 1 1,-1-1-1,1 0 0,-1 0 1,1 0-1,0 0 1,-1 0-1,1 0 1,-1 0-1,1 0 0,0 0 1,-1 0-1,1 0 1,-1 0-1,1-1 1,0 1-1,-1 0 0,1 0 1,0 0-1,-1 0 1,1-1-1,0 1 1,-1 0-1,1 0 0,0-1 1,-1 1-1,1 0 1,0-1-1,0 1 1,-1 0-1,1-1 0,0 1 1,0 0-1,0-1 1,-1 1-1,1-1 1,0 1-1,0 0 0,0-1 1,0 1-1,0-1 1,0 1-1,0 0 1,0-1-1,-3-12-6,1 0-1,0-1 1,1 1-1,0-1 1,3-23-1,-2 9-8,6-155-8,-2 132 0,17-80 0,223-716-1614,-132 494 1277,-19-4 0,-50 209 2503,-37 134-2044,-6 14-122,0 0 0,0 0 0,0 0 0,0 0 0,0-1 0,0 1 0,0 0 0,0 0 0,0 0 0,0 0 0,0 0 0,0 0 0,0 0 0,0 0 0,0-1 0,0 1 0,1 0 0,-1 0 0,0 0 0,0 0 0,0 0 0,0 0 0,0 0 0,0 0 0,0 0 0,1 0 0,-1 0 0,0 0 0,0 0 0,0 0 0,0 0 0,0 0 0,0 0 0,1 0 0,-1 0 0,0 0 0,0 0 0,0 0 0,0 0 0,1 0 0,1 5 0,1 10 0,-3-7 0,0 0 0,-1 0 0,0 0 0,0 0 0,0 0 0,-5 10 0,-19 48 0,10-29 0,6-15 12,-153 358-743,74-208 21,-88 244 1,48-70 844,117-336 1022,11-11-1142,0-27 740,25-238-947,16 1-1053,-19 135 1024,36-227 221,-52 319-27,36-374-318,-42 44 1445,-1 185-94,0 186-1006,0 1 0,0-1 0,0 1 0,-1-1 0,1 1 0,-1-1 0,1 0 0,-1 0 0,-4 5 0,-1 4 0,-209 413-1457,189-368 1384,6-14-372,-166 361-1372,133-272 1814,-41 156 0,16 29-925,62-232 840,-9 153 0,25-222 273,0-9 216,1 1 0,0-1 0,0 1 0,2 10 0,5-37 1525,5-12-1728,1 1 0,2 1 0,19-30 0,63-82-1175,-57 85 668,437-677-1691,-414 626 1456,152-271-33,-87 109 741,-117 249 1252,-11 20-1405,1 8 588,-1 18 222,0-25-761,-6 535 178,6 268-5367,1-293 3183,-1-38 1805,0-23 2136,0-160 4318,0-314-6254,15-347-1205,81-209 1123,-66 420 26,-4 33-14,14-81-10,-37 194 547,-3 31 39,-1 30-731,-2 1 0,-2-1 1,-3 0-1,-17 64 0,-160 501-2290,-44-15 398,83-217 2222,122-290 1602,10-34 1422,13-107-2915,6 12-274,2 0-1,1 1 0,19-53 0,53-110-584,-42 110 79,323-709-3667,-158 362 3275,-198 427 1116,-4 7-68,1 0 0,-1-1-1,1 1 1,0 0 0,1 1 0,-1-1-1,4-4 1,-6 8-133,0 0 0,0 0 1,0 0-1,0 0 0,1 0 0,-1 0 0,0 0 0,0 0 0,0 0 1,0 0-1,1 0 0,-1 0 0,0 0 0,0 0 0,0 0 0,0 0 1,1 0-1,-1 0 0,0 0 0,0 0 0,0 0 0,0 0 0,1 0 1,-1 0-1,0 0 0,0 0 0,1 1 113,-1-1-113,0 0 0,0 0 1,0 0-1,1 1 0,-1-1 0,0 0 0,0 0 0,0 0 0,0 0 1,0 1-1,0-1 0,0 0 0,0 0 0,0 0 0,0 0 0,0 1 1,0-1-1,0 0 0,0 0 0,0 0 0,2 9 312,-1-1-1,0 1 1,0-1 0,-1 16 0,0-6-1,-1 584-2311,-2-203 642,4 626 6564,-1-1039-5220,1 0-1,1 0 1,1 1 0,7-25-1,24-54-56,-20 59-62,66-167-844,42-106 893,-23-7-65,-86 262 200,28-67 1,-34 106 597,-7 12-657,0 0 0,0 0 0,0 0 0,1 0 0,-1 0 0,0 0 0,0 0 0,0 0 0,0 0 0,0 0 0,0 0 0,0 0 0,0 0-1,1 0 1,-1 0 0,0 1 0,0-1 0,0 0 0,0 0 0,0 0 0,0 0 0,0 0 0,0 0 0,0 0 0,0 0 0,1 0 0,-1 1 0,0-1 0,0 0 0,0 0 0,0 0 0,0 0 0,0 0 0,0 0 0,0 0 0,0 0 0,0 1 0,0-1 0,0 0 0,0 0 0,0 0 0,0 0 0,0 0 0,0 0 0,0 1 0,0-1 0,0 0 0,0 0 0,-1 0 0,-2 30 119,-13 28-339,-2 0 0,-2-1 0,-55 103 0,16-55 99,-73 96 1,-118 126 112,177-245-78,-105 90 0,164-160 469,0 0 0,-21 12 0,34-23-390,1-1 1,-1 1-1,0-1 1,1 1-1,-1-1 1,0 1-1,0-1 1,0 0-1,1 1 1,-1-1-1,0 0 0,0 0 1,0 1-1,0-1 1,0 0-1,0 0 1,1 0-1,-1 0 1,0 0-1,0 0 1,0 0-1,0 0 0,0-1 1,0 1-1,1 0 1,-1 0-1,0-1 1,0 1-1,0-1 1,1 1-1,-1-1 1,0 1-1,0-1 1,1 1-1,-1-1 0,0 1 1,1-1-1,-1 0 1,1 0-1,-1 1 1,0-2-1,-1-3-2,0 1 1,1-1-1,0 1 0,-1-1 1,1 0-1,0-8 0,-3-221-516,6 150 410,-2 34 76,15-442-1209,36 56 1036,-35 319 177,-11 59 988,-3 40-390,-2 15-361,0 5-90,-2 595 139,3-323-254,-1-118-1370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03:05.6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1209 1 24575,'-5'0'0,"1"0"0,0 1 0,-1 0 0,1 0 0,0 1 0,0-1 0,0 1 0,-6 3 0,-30 19 0,40-24 0,-158 116 0,106-73 0,34-28 0,-27 20 0,40-33 0,0 1 0,0-1 0,0 0 0,0 0 0,-1 0 0,1-1 0,-1 0 0,0 0 0,-7 0 0,-9 0 0,-24-3 0,13 0 0,-52 3 0,-48-3 0,127 1 0,-1 0 0,1 0 0,0-1 0,0 0 0,1 0 0,-1 0 0,0-1 0,1 0 0,-1 0 0,1-1 0,0 1 0,-8-8 0,0 1 0,8 7 0,0 0 0,-1 0 0,1 1 0,-1-1 0,1 1 0,-1 1 0,0-1 0,0 1 0,0 0 0,-8-1 0,-9 1 0,-32 2 0,21 1 0,13-3 0,9 1 0,0 0 0,-14 2 0,23-2 0,1 0 0,-1 1 0,1-1 0,-1 1 0,1 0 0,-1 0 0,1 0 0,0 0 0,-1 0 0,1 1 0,0-1 0,0 1 0,0-1 0,0 1 0,-3 2 0,5-1 0,6-3 0,5-3 0,255-97 0,-229 87 0,-23 7 0,0 0 0,1 2 0,-1 0 0,1 0 0,29-2 0,-34 6 0,0 0 0,0 1 0,0 0 0,0 1 0,-1 0 0,20 6 0,-23-6 0,0 1 0,0 0 0,-1 0 0,1 0 0,-1 1 0,1-1 0,-1 1 0,0 1 0,-1-1 0,1 1 0,7 9 0,-9-9 0,-1-1 0,0 1 0,0 0 0,-1-1 0,1 1 0,-1 0 0,0 0 0,-1 0 0,1 0 0,-1 7 0,0 9 0,-3 21 0,2-35 0,-1 1 0,1-1 0,-1 0 0,-1 0 0,0-1 0,0 1 0,0 0 0,0-1 0,-1 0 0,0 0 0,-7 8 0,4-7 0,1 1 0,-1-1 0,-1-1 0,1 1 0,-1-2 0,-1 1 0,-15 8 0,21-12 0,0-1 0,0 0 0,0 0 0,0 0 0,-1-1 0,1 1 0,0-1 0,0 1 0,0-1 0,-1 0 0,1 0 0,-5-1 0,6 0 0,0 1 0,0-1 0,0 0 0,0 0 0,0 0 0,0 0 0,0 0 0,0 0 0,0 0 0,1-1 0,-1 1 0,0 0 0,1-1 0,-1 0 0,1 1 0,-1-1 0,1 0 0,0 0 0,-1-2 0,-18-33 0,-17-34 0,36 68 0,0 1 0,-1-1 0,0 1 0,1-1 0,-1 1 0,0 0 0,0 0 0,0 0 0,0 0 0,-1 0 0,1 0 0,0 1 0,-1-1 0,1 1 0,-1-1 0,0 1 0,1 0 0,-1 0 0,0 0 0,0 1 0,0-1 0,0 1 0,0-1 0,0 1 0,1 0 0,-1 0 0,-4 1 0,-1-1 0,-1 1 0,1 1 0,-1-1 0,1 1 0,0 1 0,0-1 0,0 2 0,-10 4 0,8-3 0,0 1 0,1 0 0,0 1 0,0-1 0,0 2 0,1-1 0,0 1 0,0 1 0,1-1 0,-6 11 0,10-15 0,0 0 0,0 1 0,0-1 0,0 0 0,-1-1 0,0 1 0,-6 4 0,7-6 0,0 0 0,-1-1 0,1 1 0,-1-1 0,0 0 0,1 0 0,-1 0 0,0 0 0,1-1 0,-1 1 0,-4-1 0,3 0 0,-25 2 0,28-1 0,1-1 0,0 0 0,-1 0 0,1 1 0,0-1 0,0 1 0,-1-1 0,1 1 0,0-1 0,0 1 0,0 0 0,0 0 0,0-1 0,0 1 0,0 0 0,0 0 0,0 0 0,0 0 0,0 1 0,0-1 0,1 0 0,0 0 0,0-1 0,0 1 0,0 0 0,0 0 0,0-1 0,0 1 0,1 0 0,-1 0 0,0-1 0,0 1 0,0 0 0,1-1 0,-1 1 0,0 0 0,1-1 0,-1 1 0,0 0 0,1-1 0,-1 1 0,1-1 0,-1 1 0,1-1 0,0 1 0,-1-1 0,1 1 0,-1-1 0,1 0 0,0 1 0,0 0 0,25 11 0,-23-11 0,127 56 0,-122-54 0,1 0 0,0-1 0,-1 0 0,1 0 0,0-1 0,10 1 0,56-3 0,-36 0 0,345 0 0,-553 10 0,-6 0 0,-264-10 0,526-7 0,-13 1 0,407 4-473,-273 4 338,-174 0 152,0 1 0,-1 2 0,0 1 0,0 2 0,36 12 0,-54-13 163,0 0 0,21 14 0,-20-11-197,21 9 0,-32-16 17,0 1 0,0-1 0,0 1 0,0 0 0,0 1 0,-1-1 0,0 1 0,1 0 0,-1 0 0,-1 0 0,1 1 0,-1-1 0,1 1 0,-1 0 0,0 0 0,3 8 0,0 6 0,0 0 0,0 0 0,3 29 0,-3-16 0,40 125 0,-32-116 0,18 44 0,81 154 0,-68-141 0,-4-5 0,-36-82 0,0 0 0,-1 0 0,-1 1 0,0 0 0,0-1 0,-1 1 0,-1 0 0,0 1 0,-1 19 0,-3 11 0,-12 59 0,5-38 0,-19 153 0,21-163 0,4-29 0,-2 37 0,6-53 0,-1-1 0,0 1 0,0-1 0,-1 1 0,0-1 0,0 0 0,-1 0 0,0 0 0,-5 9 0,-1-3 0,0 0 0,-1-1 0,-19 22 0,-95 94 0,118-122 0,-1 0 0,0-1 0,0 0 0,-1-1 0,1 1 0,-1-1 0,-1-1 0,1 0 0,0 0 0,-1 0 0,0-1 0,0 0 0,0-1 0,0 0 0,-1-1 0,-15 1 0,-151-3 0,173 1 0,1-1 0,-1 1 0,0-1 0,0 0 0,0 0 0,0 0 0,0 0 0,1 0 0,-1 0 0,0-1 0,1 1 0,-1-1 0,1 0 0,0 0 0,-1 0 0,-2-3 0,0-3 0,-1 1 0,2-1 0,-9-16 0,4 7 0,9 16 0,-9-18 0,9 18 0,0 1 0,-1-1 0,1 1 0,0-1 0,0 1 0,0-1 0,-1 1 0,1-1 0,0 0 0,0 1 0,0-1 0,0 1 0,0-1 0,0 0 0,0 1 0,0-1 0,0 0 0,0 1 0,0-1 0,0 1 0,1-1 0,-1 1 0,0-1 0,0 0 0,1 1 0,-1-1 0,0 1 0,1-1 0,0 1 0,-1 0 0,1 0 0,-1 0 0,1 0 0,-1 0 0,1 1 0,-1-1 0,0 0 0,1 0 0,-1 1 0,1-1 0,-1 0 0,0 1 0,1-1 0,-1 0 0,0 1 0,1-1 0,-1 1 0,0-1 0,0 0 0,1 1 0,-1 0 0,9 14 0,-7-12 0,2 5 0,-1 0 0,1 1 0,-2-1 0,1 0 0,-1 1 0,0 0 0,0-1 0,-1 10 0,-1 73 0,-2-45 0,2 103 0,-1-165 0,0-1 0,-2 1 0,-6-25 0,6 31 0,-1 1 0,-7-14 0,7 14 0,-1 0 0,-4-15 0,7 14 0,-1 0 0,0 0 0,-1 1 0,0-1 0,-1 1 0,1 0 0,-11-14 0,14 22 0,1 0 0,-1 1 0,1-1 0,-1 1 0,1-1 0,-1 1 0,1-1 0,-1 1 0,1-1 0,-1 1 0,1 0 0,-1-1 0,0 1 0,1 0 0,-1-1 0,0 1 0,1 0 0,-1 0 0,0 0 0,1 0 0,-1 0 0,-1 0 0,1 0 0,0 0 0,1 1 0,-1-1 0,1 0 0,-1 1 0,0-1 0,1 1 0,-1-1 0,1 1 0,-1-1 0,1 1 0,-1-1 0,1 1 0,0 0 0,-1-1 0,1 1 0,0 0 0,-1 0 0,-1 6 0,0 0 0,0 0 0,-1 12 0,2-10 0,-14 38 0,10-30 0,-5 23 0,9-35 0,0 0 0,0 0 0,1 0 0,0 0 0,0 0 0,1 0 0,-1 0 0,1-1 0,2 8 0,-2-10 0,0 0 0,0-1 0,0 1 0,0 0 0,0-1 0,0 1 0,0-1 0,1 1 0,-1-1 0,0 0 0,1 0 0,0 1 0,-1-1 0,1 0 0,-1 0 0,1-1 0,0 1 0,0 0 0,0 0 0,-1-1 0,1 1 0,0-1 0,0 0 0,2 1 0,7 0 0,0-1 0,-1 0 0,14-1 0,-9 0 0,-4 0 0,-4 0 0,1 1 0,0 0 0,0 1 0,12 1 0,-18-2 0,-1 1 0,1-1 0,0 1 0,-1 0 0,1-1 0,0 1 0,-1 0 0,1 0 0,-1 0 0,1 0 0,-1 0 0,1 0 0,-1 1 0,0-1 0,0 0 0,0 1 0,1-1 0,-1 1 0,-1-1 0,1 1 0,0-1 0,0 1 0,0 0 0,-1-1 0,1 4 0,0 2 0,0 0 0,0 1 0,-1-1 0,0 1 0,0-1 0,-2 9 0,-12 46 0,11-49 0,3-12 0,0-1 0,0 1 0,0-1 0,0 1 0,0-1 0,0 1 0,0-1 0,0 1 0,-1-1 0,1 1 0,0-1 0,0 1 0,0-1 0,-1 1 0,1-1 0,0 0 0,-1 1 0,1-1 0,0 1 0,-1-1 0,1 0 0,0 1 0,-1-1 0,1 0 0,-1 0 0,1 1 0,0-1 0,-1 0 0,1 0 0,-1 0 0,1 1 0,-1-1 0,0 0 0,-1-1 0,1 1 0,-1-1 0,1 1 0,0-1 0,-1 0 0,1 0 0,0 0 0,-1 0 0,0-1 0,-15-9 0,15 11 0,1 0 0,0-1 0,-1 1 0,1 0 0,0 0 0,-1 0 0,1 0 0,-1 0 0,1 0 0,0 0 0,-1 0 0,1 1 0,0-1 0,-1 0 0,1 1 0,0-1 0,-1 1 0,1 0 0,0-1 0,0 1 0,0 0 0,0 0 0,-2 1 0,2 0 0,-1 0 0,0 0 0,1 0 0,0 0 0,-1 0 0,1 0 0,0 1 0,0-1 0,0 1 0,1-1 0,-1 1 0,0 2 0,0-1 0,1 0 0,0 0 0,0 0 0,0 0 0,0 0 0,1-1 0,-1 1 0,2 4 0,-2-6 0,1 0 0,0 0 0,-1 0 0,1-1 0,0 1 0,0 0 0,0 0 0,0-1 0,0 1 0,0-1 0,1 1 0,-1-1 0,1 1 0,-1-1 0,3 2 0,-2-2-85,1 0 0,-1 0-1,0 0 1,1 0 0,-1 0-1,1-1 1,0 1 0,-1-1-1,1 0 1,-1 0 0,1 0-1,0 0 1,-1 0 0,1 0-1,3-1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03:21.8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33:38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 24575,'13'1'0,"0"-2"0,-1 0 0,1 0 0,0-1 0,0-1 0,-1 0 0,1-1 0,-1 0 0,0-1 0,0 0 0,21-14 0,-23 15 0,-1-1 0,0 1 0,1 1 0,0 0 0,0 0 0,0 1 0,0 0 0,10-1 0,24-4 0,-16 0 0,0 2 0,0 1 0,40-1 0,-11 5 0,78 2 0,-51 13 0,-79-15 0,-1 0 0,0 1 0,1 0 0,-1 0 0,0 0 0,0 0 0,0 1 0,0 0 0,0 0 0,0 0 0,0 0 0,0 0 0,-1 1 0,1 0 0,4 4 0,14 12-44,-5-3-616,16 17-1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33:42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0 24575,'-3'2'0,"1"-1"0,-1 1 0,1 0 0,-1 0 0,1 0 0,0 0 0,0 0 0,0 1 0,0-1 0,0 1 0,0-1 0,1 1 0,-1 0 0,-1 3 0,-1 5 0,0 1 0,-3 15 0,0-2 0,-18 61 0,16-47 0,-5 53 0,11 111 0,5-108 0,-2 298 0,0-382 0,1-1 0,0 1 0,1 0 0,6 18 0,18 40 0,-23-62 0,1 2 0,1 0 0,0-1 0,1 0-1,0 0 1,0 0 0,8 7 0,6 8-1364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33:45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 24575,'2'26'0,"1"-1"0,1 1 0,13 44 0,-10-44 0,0-1 0,-4-15 0,0 1 0,3 22 0,-4-12 0,1 0 0,9 33 0,2-19 0,-10-28 0,-1 1 0,0-1 0,0 1 0,2 10 0,4 41 0,-2 0 0,-2 78 0,-4-86 0,0-27 0,-1 1 0,-3 30 0,1-48 0,0-1 0,0 1 0,-1-1 0,0 0 0,0 0 0,0 0 0,-1 0 0,-6 7 0,5-5 0,0 0 0,0 0 0,-6 13 0,-6 22 0,-24 67 0,37-96 0,0-1 0,-1 0 0,-1 0 0,-11 19 0,14-27-170,0-1-1,1 1 0,0 0 1,0 0-1,0 1 0,0-1 1,-1 9-1,1 3-6655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33:52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0 24575,'-1'20'0,"-7"39"0,-1 8 0,0-1 0,6-46 0,-3 33 0,6-29 0,1 132 0,6-119-1365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34:09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24575,'0'579'-1365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31T06:34:17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54C73-64D5-4801-7DF3-F9ED03D8A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F05C4A-7AE6-14D8-A26B-B989E4EBE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0B3101-18B2-AEC4-7B7C-841024B1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F7E3B0-6DEF-21EF-35B0-4FB16F1B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CB15E8-CBC9-2A7F-C7CD-BDBE88EA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23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78FA0-99BE-B2A2-3EA6-067243CB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969CA-C7FA-689E-5B82-FFE734BF4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EBEB8C-31FC-7B50-AC85-19DC1F43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19CE3-834B-29C7-1857-E48B46E9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447134-C3EF-96DC-7770-7B23C1AD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2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E4DCD-D369-401F-EA7E-D57A8867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EE2AAE-1F1E-8458-EF0E-379E01F50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74CBC-65E9-B683-1023-7D267CDE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FFCE9-4555-BA45-3CB6-2D1E9149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40C84-3E22-3475-9AD0-194D27EF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07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CCBCD-375D-F9F3-42BA-7E6F3B35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B8A61-7068-37AF-FFEF-3BEAC2546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6A2A67-C693-4F44-12D2-783B48504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80F54C-D014-909D-E71C-DFA5B821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8EA41-4B4A-6811-6E9A-974187C1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3E901A-42D3-0989-54D0-0E54A7F6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99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EDC9-00FE-D11C-88E7-065FB92F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A932FF-FD29-6B5A-EF20-AA50D6928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AF01BD-FCB5-3D42-390E-15B522F40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D43A30-D2AF-0E9A-5BF9-18B4DCE19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97A10C-6885-A468-25B3-142EADB1B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B5C90B-7C99-B999-FB75-45733D62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77D4CE-EF4C-4354-3FD7-5DB4F7E9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9F41E8-6E8E-26A2-D4C5-A72ED8C3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7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1B490-ED21-38A2-3326-DC853A5E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D1DA69-58B0-6FBB-D1AD-3EB5C6B3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722D60-D04E-1B4E-87FB-FED96B3B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A0328F-D8AE-4A01-5762-3E232AF7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99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38D61F-C0F9-C919-14DB-14F06E37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680073-83F5-5ABA-8090-3A461267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8FBEB-77D8-5C97-E071-7DFE29AF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91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BD219-A870-172B-A48E-B1CD5FE0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2A6878-2B2F-5CE1-6358-54B2A73A7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CB9DCB-C5BE-59AC-9A8F-75A8C31E2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E151F8-3248-996E-F261-7748671A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7A1C13-C53A-68A0-E126-A5D9CDC5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3CE14E-7776-718D-1EE8-E7BE9E43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61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64CC2-A6BC-1978-E70D-25E50320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14F5F8-0404-95DC-2281-D659542E7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5ED1CA-B09D-AAA4-1E37-2D1AFFDB7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1479C8-E8E8-1500-9C8E-4D031A69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987ADA-01CA-F5D9-5BA9-8F055DA8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17643-0C66-93D9-2D8D-34CC1334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21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9847A-8DC2-DC87-8295-53DBBFC4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FC1C97-AB14-BF4A-37EC-ED67AC6CF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0AD63-C841-B261-3195-DA187096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6770B-9C5C-F19E-0FA7-A3952B203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21EF2-96A5-C438-2869-9497CA09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40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6EBA0E-23B2-3211-DC92-61EEEF756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10FF21-5EEC-1D19-3633-F301707E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EDD33D-0238-A057-8D60-FA110722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ACFA8-11EE-A916-91DF-D11BDC93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6E945-0C2F-9311-3125-960229A0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14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76E7A3-110B-F1F6-C301-8C3F4763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80" y="341962"/>
            <a:ext cx="9999588" cy="678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8003D6-A147-4511-D95F-EECAADD6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080" y="1270341"/>
            <a:ext cx="10834720" cy="4906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D817F-131E-F59B-FD1C-7F6663C9E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A87B2-F011-469D-9F39-AC9292114540}" type="datetimeFigureOut">
              <a:rPr lang="zh-CN" altLang="en-US" smtClean="0"/>
              <a:t>2022/11/6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9D8D5A-BBA3-12E4-87AF-FBF351B39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747FF-F0BF-9995-6F9E-AB3AD9477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CBC8C-9D64-4418-A6C3-B0B19E7E6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1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.png"/><Relationship Id="rId7" Type="http://schemas.openxmlformats.org/officeDocument/2006/relationships/customXml" Target="../ink/ink5.xml"/><Relationship Id="rId12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14.xml"/><Relationship Id="rId3" Type="http://schemas.openxmlformats.org/officeDocument/2006/relationships/image" Target="../media/image13.png"/><Relationship Id="rId7" Type="http://schemas.openxmlformats.org/officeDocument/2006/relationships/customXml" Target="../ink/ink10.xml"/><Relationship Id="rId12" Type="http://schemas.openxmlformats.org/officeDocument/2006/relationships/customXml" Target="../ink/ink13.xml"/><Relationship Id="rId2" Type="http://schemas.openxmlformats.org/officeDocument/2006/relationships/image" Target="../media/image11.jpg"/><Relationship Id="rId16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customXml" Target="../ink/ink12.xml"/><Relationship Id="rId5" Type="http://schemas.openxmlformats.org/officeDocument/2006/relationships/image" Target="../media/image20.png"/><Relationship Id="rId15" Type="http://schemas.openxmlformats.org/officeDocument/2006/relationships/customXml" Target="../ink/ink16.xml"/><Relationship Id="rId10" Type="http://schemas.openxmlformats.org/officeDocument/2006/relationships/image" Target="../media/image15.png"/><Relationship Id="rId4" Type="http://schemas.openxmlformats.org/officeDocument/2006/relationships/customXml" Target="../ink/ink8.xml"/><Relationship Id="rId9" Type="http://schemas.openxmlformats.org/officeDocument/2006/relationships/customXml" Target="../ink/ink11.xml"/><Relationship Id="rId14" Type="http://schemas.openxmlformats.org/officeDocument/2006/relationships/customXml" Target="../ink/ink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19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9" Type="http://schemas.openxmlformats.org/officeDocument/2006/relationships/image" Target="../media/image370.png"/><Relationship Id="rId21" Type="http://schemas.openxmlformats.org/officeDocument/2006/relationships/image" Target="../media/image280.png"/><Relationship Id="rId34" Type="http://schemas.openxmlformats.org/officeDocument/2006/relationships/customXml" Target="../ink/ink37.xml"/><Relationship Id="rId42" Type="http://schemas.openxmlformats.org/officeDocument/2006/relationships/customXml" Target="../ink/ink42.xml"/><Relationship Id="rId7" Type="http://schemas.openxmlformats.org/officeDocument/2006/relationships/image" Target="../media/image210.png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20" Type="http://schemas.openxmlformats.org/officeDocument/2006/relationships/customXml" Target="../ink/ink30.xml"/><Relationship Id="rId29" Type="http://schemas.openxmlformats.org/officeDocument/2006/relationships/image" Target="../media/image320.png"/><Relationship Id="rId41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230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37" Type="http://schemas.openxmlformats.org/officeDocument/2006/relationships/image" Target="../media/image360.png"/><Relationship Id="rId40" Type="http://schemas.openxmlformats.org/officeDocument/2006/relationships/customXml" Target="../ink/ink40.xml"/><Relationship Id="rId5" Type="http://schemas.openxmlformats.org/officeDocument/2006/relationships/image" Target="../media/image190.png"/><Relationship Id="rId15" Type="http://schemas.openxmlformats.org/officeDocument/2006/relationships/image" Target="../media/image250.png"/><Relationship Id="rId23" Type="http://schemas.openxmlformats.org/officeDocument/2006/relationships/image" Target="../media/image290.png"/><Relationship Id="rId28" Type="http://schemas.openxmlformats.org/officeDocument/2006/relationships/customXml" Target="../ink/ink34.xml"/><Relationship Id="rId36" Type="http://schemas.openxmlformats.org/officeDocument/2006/relationships/customXml" Target="../ink/ink38.xml"/><Relationship Id="rId10" Type="http://schemas.openxmlformats.org/officeDocument/2006/relationships/customXml" Target="../ink/ink25.xml"/><Relationship Id="rId19" Type="http://schemas.openxmlformats.org/officeDocument/2006/relationships/image" Target="../media/image270.png"/><Relationship Id="rId31" Type="http://schemas.openxmlformats.org/officeDocument/2006/relationships/image" Target="../media/image330.png"/><Relationship Id="rId44" Type="http://schemas.openxmlformats.org/officeDocument/2006/relationships/customXml" Target="../ink/ink43.xml"/><Relationship Id="rId4" Type="http://schemas.openxmlformats.org/officeDocument/2006/relationships/customXml" Target="../ink/ink22.xml"/><Relationship Id="rId9" Type="http://schemas.openxmlformats.org/officeDocument/2006/relationships/image" Target="../media/image220.png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../media/image310.png"/><Relationship Id="rId30" Type="http://schemas.openxmlformats.org/officeDocument/2006/relationships/customXml" Target="../ink/ink35.xml"/><Relationship Id="rId35" Type="http://schemas.openxmlformats.org/officeDocument/2006/relationships/image" Target="../media/image350.png"/><Relationship Id="rId43" Type="http://schemas.openxmlformats.org/officeDocument/2006/relationships/image" Target="../media/image380.png"/><Relationship Id="rId8" Type="http://schemas.openxmlformats.org/officeDocument/2006/relationships/customXml" Target="../ink/ink24.xml"/><Relationship Id="rId3" Type="http://schemas.openxmlformats.org/officeDocument/2006/relationships/image" Target="../media/image180.png"/><Relationship Id="rId12" Type="http://schemas.openxmlformats.org/officeDocument/2006/relationships/customXml" Target="../ink/ink26.xml"/><Relationship Id="rId17" Type="http://schemas.openxmlformats.org/officeDocument/2006/relationships/image" Target="../media/image260.png"/><Relationship Id="rId25" Type="http://schemas.openxmlformats.org/officeDocument/2006/relationships/image" Target="../media/image300.png"/><Relationship Id="rId33" Type="http://schemas.openxmlformats.org/officeDocument/2006/relationships/image" Target="../media/image340.png"/><Relationship Id="rId38" Type="http://schemas.openxmlformats.org/officeDocument/2006/relationships/customXml" Target="../ink/ink39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customXml" Target="../ink/ink52.xml"/><Relationship Id="rId26" Type="http://schemas.openxmlformats.org/officeDocument/2006/relationships/customXml" Target="../ink/ink56.xml"/><Relationship Id="rId3" Type="http://schemas.openxmlformats.org/officeDocument/2006/relationships/image" Target="../media/image39.png"/><Relationship Id="rId21" Type="http://schemas.openxmlformats.org/officeDocument/2006/relationships/image" Target="../media/image48.png"/><Relationship Id="rId34" Type="http://schemas.openxmlformats.org/officeDocument/2006/relationships/customXml" Target="../ink/ink60.xml"/><Relationship Id="rId7" Type="http://schemas.openxmlformats.org/officeDocument/2006/relationships/image" Target="../media/image41.png"/><Relationship Id="rId12" Type="http://schemas.openxmlformats.org/officeDocument/2006/relationships/customXml" Target="../ink/ink49.xml"/><Relationship Id="rId17" Type="http://schemas.openxmlformats.org/officeDocument/2006/relationships/image" Target="../media/image46.png"/><Relationship Id="rId25" Type="http://schemas.openxmlformats.org/officeDocument/2006/relationships/image" Target="../media/image50.png"/><Relationship Id="rId33" Type="http://schemas.openxmlformats.org/officeDocument/2006/relationships/image" Target="../media/image54.png"/><Relationship Id="rId2" Type="http://schemas.openxmlformats.org/officeDocument/2006/relationships/customXml" Target="../ink/ink44.xml"/><Relationship Id="rId16" Type="http://schemas.openxmlformats.org/officeDocument/2006/relationships/customXml" Target="../ink/ink51.xml"/><Relationship Id="rId20" Type="http://schemas.openxmlformats.org/officeDocument/2006/relationships/customXml" Target="../ink/ink53.xml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../media/image43.png"/><Relationship Id="rId24" Type="http://schemas.openxmlformats.org/officeDocument/2006/relationships/customXml" Target="../ink/ink55.xml"/><Relationship Id="rId32" Type="http://schemas.openxmlformats.org/officeDocument/2006/relationships/customXml" Target="../ink/ink59.xml"/><Relationship Id="rId5" Type="http://schemas.openxmlformats.org/officeDocument/2006/relationships/image" Target="../media/image40.png"/><Relationship Id="rId15" Type="http://schemas.openxmlformats.org/officeDocument/2006/relationships/image" Target="../media/image45.png"/><Relationship Id="rId23" Type="http://schemas.openxmlformats.org/officeDocument/2006/relationships/image" Target="../media/image49.png"/><Relationship Id="rId28" Type="http://schemas.openxmlformats.org/officeDocument/2006/relationships/customXml" Target="../ink/ink57.xml"/><Relationship Id="rId10" Type="http://schemas.openxmlformats.org/officeDocument/2006/relationships/customXml" Target="../ink/ink48.xml"/><Relationship Id="rId19" Type="http://schemas.openxmlformats.org/officeDocument/2006/relationships/image" Target="../media/image47.png"/><Relationship Id="rId31" Type="http://schemas.openxmlformats.org/officeDocument/2006/relationships/image" Target="../media/image53.png"/><Relationship Id="rId4" Type="http://schemas.openxmlformats.org/officeDocument/2006/relationships/customXml" Target="../ink/ink45.xml"/><Relationship Id="rId9" Type="http://schemas.openxmlformats.org/officeDocument/2006/relationships/image" Target="../media/image42.png"/><Relationship Id="rId14" Type="http://schemas.openxmlformats.org/officeDocument/2006/relationships/customXml" Target="../ink/ink50.xml"/><Relationship Id="rId22" Type="http://schemas.openxmlformats.org/officeDocument/2006/relationships/customXml" Target="../ink/ink54.xml"/><Relationship Id="rId27" Type="http://schemas.openxmlformats.org/officeDocument/2006/relationships/image" Target="../media/image51.png"/><Relationship Id="rId30" Type="http://schemas.openxmlformats.org/officeDocument/2006/relationships/customXml" Target="../ink/ink58.xml"/><Relationship Id="rId35" Type="http://schemas.openxmlformats.org/officeDocument/2006/relationships/image" Target="../media/image55.png"/><Relationship Id="rId8" Type="http://schemas.openxmlformats.org/officeDocument/2006/relationships/customXml" Target="../ink/ink4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customXml" Target="../ink/ink62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customXml" Target="../ink/ink64.xml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3" Type="http://schemas.openxmlformats.org/officeDocument/2006/relationships/customXml" Target="../ink/ink65.xml"/><Relationship Id="rId7" Type="http://schemas.openxmlformats.org/officeDocument/2006/relationships/customXml" Target="../ink/ink68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.xml"/><Relationship Id="rId5" Type="http://schemas.openxmlformats.org/officeDocument/2006/relationships/customXml" Target="../ink/ink66.xml"/><Relationship Id="rId10" Type="http://schemas.openxmlformats.org/officeDocument/2006/relationships/image" Target="../media/image69.png"/><Relationship Id="rId4" Type="http://schemas.openxmlformats.org/officeDocument/2006/relationships/image" Target="../media/image57.png"/><Relationship Id="rId9" Type="http://schemas.openxmlformats.org/officeDocument/2006/relationships/customXml" Target="../ink/ink7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6.xml"/><Relationship Id="rId3" Type="http://schemas.openxmlformats.org/officeDocument/2006/relationships/image" Target="../media/image57.png"/><Relationship Id="rId7" Type="http://schemas.openxmlformats.org/officeDocument/2006/relationships/customXml" Target="../ink/ink75.xml"/><Relationship Id="rId12" Type="http://schemas.openxmlformats.org/officeDocument/2006/relationships/image" Target="../media/image71.png"/><Relationship Id="rId2" Type="http://schemas.openxmlformats.org/officeDocument/2006/relationships/customXml" Target="../ink/ink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4.xml"/><Relationship Id="rId11" Type="http://schemas.openxmlformats.org/officeDocument/2006/relationships/image" Target="../media/image68.png"/><Relationship Id="rId5" Type="http://schemas.openxmlformats.org/officeDocument/2006/relationships/customXml" Target="../ink/ink73.xml"/><Relationship Id="rId10" Type="http://schemas.openxmlformats.org/officeDocument/2006/relationships/image" Target="../media/image66.png"/><Relationship Id="rId4" Type="http://schemas.openxmlformats.org/officeDocument/2006/relationships/customXml" Target="../ink/ink72.xml"/><Relationship Id="rId9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7.xml"/><Relationship Id="rId7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customXml" Target="../ink/ink78.xml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1.xml"/><Relationship Id="rId13" Type="http://schemas.openxmlformats.org/officeDocument/2006/relationships/image" Target="../media/image91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customXml" Target="../ink/ink83.xml"/><Relationship Id="rId2" Type="http://schemas.openxmlformats.org/officeDocument/2006/relationships/image" Target="../media/image83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0.xml"/><Relationship Id="rId11" Type="http://schemas.openxmlformats.org/officeDocument/2006/relationships/image" Target="../media/image90.png"/><Relationship Id="rId5" Type="http://schemas.openxmlformats.org/officeDocument/2006/relationships/image" Target="../media/image87.png"/><Relationship Id="rId15" Type="http://schemas.openxmlformats.org/officeDocument/2006/relationships/image" Target="../media/image92.png"/><Relationship Id="rId10" Type="http://schemas.openxmlformats.org/officeDocument/2006/relationships/customXml" Target="../ink/ink82.xml"/><Relationship Id="rId4" Type="http://schemas.openxmlformats.org/officeDocument/2006/relationships/customXml" Target="../ink/ink79.xml"/><Relationship Id="rId9" Type="http://schemas.openxmlformats.org/officeDocument/2006/relationships/image" Target="../media/image89.png"/><Relationship Id="rId14" Type="http://schemas.openxmlformats.org/officeDocument/2006/relationships/customXml" Target="../ink/ink8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35A35-D529-E58F-4DED-41E3FC5989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工程制图</a:t>
            </a:r>
            <a:r>
              <a:rPr lang="en-US" altLang="zh-CN" dirty="0"/>
              <a:t>C</a:t>
            </a:r>
            <a:r>
              <a:rPr lang="zh-CN" altLang="en-US" dirty="0"/>
              <a:t>期末串讲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E57BFF-869A-1E71-AAB0-139C76866E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——</a:t>
            </a:r>
            <a:r>
              <a:rPr lang="zh-CN" altLang="en-US" dirty="0"/>
              <a:t>第四、六章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串讲人：梅傲寒</a:t>
            </a:r>
          </a:p>
        </p:txBody>
      </p:sp>
    </p:spTree>
    <p:extLst>
      <p:ext uri="{BB962C8B-B14F-4D97-AF65-F5344CB8AC3E}">
        <p14:creationId xmlns:p14="http://schemas.microsoft.com/office/powerpoint/2010/main" val="39517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F84F7-940A-6E7B-6D90-010B997C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组合体的视图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660563-DFD8-800B-98C2-69EACB380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组合体的画图与读图</a:t>
            </a:r>
            <a:endParaRPr lang="en-US" altLang="zh-CN" dirty="0"/>
          </a:p>
          <a:p>
            <a:r>
              <a:rPr lang="zh-CN" altLang="en-US" dirty="0"/>
              <a:t>组合体尺寸标注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233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ED016-18A2-390A-B315-3A94FECB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5859DD-5510-C87E-6455-275BC23FB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堆积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切割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综合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C41095-37D8-0311-BC96-44358F902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22" y="233041"/>
            <a:ext cx="2648829" cy="26488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7ABB9A-115D-F46E-D342-532923D4A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322" y="2819136"/>
            <a:ext cx="2422368" cy="20961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6DF93B-2A03-D03E-C2BA-52BD590D6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948" y="3907838"/>
            <a:ext cx="2822471" cy="26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9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A9E6E-4CDE-6A4A-F510-16785A0A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组合体表面分析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E2B684E-5926-0E6E-C226-3D3A3D91A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653" y="1505838"/>
            <a:ext cx="10166326" cy="3700643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1FE626B-4467-2CC2-5F23-51EE316C1BD7}"/>
              </a:ext>
            </a:extLst>
          </p:cNvPr>
          <p:cNvSpPr txBox="1"/>
          <p:nvPr/>
        </p:nvSpPr>
        <p:spPr>
          <a:xfrm>
            <a:off x="2295332" y="5352162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/>
              <a:t>共面</a:t>
            </a:r>
            <a:endParaRPr lang="en-US" altLang="zh-CN" sz="3200" dirty="0"/>
          </a:p>
          <a:p>
            <a:pPr algn="ctr"/>
            <a:r>
              <a:rPr lang="zh-CN" altLang="en-US" sz="3200" dirty="0"/>
              <a:t>（无分界线）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8FC6EC2D-4702-4CCB-09BC-3EEB8DCDB0D7}"/>
                  </a:ext>
                </a:extLst>
              </p14:cNvPr>
              <p14:cNvContentPartPr/>
              <p14:nvPr/>
            </p14:nvContentPartPr>
            <p14:xfrm>
              <a:off x="1598329" y="2245673"/>
              <a:ext cx="33120" cy="122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8FC6EC2D-4702-4CCB-09BC-3EEB8DCDB0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0689" y="2227673"/>
                <a:ext cx="687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8DAAE722-016D-6A98-50C2-E6904B0442A8}"/>
                  </a:ext>
                </a:extLst>
              </p14:cNvPr>
              <p14:cNvContentPartPr/>
              <p14:nvPr/>
            </p14:nvContentPartPr>
            <p14:xfrm>
              <a:off x="1598329" y="2239193"/>
              <a:ext cx="935280" cy="6300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8DAAE722-016D-6A98-50C2-E6904B0442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0689" y="2221193"/>
                <a:ext cx="97092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112C926-7171-124A-A403-0D6C0567C8BC}"/>
                  </a:ext>
                </a:extLst>
              </p14:cNvPr>
              <p14:cNvContentPartPr/>
              <p14:nvPr/>
            </p14:nvContentPartPr>
            <p14:xfrm>
              <a:off x="9078049" y="2314793"/>
              <a:ext cx="72360" cy="2790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112C926-7171-124A-A403-0D6C0567C8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60409" y="2297153"/>
                <a:ext cx="108000" cy="3146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91BE2FF-29E2-AC93-044C-383B3DB1B63F}"/>
              </a:ext>
            </a:extLst>
          </p:cNvPr>
          <p:cNvSpPr txBox="1"/>
          <p:nvPr/>
        </p:nvSpPr>
        <p:spPr>
          <a:xfrm>
            <a:off x="5365103" y="5352162"/>
            <a:ext cx="26468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/>
              <a:t>相交</a:t>
            </a:r>
            <a:endParaRPr lang="en-US" altLang="zh-CN" sz="3200" dirty="0"/>
          </a:p>
          <a:p>
            <a:pPr algn="ctr"/>
            <a:r>
              <a:rPr lang="zh-CN" altLang="en-US" sz="3200" dirty="0"/>
              <a:t>（有分界线）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F67035-CFC4-AB01-6FDF-04EE78B5D3E4}"/>
              </a:ext>
            </a:extLst>
          </p:cNvPr>
          <p:cNvSpPr txBox="1"/>
          <p:nvPr/>
        </p:nvSpPr>
        <p:spPr>
          <a:xfrm>
            <a:off x="8767667" y="5352162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/>
              <a:t>相切</a:t>
            </a:r>
            <a:endParaRPr lang="en-US" altLang="zh-CN" sz="3200" dirty="0"/>
          </a:p>
          <a:p>
            <a:pPr algn="ctr"/>
            <a:r>
              <a:rPr lang="zh-CN" altLang="en-US" sz="3200" dirty="0"/>
              <a:t>（无分界线）</a:t>
            </a:r>
          </a:p>
        </p:txBody>
      </p:sp>
    </p:spTree>
    <p:extLst>
      <p:ext uri="{BB962C8B-B14F-4D97-AF65-F5344CB8AC3E}">
        <p14:creationId xmlns:p14="http://schemas.microsoft.com/office/powerpoint/2010/main" val="417672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8A07502-5B7E-527F-A483-CACA1173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559" y="2135238"/>
            <a:ext cx="4517407" cy="420586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35368C9-37BE-73E3-9C81-5380190C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组合体画图</a:t>
            </a:r>
            <a:r>
              <a:rPr lang="en-US" altLang="zh-CN" dirty="0"/>
              <a:t>——</a:t>
            </a:r>
            <a:r>
              <a:rPr lang="zh-CN" altLang="en-US" dirty="0"/>
              <a:t>形体分析法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62163D3-883F-4A03-31B7-1E948E40D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适用于堆积组合体，将整体分解成多个简单形体的堆积以简化理解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11479D-AB03-3D6B-807F-764F0727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40068"/>
            <a:ext cx="2186003" cy="24860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0CFED01-4953-6A47-7C62-FEBAE654B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154" y="2135238"/>
            <a:ext cx="2876571" cy="3495701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02F16345-7B97-5CCD-36E8-CFDAE64353BB}"/>
              </a:ext>
            </a:extLst>
          </p:cNvPr>
          <p:cNvSpPr/>
          <p:nvPr/>
        </p:nvSpPr>
        <p:spPr>
          <a:xfrm>
            <a:off x="3135086" y="3723652"/>
            <a:ext cx="1001485" cy="176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24674668-0C27-26C0-EEBF-9B6399BE7926}"/>
                  </a:ext>
                </a:extLst>
              </p14:cNvPr>
              <p14:cNvContentPartPr/>
              <p14:nvPr/>
            </p14:nvContentPartPr>
            <p14:xfrm>
              <a:off x="10453609" y="5591873"/>
              <a:ext cx="467280" cy="66060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24674668-0C27-26C0-EEBF-9B6399BE79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35609" y="5574233"/>
                <a:ext cx="502920" cy="69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9E85E0EE-B75E-396E-A714-6F931251E2A8}"/>
                  </a:ext>
                </a:extLst>
              </p14:cNvPr>
              <p14:cNvContentPartPr/>
              <p14:nvPr/>
            </p14:nvContentPartPr>
            <p14:xfrm>
              <a:off x="10456129" y="5646953"/>
              <a:ext cx="1302120" cy="69840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9E85E0EE-B75E-396E-A714-6F931251E2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93489" y="5584313"/>
                <a:ext cx="1427760" cy="8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FDD1A588-A95D-CF79-5A7C-574C21A2EA10}"/>
                  </a:ext>
                </a:extLst>
              </p14:cNvPr>
              <p14:cNvContentPartPr/>
              <p14:nvPr/>
            </p14:nvContentPartPr>
            <p14:xfrm>
              <a:off x="7290289" y="4826873"/>
              <a:ext cx="147240" cy="36972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FDD1A588-A95D-CF79-5A7C-574C21A2EA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27649" y="4764233"/>
                <a:ext cx="27288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66E58EF1-FB2B-8B55-8D48-48DAF1064C71}"/>
                  </a:ext>
                </a:extLst>
              </p14:cNvPr>
              <p14:cNvContentPartPr/>
              <p14:nvPr/>
            </p14:nvContentPartPr>
            <p14:xfrm>
              <a:off x="4291849" y="1256033"/>
              <a:ext cx="360" cy="36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66E58EF1-FB2B-8B55-8D48-48DAF1064C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73849" y="1148393"/>
                <a:ext cx="36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5929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692E9F68-3A47-A5A5-88ED-8BC13F378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446" y="-138859"/>
            <a:ext cx="4747993" cy="698234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71520FB-AFC4-5AB4-A697-E9833C3F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组合体画图</a:t>
            </a:r>
            <a:r>
              <a:rPr lang="en-US" altLang="zh-CN" dirty="0"/>
              <a:t>——</a:t>
            </a:r>
            <a:r>
              <a:rPr lang="zh-CN" altLang="en-US" dirty="0"/>
              <a:t>按切割顺序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107322-27AC-E9E8-9A17-55E42FA5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适用于切割组合体，按切割顺序分析绘制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561F46-F701-A8EF-2FE3-364A8CAD2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92" y="2838260"/>
            <a:ext cx="2987700" cy="26388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D3CA6CB-D036-0699-D02A-B90F814F5F6C}"/>
                  </a:ext>
                </a:extLst>
              </p14:cNvPr>
              <p14:cNvContentPartPr/>
              <p14:nvPr/>
            </p14:nvContentPartPr>
            <p14:xfrm>
              <a:off x="994969" y="2251793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D3CA6CB-D036-0699-D02A-B90F814F5F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2329" y="218879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23E06D0-E9AB-2574-1C6C-442CD9A9909E}"/>
                  </a:ext>
                </a:extLst>
              </p14:cNvPr>
              <p14:cNvContentPartPr/>
              <p14:nvPr/>
            </p14:nvContentPartPr>
            <p14:xfrm>
              <a:off x="5169169" y="3022913"/>
              <a:ext cx="360" cy="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23E06D0-E9AB-2574-1C6C-442CD9A99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6169" y="2959913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A65D2127-DA9E-AAC7-622D-FA799115D36B}"/>
              </a:ext>
            </a:extLst>
          </p:cNvPr>
          <p:cNvGrpSpPr/>
          <p:nvPr/>
        </p:nvGrpSpPr>
        <p:grpSpPr>
          <a:xfrm>
            <a:off x="2109529" y="2589473"/>
            <a:ext cx="186120" cy="1159920"/>
            <a:chOff x="2109529" y="2589473"/>
            <a:chExt cx="186120" cy="11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9C0A25F1-12CF-43C4-53D8-970698D5AF87}"/>
                    </a:ext>
                  </a:extLst>
                </p14:cNvPr>
                <p14:cNvContentPartPr/>
                <p14:nvPr/>
              </p14:nvContentPartPr>
              <p14:xfrm>
                <a:off x="2109529" y="2854793"/>
                <a:ext cx="186120" cy="4975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9C0A25F1-12CF-43C4-53D8-970698D5AF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46529" y="2792153"/>
                  <a:ext cx="3117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5C79D6BF-411E-76A1-FA07-5B7E58F75A7B}"/>
                    </a:ext>
                  </a:extLst>
                </p14:cNvPr>
                <p14:cNvContentPartPr/>
                <p14:nvPr/>
              </p14:nvContentPartPr>
              <p14:xfrm>
                <a:off x="2131849" y="2589473"/>
                <a:ext cx="70200" cy="115992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5C79D6BF-411E-76A1-FA07-5B7E58F75A7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69209" y="2526473"/>
                  <a:ext cx="195840" cy="128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8B339E53-5845-6009-618C-AC0D4FDCFBFB}"/>
                  </a:ext>
                </a:extLst>
              </p14:cNvPr>
              <p14:cNvContentPartPr/>
              <p14:nvPr/>
            </p14:nvContentPartPr>
            <p14:xfrm>
              <a:off x="9772129" y="2985473"/>
              <a:ext cx="360" cy="36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8B339E53-5845-6009-618C-AC0D4FDCFB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09129" y="292283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7DE637FD-E031-72FA-C22D-F410FB3B837D}"/>
                  </a:ext>
                </a:extLst>
              </p14:cNvPr>
              <p14:cNvContentPartPr/>
              <p14:nvPr/>
            </p14:nvContentPartPr>
            <p14:xfrm>
              <a:off x="9753409" y="3402353"/>
              <a:ext cx="360" cy="36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7DE637FD-E031-72FA-C22D-F410FB3B83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90409" y="333935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9C130DB3-BC63-2DA3-74F2-484D630A4FA1}"/>
                  </a:ext>
                </a:extLst>
              </p14:cNvPr>
              <p14:cNvContentPartPr/>
              <p14:nvPr/>
            </p14:nvContentPartPr>
            <p14:xfrm>
              <a:off x="8005609" y="1063433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9C130DB3-BC63-2DA3-74F2-484D630A4F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42609" y="100043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A1322C44-39B6-34C9-24C8-58C4E146B88E}"/>
                  </a:ext>
                </a:extLst>
              </p14:cNvPr>
              <p14:cNvContentPartPr/>
              <p14:nvPr/>
            </p14:nvContentPartPr>
            <p14:xfrm>
              <a:off x="8845129" y="3943433"/>
              <a:ext cx="36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A1322C44-39B6-34C9-24C8-58C4E146B8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82489" y="388079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58B6DD7E-F5FA-DE81-C11D-BF8D68C8ADE8}"/>
                  </a:ext>
                </a:extLst>
              </p14:cNvPr>
              <p14:cNvContentPartPr/>
              <p14:nvPr/>
            </p14:nvContentPartPr>
            <p14:xfrm>
              <a:off x="10677414" y="3881973"/>
              <a:ext cx="360" cy="36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58B6DD7E-F5FA-DE81-C11D-BF8D68C8AD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14774" y="381897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03BFAF9D-B935-B402-FAAE-467945C082C5}"/>
                  </a:ext>
                </a:extLst>
              </p14:cNvPr>
              <p14:cNvContentPartPr/>
              <p14:nvPr/>
            </p14:nvContentPartPr>
            <p14:xfrm>
              <a:off x="9745374" y="3427293"/>
              <a:ext cx="360" cy="3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03BFAF9D-B935-B402-FAAE-467945C082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2734" y="336465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96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F0028-C7EA-F4D7-31CC-1C42C03C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图线与线框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321A0-48BB-C38B-D11C-E5B4E341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图线</a:t>
            </a:r>
            <a:endParaRPr lang="en-US" altLang="zh-CN" dirty="0"/>
          </a:p>
          <a:p>
            <a:r>
              <a:rPr lang="zh-CN" altLang="en-US" sz="2400" dirty="0"/>
              <a:t>表面积聚性投影</a:t>
            </a:r>
            <a:endParaRPr lang="en-US" altLang="zh-CN" sz="2400" dirty="0"/>
          </a:p>
          <a:p>
            <a:r>
              <a:rPr lang="zh-CN" altLang="en-US" sz="2400" dirty="0"/>
              <a:t>表面交线投影</a:t>
            </a:r>
            <a:endParaRPr lang="en-US" altLang="zh-CN" sz="2400" dirty="0"/>
          </a:p>
          <a:p>
            <a:r>
              <a:rPr lang="zh-CN" altLang="en-US" sz="2400" dirty="0"/>
              <a:t>曲面投影轮廓线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dirty="0"/>
              <a:t>线框</a:t>
            </a:r>
            <a:endParaRPr lang="en-US" altLang="zh-CN" dirty="0"/>
          </a:p>
          <a:p>
            <a:r>
              <a:rPr lang="zh-CN" altLang="en-US" sz="2400" dirty="0"/>
              <a:t>平面投影</a:t>
            </a:r>
            <a:endParaRPr lang="en-US" altLang="zh-CN" sz="2400" dirty="0"/>
          </a:p>
          <a:p>
            <a:r>
              <a:rPr lang="zh-CN" altLang="en-US" sz="2400" dirty="0"/>
              <a:t>曲面投影</a:t>
            </a:r>
            <a:endParaRPr lang="en-US" altLang="zh-CN" sz="2400" dirty="0"/>
          </a:p>
          <a:p>
            <a:r>
              <a:rPr lang="zh-CN" altLang="en-US" sz="2400" dirty="0"/>
              <a:t>孔</a:t>
            </a:r>
            <a:endParaRPr lang="en-US" altLang="zh-CN" sz="2400" dirty="0"/>
          </a:p>
          <a:p>
            <a:r>
              <a:rPr lang="zh-CN" altLang="en-US" sz="2400" dirty="0"/>
              <a:t>光滑过渡表面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E57E43-26EA-FEB7-920E-C0B9F79A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596" y="1802985"/>
            <a:ext cx="4553935" cy="347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51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C7F80-46D4-19BC-2C51-A859FE54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5C7F5-0E17-1060-1008-B0BD6A87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注意层次关系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根据投影规律分清物体上面的位置高低前后左右、平面或斜面、平面或曲面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D1A8932-0169-1533-B0A4-84D578DA23E4}"/>
              </a:ext>
            </a:extLst>
          </p:cNvPr>
          <p:cNvGrpSpPr>
            <a:grpSpLocks/>
          </p:cNvGrpSpPr>
          <p:nvPr/>
        </p:nvGrpSpPr>
        <p:grpSpPr bwMode="auto">
          <a:xfrm>
            <a:off x="2068929" y="2983261"/>
            <a:ext cx="2181225" cy="2574925"/>
            <a:chOff x="996" y="2462"/>
            <a:chExt cx="990" cy="1169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790F17A-DD7C-5B3F-1104-144FCA1D41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6" y="2462"/>
              <a:ext cx="936" cy="1169"/>
              <a:chOff x="4169" y="958"/>
              <a:chExt cx="936" cy="1169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467A6AB6-4569-09ED-7F4B-0725A2F11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958"/>
                <a:ext cx="935" cy="567"/>
              </a:xfrm>
              <a:custGeom>
                <a:avLst/>
                <a:gdLst>
                  <a:gd name="T0" fmla="*/ 4 w 1800"/>
                  <a:gd name="T1" fmla="*/ 21 h 1092"/>
                  <a:gd name="T2" fmla="*/ 35 w 1800"/>
                  <a:gd name="T3" fmla="*/ 21 h 1092"/>
                  <a:gd name="T4" fmla="*/ 35 w 1800"/>
                  <a:gd name="T5" fmla="*/ 0 h 1092"/>
                  <a:gd name="T6" fmla="*/ 21 w 1800"/>
                  <a:gd name="T7" fmla="*/ 0 h 1092"/>
                  <a:gd name="T8" fmla="*/ 21 w 1800"/>
                  <a:gd name="T9" fmla="*/ 6 h 1092"/>
                  <a:gd name="T10" fmla="*/ 10 w 1800"/>
                  <a:gd name="T11" fmla="*/ 6 h 1092"/>
                  <a:gd name="T12" fmla="*/ 10 w 1800"/>
                  <a:gd name="T13" fmla="*/ 12 h 1092"/>
                  <a:gd name="T14" fmla="*/ 0 w 1800"/>
                  <a:gd name="T15" fmla="*/ 12 h 1092"/>
                  <a:gd name="T16" fmla="*/ 0 w 1800"/>
                  <a:gd name="T17" fmla="*/ 21 h 1092"/>
                  <a:gd name="T18" fmla="*/ 4 w 1800"/>
                  <a:gd name="T19" fmla="*/ 21 h 10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00"/>
                  <a:gd name="T31" fmla="*/ 0 h 1092"/>
                  <a:gd name="T32" fmla="*/ 1800 w 1800"/>
                  <a:gd name="T33" fmla="*/ 1092 h 10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00" h="1092">
                    <a:moveTo>
                      <a:pt x="180" y="1092"/>
                    </a:moveTo>
                    <a:lnTo>
                      <a:pt x="1800" y="1092"/>
                    </a:lnTo>
                    <a:lnTo>
                      <a:pt x="1800" y="0"/>
                    </a:lnTo>
                    <a:lnTo>
                      <a:pt x="1080" y="0"/>
                    </a:lnTo>
                    <a:lnTo>
                      <a:pt x="1080" y="312"/>
                    </a:lnTo>
                    <a:lnTo>
                      <a:pt x="540" y="312"/>
                    </a:lnTo>
                    <a:lnTo>
                      <a:pt x="540" y="624"/>
                    </a:lnTo>
                    <a:lnTo>
                      <a:pt x="0" y="624"/>
                    </a:lnTo>
                    <a:lnTo>
                      <a:pt x="0" y="1092"/>
                    </a:lnTo>
                    <a:lnTo>
                      <a:pt x="180" y="1092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7805731A-61E0-8445-F075-4945BB6BC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5" y="1140"/>
                <a:ext cx="255" cy="146"/>
              </a:xfrm>
              <a:custGeom>
                <a:avLst/>
                <a:gdLst>
                  <a:gd name="T0" fmla="*/ 0 w 255"/>
                  <a:gd name="T1" fmla="*/ 141 h 147"/>
                  <a:gd name="T2" fmla="*/ 255 w 255"/>
                  <a:gd name="T3" fmla="*/ 141 h 147"/>
                  <a:gd name="T4" fmla="*/ 255 w 255"/>
                  <a:gd name="T5" fmla="*/ 0 h 147"/>
                  <a:gd name="T6" fmla="*/ 0 60000 65536"/>
                  <a:gd name="T7" fmla="*/ 0 60000 65536"/>
                  <a:gd name="T8" fmla="*/ 0 60000 65536"/>
                  <a:gd name="T9" fmla="*/ 0 w 255"/>
                  <a:gd name="T10" fmla="*/ 0 h 147"/>
                  <a:gd name="T11" fmla="*/ 255 w 255"/>
                  <a:gd name="T12" fmla="*/ 147 h 1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5" h="147">
                    <a:moveTo>
                      <a:pt x="0" y="147"/>
                    </a:moveTo>
                    <a:lnTo>
                      <a:pt x="255" y="147"/>
                    </a:lnTo>
                    <a:lnTo>
                      <a:pt x="255" y="0"/>
                    </a:ln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lg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微软雅黑" pitchFamily="34" charset="-122"/>
                  <a:cs typeface="Times New Roman" pitchFamily="18" charset="0"/>
                </a:endParaRPr>
              </a:p>
            </p:txBody>
          </p:sp>
          <p:grpSp>
            <p:nvGrpSpPr>
              <p:cNvPr id="11" name="Group 8">
                <a:extLst>
                  <a:ext uri="{FF2B5EF4-FFF2-40B4-BE49-F238E27FC236}">
                    <a16:creationId xmlns:a16="http://schemas.microsoft.com/office/drawing/2014/main" id="{D3BCB5A4-FB7F-465E-03DD-E39DE33C72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69" y="1635"/>
                <a:ext cx="936" cy="492"/>
                <a:chOff x="2814" y="1632"/>
                <a:chExt cx="936" cy="492"/>
              </a:xfrm>
            </p:grpSpPr>
            <p:sp>
              <p:nvSpPr>
                <p:cNvPr id="13" name="Rectangle 9">
                  <a:extLst>
                    <a:ext uri="{FF2B5EF4-FFF2-40B4-BE49-F238E27FC236}">
                      <a16:creationId xmlns:a16="http://schemas.microsoft.com/office/drawing/2014/main" id="{EFB82229-ED2E-9E87-9F82-4C91F74BF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4" y="1635"/>
                  <a:ext cx="936" cy="48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 10">
                  <a:extLst>
                    <a:ext uri="{FF2B5EF4-FFF2-40B4-BE49-F238E27FC236}">
                      <a16:creationId xmlns:a16="http://schemas.microsoft.com/office/drawing/2014/main" id="{48AD1368-EFED-31F0-1883-CC2EF4F3B0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5" y="1878"/>
                  <a:ext cx="655" cy="243"/>
                </a:xfrm>
                <a:custGeom>
                  <a:avLst/>
                  <a:gdLst>
                    <a:gd name="T0" fmla="*/ 655 w 655"/>
                    <a:gd name="T1" fmla="*/ 0 h 225"/>
                    <a:gd name="T2" fmla="*/ 0 w 655"/>
                    <a:gd name="T3" fmla="*/ 1 h 225"/>
                    <a:gd name="T4" fmla="*/ 1 w 655"/>
                    <a:gd name="T5" fmla="*/ 356 h 225"/>
                    <a:gd name="T6" fmla="*/ 0 60000 65536"/>
                    <a:gd name="T7" fmla="*/ 0 60000 65536"/>
                    <a:gd name="T8" fmla="*/ 0 60000 65536"/>
                    <a:gd name="T9" fmla="*/ 0 w 655"/>
                    <a:gd name="T10" fmla="*/ 0 h 225"/>
                    <a:gd name="T11" fmla="*/ 655 w 655"/>
                    <a:gd name="T12" fmla="*/ 225 h 22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55" h="225">
                      <a:moveTo>
                        <a:pt x="655" y="0"/>
                      </a:moveTo>
                      <a:lnTo>
                        <a:pt x="0" y="1"/>
                      </a:lnTo>
                      <a:lnTo>
                        <a:pt x="1" y="225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5" name="Line 11">
                  <a:extLst>
                    <a:ext uri="{FF2B5EF4-FFF2-40B4-BE49-F238E27FC236}">
                      <a16:creationId xmlns:a16="http://schemas.microsoft.com/office/drawing/2014/main" id="{824D7E2C-99B8-561D-6BC7-B3CA080BE5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8" y="1632"/>
                  <a:ext cx="0" cy="24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ea typeface="微软雅黑" pitchFamily="34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E76CC985-F18B-26B5-D796-2642AF759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5" y="1119"/>
                <a:ext cx="6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1D1F5697-A10A-4E2A-380B-5E0177CB2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3152"/>
              <a:ext cx="340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9C23E3BA-CC5B-DF00-CFF4-5DC8A1CBF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3158"/>
              <a:ext cx="340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" name="Text Box 15">
              <a:extLst>
                <a:ext uri="{FF2B5EF4-FFF2-40B4-BE49-F238E27FC236}">
                  <a16:creationId xmlns:a16="http://schemas.microsoft.com/office/drawing/2014/main" id="{52CD7C56-B960-51E4-09AE-D39A29844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3392"/>
              <a:ext cx="340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3</a:t>
              </a: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FF10C054-6AB6-4F0C-229C-9D880C1778BC}"/>
              </a:ext>
            </a:extLst>
          </p:cNvPr>
          <p:cNvGrpSpPr>
            <a:grpSpLocks/>
          </p:cNvGrpSpPr>
          <p:nvPr/>
        </p:nvGrpSpPr>
        <p:grpSpPr bwMode="auto">
          <a:xfrm>
            <a:off x="7011795" y="3021808"/>
            <a:ext cx="2181225" cy="2574925"/>
            <a:chOff x="3491" y="2455"/>
            <a:chExt cx="990" cy="1169"/>
          </a:xfrm>
        </p:grpSpPr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542FC4CD-94AB-18DD-7CA8-0F88596E7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455"/>
              <a:ext cx="935" cy="567"/>
            </a:xfrm>
            <a:custGeom>
              <a:avLst/>
              <a:gdLst>
                <a:gd name="T0" fmla="*/ 940 w 934"/>
                <a:gd name="T1" fmla="*/ 567 h 567"/>
                <a:gd name="T2" fmla="*/ 939 w 934"/>
                <a:gd name="T3" fmla="*/ 161 h 567"/>
                <a:gd name="T4" fmla="*/ 566 w 934"/>
                <a:gd name="T5" fmla="*/ 0 h 567"/>
                <a:gd name="T6" fmla="*/ 280 w 934"/>
                <a:gd name="T7" fmla="*/ 162 h 567"/>
                <a:gd name="T8" fmla="*/ 0 w 934"/>
                <a:gd name="T9" fmla="*/ 324 h 567"/>
                <a:gd name="T10" fmla="*/ 0 w 934"/>
                <a:gd name="T11" fmla="*/ 567 h 567"/>
                <a:gd name="T12" fmla="*/ 940 w 934"/>
                <a:gd name="T13" fmla="*/ 567 h 5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4"/>
                <a:gd name="T22" fmla="*/ 0 h 567"/>
                <a:gd name="T23" fmla="*/ 934 w 934"/>
                <a:gd name="T24" fmla="*/ 567 h 5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4" h="567">
                  <a:moveTo>
                    <a:pt x="934" y="567"/>
                  </a:moveTo>
                  <a:lnTo>
                    <a:pt x="933" y="161"/>
                  </a:lnTo>
                  <a:lnTo>
                    <a:pt x="560" y="0"/>
                  </a:lnTo>
                  <a:lnTo>
                    <a:pt x="280" y="162"/>
                  </a:lnTo>
                  <a:lnTo>
                    <a:pt x="0" y="324"/>
                  </a:lnTo>
                  <a:lnTo>
                    <a:pt x="0" y="567"/>
                  </a:lnTo>
                  <a:lnTo>
                    <a:pt x="934" y="567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18" name="Group 21">
              <a:extLst>
                <a:ext uri="{FF2B5EF4-FFF2-40B4-BE49-F238E27FC236}">
                  <a16:creationId xmlns:a16="http://schemas.microsoft.com/office/drawing/2014/main" id="{FBD85179-7949-6A63-1450-782E79CFD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1" y="3132"/>
              <a:ext cx="936" cy="492"/>
              <a:chOff x="2814" y="1632"/>
              <a:chExt cx="936" cy="492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4FD18-1633-0C94-833F-DBF4C4E66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4" y="1635"/>
                <a:ext cx="936" cy="48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A31AE5EB-FBA2-3458-F3B0-0F02F4EA0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1878"/>
                <a:ext cx="655" cy="243"/>
              </a:xfrm>
              <a:custGeom>
                <a:avLst/>
                <a:gdLst>
                  <a:gd name="T0" fmla="*/ 655 w 655"/>
                  <a:gd name="T1" fmla="*/ 0 h 225"/>
                  <a:gd name="T2" fmla="*/ 0 w 655"/>
                  <a:gd name="T3" fmla="*/ 1 h 225"/>
                  <a:gd name="T4" fmla="*/ 1 w 655"/>
                  <a:gd name="T5" fmla="*/ 356 h 225"/>
                  <a:gd name="T6" fmla="*/ 0 60000 65536"/>
                  <a:gd name="T7" fmla="*/ 0 60000 65536"/>
                  <a:gd name="T8" fmla="*/ 0 60000 65536"/>
                  <a:gd name="T9" fmla="*/ 0 w 655"/>
                  <a:gd name="T10" fmla="*/ 0 h 225"/>
                  <a:gd name="T11" fmla="*/ 655 w 655"/>
                  <a:gd name="T12" fmla="*/ 225 h 2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5" h="225">
                    <a:moveTo>
                      <a:pt x="655" y="0"/>
                    </a:moveTo>
                    <a:lnTo>
                      <a:pt x="0" y="1"/>
                    </a:lnTo>
                    <a:lnTo>
                      <a:pt x="1" y="225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AEBD2D0C-F43F-9669-2A63-FD76D48D9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8" y="163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70FD7C22-FE06-7BD5-E784-F250D6E2B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2616"/>
              <a:ext cx="6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66416A24-12F9-08D6-2339-CA1F2F581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3145"/>
              <a:ext cx="340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CCA81A70-483C-3352-4D4F-9919C8607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7" y="3151"/>
              <a:ext cx="340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2" name="Text Box 28">
              <a:extLst>
                <a:ext uri="{FF2B5EF4-FFF2-40B4-BE49-F238E27FC236}">
                  <a16:creationId xmlns:a16="http://schemas.microsoft.com/office/drawing/2014/main" id="{03B49DBD-7219-795F-5309-71BB73348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" y="3385"/>
              <a:ext cx="340" cy="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黑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i="1">
                  <a:solidFill>
                    <a:srgbClr val="00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411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E3AB4-AB1A-2D12-0353-0FFA1349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93CD1-CA09-1DA8-8F72-4F35C15FE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65" y="1301386"/>
            <a:ext cx="10834720" cy="4906622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倾斜平面相仿性（边数、凹凸性、点的连接顺序）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线段平行关系</a:t>
            </a:r>
            <a:endParaRPr lang="en-US" altLang="zh-CN" dirty="0"/>
          </a:p>
        </p:txBody>
      </p:sp>
      <p:sp>
        <p:nvSpPr>
          <p:cNvPr id="563" name="Freeform 2">
            <a:extLst>
              <a:ext uri="{FF2B5EF4-FFF2-40B4-BE49-F238E27FC236}">
                <a16:creationId xmlns:a16="http://schemas.microsoft.com/office/drawing/2014/main" id="{FF8B941A-904E-B364-EE07-F003EE1AF010}"/>
              </a:ext>
            </a:extLst>
          </p:cNvPr>
          <p:cNvSpPr>
            <a:spLocks/>
          </p:cNvSpPr>
          <p:nvPr/>
        </p:nvSpPr>
        <p:spPr bwMode="auto">
          <a:xfrm>
            <a:off x="2263775" y="4700847"/>
            <a:ext cx="1933575" cy="280988"/>
          </a:xfrm>
          <a:custGeom>
            <a:avLst/>
            <a:gdLst>
              <a:gd name="T0" fmla="*/ 0 w 1032"/>
              <a:gd name="T1" fmla="*/ 2147483647 h 150"/>
              <a:gd name="T2" fmla="*/ 2147483647 w 1032"/>
              <a:gd name="T3" fmla="*/ 2147483647 h 150"/>
              <a:gd name="T4" fmla="*/ 2147483647 w 1032"/>
              <a:gd name="T5" fmla="*/ 2147483647 h 150"/>
              <a:gd name="T6" fmla="*/ 2147483647 w 1032"/>
              <a:gd name="T7" fmla="*/ 2147483647 h 150"/>
              <a:gd name="T8" fmla="*/ 2147483647 w 1032"/>
              <a:gd name="T9" fmla="*/ 2147483647 h 150"/>
              <a:gd name="T10" fmla="*/ 2147483647 w 1032"/>
              <a:gd name="T11" fmla="*/ 2147483647 h 150"/>
              <a:gd name="T12" fmla="*/ 2147483647 w 1032"/>
              <a:gd name="T13" fmla="*/ 2147483647 h 150"/>
              <a:gd name="T14" fmla="*/ 2147483647 w 1032"/>
              <a:gd name="T15" fmla="*/ 2147483647 h 150"/>
              <a:gd name="T16" fmla="*/ 2147483647 w 1032"/>
              <a:gd name="T17" fmla="*/ 2147483647 h 150"/>
              <a:gd name="T18" fmla="*/ 2147483647 w 1032"/>
              <a:gd name="T19" fmla="*/ 2147483647 h 150"/>
              <a:gd name="T20" fmla="*/ 2147483647 w 1032"/>
              <a:gd name="T21" fmla="*/ 2147483647 h 150"/>
              <a:gd name="T22" fmla="*/ 2147483647 w 1032"/>
              <a:gd name="T23" fmla="*/ 0 h 1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32"/>
              <a:gd name="T37" fmla="*/ 0 h 150"/>
              <a:gd name="T38" fmla="*/ 1032 w 1032"/>
              <a:gd name="T39" fmla="*/ 150 h 15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32" h="150">
                <a:moveTo>
                  <a:pt x="0" y="45"/>
                </a:moveTo>
                <a:lnTo>
                  <a:pt x="129" y="45"/>
                </a:lnTo>
                <a:lnTo>
                  <a:pt x="129" y="141"/>
                </a:lnTo>
                <a:lnTo>
                  <a:pt x="258" y="144"/>
                </a:lnTo>
                <a:lnTo>
                  <a:pt x="417" y="60"/>
                </a:lnTo>
                <a:lnTo>
                  <a:pt x="621" y="60"/>
                </a:lnTo>
                <a:lnTo>
                  <a:pt x="789" y="147"/>
                </a:lnTo>
                <a:lnTo>
                  <a:pt x="912" y="150"/>
                </a:lnTo>
                <a:lnTo>
                  <a:pt x="915" y="45"/>
                </a:lnTo>
                <a:lnTo>
                  <a:pt x="1032" y="42"/>
                </a:lnTo>
                <a:lnTo>
                  <a:pt x="1032" y="6"/>
                </a:lnTo>
                <a:lnTo>
                  <a:pt x="9" y="0"/>
                </a:lnTo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4" name="Freeform 3">
            <a:extLst>
              <a:ext uri="{FF2B5EF4-FFF2-40B4-BE49-F238E27FC236}">
                <a16:creationId xmlns:a16="http://schemas.microsoft.com/office/drawing/2014/main" id="{2339E31B-22E9-C2DD-C0B6-64FFFD632A17}"/>
              </a:ext>
            </a:extLst>
          </p:cNvPr>
          <p:cNvSpPr>
            <a:spLocks/>
          </p:cNvSpPr>
          <p:nvPr/>
        </p:nvSpPr>
        <p:spPr bwMode="auto">
          <a:xfrm>
            <a:off x="5918200" y="4691322"/>
            <a:ext cx="1963738" cy="277813"/>
          </a:xfrm>
          <a:custGeom>
            <a:avLst/>
            <a:gdLst>
              <a:gd name="T0" fmla="*/ 2147483647 w 1046"/>
              <a:gd name="T1" fmla="*/ 2147483647 h 148"/>
              <a:gd name="T2" fmla="*/ 2147483647 w 1046"/>
              <a:gd name="T3" fmla="*/ 2147483647 h 148"/>
              <a:gd name="T4" fmla="*/ 2147483647 w 1046"/>
              <a:gd name="T5" fmla="*/ 2147483647 h 148"/>
              <a:gd name="T6" fmla="*/ 2147483647 w 1046"/>
              <a:gd name="T7" fmla="*/ 2147483647 h 148"/>
              <a:gd name="T8" fmla="*/ 2147483647 w 1046"/>
              <a:gd name="T9" fmla="*/ 2147483647 h 148"/>
              <a:gd name="T10" fmla="*/ 2147483647 w 1046"/>
              <a:gd name="T11" fmla="*/ 2147483647 h 148"/>
              <a:gd name="T12" fmla="*/ 2147483647 w 1046"/>
              <a:gd name="T13" fmla="*/ 2147483647 h 148"/>
              <a:gd name="T14" fmla="*/ 2147483647 w 1046"/>
              <a:gd name="T15" fmla="*/ 2147483647 h 148"/>
              <a:gd name="T16" fmla="*/ 2147483647 w 1046"/>
              <a:gd name="T17" fmla="*/ 2147483647 h 148"/>
              <a:gd name="T18" fmla="*/ 0 w 1046"/>
              <a:gd name="T19" fmla="*/ 0 h 14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46"/>
              <a:gd name="T31" fmla="*/ 0 h 148"/>
              <a:gd name="T32" fmla="*/ 1046 w 1046"/>
              <a:gd name="T33" fmla="*/ 148 h 14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46" h="148">
                <a:moveTo>
                  <a:pt x="141" y="43"/>
                </a:moveTo>
                <a:lnTo>
                  <a:pt x="142" y="148"/>
                </a:lnTo>
                <a:lnTo>
                  <a:pt x="270" y="148"/>
                </a:lnTo>
                <a:lnTo>
                  <a:pt x="430" y="66"/>
                </a:lnTo>
                <a:lnTo>
                  <a:pt x="632" y="66"/>
                </a:lnTo>
                <a:lnTo>
                  <a:pt x="804" y="148"/>
                </a:lnTo>
                <a:lnTo>
                  <a:pt x="924" y="148"/>
                </a:lnTo>
                <a:lnTo>
                  <a:pt x="927" y="43"/>
                </a:lnTo>
                <a:lnTo>
                  <a:pt x="1046" y="4"/>
                </a:lnTo>
                <a:lnTo>
                  <a:pt x="0" y="0"/>
                </a:lnTo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5" name="Group 8">
            <a:extLst>
              <a:ext uri="{FF2B5EF4-FFF2-40B4-BE49-F238E27FC236}">
                <a16:creationId xmlns:a16="http://schemas.microsoft.com/office/drawing/2014/main" id="{FC25F643-F9A1-A389-3984-BCD1FCE2EDBD}"/>
              </a:ext>
            </a:extLst>
          </p:cNvPr>
          <p:cNvGrpSpPr>
            <a:grpSpLocks/>
          </p:cNvGrpSpPr>
          <p:nvPr/>
        </p:nvGrpSpPr>
        <p:grpSpPr bwMode="auto">
          <a:xfrm>
            <a:off x="2328863" y="2573597"/>
            <a:ext cx="928687" cy="1614488"/>
            <a:chOff x="1883" y="2314"/>
            <a:chExt cx="495" cy="861"/>
          </a:xfrm>
        </p:grpSpPr>
        <p:grpSp>
          <p:nvGrpSpPr>
            <p:cNvPr id="566" name="Group 9">
              <a:extLst>
                <a:ext uri="{FF2B5EF4-FFF2-40B4-BE49-F238E27FC236}">
                  <a16:creationId xmlns:a16="http://schemas.microsoft.com/office/drawing/2014/main" id="{D994B48B-2F01-78D2-C01E-435B97FA1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1" y="2314"/>
              <a:ext cx="141" cy="89"/>
              <a:chOff x="1528" y="2828"/>
              <a:chExt cx="141" cy="89"/>
            </a:xfrm>
          </p:grpSpPr>
          <p:sp>
            <p:nvSpPr>
              <p:cNvPr id="572" name="Freeform 10">
                <a:extLst>
                  <a:ext uri="{FF2B5EF4-FFF2-40B4-BE49-F238E27FC236}">
                    <a16:creationId xmlns:a16="http://schemas.microsoft.com/office/drawing/2014/main" id="{433EB44F-F816-8139-2285-177BBE3CB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832"/>
                <a:ext cx="3" cy="83"/>
              </a:xfrm>
              <a:custGeom>
                <a:avLst/>
                <a:gdLst>
                  <a:gd name="T0" fmla="*/ 0 w 8"/>
                  <a:gd name="T1" fmla="*/ 0 h 580"/>
                  <a:gd name="T2" fmla="*/ 0 w 8"/>
                  <a:gd name="T3" fmla="*/ 0 h 580"/>
                  <a:gd name="T4" fmla="*/ 0 w 8"/>
                  <a:gd name="T5" fmla="*/ 0 h 580"/>
                  <a:gd name="T6" fmla="*/ 0 w 8"/>
                  <a:gd name="T7" fmla="*/ 0 h 580"/>
                  <a:gd name="T8" fmla="*/ 0 w 8"/>
                  <a:gd name="T9" fmla="*/ 0 h 5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"/>
                  <a:gd name="T16" fmla="*/ 0 h 580"/>
                  <a:gd name="T17" fmla="*/ 8 w 8"/>
                  <a:gd name="T18" fmla="*/ 580 h 5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" h="580">
                    <a:moveTo>
                      <a:pt x="3" y="0"/>
                    </a:moveTo>
                    <a:lnTo>
                      <a:pt x="8" y="498"/>
                    </a:lnTo>
                    <a:lnTo>
                      <a:pt x="3" y="580"/>
                    </a:lnTo>
                    <a:lnTo>
                      <a:pt x="0" y="544"/>
                    </a:lnTo>
                    <a:lnTo>
                      <a:pt x="3" y="50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" name="Freeform 11">
                <a:extLst>
                  <a:ext uri="{FF2B5EF4-FFF2-40B4-BE49-F238E27FC236}">
                    <a16:creationId xmlns:a16="http://schemas.microsoft.com/office/drawing/2014/main" id="{1A39D9B3-71C4-43D3-3BC9-FBCFACEF6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828"/>
                <a:ext cx="41" cy="7"/>
              </a:xfrm>
              <a:custGeom>
                <a:avLst/>
                <a:gdLst>
                  <a:gd name="T0" fmla="*/ 0 w 304"/>
                  <a:gd name="T1" fmla="*/ 0 h 51"/>
                  <a:gd name="T2" fmla="*/ 0 w 304"/>
                  <a:gd name="T3" fmla="*/ 0 h 51"/>
                  <a:gd name="T4" fmla="*/ 0 w 304"/>
                  <a:gd name="T5" fmla="*/ 0 h 51"/>
                  <a:gd name="T6" fmla="*/ 0 w 304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51"/>
                  <a:gd name="T14" fmla="*/ 304 w 304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51">
                    <a:moveTo>
                      <a:pt x="0" y="51"/>
                    </a:moveTo>
                    <a:lnTo>
                      <a:pt x="304" y="5"/>
                    </a:lnTo>
                    <a:lnTo>
                      <a:pt x="293" y="0"/>
                    </a:lnTo>
                    <a:lnTo>
                      <a:pt x="263" y="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" name="Freeform 12">
                <a:extLst>
                  <a:ext uri="{FF2B5EF4-FFF2-40B4-BE49-F238E27FC236}">
                    <a16:creationId xmlns:a16="http://schemas.microsoft.com/office/drawing/2014/main" id="{0BCE7E46-3611-658D-28B5-822D44ABC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864"/>
                <a:ext cx="61" cy="10"/>
              </a:xfrm>
              <a:custGeom>
                <a:avLst/>
                <a:gdLst>
                  <a:gd name="T0" fmla="*/ 0 w 426"/>
                  <a:gd name="T1" fmla="*/ 0 h 72"/>
                  <a:gd name="T2" fmla="*/ 0 w 426"/>
                  <a:gd name="T3" fmla="*/ 0 h 72"/>
                  <a:gd name="T4" fmla="*/ 0 w 426"/>
                  <a:gd name="T5" fmla="*/ 0 h 72"/>
                  <a:gd name="T6" fmla="*/ 0 w 426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6"/>
                  <a:gd name="T13" fmla="*/ 0 h 72"/>
                  <a:gd name="T14" fmla="*/ 426 w 426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6" h="72">
                    <a:moveTo>
                      <a:pt x="0" y="72"/>
                    </a:moveTo>
                    <a:lnTo>
                      <a:pt x="426" y="6"/>
                    </a:lnTo>
                    <a:lnTo>
                      <a:pt x="406" y="0"/>
                    </a:lnTo>
                    <a:lnTo>
                      <a:pt x="377" y="1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5" name="Freeform 13">
                <a:extLst>
                  <a:ext uri="{FF2B5EF4-FFF2-40B4-BE49-F238E27FC236}">
                    <a16:creationId xmlns:a16="http://schemas.microsoft.com/office/drawing/2014/main" id="{529AC67A-366E-4CDD-FE30-F54341586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2839"/>
                <a:ext cx="9" cy="24"/>
              </a:xfrm>
              <a:custGeom>
                <a:avLst/>
                <a:gdLst>
                  <a:gd name="T0" fmla="*/ 0 w 62"/>
                  <a:gd name="T1" fmla="*/ 0 h 163"/>
                  <a:gd name="T2" fmla="*/ 0 w 62"/>
                  <a:gd name="T3" fmla="*/ 0 h 163"/>
                  <a:gd name="T4" fmla="*/ 0 w 62"/>
                  <a:gd name="T5" fmla="*/ 0 h 163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63"/>
                  <a:gd name="T11" fmla="*/ 62 w 62"/>
                  <a:gd name="T12" fmla="*/ 163 h 1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63">
                    <a:moveTo>
                      <a:pt x="62" y="0"/>
                    </a:moveTo>
                    <a:lnTo>
                      <a:pt x="62" y="36"/>
                    </a:lnTo>
                    <a:lnTo>
                      <a:pt x="0" y="16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6" name="Freeform 14">
                <a:extLst>
                  <a:ext uri="{FF2B5EF4-FFF2-40B4-BE49-F238E27FC236}">
                    <a16:creationId xmlns:a16="http://schemas.microsoft.com/office/drawing/2014/main" id="{47EDD35B-9D8E-53F5-E584-92BD566AC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845"/>
                <a:ext cx="6" cy="16"/>
              </a:xfrm>
              <a:custGeom>
                <a:avLst/>
                <a:gdLst>
                  <a:gd name="T0" fmla="*/ 0 w 40"/>
                  <a:gd name="T1" fmla="*/ 0 h 117"/>
                  <a:gd name="T2" fmla="*/ 0 w 40"/>
                  <a:gd name="T3" fmla="*/ 0 h 117"/>
                  <a:gd name="T4" fmla="*/ 0 w 40"/>
                  <a:gd name="T5" fmla="*/ 0 h 117"/>
                  <a:gd name="T6" fmla="*/ 0 60000 65536"/>
                  <a:gd name="T7" fmla="*/ 0 60000 65536"/>
                  <a:gd name="T8" fmla="*/ 0 60000 65536"/>
                  <a:gd name="T9" fmla="*/ 0 w 40"/>
                  <a:gd name="T10" fmla="*/ 0 h 117"/>
                  <a:gd name="T11" fmla="*/ 40 w 40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" h="117">
                    <a:moveTo>
                      <a:pt x="0" y="0"/>
                    </a:moveTo>
                    <a:lnTo>
                      <a:pt x="37" y="82"/>
                    </a:lnTo>
                    <a:lnTo>
                      <a:pt x="40" y="11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7" name="Freeform 15">
                <a:extLst>
                  <a:ext uri="{FF2B5EF4-FFF2-40B4-BE49-F238E27FC236}">
                    <a16:creationId xmlns:a16="http://schemas.microsoft.com/office/drawing/2014/main" id="{32BA2A6E-7437-0A94-17F9-956A10E5C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2" y="2828"/>
                <a:ext cx="21" cy="29"/>
              </a:xfrm>
              <a:custGeom>
                <a:avLst/>
                <a:gdLst>
                  <a:gd name="T0" fmla="*/ 0 w 150"/>
                  <a:gd name="T1" fmla="*/ 0 h 204"/>
                  <a:gd name="T2" fmla="*/ 0 w 150"/>
                  <a:gd name="T3" fmla="*/ 0 h 204"/>
                  <a:gd name="T4" fmla="*/ 0 w 150"/>
                  <a:gd name="T5" fmla="*/ 0 h 204"/>
                  <a:gd name="T6" fmla="*/ 0 w 150"/>
                  <a:gd name="T7" fmla="*/ 0 h 204"/>
                  <a:gd name="T8" fmla="*/ 0 w 150"/>
                  <a:gd name="T9" fmla="*/ 0 h 2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0"/>
                  <a:gd name="T16" fmla="*/ 0 h 204"/>
                  <a:gd name="T17" fmla="*/ 150 w 150"/>
                  <a:gd name="T18" fmla="*/ 204 h 2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0" h="204">
                    <a:moveTo>
                      <a:pt x="150" y="0"/>
                    </a:moveTo>
                    <a:lnTo>
                      <a:pt x="105" y="67"/>
                    </a:lnTo>
                    <a:lnTo>
                      <a:pt x="68" y="123"/>
                    </a:lnTo>
                    <a:lnTo>
                      <a:pt x="23" y="179"/>
                    </a:lnTo>
                    <a:lnTo>
                      <a:pt x="0" y="20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8" name="Freeform 16">
                <a:extLst>
                  <a:ext uri="{FF2B5EF4-FFF2-40B4-BE49-F238E27FC236}">
                    <a16:creationId xmlns:a16="http://schemas.microsoft.com/office/drawing/2014/main" id="{DCADB47C-F836-3ACC-F66B-EA294651F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6" y="2849"/>
                <a:ext cx="30" cy="35"/>
              </a:xfrm>
              <a:custGeom>
                <a:avLst/>
                <a:gdLst>
                  <a:gd name="T0" fmla="*/ 0 w 215"/>
                  <a:gd name="T1" fmla="*/ 0 h 245"/>
                  <a:gd name="T2" fmla="*/ 0 w 215"/>
                  <a:gd name="T3" fmla="*/ 0 h 245"/>
                  <a:gd name="T4" fmla="*/ 0 w 215"/>
                  <a:gd name="T5" fmla="*/ 0 h 245"/>
                  <a:gd name="T6" fmla="*/ 0 w 215"/>
                  <a:gd name="T7" fmla="*/ 0 h 245"/>
                  <a:gd name="T8" fmla="*/ 0 w 215"/>
                  <a:gd name="T9" fmla="*/ 0 h 245"/>
                  <a:gd name="T10" fmla="*/ 0 w 215"/>
                  <a:gd name="T11" fmla="*/ 0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5"/>
                  <a:gd name="T19" fmla="*/ 0 h 245"/>
                  <a:gd name="T20" fmla="*/ 215 w 215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5" h="245">
                    <a:moveTo>
                      <a:pt x="215" y="0"/>
                    </a:moveTo>
                    <a:lnTo>
                      <a:pt x="183" y="52"/>
                    </a:lnTo>
                    <a:lnTo>
                      <a:pt x="142" y="107"/>
                    </a:lnTo>
                    <a:lnTo>
                      <a:pt x="86" y="163"/>
                    </a:lnTo>
                    <a:lnTo>
                      <a:pt x="44" y="205"/>
                    </a:lnTo>
                    <a:lnTo>
                      <a:pt x="0" y="24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9" name="Freeform 17">
                <a:extLst>
                  <a:ext uri="{FF2B5EF4-FFF2-40B4-BE49-F238E27FC236}">
                    <a16:creationId xmlns:a16="http://schemas.microsoft.com/office/drawing/2014/main" id="{8D74DDF2-0EA6-29E0-3988-45BB4065F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2864"/>
                <a:ext cx="1" cy="53"/>
              </a:xfrm>
              <a:custGeom>
                <a:avLst/>
                <a:gdLst>
                  <a:gd name="T0" fmla="*/ 0 w 8"/>
                  <a:gd name="T1" fmla="*/ 0 h 371"/>
                  <a:gd name="T2" fmla="*/ 0 w 8"/>
                  <a:gd name="T3" fmla="*/ 0 h 371"/>
                  <a:gd name="T4" fmla="*/ 0 w 8"/>
                  <a:gd name="T5" fmla="*/ 0 h 371"/>
                  <a:gd name="T6" fmla="*/ 0 w 8"/>
                  <a:gd name="T7" fmla="*/ 0 h 3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371"/>
                  <a:gd name="T14" fmla="*/ 8 w 8"/>
                  <a:gd name="T15" fmla="*/ 371 h 3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371">
                    <a:moveTo>
                      <a:pt x="8" y="0"/>
                    </a:moveTo>
                    <a:lnTo>
                      <a:pt x="8" y="371"/>
                    </a:lnTo>
                    <a:lnTo>
                      <a:pt x="0" y="335"/>
                    </a:lnTo>
                    <a:lnTo>
                      <a:pt x="8" y="269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0" name="Freeform 18">
                <a:extLst>
                  <a:ext uri="{FF2B5EF4-FFF2-40B4-BE49-F238E27FC236}">
                    <a16:creationId xmlns:a16="http://schemas.microsoft.com/office/drawing/2014/main" id="{2BBA4BDF-A2F8-F068-04D0-2CC2567D6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" y="2834"/>
                <a:ext cx="26" cy="5"/>
              </a:xfrm>
              <a:custGeom>
                <a:avLst/>
                <a:gdLst>
                  <a:gd name="T0" fmla="*/ 0 w 183"/>
                  <a:gd name="T1" fmla="*/ 0 h 36"/>
                  <a:gd name="T2" fmla="*/ 0 w 183"/>
                  <a:gd name="T3" fmla="*/ 0 h 36"/>
                  <a:gd name="T4" fmla="*/ 0 w 183"/>
                  <a:gd name="T5" fmla="*/ 0 h 36"/>
                  <a:gd name="T6" fmla="*/ 0 w 183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3"/>
                  <a:gd name="T13" fmla="*/ 0 h 36"/>
                  <a:gd name="T14" fmla="*/ 183 w 183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3" h="36">
                    <a:moveTo>
                      <a:pt x="0" y="36"/>
                    </a:moveTo>
                    <a:lnTo>
                      <a:pt x="183" y="5"/>
                    </a:lnTo>
                    <a:lnTo>
                      <a:pt x="163" y="0"/>
                    </a:lnTo>
                    <a:lnTo>
                      <a:pt x="138" y="1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" name="Freeform 19">
                <a:extLst>
                  <a:ext uri="{FF2B5EF4-FFF2-40B4-BE49-F238E27FC236}">
                    <a16:creationId xmlns:a16="http://schemas.microsoft.com/office/drawing/2014/main" id="{0CF3BF13-3BB1-1CCE-CED3-50C8BCB70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855"/>
                <a:ext cx="41" cy="8"/>
              </a:xfrm>
              <a:custGeom>
                <a:avLst/>
                <a:gdLst>
                  <a:gd name="T0" fmla="*/ 0 w 292"/>
                  <a:gd name="T1" fmla="*/ 0 h 55"/>
                  <a:gd name="T2" fmla="*/ 0 w 292"/>
                  <a:gd name="T3" fmla="*/ 0 h 55"/>
                  <a:gd name="T4" fmla="*/ 0 w 292"/>
                  <a:gd name="T5" fmla="*/ 0 h 55"/>
                  <a:gd name="T6" fmla="*/ 0 w 292"/>
                  <a:gd name="T7" fmla="*/ 0 h 55"/>
                  <a:gd name="T8" fmla="*/ 0 w 292"/>
                  <a:gd name="T9" fmla="*/ 0 h 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2"/>
                  <a:gd name="T16" fmla="*/ 0 h 55"/>
                  <a:gd name="T17" fmla="*/ 292 w 292"/>
                  <a:gd name="T18" fmla="*/ 55 h 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2" h="55">
                    <a:moveTo>
                      <a:pt x="0" y="55"/>
                    </a:moveTo>
                    <a:lnTo>
                      <a:pt x="292" y="10"/>
                    </a:lnTo>
                    <a:lnTo>
                      <a:pt x="271" y="4"/>
                    </a:lnTo>
                    <a:lnTo>
                      <a:pt x="276" y="0"/>
                    </a:lnTo>
                    <a:lnTo>
                      <a:pt x="256" y="1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2" name="Freeform 20">
                <a:extLst>
                  <a:ext uri="{FF2B5EF4-FFF2-40B4-BE49-F238E27FC236}">
                    <a16:creationId xmlns:a16="http://schemas.microsoft.com/office/drawing/2014/main" id="{122BC41C-5D5C-FE06-8C6D-CB50C1316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" y="2859"/>
                <a:ext cx="12" cy="58"/>
              </a:xfrm>
              <a:custGeom>
                <a:avLst/>
                <a:gdLst>
                  <a:gd name="T0" fmla="*/ 0 w 81"/>
                  <a:gd name="T1" fmla="*/ 0 h 406"/>
                  <a:gd name="T2" fmla="*/ 0 w 81"/>
                  <a:gd name="T3" fmla="*/ 0 h 406"/>
                  <a:gd name="T4" fmla="*/ 0 w 81"/>
                  <a:gd name="T5" fmla="*/ 0 h 406"/>
                  <a:gd name="T6" fmla="*/ 0 w 81"/>
                  <a:gd name="T7" fmla="*/ 0 h 406"/>
                  <a:gd name="T8" fmla="*/ 0 w 81"/>
                  <a:gd name="T9" fmla="*/ 0 h 4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406"/>
                  <a:gd name="T17" fmla="*/ 81 w 81"/>
                  <a:gd name="T18" fmla="*/ 406 h 4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406">
                    <a:moveTo>
                      <a:pt x="81" y="0"/>
                    </a:moveTo>
                    <a:lnTo>
                      <a:pt x="81" y="203"/>
                    </a:lnTo>
                    <a:lnTo>
                      <a:pt x="81" y="376"/>
                    </a:lnTo>
                    <a:lnTo>
                      <a:pt x="81" y="406"/>
                    </a:lnTo>
                    <a:lnTo>
                      <a:pt x="0" y="31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7" name="Line 21">
              <a:extLst>
                <a:ext uri="{FF2B5EF4-FFF2-40B4-BE49-F238E27FC236}">
                  <a16:creationId xmlns:a16="http://schemas.microsoft.com/office/drawing/2014/main" id="{93272CE8-38C5-67B1-D9D1-1954FC298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412"/>
              <a:ext cx="18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Line 22">
              <a:extLst>
                <a:ext uri="{FF2B5EF4-FFF2-40B4-BE49-F238E27FC236}">
                  <a16:creationId xmlns:a16="http://schemas.microsoft.com/office/drawing/2014/main" id="{73806B7F-4FB9-CBDC-F9BB-5979A4E36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3" y="2412"/>
              <a:ext cx="309" cy="57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" name="Line 23">
              <a:extLst>
                <a:ext uri="{FF2B5EF4-FFF2-40B4-BE49-F238E27FC236}">
                  <a16:creationId xmlns:a16="http://schemas.microsoft.com/office/drawing/2014/main" id="{3169D470-8BC6-0C00-5D13-0B67C6D33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2412"/>
              <a:ext cx="106" cy="4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0" name="Line 24">
              <a:extLst>
                <a:ext uri="{FF2B5EF4-FFF2-40B4-BE49-F238E27FC236}">
                  <a16:creationId xmlns:a16="http://schemas.microsoft.com/office/drawing/2014/main" id="{8B1B027C-BE0F-5BCD-6A7E-DED1E372D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31" y="2412"/>
              <a:ext cx="61" cy="76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Line 25">
              <a:extLst>
                <a:ext uri="{FF2B5EF4-FFF2-40B4-BE49-F238E27FC236}">
                  <a16:creationId xmlns:a16="http://schemas.microsoft.com/office/drawing/2014/main" id="{1F6E862B-29EE-0850-9111-B04B5524C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2" y="2412"/>
              <a:ext cx="190" cy="9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3" name="Group 26">
            <a:extLst>
              <a:ext uri="{FF2B5EF4-FFF2-40B4-BE49-F238E27FC236}">
                <a16:creationId xmlns:a16="http://schemas.microsoft.com/office/drawing/2014/main" id="{15229EBC-A011-EB21-7407-06B3F98B57F6}"/>
              </a:ext>
            </a:extLst>
          </p:cNvPr>
          <p:cNvGrpSpPr>
            <a:grpSpLocks/>
          </p:cNvGrpSpPr>
          <p:nvPr/>
        </p:nvGrpSpPr>
        <p:grpSpPr bwMode="auto">
          <a:xfrm>
            <a:off x="3721100" y="3754697"/>
            <a:ext cx="628650" cy="1065213"/>
            <a:chOff x="2535" y="2951"/>
            <a:chExt cx="335" cy="568"/>
          </a:xfrm>
        </p:grpSpPr>
        <p:sp>
          <p:nvSpPr>
            <p:cNvPr id="584" name="Freeform 27">
              <a:extLst>
                <a:ext uri="{FF2B5EF4-FFF2-40B4-BE49-F238E27FC236}">
                  <a16:creationId xmlns:a16="http://schemas.microsoft.com/office/drawing/2014/main" id="{0A6FFDB7-DAB7-8961-0667-7D463051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Freeform 28">
              <a:extLst>
                <a:ext uri="{FF2B5EF4-FFF2-40B4-BE49-F238E27FC236}">
                  <a16:creationId xmlns:a16="http://schemas.microsoft.com/office/drawing/2014/main" id="{97BFA9B1-F76C-6070-EB05-B3E8C832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Freeform 29">
              <a:extLst>
                <a:ext uri="{FF2B5EF4-FFF2-40B4-BE49-F238E27FC236}">
                  <a16:creationId xmlns:a16="http://schemas.microsoft.com/office/drawing/2014/main" id="{3B2C3137-5D0A-7100-3581-650494FEC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7"/>
              <a:ext cx="14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Freeform 30">
              <a:extLst>
                <a:ext uri="{FF2B5EF4-FFF2-40B4-BE49-F238E27FC236}">
                  <a16:creationId xmlns:a16="http://schemas.microsoft.com/office/drawing/2014/main" id="{F86A2E68-C7AF-A366-66E6-E15DFF44D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7"/>
              <a:ext cx="14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Freeform 31">
              <a:extLst>
                <a:ext uri="{FF2B5EF4-FFF2-40B4-BE49-F238E27FC236}">
                  <a16:creationId xmlns:a16="http://schemas.microsoft.com/office/drawing/2014/main" id="{91BD8A91-AE21-CB37-3417-2B931715D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9" name="Freeform 32">
              <a:extLst>
                <a:ext uri="{FF2B5EF4-FFF2-40B4-BE49-F238E27FC236}">
                  <a16:creationId xmlns:a16="http://schemas.microsoft.com/office/drawing/2014/main" id="{13B30206-055A-C3A7-772A-F90E4C6F4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0" name="Freeform 33">
              <a:extLst>
                <a:ext uri="{FF2B5EF4-FFF2-40B4-BE49-F238E27FC236}">
                  <a16:creationId xmlns:a16="http://schemas.microsoft.com/office/drawing/2014/main" id="{312C8D49-2C2B-F286-C71D-6F195D4A2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54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4" y="1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1" name="Freeform 34">
              <a:extLst>
                <a:ext uri="{FF2B5EF4-FFF2-40B4-BE49-F238E27FC236}">
                  <a16:creationId xmlns:a16="http://schemas.microsoft.com/office/drawing/2014/main" id="{7AF1ED6C-4944-AFCC-94BC-46B4C2BEB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54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4" y="1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2" name="Freeform 35">
              <a:extLst>
                <a:ext uri="{FF2B5EF4-FFF2-40B4-BE49-F238E27FC236}">
                  <a16:creationId xmlns:a16="http://schemas.microsoft.com/office/drawing/2014/main" id="{717D5F15-888A-F83E-3F16-351514F9D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" name="Freeform 36">
              <a:extLst>
                <a:ext uri="{FF2B5EF4-FFF2-40B4-BE49-F238E27FC236}">
                  <a16:creationId xmlns:a16="http://schemas.microsoft.com/office/drawing/2014/main" id="{02FE9BE8-7A81-AFF7-0ACC-5F5C28670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" name="Freeform 37">
              <a:extLst>
                <a:ext uri="{FF2B5EF4-FFF2-40B4-BE49-F238E27FC236}">
                  <a16:creationId xmlns:a16="http://schemas.microsoft.com/office/drawing/2014/main" id="{D4A602AF-97D7-B4DC-16C8-FFC2B1522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51"/>
              <a:ext cx="3" cy="13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6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" name="Freeform 38">
              <a:extLst>
                <a:ext uri="{FF2B5EF4-FFF2-40B4-BE49-F238E27FC236}">
                  <a16:creationId xmlns:a16="http://schemas.microsoft.com/office/drawing/2014/main" id="{ED20B13E-97FD-261B-693E-63734C566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51"/>
              <a:ext cx="3" cy="13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6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6" name="Freeform 39">
              <a:extLst>
                <a:ext uri="{FF2B5EF4-FFF2-40B4-BE49-F238E27FC236}">
                  <a16:creationId xmlns:a16="http://schemas.microsoft.com/office/drawing/2014/main" id="{F4B58272-9E41-785F-6913-A6A6327B5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52"/>
              <a:ext cx="8" cy="12"/>
            </a:xfrm>
            <a:custGeom>
              <a:avLst/>
              <a:gdLst>
                <a:gd name="T0" fmla="*/ 0 w 55"/>
                <a:gd name="T1" fmla="*/ 0 h 87"/>
                <a:gd name="T2" fmla="*/ 0 w 55"/>
                <a:gd name="T3" fmla="*/ 0 h 87"/>
                <a:gd name="T4" fmla="*/ 0 w 55"/>
                <a:gd name="T5" fmla="*/ 0 h 87"/>
                <a:gd name="T6" fmla="*/ 0 w 55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7"/>
                <a:gd name="T14" fmla="*/ 55 w 55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7">
                  <a:moveTo>
                    <a:pt x="26" y="0"/>
                  </a:moveTo>
                  <a:lnTo>
                    <a:pt x="0" y="12"/>
                  </a:lnTo>
                  <a:lnTo>
                    <a:pt x="55" y="8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7" name="Freeform 40">
              <a:extLst>
                <a:ext uri="{FF2B5EF4-FFF2-40B4-BE49-F238E27FC236}">
                  <a16:creationId xmlns:a16="http://schemas.microsoft.com/office/drawing/2014/main" id="{FE928D85-F1CE-D7FA-418C-1B5DCF6A4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52"/>
              <a:ext cx="8" cy="12"/>
            </a:xfrm>
            <a:custGeom>
              <a:avLst/>
              <a:gdLst>
                <a:gd name="T0" fmla="*/ 0 w 55"/>
                <a:gd name="T1" fmla="*/ 0 h 87"/>
                <a:gd name="T2" fmla="*/ 0 w 55"/>
                <a:gd name="T3" fmla="*/ 0 h 87"/>
                <a:gd name="T4" fmla="*/ 0 w 55"/>
                <a:gd name="T5" fmla="*/ 0 h 87"/>
                <a:gd name="T6" fmla="*/ 0 w 55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7"/>
                <a:gd name="T14" fmla="*/ 55 w 55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7">
                  <a:moveTo>
                    <a:pt x="26" y="0"/>
                  </a:moveTo>
                  <a:lnTo>
                    <a:pt x="0" y="12"/>
                  </a:lnTo>
                  <a:lnTo>
                    <a:pt x="55" y="87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8" name="Freeform 41">
              <a:extLst>
                <a:ext uri="{FF2B5EF4-FFF2-40B4-BE49-F238E27FC236}">
                  <a16:creationId xmlns:a16="http://schemas.microsoft.com/office/drawing/2014/main" id="{16516E58-74FD-6293-9737-32A62F09C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54"/>
              <a:ext cx="11" cy="8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Freeform 42">
              <a:extLst>
                <a:ext uri="{FF2B5EF4-FFF2-40B4-BE49-F238E27FC236}">
                  <a16:creationId xmlns:a16="http://schemas.microsoft.com/office/drawing/2014/main" id="{50B61257-079A-2FD8-A4BA-B17C954B1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54"/>
              <a:ext cx="11" cy="8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0" name="Freeform 43">
              <a:extLst>
                <a:ext uri="{FF2B5EF4-FFF2-40B4-BE49-F238E27FC236}">
                  <a16:creationId xmlns:a16="http://schemas.microsoft.com/office/drawing/2014/main" id="{01E0E5AA-9C67-9EAC-44B7-026991472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57"/>
              <a:ext cx="13" cy="7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1" name="Freeform 44">
              <a:extLst>
                <a:ext uri="{FF2B5EF4-FFF2-40B4-BE49-F238E27FC236}">
                  <a16:creationId xmlns:a16="http://schemas.microsoft.com/office/drawing/2014/main" id="{7C081EC4-5349-F03D-1924-1FB51B63C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57"/>
              <a:ext cx="13" cy="7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2" name="Freeform 45">
              <a:extLst>
                <a:ext uri="{FF2B5EF4-FFF2-40B4-BE49-F238E27FC236}">
                  <a16:creationId xmlns:a16="http://schemas.microsoft.com/office/drawing/2014/main" id="{AB2400EC-E378-7640-DFAB-3295C8ABD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0"/>
              <a:ext cx="13" cy="3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3" name="Freeform 46">
              <a:extLst>
                <a:ext uri="{FF2B5EF4-FFF2-40B4-BE49-F238E27FC236}">
                  <a16:creationId xmlns:a16="http://schemas.microsoft.com/office/drawing/2014/main" id="{2A94F2BD-81EC-4603-17D7-F2E8A46A6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0"/>
              <a:ext cx="13" cy="3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" name="Freeform 47">
              <a:extLst>
                <a:ext uri="{FF2B5EF4-FFF2-40B4-BE49-F238E27FC236}">
                  <a16:creationId xmlns:a16="http://schemas.microsoft.com/office/drawing/2014/main" id="{87D01C42-C4D9-EF28-A7AF-72F340308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4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" name="Freeform 48">
              <a:extLst>
                <a:ext uri="{FF2B5EF4-FFF2-40B4-BE49-F238E27FC236}">
                  <a16:creationId xmlns:a16="http://schemas.microsoft.com/office/drawing/2014/main" id="{86E74EAD-C5EB-FC17-134C-2CA52DE29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4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" name="Freeform 49">
              <a:extLst>
                <a:ext uri="{FF2B5EF4-FFF2-40B4-BE49-F238E27FC236}">
                  <a16:creationId xmlns:a16="http://schemas.microsoft.com/office/drawing/2014/main" id="{31905305-EBD6-49F7-8714-B5EA90146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" name="Freeform 50">
              <a:extLst>
                <a:ext uri="{FF2B5EF4-FFF2-40B4-BE49-F238E27FC236}">
                  <a16:creationId xmlns:a16="http://schemas.microsoft.com/office/drawing/2014/main" id="{91F797B3-3FA0-4D3F-FA07-E1399617C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964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8" name="Freeform 51">
              <a:extLst>
                <a:ext uri="{FF2B5EF4-FFF2-40B4-BE49-F238E27FC236}">
                  <a16:creationId xmlns:a16="http://schemas.microsoft.com/office/drawing/2014/main" id="{83608D98-31AC-EF46-DB8F-F0FC990A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64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" name="Freeform 52">
              <a:extLst>
                <a:ext uri="{FF2B5EF4-FFF2-40B4-BE49-F238E27FC236}">
                  <a16:creationId xmlns:a16="http://schemas.microsoft.com/office/drawing/2014/main" id="{3E05DF07-0F13-D4A3-A411-0C70F6DBA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2964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0" name="Freeform 53">
              <a:extLst>
                <a:ext uri="{FF2B5EF4-FFF2-40B4-BE49-F238E27FC236}">
                  <a16:creationId xmlns:a16="http://schemas.microsoft.com/office/drawing/2014/main" id="{2EF232AA-D590-CC6B-1DF7-05769CD5D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64"/>
              <a:ext cx="8" cy="14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1" name="Freeform 54">
              <a:extLst>
                <a:ext uri="{FF2B5EF4-FFF2-40B4-BE49-F238E27FC236}">
                  <a16:creationId xmlns:a16="http://schemas.microsoft.com/office/drawing/2014/main" id="{7EF173F8-4E2A-34A1-A8F3-BB0D4208E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2964"/>
              <a:ext cx="8" cy="14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2" name="Freeform 55">
              <a:extLst>
                <a:ext uri="{FF2B5EF4-FFF2-40B4-BE49-F238E27FC236}">
                  <a16:creationId xmlns:a16="http://schemas.microsoft.com/office/drawing/2014/main" id="{08C9D27C-6823-FBAC-C85F-9F7248FCC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64"/>
              <a:ext cx="3" cy="14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3" name="Freeform 56">
              <a:extLst>
                <a:ext uri="{FF2B5EF4-FFF2-40B4-BE49-F238E27FC236}">
                  <a16:creationId xmlns:a16="http://schemas.microsoft.com/office/drawing/2014/main" id="{D5A13498-8845-324D-A431-814D64B57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964"/>
              <a:ext cx="3" cy="14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" name="Freeform 57">
              <a:extLst>
                <a:ext uri="{FF2B5EF4-FFF2-40B4-BE49-F238E27FC236}">
                  <a16:creationId xmlns:a16="http://schemas.microsoft.com/office/drawing/2014/main" id="{A22CE579-C0A3-CB24-288A-472F2982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" name="Freeform 58">
              <a:extLst>
                <a:ext uri="{FF2B5EF4-FFF2-40B4-BE49-F238E27FC236}">
                  <a16:creationId xmlns:a16="http://schemas.microsoft.com/office/drawing/2014/main" id="{885644C6-7F09-D47B-F40F-029DA5284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" name="Freeform 59">
              <a:extLst>
                <a:ext uri="{FF2B5EF4-FFF2-40B4-BE49-F238E27FC236}">
                  <a16:creationId xmlns:a16="http://schemas.microsoft.com/office/drawing/2014/main" id="{EA9ED460-009A-9B41-3F14-492860430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" name="Freeform 60">
              <a:extLst>
                <a:ext uri="{FF2B5EF4-FFF2-40B4-BE49-F238E27FC236}">
                  <a16:creationId xmlns:a16="http://schemas.microsoft.com/office/drawing/2014/main" id="{7D4C362A-AA7A-B74F-E1B2-FF3B1AB8B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" name="Freeform 61">
              <a:extLst>
                <a:ext uri="{FF2B5EF4-FFF2-40B4-BE49-F238E27FC236}">
                  <a16:creationId xmlns:a16="http://schemas.microsoft.com/office/drawing/2014/main" id="{3BF2840D-CAA4-E0B2-C8C5-F220D94EF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" name="Freeform 62">
              <a:extLst>
                <a:ext uri="{FF2B5EF4-FFF2-40B4-BE49-F238E27FC236}">
                  <a16:creationId xmlns:a16="http://schemas.microsoft.com/office/drawing/2014/main" id="{9B655DE9-3438-0628-90FC-A8358676F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" name="Freeform 63">
              <a:extLst>
                <a:ext uri="{FF2B5EF4-FFF2-40B4-BE49-F238E27FC236}">
                  <a16:creationId xmlns:a16="http://schemas.microsoft.com/office/drawing/2014/main" id="{43B94B97-A7CB-4A2A-C9D9-783CC73D6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" name="Freeform 64">
              <a:extLst>
                <a:ext uri="{FF2B5EF4-FFF2-40B4-BE49-F238E27FC236}">
                  <a16:creationId xmlns:a16="http://schemas.microsoft.com/office/drawing/2014/main" id="{298430F3-528D-A80B-B751-1EDB4262B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" name="Freeform 65">
              <a:extLst>
                <a:ext uri="{FF2B5EF4-FFF2-40B4-BE49-F238E27FC236}">
                  <a16:creationId xmlns:a16="http://schemas.microsoft.com/office/drawing/2014/main" id="{CA4CBC81-6063-7507-2086-B886ED01B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2964"/>
              <a:ext cx="14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8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8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" name="Freeform 66">
              <a:extLst>
                <a:ext uri="{FF2B5EF4-FFF2-40B4-BE49-F238E27FC236}">
                  <a16:creationId xmlns:a16="http://schemas.microsoft.com/office/drawing/2014/main" id="{EB09CA9C-C247-BB9D-86A8-76A8EA0C1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" name="Freeform 67">
              <a:extLst>
                <a:ext uri="{FF2B5EF4-FFF2-40B4-BE49-F238E27FC236}">
                  <a16:creationId xmlns:a16="http://schemas.microsoft.com/office/drawing/2014/main" id="{0938ECFF-AB2B-F7AD-D768-8D00D14A1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8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" name="Freeform 68">
              <a:extLst>
                <a:ext uri="{FF2B5EF4-FFF2-40B4-BE49-F238E27FC236}">
                  <a16:creationId xmlns:a16="http://schemas.microsoft.com/office/drawing/2014/main" id="{D39105F3-9534-0356-1DC9-41752AE4A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8"/>
              <a:ext cx="14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6" name="Freeform 69">
              <a:extLst>
                <a:ext uri="{FF2B5EF4-FFF2-40B4-BE49-F238E27FC236}">
                  <a16:creationId xmlns:a16="http://schemas.microsoft.com/office/drawing/2014/main" id="{FD3F5447-B8B1-1D40-BF7D-08DC82A0D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8"/>
              <a:ext cx="14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88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8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7" name="Freeform 70">
              <a:extLst>
                <a:ext uri="{FF2B5EF4-FFF2-40B4-BE49-F238E27FC236}">
                  <a16:creationId xmlns:a16="http://schemas.microsoft.com/office/drawing/2014/main" id="{7F38CB8D-402A-4E92-D7CD-77DBA8BB8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8" name="Freeform 71">
              <a:extLst>
                <a:ext uri="{FF2B5EF4-FFF2-40B4-BE49-F238E27FC236}">
                  <a16:creationId xmlns:a16="http://schemas.microsoft.com/office/drawing/2014/main" id="{3712026E-5D4E-3241-6CFF-D5EB72DE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4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9" name="Freeform 72">
              <a:extLst>
                <a:ext uri="{FF2B5EF4-FFF2-40B4-BE49-F238E27FC236}">
                  <a16:creationId xmlns:a16="http://schemas.microsoft.com/office/drawing/2014/main" id="{AD2B8601-06DD-F802-B30A-5AE45A30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54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4" y="1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0" name="Freeform 73">
              <a:extLst>
                <a:ext uri="{FF2B5EF4-FFF2-40B4-BE49-F238E27FC236}">
                  <a16:creationId xmlns:a16="http://schemas.microsoft.com/office/drawing/2014/main" id="{34F892F5-64DC-0724-79BD-C50F5B64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54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4" y="1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1" name="Freeform 74">
              <a:extLst>
                <a:ext uri="{FF2B5EF4-FFF2-40B4-BE49-F238E27FC236}">
                  <a16:creationId xmlns:a16="http://schemas.microsoft.com/office/drawing/2014/main" id="{EBB86807-B313-1C34-E182-B3A5F8A40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2" name="Freeform 75">
              <a:extLst>
                <a:ext uri="{FF2B5EF4-FFF2-40B4-BE49-F238E27FC236}">
                  <a16:creationId xmlns:a16="http://schemas.microsoft.com/office/drawing/2014/main" id="{8B77954C-2DB0-DE55-3032-3CAC03336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3" name="Freeform 76">
              <a:extLst>
                <a:ext uri="{FF2B5EF4-FFF2-40B4-BE49-F238E27FC236}">
                  <a16:creationId xmlns:a16="http://schemas.microsoft.com/office/drawing/2014/main" id="{667C0A81-1AC5-7D7E-F01B-C6E56353E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493"/>
              <a:ext cx="3" cy="14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4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" name="Freeform 77">
              <a:extLst>
                <a:ext uri="{FF2B5EF4-FFF2-40B4-BE49-F238E27FC236}">
                  <a16:creationId xmlns:a16="http://schemas.microsoft.com/office/drawing/2014/main" id="{3707AF71-3A76-8F81-5416-E7DCB024C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493"/>
              <a:ext cx="3" cy="14"/>
            </a:xfrm>
            <a:custGeom>
              <a:avLst/>
              <a:gdLst>
                <a:gd name="T0" fmla="*/ 0 w 29"/>
                <a:gd name="T1" fmla="*/ 0 h 93"/>
                <a:gd name="T2" fmla="*/ 0 w 29"/>
                <a:gd name="T3" fmla="*/ 0 h 93"/>
                <a:gd name="T4" fmla="*/ 0 w 29"/>
                <a:gd name="T5" fmla="*/ 0 h 93"/>
                <a:gd name="T6" fmla="*/ 0 w 29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3"/>
                <a:gd name="T14" fmla="*/ 29 w 2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3">
                  <a:moveTo>
                    <a:pt x="29" y="0"/>
                  </a:moveTo>
                  <a:lnTo>
                    <a:pt x="0" y="4"/>
                  </a:lnTo>
                  <a:lnTo>
                    <a:pt x="29" y="93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" name="Freeform 78">
              <a:extLst>
                <a:ext uri="{FF2B5EF4-FFF2-40B4-BE49-F238E27FC236}">
                  <a16:creationId xmlns:a16="http://schemas.microsoft.com/office/drawing/2014/main" id="{B726BB28-C5F3-8714-943C-997CD59F5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494"/>
              <a:ext cx="8" cy="14"/>
            </a:xfrm>
            <a:custGeom>
              <a:avLst/>
              <a:gdLst>
                <a:gd name="T0" fmla="*/ 0 w 55"/>
                <a:gd name="T1" fmla="*/ 0 h 89"/>
                <a:gd name="T2" fmla="*/ 0 w 55"/>
                <a:gd name="T3" fmla="*/ 0 h 89"/>
                <a:gd name="T4" fmla="*/ 0 w 55"/>
                <a:gd name="T5" fmla="*/ 0 h 89"/>
                <a:gd name="T6" fmla="*/ 0 w 55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9"/>
                <a:gd name="T14" fmla="*/ 55 w 55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9">
                  <a:moveTo>
                    <a:pt x="26" y="0"/>
                  </a:moveTo>
                  <a:lnTo>
                    <a:pt x="0" y="14"/>
                  </a:lnTo>
                  <a:lnTo>
                    <a:pt x="55" y="8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6" name="Freeform 79">
              <a:extLst>
                <a:ext uri="{FF2B5EF4-FFF2-40B4-BE49-F238E27FC236}">
                  <a16:creationId xmlns:a16="http://schemas.microsoft.com/office/drawing/2014/main" id="{4F21B5F7-F353-9799-D1FA-489DB36F1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494"/>
              <a:ext cx="8" cy="14"/>
            </a:xfrm>
            <a:custGeom>
              <a:avLst/>
              <a:gdLst>
                <a:gd name="T0" fmla="*/ 0 w 55"/>
                <a:gd name="T1" fmla="*/ 0 h 89"/>
                <a:gd name="T2" fmla="*/ 0 w 55"/>
                <a:gd name="T3" fmla="*/ 0 h 89"/>
                <a:gd name="T4" fmla="*/ 0 w 55"/>
                <a:gd name="T5" fmla="*/ 0 h 89"/>
                <a:gd name="T6" fmla="*/ 0 w 55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9"/>
                <a:gd name="T14" fmla="*/ 55 w 55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9">
                  <a:moveTo>
                    <a:pt x="26" y="0"/>
                  </a:moveTo>
                  <a:lnTo>
                    <a:pt x="0" y="14"/>
                  </a:lnTo>
                  <a:lnTo>
                    <a:pt x="55" y="89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7" name="Freeform 80">
              <a:extLst>
                <a:ext uri="{FF2B5EF4-FFF2-40B4-BE49-F238E27FC236}">
                  <a16:creationId xmlns:a16="http://schemas.microsoft.com/office/drawing/2014/main" id="{5A0307D0-68DE-E508-BFC6-ADD81616F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496"/>
              <a:ext cx="11" cy="10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8" name="Freeform 81">
              <a:extLst>
                <a:ext uri="{FF2B5EF4-FFF2-40B4-BE49-F238E27FC236}">
                  <a16:creationId xmlns:a16="http://schemas.microsoft.com/office/drawing/2014/main" id="{0E8FE67F-53BF-2ECC-8397-68B75642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496"/>
              <a:ext cx="11" cy="10"/>
            </a:xfrm>
            <a:custGeom>
              <a:avLst/>
              <a:gdLst>
                <a:gd name="T0" fmla="*/ 0 w 75"/>
                <a:gd name="T1" fmla="*/ 0 h 75"/>
                <a:gd name="T2" fmla="*/ 0 w 75"/>
                <a:gd name="T3" fmla="*/ 0 h 75"/>
                <a:gd name="T4" fmla="*/ 0 w 75"/>
                <a:gd name="T5" fmla="*/ 0 h 75"/>
                <a:gd name="T6" fmla="*/ 0 w 7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5"/>
                <a:gd name="T14" fmla="*/ 75 w 7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5">
                  <a:moveTo>
                    <a:pt x="20" y="0"/>
                  </a:moveTo>
                  <a:lnTo>
                    <a:pt x="0" y="20"/>
                  </a:lnTo>
                  <a:lnTo>
                    <a:pt x="75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9" name="Freeform 82">
              <a:extLst>
                <a:ext uri="{FF2B5EF4-FFF2-40B4-BE49-F238E27FC236}">
                  <a16:creationId xmlns:a16="http://schemas.microsoft.com/office/drawing/2014/main" id="{006A869D-6100-8332-DABA-E44CD00AC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498"/>
              <a:ext cx="13" cy="8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0" name="Freeform 83">
              <a:extLst>
                <a:ext uri="{FF2B5EF4-FFF2-40B4-BE49-F238E27FC236}">
                  <a16:creationId xmlns:a16="http://schemas.microsoft.com/office/drawing/2014/main" id="{A5149EE8-CE84-7F49-AF26-D159B8B86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498"/>
              <a:ext cx="13" cy="8"/>
            </a:xfrm>
            <a:custGeom>
              <a:avLst/>
              <a:gdLst>
                <a:gd name="T0" fmla="*/ 0 w 89"/>
                <a:gd name="T1" fmla="*/ 0 h 55"/>
                <a:gd name="T2" fmla="*/ 0 w 89"/>
                <a:gd name="T3" fmla="*/ 0 h 55"/>
                <a:gd name="T4" fmla="*/ 0 w 89"/>
                <a:gd name="T5" fmla="*/ 0 h 55"/>
                <a:gd name="T6" fmla="*/ 0 w 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5"/>
                <a:gd name="T14" fmla="*/ 89 w 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5">
                  <a:moveTo>
                    <a:pt x="14" y="0"/>
                  </a:moveTo>
                  <a:lnTo>
                    <a:pt x="0" y="26"/>
                  </a:lnTo>
                  <a:lnTo>
                    <a:pt x="89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1" name="Freeform 84">
              <a:extLst>
                <a:ext uri="{FF2B5EF4-FFF2-40B4-BE49-F238E27FC236}">
                  <a16:creationId xmlns:a16="http://schemas.microsoft.com/office/drawing/2014/main" id="{E3B435A4-F5C0-F533-04CC-D5D392E62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2"/>
              <a:ext cx="13" cy="4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" name="Freeform 85">
              <a:extLst>
                <a:ext uri="{FF2B5EF4-FFF2-40B4-BE49-F238E27FC236}">
                  <a16:creationId xmlns:a16="http://schemas.microsoft.com/office/drawing/2014/main" id="{220D1E7B-9BC2-02C3-5749-8270ABC24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2"/>
              <a:ext cx="13" cy="4"/>
            </a:xfrm>
            <a:custGeom>
              <a:avLst/>
              <a:gdLst>
                <a:gd name="T0" fmla="*/ 0 w 93"/>
                <a:gd name="T1" fmla="*/ 0 h 29"/>
                <a:gd name="T2" fmla="*/ 0 w 93"/>
                <a:gd name="T3" fmla="*/ 0 h 29"/>
                <a:gd name="T4" fmla="*/ 0 w 93"/>
                <a:gd name="T5" fmla="*/ 0 h 29"/>
                <a:gd name="T6" fmla="*/ 0 w 9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9"/>
                <a:gd name="T14" fmla="*/ 93 w 93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9">
                  <a:moveTo>
                    <a:pt x="4" y="0"/>
                  </a:moveTo>
                  <a:lnTo>
                    <a:pt x="0" y="29"/>
                  </a:lnTo>
                  <a:lnTo>
                    <a:pt x="93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3" name="Freeform 86">
              <a:extLst>
                <a:ext uri="{FF2B5EF4-FFF2-40B4-BE49-F238E27FC236}">
                  <a16:creationId xmlns:a16="http://schemas.microsoft.com/office/drawing/2014/main" id="{24FC0110-EFDD-D9DC-58AF-62A1B0DD9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3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4" name="Freeform 87">
              <a:extLst>
                <a:ext uri="{FF2B5EF4-FFF2-40B4-BE49-F238E27FC236}">
                  <a16:creationId xmlns:a16="http://schemas.microsoft.com/office/drawing/2014/main" id="{303F7E17-65E9-DB88-B518-2E3264039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3"/>
            </a:xfrm>
            <a:custGeom>
              <a:avLst/>
              <a:gdLst>
                <a:gd name="T0" fmla="*/ 0 w 93"/>
                <a:gd name="T1" fmla="*/ 0 h 28"/>
                <a:gd name="T2" fmla="*/ 0 w 93"/>
                <a:gd name="T3" fmla="*/ 0 h 28"/>
                <a:gd name="T4" fmla="*/ 0 w 93"/>
                <a:gd name="T5" fmla="*/ 0 h 28"/>
                <a:gd name="T6" fmla="*/ 0 w 93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28"/>
                <a:gd name="T14" fmla="*/ 93 w 93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28">
                  <a:moveTo>
                    <a:pt x="0" y="0"/>
                  </a:moveTo>
                  <a:lnTo>
                    <a:pt x="4" y="28"/>
                  </a:lnTo>
                  <a:lnTo>
                    <a:pt x="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" name="Freeform 88">
              <a:extLst>
                <a:ext uri="{FF2B5EF4-FFF2-40B4-BE49-F238E27FC236}">
                  <a16:creationId xmlns:a16="http://schemas.microsoft.com/office/drawing/2014/main" id="{FB9C2310-4FE5-EA85-C29A-62434F2FE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" name="Freeform 89">
              <a:extLst>
                <a:ext uri="{FF2B5EF4-FFF2-40B4-BE49-F238E27FC236}">
                  <a16:creationId xmlns:a16="http://schemas.microsoft.com/office/drawing/2014/main" id="{EBCFF6AE-5D44-3410-4E07-0F1FF8299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3506"/>
              <a:ext cx="13" cy="8"/>
            </a:xfrm>
            <a:custGeom>
              <a:avLst/>
              <a:gdLst>
                <a:gd name="T0" fmla="*/ 0 w 89"/>
                <a:gd name="T1" fmla="*/ 0 h 54"/>
                <a:gd name="T2" fmla="*/ 0 w 89"/>
                <a:gd name="T3" fmla="*/ 0 h 54"/>
                <a:gd name="T4" fmla="*/ 0 w 89"/>
                <a:gd name="T5" fmla="*/ 0 h 54"/>
                <a:gd name="T6" fmla="*/ 0 w 89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"/>
                <a:gd name="T13" fmla="*/ 0 h 54"/>
                <a:gd name="T14" fmla="*/ 89 w 89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" h="54">
                  <a:moveTo>
                    <a:pt x="0" y="28"/>
                  </a:moveTo>
                  <a:lnTo>
                    <a:pt x="14" y="54"/>
                  </a:lnTo>
                  <a:lnTo>
                    <a:pt x="89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" name="Freeform 90">
              <a:extLst>
                <a:ext uri="{FF2B5EF4-FFF2-40B4-BE49-F238E27FC236}">
                  <a16:creationId xmlns:a16="http://schemas.microsoft.com/office/drawing/2014/main" id="{8015BC54-F2AB-8108-741B-01F90636D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506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8" name="Freeform 91">
              <a:extLst>
                <a:ext uri="{FF2B5EF4-FFF2-40B4-BE49-F238E27FC236}">
                  <a16:creationId xmlns:a16="http://schemas.microsoft.com/office/drawing/2014/main" id="{4E54D27D-6677-7C9A-4EBB-C1511C9F1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3506"/>
              <a:ext cx="11" cy="11"/>
            </a:xfrm>
            <a:custGeom>
              <a:avLst/>
              <a:gdLst>
                <a:gd name="T0" fmla="*/ 0 w 75"/>
                <a:gd name="T1" fmla="*/ 0 h 74"/>
                <a:gd name="T2" fmla="*/ 0 w 75"/>
                <a:gd name="T3" fmla="*/ 0 h 74"/>
                <a:gd name="T4" fmla="*/ 0 w 75"/>
                <a:gd name="T5" fmla="*/ 0 h 74"/>
                <a:gd name="T6" fmla="*/ 0 w 7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74"/>
                <a:gd name="T14" fmla="*/ 75 w 7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74">
                  <a:moveTo>
                    <a:pt x="0" y="54"/>
                  </a:moveTo>
                  <a:lnTo>
                    <a:pt x="20" y="74"/>
                  </a:lnTo>
                  <a:lnTo>
                    <a:pt x="75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9" name="Freeform 92">
              <a:extLst>
                <a:ext uri="{FF2B5EF4-FFF2-40B4-BE49-F238E27FC236}">
                  <a16:creationId xmlns:a16="http://schemas.microsoft.com/office/drawing/2014/main" id="{E65D93B7-30B8-93B2-AEE7-C24B85603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506"/>
              <a:ext cx="8" cy="13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0" name="Freeform 93">
              <a:extLst>
                <a:ext uri="{FF2B5EF4-FFF2-40B4-BE49-F238E27FC236}">
                  <a16:creationId xmlns:a16="http://schemas.microsoft.com/office/drawing/2014/main" id="{3EBE81EA-D6D2-B7E6-685F-BD9791D85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3506"/>
              <a:ext cx="8" cy="13"/>
            </a:xfrm>
            <a:custGeom>
              <a:avLst/>
              <a:gdLst>
                <a:gd name="T0" fmla="*/ 0 w 55"/>
                <a:gd name="T1" fmla="*/ 0 h 88"/>
                <a:gd name="T2" fmla="*/ 0 w 55"/>
                <a:gd name="T3" fmla="*/ 0 h 88"/>
                <a:gd name="T4" fmla="*/ 0 w 55"/>
                <a:gd name="T5" fmla="*/ 0 h 88"/>
                <a:gd name="T6" fmla="*/ 0 w 55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88"/>
                <a:gd name="T14" fmla="*/ 55 w 55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88">
                  <a:moveTo>
                    <a:pt x="0" y="74"/>
                  </a:moveTo>
                  <a:lnTo>
                    <a:pt x="26" y="88"/>
                  </a:lnTo>
                  <a:lnTo>
                    <a:pt x="55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1" name="Freeform 94">
              <a:extLst>
                <a:ext uri="{FF2B5EF4-FFF2-40B4-BE49-F238E27FC236}">
                  <a16:creationId xmlns:a16="http://schemas.microsoft.com/office/drawing/2014/main" id="{B3A1AF4D-F242-3A48-081C-77CDE7EAA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506"/>
              <a:ext cx="3" cy="13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" name="Freeform 95">
              <a:extLst>
                <a:ext uri="{FF2B5EF4-FFF2-40B4-BE49-F238E27FC236}">
                  <a16:creationId xmlns:a16="http://schemas.microsoft.com/office/drawing/2014/main" id="{9914291E-58B0-CC79-25BF-80747B3E3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3506"/>
              <a:ext cx="3" cy="13"/>
            </a:xfrm>
            <a:custGeom>
              <a:avLst/>
              <a:gdLst>
                <a:gd name="T0" fmla="*/ 0 w 29"/>
                <a:gd name="T1" fmla="*/ 0 h 92"/>
                <a:gd name="T2" fmla="*/ 0 w 29"/>
                <a:gd name="T3" fmla="*/ 0 h 92"/>
                <a:gd name="T4" fmla="*/ 0 w 29"/>
                <a:gd name="T5" fmla="*/ 0 h 92"/>
                <a:gd name="T6" fmla="*/ 0 w 29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92"/>
                <a:gd name="T14" fmla="*/ 29 w 2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92">
                  <a:moveTo>
                    <a:pt x="0" y="88"/>
                  </a:moveTo>
                  <a:lnTo>
                    <a:pt x="29" y="92"/>
                  </a:lnTo>
                  <a:lnTo>
                    <a:pt x="29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3" name="Freeform 96">
              <a:extLst>
                <a:ext uri="{FF2B5EF4-FFF2-40B4-BE49-F238E27FC236}">
                  <a16:creationId xmlns:a16="http://schemas.microsoft.com/office/drawing/2014/main" id="{3C88829C-EDE6-CAF0-A68D-5C64C2DCE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4" name="Freeform 97">
              <a:extLst>
                <a:ext uri="{FF2B5EF4-FFF2-40B4-BE49-F238E27FC236}">
                  <a16:creationId xmlns:a16="http://schemas.microsoft.com/office/drawing/2014/main" id="{886C48F3-9031-FEC9-6F62-5CB39E4D0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" name="Freeform 98">
              <a:extLst>
                <a:ext uri="{FF2B5EF4-FFF2-40B4-BE49-F238E27FC236}">
                  <a16:creationId xmlns:a16="http://schemas.microsoft.com/office/drawing/2014/main" id="{D3CE6761-B46F-7FA2-F160-60DBACCC3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" name="Freeform 99">
              <a:extLst>
                <a:ext uri="{FF2B5EF4-FFF2-40B4-BE49-F238E27FC236}">
                  <a16:creationId xmlns:a16="http://schemas.microsoft.com/office/drawing/2014/main" id="{4FE13682-FD27-3D80-6090-ECFD84CF2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28" y="88"/>
                  </a:moveTo>
                  <a:lnTo>
                    <a:pt x="54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7" name="Freeform 100">
              <a:extLst>
                <a:ext uri="{FF2B5EF4-FFF2-40B4-BE49-F238E27FC236}">
                  <a16:creationId xmlns:a16="http://schemas.microsoft.com/office/drawing/2014/main" id="{051C6779-E524-789D-5C91-50E92F5F0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8" name="Freeform 101">
              <a:extLst>
                <a:ext uri="{FF2B5EF4-FFF2-40B4-BE49-F238E27FC236}">
                  <a16:creationId xmlns:a16="http://schemas.microsoft.com/office/drawing/2014/main" id="{65C6EDF8-2C4E-396E-973E-A3B162262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4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4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9" name="Freeform 102">
              <a:extLst>
                <a:ext uri="{FF2B5EF4-FFF2-40B4-BE49-F238E27FC236}">
                  <a16:creationId xmlns:a16="http://schemas.microsoft.com/office/drawing/2014/main" id="{362622B9-80CE-D8C2-00A0-F819F4C9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" name="Freeform 103">
              <a:extLst>
                <a:ext uri="{FF2B5EF4-FFF2-40B4-BE49-F238E27FC236}">
                  <a16:creationId xmlns:a16="http://schemas.microsoft.com/office/drawing/2014/main" id="{D0DE8122-BDEB-B6A1-3863-FD7FA43FC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74" y="54"/>
                  </a:moveTo>
                  <a:lnTo>
                    <a:pt x="88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1" name="Freeform 104">
              <a:extLst>
                <a:ext uri="{FF2B5EF4-FFF2-40B4-BE49-F238E27FC236}">
                  <a16:creationId xmlns:a16="http://schemas.microsoft.com/office/drawing/2014/main" id="{B581EE8A-83E8-6777-01A1-C86DF89D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3506"/>
              <a:ext cx="14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8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8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2" name="Group 105">
              <a:extLst>
                <a:ext uri="{FF2B5EF4-FFF2-40B4-BE49-F238E27FC236}">
                  <a16:creationId xmlns:a16="http://schemas.microsoft.com/office/drawing/2014/main" id="{E80ECFB5-FCE4-612E-DA93-20DDFD7B5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964"/>
              <a:ext cx="326" cy="546"/>
              <a:chOff x="2544" y="2964"/>
              <a:chExt cx="326" cy="546"/>
            </a:xfrm>
          </p:grpSpPr>
          <p:sp>
            <p:nvSpPr>
              <p:cNvPr id="663" name="Freeform 106">
                <a:extLst>
                  <a:ext uri="{FF2B5EF4-FFF2-40B4-BE49-F238E27FC236}">
                    <a16:creationId xmlns:a16="http://schemas.microsoft.com/office/drawing/2014/main" id="{FB022661-37A8-9D3D-03AF-9BF522F83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3212"/>
                <a:ext cx="6" cy="17"/>
              </a:xfrm>
              <a:custGeom>
                <a:avLst/>
                <a:gdLst>
                  <a:gd name="T0" fmla="*/ 0 w 40"/>
                  <a:gd name="T1" fmla="*/ 0 h 117"/>
                  <a:gd name="T2" fmla="*/ 0 w 40"/>
                  <a:gd name="T3" fmla="*/ 0 h 117"/>
                  <a:gd name="T4" fmla="*/ 0 w 40"/>
                  <a:gd name="T5" fmla="*/ 0 h 117"/>
                  <a:gd name="T6" fmla="*/ 0 60000 65536"/>
                  <a:gd name="T7" fmla="*/ 0 60000 65536"/>
                  <a:gd name="T8" fmla="*/ 0 60000 65536"/>
                  <a:gd name="T9" fmla="*/ 0 w 40"/>
                  <a:gd name="T10" fmla="*/ 0 h 117"/>
                  <a:gd name="T11" fmla="*/ 40 w 40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" h="117">
                    <a:moveTo>
                      <a:pt x="0" y="0"/>
                    </a:moveTo>
                    <a:lnTo>
                      <a:pt x="36" y="77"/>
                    </a:lnTo>
                    <a:lnTo>
                      <a:pt x="40" y="11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4" name="Freeform 107">
                <a:extLst>
                  <a:ext uri="{FF2B5EF4-FFF2-40B4-BE49-F238E27FC236}">
                    <a16:creationId xmlns:a16="http://schemas.microsoft.com/office/drawing/2014/main" id="{184D182F-5F50-1A41-8A27-E964870AE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3226"/>
                <a:ext cx="56" cy="79"/>
              </a:xfrm>
              <a:custGeom>
                <a:avLst/>
                <a:gdLst>
                  <a:gd name="T0" fmla="*/ 0 w 396"/>
                  <a:gd name="T1" fmla="*/ 0 h 555"/>
                  <a:gd name="T2" fmla="*/ 0 w 396"/>
                  <a:gd name="T3" fmla="*/ 0 h 555"/>
                  <a:gd name="T4" fmla="*/ 0 w 396"/>
                  <a:gd name="T5" fmla="*/ 0 h 555"/>
                  <a:gd name="T6" fmla="*/ 0 w 396"/>
                  <a:gd name="T7" fmla="*/ 0 h 555"/>
                  <a:gd name="T8" fmla="*/ 0 w 396"/>
                  <a:gd name="T9" fmla="*/ 0 h 555"/>
                  <a:gd name="T10" fmla="*/ 0 w 396"/>
                  <a:gd name="T11" fmla="*/ 0 h 555"/>
                  <a:gd name="T12" fmla="*/ 0 w 396"/>
                  <a:gd name="T13" fmla="*/ 0 h 555"/>
                  <a:gd name="T14" fmla="*/ 0 w 396"/>
                  <a:gd name="T15" fmla="*/ 0 h 555"/>
                  <a:gd name="T16" fmla="*/ 0 w 396"/>
                  <a:gd name="T17" fmla="*/ 0 h 555"/>
                  <a:gd name="T18" fmla="*/ 0 w 396"/>
                  <a:gd name="T19" fmla="*/ 0 h 555"/>
                  <a:gd name="T20" fmla="*/ 0 w 396"/>
                  <a:gd name="T21" fmla="*/ 0 h 555"/>
                  <a:gd name="T22" fmla="*/ 0 w 396"/>
                  <a:gd name="T23" fmla="*/ 0 h 555"/>
                  <a:gd name="T24" fmla="*/ 0 w 396"/>
                  <a:gd name="T25" fmla="*/ 0 h 555"/>
                  <a:gd name="T26" fmla="*/ 0 w 396"/>
                  <a:gd name="T27" fmla="*/ 0 h 55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96"/>
                  <a:gd name="T43" fmla="*/ 0 h 555"/>
                  <a:gd name="T44" fmla="*/ 396 w 396"/>
                  <a:gd name="T45" fmla="*/ 555 h 55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96" h="555">
                    <a:moveTo>
                      <a:pt x="326" y="45"/>
                    </a:moveTo>
                    <a:lnTo>
                      <a:pt x="379" y="31"/>
                    </a:lnTo>
                    <a:lnTo>
                      <a:pt x="396" y="41"/>
                    </a:lnTo>
                    <a:lnTo>
                      <a:pt x="387" y="41"/>
                    </a:lnTo>
                    <a:lnTo>
                      <a:pt x="95" y="81"/>
                    </a:lnTo>
                    <a:lnTo>
                      <a:pt x="78" y="0"/>
                    </a:lnTo>
                    <a:lnTo>
                      <a:pt x="95" y="101"/>
                    </a:lnTo>
                    <a:lnTo>
                      <a:pt x="95" y="183"/>
                    </a:lnTo>
                    <a:lnTo>
                      <a:pt x="87" y="274"/>
                    </a:lnTo>
                    <a:lnTo>
                      <a:pt x="75" y="350"/>
                    </a:lnTo>
                    <a:lnTo>
                      <a:pt x="62" y="417"/>
                    </a:lnTo>
                    <a:lnTo>
                      <a:pt x="42" y="478"/>
                    </a:lnTo>
                    <a:lnTo>
                      <a:pt x="22" y="523"/>
                    </a:lnTo>
                    <a:lnTo>
                      <a:pt x="0" y="55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" name="Freeform 108">
                <a:extLst>
                  <a:ext uri="{FF2B5EF4-FFF2-40B4-BE49-F238E27FC236}">
                    <a16:creationId xmlns:a16="http://schemas.microsoft.com/office/drawing/2014/main" id="{B8A4D5E7-799E-3B21-3D08-8F6AF7D12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3255"/>
                <a:ext cx="7" cy="25"/>
              </a:xfrm>
              <a:custGeom>
                <a:avLst/>
                <a:gdLst>
                  <a:gd name="T0" fmla="*/ 0 w 45"/>
                  <a:gd name="T1" fmla="*/ 0 h 178"/>
                  <a:gd name="T2" fmla="*/ 0 w 45"/>
                  <a:gd name="T3" fmla="*/ 0 h 178"/>
                  <a:gd name="T4" fmla="*/ 0 w 45"/>
                  <a:gd name="T5" fmla="*/ 0 h 178"/>
                  <a:gd name="T6" fmla="*/ 0 w 45"/>
                  <a:gd name="T7" fmla="*/ 0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178"/>
                  <a:gd name="T14" fmla="*/ 45 w 4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178">
                    <a:moveTo>
                      <a:pt x="0" y="0"/>
                    </a:moveTo>
                    <a:lnTo>
                      <a:pt x="45" y="122"/>
                    </a:lnTo>
                    <a:lnTo>
                      <a:pt x="40" y="178"/>
                    </a:lnTo>
                    <a:lnTo>
                      <a:pt x="37" y="108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" name="Freeform 109">
                <a:extLst>
                  <a:ext uri="{FF2B5EF4-FFF2-40B4-BE49-F238E27FC236}">
                    <a16:creationId xmlns:a16="http://schemas.microsoft.com/office/drawing/2014/main" id="{945D8982-E7BF-A184-5A56-926F92A7B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3246"/>
                <a:ext cx="6" cy="27"/>
              </a:xfrm>
              <a:custGeom>
                <a:avLst/>
                <a:gdLst>
                  <a:gd name="T0" fmla="*/ 0 w 41"/>
                  <a:gd name="T1" fmla="*/ 0 h 183"/>
                  <a:gd name="T2" fmla="*/ 0 w 41"/>
                  <a:gd name="T3" fmla="*/ 0 h 183"/>
                  <a:gd name="T4" fmla="*/ 0 w 41"/>
                  <a:gd name="T5" fmla="*/ 0 h 183"/>
                  <a:gd name="T6" fmla="*/ 0 w 41"/>
                  <a:gd name="T7" fmla="*/ 0 h 1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183"/>
                  <a:gd name="T14" fmla="*/ 41 w 41"/>
                  <a:gd name="T15" fmla="*/ 183 h 1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183">
                    <a:moveTo>
                      <a:pt x="0" y="0"/>
                    </a:moveTo>
                    <a:lnTo>
                      <a:pt x="41" y="141"/>
                    </a:lnTo>
                    <a:lnTo>
                      <a:pt x="37" y="183"/>
                    </a:lnTo>
                    <a:lnTo>
                      <a:pt x="33" y="1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7" name="Freeform 110">
                <a:extLst>
                  <a:ext uri="{FF2B5EF4-FFF2-40B4-BE49-F238E27FC236}">
                    <a16:creationId xmlns:a16="http://schemas.microsoft.com/office/drawing/2014/main" id="{90CE0CB8-80E2-B7F4-8651-52599E8CA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3243"/>
                <a:ext cx="7" cy="47"/>
              </a:xfrm>
              <a:custGeom>
                <a:avLst/>
                <a:gdLst>
                  <a:gd name="T0" fmla="*/ 0 w 53"/>
                  <a:gd name="T1" fmla="*/ 0 h 347"/>
                  <a:gd name="T2" fmla="*/ 0 w 53"/>
                  <a:gd name="T3" fmla="*/ 0 h 347"/>
                  <a:gd name="T4" fmla="*/ 0 w 53"/>
                  <a:gd name="T5" fmla="*/ 0 h 347"/>
                  <a:gd name="T6" fmla="*/ 0 w 53"/>
                  <a:gd name="T7" fmla="*/ 0 h 3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347"/>
                  <a:gd name="T14" fmla="*/ 53 w 53"/>
                  <a:gd name="T15" fmla="*/ 347 h 3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347">
                    <a:moveTo>
                      <a:pt x="53" y="0"/>
                    </a:moveTo>
                    <a:lnTo>
                      <a:pt x="53" y="52"/>
                    </a:lnTo>
                    <a:lnTo>
                      <a:pt x="25" y="225"/>
                    </a:lnTo>
                    <a:lnTo>
                      <a:pt x="0" y="347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8" name="Freeform 111">
                <a:extLst>
                  <a:ext uri="{FF2B5EF4-FFF2-40B4-BE49-F238E27FC236}">
                    <a16:creationId xmlns:a16="http://schemas.microsoft.com/office/drawing/2014/main" id="{84074712-75A4-0B85-9AB4-FAB26E3AC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3290"/>
                <a:ext cx="49" cy="4"/>
              </a:xfrm>
              <a:custGeom>
                <a:avLst/>
                <a:gdLst>
                  <a:gd name="T0" fmla="*/ 0 w 346"/>
                  <a:gd name="T1" fmla="*/ 0 h 31"/>
                  <a:gd name="T2" fmla="*/ 0 w 346"/>
                  <a:gd name="T3" fmla="*/ 0 h 31"/>
                  <a:gd name="T4" fmla="*/ 0 w 346"/>
                  <a:gd name="T5" fmla="*/ 0 h 31"/>
                  <a:gd name="T6" fmla="*/ 0 w 34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6"/>
                  <a:gd name="T13" fmla="*/ 0 h 31"/>
                  <a:gd name="T14" fmla="*/ 346 w 346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6" h="31">
                    <a:moveTo>
                      <a:pt x="0" y="31"/>
                    </a:moveTo>
                    <a:lnTo>
                      <a:pt x="346" y="6"/>
                    </a:lnTo>
                    <a:lnTo>
                      <a:pt x="326" y="0"/>
                    </a:lnTo>
                    <a:lnTo>
                      <a:pt x="276" y="1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9" name="Line 112">
                <a:extLst>
                  <a:ext uri="{FF2B5EF4-FFF2-40B4-BE49-F238E27FC236}">
                    <a16:creationId xmlns:a16="http://schemas.microsoft.com/office/drawing/2014/main" id="{98804152-23D3-23EE-FDE8-822F00FEB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7" y="3239"/>
                <a:ext cx="29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0" name="Freeform 113">
                <a:extLst>
                  <a:ext uri="{FF2B5EF4-FFF2-40B4-BE49-F238E27FC236}">
                    <a16:creationId xmlns:a16="http://schemas.microsoft.com/office/drawing/2014/main" id="{5351101F-6992-B0B5-DC2D-2D24738EF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3" y="3212"/>
                <a:ext cx="2" cy="93"/>
              </a:xfrm>
              <a:custGeom>
                <a:avLst/>
                <a:gdLst>
                  <a:gd name="T0" fmla="*/ 0 w 13"/>
                  <a:gd name="T1" fmla="*/ 0 h 647"/>
                  <a:gd name="T2" fmla="*/ 0 w 13"/>
                  <a:gd name="T3" fmla="*/ 0 h 647"/>
                  <a:gd name="T4" fmla="*/ 0 w 13"/>
                  <a:gd name="T5" fmla="*/ 0 h 647"/>
                  <a:gd name="T6" fmla="*/ 0 w 13"/>
                  <a:gd name="T7" fmla="*/ 0 h 647"/>
                  <a:gd name="T8" fmla="*/ 0 w 13"/>
                  <a:gd name="T9" fmla="*/ 0 h 647"/>
                  <a:gd name="T10" fmla="*/ 0 w 13"/>
                  <a:gd name="T11" fmla="*/ 0 h 6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647"/>
                  <a:gd name="T20" fmla="*/ 13 w 13"/>
                  <a:gd name="T21" fmla="*/ 647 h 6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647">
                    <a:moveTo>
                      <a:pt x="0" y="0"/>
                    </a:moveTo>
                    <a:lnTo>
                      <a:pt x="13" y="26"/>
                    </a:lnTo>
                    <a:lnTo>
                      <a:pt x="8" y="20"/>
                    </a:lnTo>
                    <a:lnTo>
                      <a:pt x="8" y="647"/>
                    </a:lnTo>
                    <a:lnTo>
                      <a:pt x="0" y="601"/>
                    </a:lnTo>
                    <a:lnTo>
                      <a:pt x="4" y="56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1" name="Freeform 114">
                <a:extLst>
                  <a:ext uri="{FF2B5EF4-FFF2-40B4-BE49-F238E27FC236}">
                    <a16:creationId xmlns:a16="http://schemas.microsoft.com/office/drawing/2014/main" id="{7E20756B-1BBB-3B38-B85D-D77DE8BC2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3245"/>
                <a:ext cx="20" cy="36"/>
              </a:xfrm>
              <a:custGeom>
                <a:avLst/>
                <a:gdLst>
                  <a:gd name="T0" fmla="*/ 0 w 146"/>
                  <a:gd name="T1" fmla="*/ 0 h 253"/>
                  <a:gd name="T2" fmla="*/ 0 w 146"/>
                  <a:gd name="T3" fmla="*/ 0 h 253"/>
                  <a:gd name="T4" fmla="*/ 0 w 146"/>
                  <a:gd name="T5" fmla="*/ 0 h 253"/>
                  <a:gd name="T6" fmla="*/ 0 w 146"/>
                  <a:gd name="T7" fmla="*/ 0 h 253"/>
                  <a:gd name="T8" fmla="*/ 0 w 146"/>
                  <a:gd name="T9" fmla="*/ 0 h 253"/>
                  <a:gd name="T10" fmla="*/ 0 w 146"/>
                  <a:gd name="T11" fmla="*/ 0 h 2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6"/>
                  <a:gd name="T19" fmla="*/ 0 h 253"/>
                  <a:gd name="T20" fmla="*/ 146 w 146"/>
                  <a:gd name="T21" fmla="*/ 253 h 25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6" h="253">
                    <a:moveTo>
                      <a:pt x="146" y="0"/>
                    </a:moveTo>
                    <a:lnTo>
                      <a:pt x="126" y="55"/>
                    </a:lnTo>
                    <a:lnTo>
                      <a:pt x="93" y="111"/>
                    </a:lnTo>
                    <a:lnTo>
                      <a:pt x="57" y="177"/>
                    </a:lnTo>
                    <a:lnTo>
                      <a:pt x="25" y="227"/>
                    </a:lnTo>
                    <a:lnTo>
                      <a:pt x="0" y="25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2" name="Freeform 115">
                <a:extLst>
                  <a:ext uri="{FF2B5EF4-FFF2-40B4-BE49-F238E27FC236}">
                    <a16:creationId xmlns:a16="http://schemas.microsoft.com/office/drawing/2014/main" id="{5AC474AD-E922-6573-0451-D1A1AFD7F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3250"/>
                <a:ext cx="11" cy="11"/>
              </a:xfrm>
              <a:custGeom>
                <a:avLst/>
                <a:gdLst>
                  <a:gd name="T0" fmla="*/ 0 w 78"/>
                  <a:gd name="T1" fmla="*/ 0 h 76"/>
                  <a:gd name="T2" fmla="*/ 0 w 78"/>
                  <a:gd name="T3" fmla="*/ 0 h 76"/>
                  <a:gd name="T4" fmla="*/ 0 w 78"/>
                  <a:gd name="T5" fmla="*/ 0 h 76"/>
                  <a:gd name="T6" fmla="*/ 0 w 78"/>
                  <a:gd name="T7" fmla="*/ 0 h 76"/>
                  <a:gd name="T8" fmla="*/ 0 w 78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76"/>
                  <a:gd name="T17" fmla="*/ 78 w 78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76">
                    <a:moveTo>
                      <a:pt x="0" y="0"/>
                    </a:moveTo>
                    <a:lnTo>
                      <a:pt x="45" y="30"/>
                    </a:lnTo>
                    <a:lnTo>
                      <a:pt x="73" y="56"/>
                    </a:lnTo>
                    <a:lnTo>
                      <a:pt x="78" y="76"/>
                    </a:lnTo>
                    <a:lnTo>
                      <a:pt x="61" y="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3" name="Freeform 116">
                <a:extLst>
                  <a:ext uri="{FF2B5EF4-FFF2-40B4-BE49-F238E27FC236}">
                    <a16:creationId xmlns:a16="http://schemas.microsoft.com/office/drawing/2014/main" id="{85DA11EC-D973-B8CD-4106-61C106DF7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" y="3226"/>
                <a:ext cx="3" cy="69"/>
              </a:xfrm>
              <a:custGeom>
                <a:avLst/>
                <a:gdLst>
                  <a:gd name="T0" fmla="*/ 0 w 16"/>
                  <a:gd name="T1" fmla="*/ 0 h 498"/>
                  <a:gd name="T2" fmla="*/ 0 w 16"/>
                  <a:gd name="T3" fmla="*/ 0 h 498"/>
                  <a:gd name="T4" fmla="*/ 0 w 16"/>
                  <a:gd name="T5" fmla="*/ 0 h 498"/>
                  <a:gd name="T6" fmla="*/ 0 w 16"/>
                  <a:gd name="T7" fmla="*/ 0 h 498"/>
                  <a:gd name="T8" fmla="*/ 0 w 16"/>
                  <a:gd name="T9" fmla="*/ 0 h 4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498"/>
                  <a:gd name="T17" fmla="*/ 16 w 16"/>
                  <a:gd name="T18" fmla="*/ 498 h 4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498">
                    <a:moveTo>
                      <a:pt x="0" y="0"/>
                    </a:moveTo>
                    <a:lnTo>
                      <a:pt x="12" y="40"/>
                    </a:lnTo>
                    <a:lnTo>
                      <a:pt x="16" y="498"/>
                    </a:lnTo>
                    <a:lnTo>
                      <a:pt x="9" y="452"/>
                    </a:lnTo>
                    <a:lnTo>
                      <a:pt x="16" y="39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4" name="Line 117">
                <a:extLst>
                  <a:ext uri="{FF2B5EF4-FFF2-40B4-BE49-F238E27FC236}">
                    <a16:creationId xmlns:a16="http://schemas.microsoft.com/office/drawing/2014/main" id="{6A32241E-18BD-9F0F-BC35-22356EF2F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268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5" name="Line 118">
                <a:extLst>
                  <a:ext uri="{FF2B5EF4-FFF2-40B4-BE49-F238E27FC236}">
                    <a16:creationId xmlns:a16="http://schemas.microsoft.com/office/drawing/2014/main" id="{ACFD9FCE-2047-AD9C-FE6A-21957D4CE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73" y="3250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" name="Freeform 119">
                <a:extLst>
                  <a:ext uri="{FF2B5EF4-FFF2-40B4-BE49-F238E27FC236}">
                    <a16:creationId xmlns:a16="http://schemas.microsoft.com/office/drawing/2014/main" id="{D1303A1D-0ACD-38F5-E9A0-72E92E9D9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3228"/>
                <a:ext cx="25" cy="69"/>
              </a:xfrm>
              <a:custGeom>
                <a:avLst/>
                <a:gdLst>
                  <a:gd name="T0" fmla="*/ 0 w 175"/>
                  <a:gd name="T1" fmla="*/ 0 h 488"/>
                  <a:gd name="T2" fmla="*/ 0 w 175"/>
                  <a:gd name="T3" fmla="*/ 0 h 488"/>
                  <a:gd name="T4" fmla="*/ 0 w 175"/>
                  <a:gd name="T5" fmla="*/ 0 h 488"/>
                  <a:gd name="T6" fmla="*/ 0 w 175"/>
                  <a:gd name="T7" fmla="*/ 0 h 488"/>
                  <a:gd name="T8" fmla="*/ 0 w 175"/>
                  <a:gd name="T9" fmla="*/ 0 h 488"/>
                  <a:gd name="T10" fmla="*/ 0 w 175"/>
                  <a:gd name="T11" fmla="*/ 0 h 488"/>
                  <a:gd name="T12" fmla="*/ 0 w 175"/>
                  <a:gd name="T13" fmla="*/ 0 h 488"/>
                  <a:gd name="T14" fmla="*/ 0 w 175"/>
                  <a:gd name="T15" fmla="*/ 0 h 488"/>
                  <a:gd name="T16" fmla="*/ 0 w 175"/>
                  <a:gd name="T17" fmla="*/ 0 h 488"/>
                  <a:gd name="T18" fmla="*/ 0 w 175"/>
                  <a:gd name="T19" fmla="*/ 0 h 4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5"/>
                  <a:gd name="T31" fmla="*/ 0 h 488"/>
                  <a:gd name="T32" fmla="*/ 175 w 175"/>
                  <a:gd name="T33" fmla="*/ 488 h 4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5" h="488">
                    <a:moveTo>
                      <a:pt x="0" y="41"/>
                    </a:moveTo>
                    <a:lnTo>
                      <a:pt x="175" y="20"/>
                    </a:lnTo>
                    <a:lnTo>
                      <a:pt x="159" y="0"/>
                    </a:lnTo>
                    <a:lnTo>
                      <a:pt x="150" y="301"/>
                    </a:lnTo>
                    <a:lnTo>
                      <a:pt x="147" y="397"/>
                    </a:lnTo>
                    <a:lnTo>
                      <a:pt x="142" y="468"/>
                    </a:lnTo>
                    <a:lnTo>
                      <a:pt x="142" y="488"/>
                    </a:lnTo>
                    <a:lnTo>
                      <a:pt x="122" y="437"/>
                    </a:lnTo>
                    <a:lnTo>
                      <a:pt x="114" y="427"/>
                    </a:lnTo>
                    <a:lnTo>
                      <a:pt x="4" y="442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7" name="Freeform 120">
                <a:extLst>
                  <a:ext uri="{FF2B5EF4-FFF2-40B4-BE49-F238E27FC236}">
                    <a16:creationId xmlns:a16="http://schemas.microsoft.com/office/drawing/2014/main" id="{6E757F98-0A71-99D9-5EDC-A8846996B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3213"/>
                <a:ext cx="25" cy="43"/>
              </a:xfrm>
              <a:custGeom>
                <a:avLst/>
                <a:gdLst>
                  <a:gd name="T0" fmla="*/ 0 w 158"/>
                  <a:gd name="T1" fmla="*/ 0 h 301"/>
                  <a:gd name="T2" fmla="*/ 0 w 158"/>
                  <a:gd name="T3" fmla="*/ 0 h 301"/>
                  <a:gd name="T4" fmla="*/ 0 w 158"/>
                  <a:gd name="T5" fmla="*/ 0 h 301"/>
                  <a:gd name="T6" fmla="*/ 0 w 158"/>
                  <a:gd name="T7" fmla="*/ 0 h 301"/>
                  <a:gd name="T8" fmla="*/ 0 w 158"/>
                  <a:gd name="T9" fmla="*/ 0 h 301"/>
                  <a:gd name="T10" fmla="*/ 0 w 158"/>
                  <a:gd name="T11" fmla="*/ 0 h 3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8"/>
                  <a:gd name="T19" fmla="*/ 0 h 301"/>
                  <a:gd name="T20" fmla="*/ 158 w 158"/>
                  <a:gd name="T21" fmla="*/ 301 h 30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8" h="301">
                    <a:moveTo>
                      <a:pt x="158" y="0"/>
                    </a:moveTo>
                    <a:lnTo>
                      <a:pt x="155" y="41"/>
                    </a:lnTo>
                    <a:lnTo>
                      <a:pt x="118" y="117"/>
                    </a:lnTo>
                    <a:lnTo>
                      <a:pt x="81" y="189"/>
                    </a:lnTo>
                    <a:lnTo>
                      <a:pt x="41" y="249"/>
                    </a:lnTo>
                    <a:lnTo>
                      <a:pt x="0" y="30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8" name="Freeform 121">
                <a:extLst>
                  <a:ext uri="{FF2B5EF4-FFF2-40B4-BE49-F238E27FC236}">
                    <a16:creationId xmlns:a16="http://schemas.microsoft.com/office/drawing/2014/main" id="{82D65ED5-08FF-A6C3-7B92-32671DC7C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3237"/>
                <a:ext cx="1" cy="63"/>
              </a:xfrm>
              <a:custGeom>
                <a:avLst/>
                <a:gdLst>
                  <a:gd name="T0" fmla="*/ 0 w 9"/>
                  <a:gd name="T1" fmla="*/ 0 h 456"/>
                  <a:gd name="T2" fmla="*/ 0 w 9"/>
                  <a:gd name="T3" fmla="*/ 0 h 456"/>
                  <a:gd name="T4" fmla="*/ 0 w 9"/>
                  <a:gd name="T5" fmla="*/ 0 h 456"/>
                  <a:gd name="T6" fmla="*/ 0 w 9"/>
                  <a:gd name="T7" fmla="*/ 0 h 4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456"/>
                  <a:gd name="T14" fmla="*/ 9 w 9"/>
                  <a:gd name="T15" fmla="*/ 456 h 4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456">
                    <a:moveTo>
                      <a:pt x="9" y="0"/>
                    </a:moveTo>
                    <a:lnTo>
                      <a:pt x="9" y="456"/>
                    </a:lnTo>
                    <a:lnTo>
                      <a:pt x="0" y="421"/>
                    </a:lnTo>
                    <a:lnTo>
                      <a:pt x="9" y="37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9" name="Freeform 122">
                <a:extLst>
                  <a:ext uri="{FF2B5EF4-FFF2-40B4-BE49-F238E27FC236}">
                    <a16:creationId xmlns:a16="http://schemas.microsoft.com/office/drawing/2014/main" id="{BE0CD753-1849-393B-92FD-90AD7BD21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4" y="3217"/>
                <a:ext cx="5" cy="17"/>
              </a:xfrm>
              <a:custGeom>
                <a:avLst/>
                <a:gdLst>
                  <a:gd name="T0" fmla="*/ 0 w 35"/>
                  <a:gd name="T1" fmla="*/ 0 h 117"/>
                  <a:gd name="T2" fmla="*/ 0 w 35"/>
                  <a:gd name="T3" fmla="*/ 0 h 117"/>
                  <a:gd name="T4" fmla="*/ 0 w 35"/>
                  <a:gd name="T5" fmla="*/ 0 h 117"/>
                  <a:gd name="T6" fmla="*/ 0 w 35"/>
                  <a:gd name="T7" fmla="*/ 0 h 117"/>
                  <a:gd name="T8" fmla="*/ 0 w 35"/>
                  <a:gd name="T9" fmla="*/ 0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117"/>
                  <a:gd name="T17" fmla="*/ 35 w 35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117">
                    <a:moveTo>
                      <a:pt x="0" y="0"/>
                    </a:moveTo>
                    <a:lnTo>
                      <a:pt x="28" y="56"/>
                    </a:lnTo>
                    <a:lnTo>
                      <a:pt x="35" y="86"/>
                    </a:lnTo>
                    <a:lnTo>
                      <a:pt x="35" y="117"/>
                    </a:lnTo>
                    <a:lnTo>
                      <a:pt x="28" y="6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" name="Freeform 123">
                <a:extLst>
                  <a:ext uri="{FF2B5EF4-FFF2-40B4-BE49-F238E27FC236}">
                    <a16:creationId xmlns:a16="http://schemas.microsoft.com/office/drawing/2014/main" id="{D25ACAB5-8548-C440-4082-7CA818F4A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39"/>
                <a:ext cx="44" cy="8"/>
              </a:xfrm>
              <a:custGeom>
                <a:avLst/>
                <a:gdLst>
                  <a:gd name="T0" fmla="*/ 0 w 309"/>
                  <a:gd name="T1" fmla="*/ 0 h 50"/>
                  <a:gd name="T2" fmla="*/ 0 w 309"/>
                  <a:gd name="T3" fmla="*/ 0 h 50"/>
                  <a:gd name="T4" fmla="*/ 0 w 309"/>
                  <a:gd name="T5" fmla="*/ 0 h 50"/>
                  <a:gd name="T6" fmla="*/ 0 w 309"/>
                  <a:gd name="T7" fmla="*/ 0 h 50"/>
                  <a:gd name="T8" fmla="*/ 0 w 309"/>
                  <a:gd name="T9" fmla="*/ 0 h 50"/>
                  <a:gd name="T10" fmla="*/ 0 w 309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9"/>
                  <a:gd name="T19" fmla="*/ 0 h 50"/>
                  <a:gd name="T20" fmla="*/ 309 w 309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9" h="50">
                    <a:moveTo>
                      <a:pt x="0" y="46"/>
                    </a:moveTo>
                    <a:lnTo>
                      <a:pt x="13" y="50"/>
                    </a:lnTo>
                    <a:lnTo>
                      <a:pt x="17" y="46"/>
                    </a:lnTo>
                    <a:lnTo>
                      <a:pt x="309" y="4"/>
                    </a:lnTo>
                    <a:lnTo>
                      <a:pt x="289" y="0"/>
                    </a:lnTo>
                    <a:lnTo>
                      <a:pt x="256" y="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1" name="Freeform 124">
                <a:extLst>
                  <a:ext uri="{FF2B5EF4-FFF2-40B4-BE49-F238E27FC236}">
                    <a16:creationId xmlns:a16="http://schemas.microsoft.com/office/drawing/2014/main" id="{027DC0F6-289D-31AC-401E-66EFD32D6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245"/>
                <a:ext cx="19" cy="57"/>
              </a:xfrm>
              <a:custGeom>
                <a:avLst/>
                <a:gdLst>
                  <a:gd name="T0" fmla="*/ 0 w 142"/>
                  <a:gd name="T1" fmla="*/ 0 h 400"/>
                  <a:gd name="T2" fmla="*/ 0 w 142"/>
                  <a:gd name="T3" fmla="*/ 0 h 400"/>
                  <a:gd name="T4" fmla="*/ 0 w 142"/>
                  <a:gd name="T5" fmla="*/ 0 h 400"/>
                  <a:gd name="T6" fmla="*/ 0 w 142"/>
                  <a:gd name="T7" fmla="*/ 0 h 400"/>
                  <a:gd name="T8" fmla="*/ 0 w 142"/>
                  <a:gd name="T9" fmla="*/ 0 h 400"/>
                  <a:gd name="T10" fmla="*/ 0 w 142"/>
                  <a:gd name="T11" fmla="*/ 0 h 400"/>
                  <a:gd name="T12" fmla="*/ 0 w 142"/>
                  <a:gd name="T13" fmla="*/ 0 h 400"/>
                  <a:gd name="T14" fmla="*/ 0 w 142"/>
                  <a:gd name="T15" fmla="*/ 0 h 400"/>
                  <a:gd name="T16" fmla="*/ 0 w 142"/>
                  <a:gd name="T17" fmla="*/ 0 h 4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2"/>
                  <a:gd name="T28" fmla="*/ 0 h 400"/>
                  <a:gd name="T29" fmla="*/ 142 w 142"/>
                  <a:gd name="T30" fmla="*/ 400 h 4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2" h="400">
                    <a:moveTo>
                      <a:pt x="138" y="0"/>
                    </a:moveTo>
                    <a:lnTo>
                      <a:pt x="142" y="24"/>
                    </a:lnTo>
                    <a:lnTo>
                      <a:pt x="126" y="116"/>
                    </a:lnTo>
                    <a:lnTo>
                      <a:pt x="114" y="172"/>
                    </a:lnTo>
                    <a:lnTo>
                      <a:pt x="97" y="223"/>
                    </a:lnTo>
                    <a:lnTo>
                      <a:pt x="77" y="279"/>
                    </a:lnTo>
                    <a:lnTo>
                      <a:pt x="53" y="330"/>
                    </a:lnTo>
                    <a:lnTo>
                      <a:pt x="25" y="376"/>
                    </a:lnTo>
                    <a:lnTo>
                      <a:pt x="0" y="40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2" name="Freeform 125">
                <a:extLst>
                  <a:ext uri="{FF2B5EF4-FFF2-40B4-BE49-F238E27FC236}">
                    <a16:creationId xmlns:a16="http://schemas.microsoft.com/office/drawing/2014/main" id="{D71DDD56-0E41-BE81-F388-EA970854B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2" y="3257"/>
                <a:ext cx="18" cy="43"/>
              </a:xfrm>
              <a:custGeom>
                <a:avLst/>
                <a:gdLst>
                  <a:gd name="T0" fmla="*/ 0 w 130"/>
                  <a:gd name="T1" fmla="*/ 0 h 305"/>
                  <a:gd name="T2" fmla="*/ 0 w 130"/>
                  <a:gd name="T3" fmla="*/ 0 h 305"/>
                  <a:gd name="T4" fmla="*/ 0 w 130"/>
                  <a:gd name="T5" fmla="*/ 0 h 305"/>
                  <a:gd name="T6" fmla="*/ 0 w 130"/>
                  <a:gd name="T7" fmla="*/ 0 h 305"/>
                  <a:gd name="T8" fmla="*/ 0 w 130"/>
                  <a:gd name="T9" fmla="*/ 0 h 305"/>
                  <a:gd name="T10" fmla="*/ 0 w 130"/>
                  <a:gd name="T11" fmla="*/ 0 h 305"/>
                  <a:gd name="T12" fmla="*/ 0 w 130"/>
                  <a:gd name="T13" fmla="*/ 0 h 305"/>
                  <a:gd name="T14" fmla="*/ 0 w 130"/>
                  <a:gd name="T15" fmla="*/ 0 h 305"/>
                  <a:gd name="T16" fmla="*/ 0 w 130"/>
                  <a:gd name="T17" fmla="*/ 0 h 305"/>
                  <a:gd name="T18" fmla="*/ 0 w 130"/>
                  <a:gd name="T19" fmla="*/ 0 h 305"/>
                  <a:gd name="T20" fmla="*/ 0 w 130"/>
                  <a:gd name="T21" fmla="*/ 0 h 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0"/>
                  <a:gd name="T34" fmla="*/ 0 h 305"/>
                  <a:gd name="T35" fmla="*/ 130 w 130"/>
                  <a:gd name="T36" fmla="*/ 305 h 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0" h="305">
                    <a:moveTo>
                      <a:pt x="16" y="30"/>
                    </a:moveTo>
                    <a:lnTo>
                      <a:pt x="33" y="35"/>
                    </a:lnTo>
                    <a:lnTo>
                      <a:pt x="130" y="20"/>
                    </a:lnTo>
                    <a:lnTo>
                      <a:pt x="122" y="0"/>
                    </a:lnTo>
                    <a:lnTo>
                      <a:pt x="110" y="76"/>
                    </a:lnTo>
                    <a:lnTo>
                      <a:pt x="90" y="188"/>
                    </a:lnTo>
                    <a:lnTo>
                      <a:pt x="73" y="244"/>
                    </a:lnTo>
                    <a:lnTo>
                      <a:pt x="57" y="285"/>
                    </a:lnTo>
                    <a:lnTo>
                      <a:pt x="48" y="305"/>
                    </a:lnTo>
                    <a:lnTo>
                      <a:pt x="0" y="228"/>
                    </a:lnTo>
                    <a:lnTo>
                      <a:pt x="48" y="29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3" name="Line 126">
                <a:extLst>
                  <a:ext uri="{FF2B5EF4-FFF2-40B4-BE49-F238E27FC236}">
                    <a16:creationId xmlns:a16="http://schemas.microsoft.com/office/drawing/2014/main" id="{A06D27E6-A3D1-5F81-9DB4-65755D30C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1" y="3331"/>
                <a:ext cx="25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4" name="Line 127">
                <a:extLst>
                  <a:ext uri="{FF2B5EF4-FFF2-40B4-BE49-F238E27FC236}">
                    <a16:creationId xmlns:a16="http://schemas.microsoft.com/office/drawing/2014/main" id="{6CEED014-DDFE-F426-29A9-7C03A55F3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44" y="2969"/>
                <a:ext cx="67" cy="36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5" name="Line 128">
                <a:extLst>
                  <a:ext uri="{FF2B5EF4-FFF2-40B4-BE49-F238E27FC236}">
                    <a16:creationId xmlns:a16="http://schemas.microsoft.com/office/drawing/2014/main" id="{6321D0F6-CA17-4373-4BE2-529D815F5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9" y="3331"/>
                <a:ext cx="63" cy="17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" name="Freeform 129">
                <a:extLst>
                  <a:ext uri="{FF2B5EF4-FFF2-40B4-BE49-F238E27FC236}">
                    <a16:creationId xmlns:a16="http://schemas.microsoft.com/office/drawing/2014/main" id="{577D16D5-6AAF-8033-6FC9-2C1EB2573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2964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8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8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7" name="Freeform 130">
                <a:extLst>
                  <a:ext uri="{FF2B5EF4-FFF2-40B4-BE49-F238E27FC236}">
                    <a16:creationId xmlns:a16="http://schemas.microsoft.com/office/drawing/2014/main" id="{C34FDE27-FE34-DE90-65D6-BC1A346B8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3505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8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8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88" name="Group 131">
            <a:extLst>
              <a:ext uri="{FF2B5EF4-FFF2-40B4-BE49-F238E27FC236}">
                <a16:creationId xmlns:a16="http://schemas.microsoft.com/office/drawing/2014/main" id="{F570B8BB-3673-376B-5AB7-D89ED51E69C8}"/>
              </a:ext>
            </a:extLst>
          </p:cNvPr>
          <p:cNvGrpSpPr>
            <a:grpSpLocks/>
          </p:cNvGrpSpPr>
          <p:nvPr/>
        </p:nvGrpSpPr>
        <p:grpSpPr bwMode="auto">
          <a:xfrm>
            <a:off x="7386638" y="3768985"/>
            <a:ext cx="628650" cy="1065212"/>
            <a:chOff x="4493" y="2951"/>
            <a:chExt cx="335" cy="568"/>
          </a:xfrm>
        </p:grpSpPr>
        <p:sp>
          <p:nvSpPr>
            <p:cNvPr id="689" name="Freeform 132">
              <a:extLst>
                <a:ext uri="{FF2B5EF4-FFF2-40B4-BE49-F238E27FC236}">
                  <a16:creationId xmlns:a16="http://schemas.microsoft.com/office/drawing/2014/main" id="{57DB7C85-3CB9-B55F-C106-2D498F99B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0" name="Freeform 133">
              <a:extLst>
                <a:ext uri="{FF2B5EF4-FFF2-40B4-BE49-F238E27FC236}">
                  <a16:creationId xmlns:a16="http://schemas.microsoft.com/office/drawing/2014/main" id="{1F30F798-D864-F845-7562-79E30CC58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0"/>
              <a:ext cx="14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1" name="Freeform 134">
              <a:extLst>
                <a:ext uri="{FF2B5EF4-FFF2-40B4-BE49-F238E27FC236}">
                  <a16:creationId xmlns:a16="http://schemas.microsoft.com/office/drawing/2014/main" id="{4F5446BC-60D5-C853-E448-0568CE7AB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7"/>
              <a:ext cx="14" cy="7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2" name="Freeform 135">
              <a:extLst>
                <a:ext uri="{FF2B5EF4-FFF2-40B4-BE49-F238E27FC236}">
                  <a16:creationId xmlns:a16="http://schemas.microsoft.com/office/drawing/2014/main" id="{DE3EBB5C-5D88-650C-54F4-805E6D785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7"/>
              <a:ext cx="14" cy="7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3" name="Freeform 136">
              <a:extLst>
                <a:ext uri="{FF2B5EF4-FFF2-40B4-BE49-F238E27FC236}">
                  <a16:creationId xmlns:a16="http://schemas.microsoft.com/office/drawing/2014/main" id="{2C41DEB3-C0C1-0040-16A1-C09E15ECC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4" name="Freeform 137">
              <a:extLst>
                <a:ext uri="{FF2B5EF4-FFF2-40B4-BE49-F238E27FC236}">
                  <a16:creationId xmlns:a16="http://schemas.microsoft.com/office/drawing/2014/main" id="{1BBAA128-A748-9226-C3AE-BE500D52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4"/>
              <a:ext cx="11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" name="Freeform 138">
              <a:extLst>
                <a:ext uri="{FF2B5EF4-FFF2-40B4-BE49-F238E27FC236}">
                  <a16:creationId xmlns:a16="http://schemas.microsoft.com/office/drawing/2014/main" id="{4A00D2B6-C1F2-682D-E44D-ABCA9BD23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2"/>
              <a:ext cx="8" cy="12"/>
            </a:xfrm>
            <a:custGeom>
              <a:avLst/>
              <a:gdLst>
                <a:gd name="T0" fmla="*/ 0 w 53"/>
                <a:gd name="T1" fmla="*/ 0 h 87"/>
                <a:gd name="T2" fmla="*/ 0 w 53"/>
                <a:gd name="T3" fmla="*/ 0 h 87"/>
                <a:gd name="T4" fmla="*/ 0 w 53"/>
                <a:gd name="T5" fmla="*/ 0 h 87"/>
                <a:gd name="T6" fmla="*/ 0 w 5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7"/>
                <a:gd name="T14" fmla="*/ 53 w 5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7">
                  <a:moveTo>
                    <a:pt x="53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3" y="1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" name="Freeform 139">
              <a:extLst>
                <a:ext uri="{FF2B5EF4-FFF2-40B4-BE49-F238E27FC236}">
                  <a16:creationId xmlns:a16="http://schemas.microsoft.com/office/drawing/2014/main" id="{8EFE0075-B0E8-9943-3209-8FEF70C17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2"/>
              <a:ext cx="8" cy="12"/>
            </a:xfrm>
            <a:custGeom>
              <a:avLst/>
              <a:gdLst>
                <a:gd name="T0" fmla="*/ 0 w 53"/>
                <a:gd name="T1" fmla="*/ 0 h 87"/>
                <a:gd name="T2" fmla="*/ 0 w 53"/>
                <a:gd name="T3" fmla="*/ 0 h 87"/>
                <a:gd name="T4" fmla="*/ 0 w 53"/>
                <a:gd name="T5" fmla="*/ 0 h 87"/>
                <a:gd name="T6" fmla="*/ 0 w 53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7"/>
                <a:gd name="T14" fmla="*/ 53 w 53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7">
                  <a:moveTo>
                    <a:pt x="53" y="12"/>
                  </a:moveTo>
                  <a:lnTo>
                    <a:pt x="28" y="0"/>
                  </a:lnTo>
                  <a:lnTo>
                    <a:pt x="0" y="87"/>
                  </a:lnTo>
                  <a:lnTo>
                    <a:pt x="53" y="1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" name="Freeform 140">
              <a:extLst>
                <a:ext uri="{FF2B5EF4-FFF2-40B4-BE49-F238E27FC236}">
                  <a16:creationId xmlns:a16="http://schemas.microsoft.com/office/drawing/2014/main" id="{0BD88E73-95C3-8206-D646-B72420EAF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" name="Freeform 141">
              <a:extLst>
                <a:ext uri="{FF2B5EF4-FFF2-40B4-BE49-F238E27FC236}">
                  <a16:creationId xmlns:a16="http://schemas.microsoft.com/office/drawing/2014/main" id="{770642EE-CF2D-C050-F222-DD9310462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51"/>
              <a:ext cx="4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6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" name="Freeform 142">
              <a:extLst>
                <a:ext uri="{FF2B5EF4-FFF2-40B4-BE49-F238E27FC236}">
                  <a16:creationId xmlns:a16="http://schemas.microsoft.com/office/drawing/2014/main" id="{0C7BC123-B92B-AC50-9F93-AA64D8C6B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51"/>
              <a:ext cx="3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6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0" name="Freeform 143">
              <a:extLst>
                <a:ext uri="{FF2B5EF4-FFF2-40B4-BE49-F238E27FC236}">
                  <a16:creationId xmlns:a16="http://schemas.microsoft.com/office/drawing/2014/main" id="{C8B2237C-9D87-CBA0-A914-C48FBD9F2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51"/>
              <a:ext cx="3" cy="13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6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1" name="Freeform 144">
              <a:extLst>
                <a:ext uri="{FF2B5EF4-FFF2-40B4-BE49-F238E27FC236}">
                  <a16:creationId xmlns:a16="http://schemas.microsoft.com/office/drawing/2014/main" id="{F156B789-4C7B-22BD-E16D-32E0A0A3A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26" y="0"/>
                  </a:moveTo>
                  <a:lnTo>
                    <a:pt x="0" y="12"/>
                  </a:lnTo>
                  <a:lnTo>
                    <a:pt x="54" y="8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2" name="Freeform 145">
              <a:extLst>
                <a:ext uri="{FF2B5EF4-FFF2-40B4-BE49-F238E27FC236}">
                  <a16:creationId xmlns:a16="http://schemas.microsoft.com/office/drawing/2014/main" id="{8ACD1EF6-02AC-4E98-47BB-20699F870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52"/>
              <a:ext cx="8" cy="12"/>
            </a:xfrm>
            <a:custGeom>
              <a:avLst/>
              <a:gdLst>
                <a:gd name="T0" fmla="*/ 0 w 54"/>
                <a:gd name="T1" fmla="*/ 0 h 87"/>
                <a:gd name="T2" fmla="*/ 0 w 54"/>
                <a:gd name="T3" fmla="*/ 0 h 87"/>
                <a:gd name="T4" fmla="*/ 0 w 54"/>
                <a:gd name="T5" fmla="*/ 0 h 87"/>
                <a:gd name="T6" fmla="*/ 0 w 54"/>
                <a:gd name="T7" fmla="*/ 0 h 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7"/>
                <a:gd name="T14" fmla="*/ 54 w 54"/>
                <a:gd name="T15" fmla="*/ 87 h 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7">
                  <a:moveTo>
                    <a:pt x="26" y="0"/>
                  </a:moveTo>
                  <a:lnTo>
                    <a:pt x="0" y="12"/>
                  </a:lnTo>
                  <a:lnTo>
                    <a:pt x="54" y="87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3" name="Freeform 146">
              <a:extLst>
                <a:ext uri="{FF2B5EF4-FFF2-40B4-BE49-F238E27FC236}">
                  <a16:creationId xmlns:a16="http://schemas.microsoft.com/office/drawing/2014/main" id="{1765D811-3EC5-CD4C-8D75-BBF6A43F0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54"/>
              <a:ext cx="8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4" name="Freeform 147">
              <a:extLst>
                <a:ext uri="{FF2B5EF4-FFF2-40B4-BE49-F238E27FC236}">
                  <a16:creationId xmlns:a16="http://schemas.microsoft.com/office/drawing/2014/main" id="{E7D68BB6-D688-5C04-50BF-256F6C6FA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54"/>
              <a:ext cx="8" cy="8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5" name="Freeform 148">
              <a:extLst>
                <a:ext uri="{FF2B5EF4-FFF2-40B4-BE49-F238E27FC236}">
                  <a16:creationId xmlns:a16="http://schemas.microsoft.com/office/drawing/2014/main" id="{40DA4D45-CA4E-10BB-DEAF-65AC358C6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57"/>
              <a:ext cx="12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" name="Freeform 149">
              <a:extLst>
                <a:ext uri="{FF2B5EF4-FFF2-40B4-BE49-F238E27FC236}">
                  <a16:creationId xmlns:a16="http://schemas.microsoft.com/office/drawing/2014/main" id="{E5F0D0ED-900E-8BE6-3BF8-107B026AA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57"/>
              <a:ext cx="12" cy="7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" name="Freeform 150">
              <a:extLst>
                <a:ext uri="{FF2B5EF4-FFF2-40B4-BE49-F238E27FC236}">
                  <a16:creationId xmlns:a16="http://schemas.microsoft.com/office/drawing/2014/main" id="{CFFEDEF2-62AE-DFFD-5B63-0807B6A8D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" name="Freeform 151">
              <a:extLst>
                <a:ext uri="{FF2B5EF4-FFF2-40B4-BE49-F238E27FC236}">
                  <a16:creationId xmlns:a16="http://schemas.microsoft.com/office/drawing/2014/main" id="{6EABA7C6-2539-B7D4-5416-BD17BDCA3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0"/>
              <a:ext cx="13" cy="3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9" name="Freeform 152">
              <a:extLst>
                <a:ext uri="{FF2B5EF4-FFF2-40B4-BE49-F238E27FC236}">
                  <a16:creationId xmlns:a16="http://schemas.microsoft.com/office/drawing/2014/main" id="{37CCAA92-3625-4C46-E3A6-E88BFE879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4"/>
              <a:ext cx="13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0" name="Freeform 153">
              <a:extLst>
                <a:ext uri="{FF2B5EF4-FFF2-40B4-BE49-F238E27FC236}">
                  <a16:creationId xmlns:a16="http://schemas.microsoft.com/office/drawing/2014/main" id="{6D49579E-0575-921F-7587-4DAD66A09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2964"/>
              <a:ext cx="13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1" name="Freeform 154">
              <a:extLst>
                <a:ext uri="{FF2B5EF4-FFF2-40B4-BE49-F238E27FC236}">
                  <a16:creationId xmlns:a16="http://schemas.microsoft.com/office/drawing/2014/main" id="{C47173D8-7BFE-834A-2C35-01D01E1C0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64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" name="Freeform 155">
              <a:extLst>
                <a:ext uri="{FF2B5EF4-FFF2-40B4-BE49-F238E27FC236}">
                  <a16:creationId xmlns:a16="http://schemas.microsoft.com/office/drawing/2014/main" id="{2AAA6F10-882C-F583-47A3-79CB25A51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964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3" name="Freeform 156">
              <a:extLst>
                <a:ext uri="{FF2B5EF4-FFF2-40B4-BE49-F238E27FC236}">
                  <a16:creationId xmlns:a16="http://schemas.microsoft.com/office/drawing/2014/main" id="{68691262-2D5B-076F-1382-0616B2D0D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64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4" name="Freeform 157">
              <a:extLst>
                <a:ext uri="{FF2B5EF4-FFF2-40B4-BE49-F238E27FC236}">
                  <a16:creationId xmlns:a16="http://schemas.microsoft.com/office/drawing/2014/main" id="{B8F644A1-575D-268C-A42F-EA3086C0E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2964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5" name="Freeform 158">
              <a:extLst>
                <a:ext uri="{FF2B5EF4-FFF2-40B4-BE49-F238E27FC236}">
                  <a16:creationId xmlns:a16="http://schemas.microsoft.com/office/drawing/2014/main" id="{DE672D80-6F2C-B60C-A7CA-94D413FE7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" name="Freeform 159">
              <a:extLst>
                <a:ext uri="{FF2B5EF4-FFF2-40B4-BE49-F238E27FC236}">
                  <a16:creationId xmlns:a16="http://schemas.microsoft.com/office/drawing/2014/main" id="{C1DA49F4-F821-C987-8856-FE9C61664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2964"/>
              <a:ext cx="8" cy="14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" name="Freeform 160">
              <a:extLst>
                <a:ext uri="{FF2B5EF4-FFF2-40B4-BE49-F238E27FC236}">
                  <a16:creationId xmlns:a16="http://schemas.microsoft.com/office/drawing/2014/main" id="{0104964E-6CB6-6074-F3E1-893E85277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64"/>
              <a:ext cx="3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" name="Freeform 161">
              <a:extLst>
                <a:ext uri="{FF2B5EF4-FFF2-40B4-BE49-F238E27FC236}">
                  <a16:creationId xmlns:a16="http://schemas.microsoft.com/office/drawing/2014/main" id="{017D6972-1C8C-2BC3-B2F3-81863923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2964"/>
              <a:ext cx="3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" name="Freeform 162">
              <a:extLst>
                <a:ext uri="{FF2B5EF4-FFF2-40B4-BE49-F238E27FC236}">
                  <a16:creationId xmlns:a16="http://schemas.microsoft.com/office/drawing/2014/main" id="{10675B84-CAD4-242C-8775-F1255695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" name="Freeform 163">
              <a:extLst>
                <a:ext uri="{FF2B5EF4-FFF2-40B4-BE49-F238E27FC236}">
                  <a16:creationId xmlns:a16="http://schemas.microsoft.com/office/drawing/2014/main" id="{BFD5E407-C629-768B-2FBC-B0131F1B6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4" cy="14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" name="Freeform 164">
              <a:extLst>
                <a:ext uri="{FF2B5EF4-FFF2-40B4-BE49-F238E27FC236}">
                  <a16:creationId xmlns:a16="http://schemas.microsoft.com/office/drawing/2014/main" id="{03EFECD0-1E79-91E2-6AF1-E3D49CA79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8" cy="14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" name="Freeform 165">
              <a:extLst>
                <a:ext uri="{FF2B5EF4-FFF2-40B4-BE49-F238E27FC236}">
                  <a16:creationId xmlns:a16="http://schemas.microsoft.com/office/drawing/2014/main" id="{05931956-8C12-7DB4-4967-17394DB42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8" cy="14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" name="Freeform 166">
              <a:extLst>
                <a:ext uri="{FF2B5EF4-FFF2-40B4-BE49-F238E27FC236}">
                  <a16:creationId xmlns:a16="http://schemas.microsoft.com/office/drawing/2014/main" id="{FA812FC2-7217-9F15-384A-CB08B52DA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" name="Freeform 167">
              <a:extLst>
                <a:ext uri="{FF2B5EF4-FFF2-40B4-BE49-F238E27FC236}">
                  <a16:creationId xmlns:a16="http://schemas.microsoft.com/office/drawing/2014/main" id="{C7CEC732-F29C-E420-21CD-22F6C1F94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" name="Freeform 168">
              <a:extLst>
                <a:ext uri="{FF2B5EF4-FFF2-40B4-BE49-F238E27FC236}">
                  <a16:creationId xmlns:a16="http://schemas.microsoft.com/office/drawing/2014/main" id="{E62C7A56-81C8-4071-A1D2-0374DC208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" name="Freeform 169">
              <a:extLst>
                <a:ext uri="{FF2B5EF4-FFF2-40B4-BE49-F238E27FC236}">
                  <a16:creationId xmlns:a16="http://schemas.microsoft.com/office/drawing/2014/main" id="{BB4422AB-34FA-A916-5E76-A7CE7FFF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" name="Freeform 170">
              <a:extLst>
                <a:ext uri="{FF2B5EF4-FFF2-40B4-BE49-F238E27FC236}">
                  <a16:creationId xmlns:a16="http://schemas.microsoft.com/office/drawing/2014/main" id="{19E3748D-7614-9D42-09DB-F752EEF72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964"/>
              <a:ext cx="14" cy="4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7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7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" name="Freeform 171">
              <a:extLst>
                <a:ext uri="{FF2B5EF4-FFF2-40B4-BE49-F238E27FC236}">
                  <a16:creationId xmlns:a16="http://schemas.microsoft.com/office/drawing/2014/main" id="{6F30B681-7676-F449-B3D6-7F6EB835F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" name="Freeform 172">
              <a:extLst>
                <a:ext uri="{FF2B5EF4-FFF2-40B4-BE49-F238E27FC236}">
                  <a16:creationId xmlns:a16="http://schemas.microsoft.com/office/drawing/2014/main" id="{F92C353C-E8F7-B35F-ECA1-F0FE81A7B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2"/>
              <a:ext cx="14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92" y="29"/>
                  </a:moveTo>
                  <a:lnTo>
                    <a:pt x="87" y="0"/>
                  </a:lnTo>
                  <a:lnTo>
                    <a:pt x="0" y="29"/>
                  </a:lnTo>
                  <a:lnTo>
                    <a:pt x="92" y="29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" name="Freeform 173">
              <a:extLst>
                <a:ext uri="{FF2B5EF4-FFF2-40B4-BE49-F238E27FC236}">
                  <a16:creationId xmlns:a16="http://schemas.microsoft.com/office/drawing/2014/main" id="{4B806BD6-30FF-D248-BCEC-58BB03310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8"/>
              <a:ext cx="14" cy="8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" name="Freeform 174">
              <a:extLst>
                <a:ext uri="{FF2B5EF4-FFF2-40B4-BE49-F238E27FC236}">
                  <a16:creationId xmlns:a16="http://schemas.microsoft.com/office/drawing/2014/main" id="{350FCAF2-BB1E-AD70-B4DA-B2103C7F2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8"/>
              <a:ext cx="14" cy="8"/>
            </a:xfrm>
            <a:custGeom>
              <a:avLst/>
              <a:gdLst>
                <a:gd name="T0" fmla="*/ 0 w 87"/>
                <a:gd name="T1" fmla="*/ 0 h 55"/>
                <a:gd name="T2" fmla="*/ 0 w 87"/>
                <a:gd name="T3" fmla="*/ 0 h 55"/>
                <a:gd name="T4" fmla="*/ 0 w 87"/>
                <a:gd name="T5" fmla="*/ 0 h 55"/>
                <a:gd name="T6" fmla="*/ 0 w 87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5"/>
                <a:gd name="T14" fmla="*/ 87 w 87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5">
                  <a:moveTo>
                    <a:pt x="87" y="26"/>
                  </a:moveTo>
                  <a:lnTo>
                    <a:pt x="74" y="0"/>
                  </a:lnTo>
                  <a:lnTo>
                    <a:pt x="0" y="55"/>
                  </a:lnTo>
                  <a:lnTo>
                    <a:pt x="87" y="26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" name="Freeform 175">
              <a:extLst>
                <a:ext uri="{FF2B5EF4-FFF2-40B4-BE49-F238E27FC236}">
                  <a16:creationId xmlns:a16="http://schemas.microsoft.com/office/drawing/2014/main" id="{C115B665-1F84-A45F-406F-65B41E7CD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" name="Freeform 176">
              <a:extLst>
                <a:ext uri="{FF2B5EF4-FFF2-40B4-BE49-F238E27FC236}">
                  <a16:creationId xmlns:a16="http://schemas.microsoft.com/office/drawing/2014/main" id="{3B47C17B-43BA-83B8-6289-46BF234E1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6"/>
              <a:ext cx="11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74" y="20"/>
                  </a:moveTo>
                  <a:lnTo>
                    <a:pt x="53" y="0"/>
                  </a:lnTo>
                  <a:lnTo>
                    <a:pt x="0" y="75"/>
                  </a:lnTo>
                  <a:lnTo>
                    <a:pt x="74" y="2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" name="Freeform 177">
              <a:extLst>
                <a:ext uri="{FF2B5EF4-FFF2-40B4-BE49-F238E27FC236}">
                  <a16:creationId xmlns:a16="http://schemas.microsoft.com/office/drawing/2014/main" id="{AE1E942C-09D0-EE62-E271-3425EB564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4"/>
              <a:ext cx="8" cy="14"/>
            </a:xfrm>
            <a:custGeom>
              <a:avLst/>
              <a:gdLst>
                <a:gd name="T0" fmla="*/ 0 w 53"/>
                <a:gd name="T1" fmla="*/ 0 h 89"/>
                <a:gd name="T2" fmla="*/ 0 w 53"/>
                <a:gd name="T3" fmla="*/ 0 h 89"/>
                <a:gd name="T4" fmla="*/ 0 w 53"/>
                <a:gd name="T5" fmla="*/ 0 h 89"/>
                <a:gd name="T6" fmla="*/ 0 w 53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9"/>
                <a:gd name="T14" fmla="*/ 53 w 53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9">
                  <a:moveTo>
                    <a:pt x="53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3" y="1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" name="Freeform 178">
              <a:extLst>
                <a:ext uri="{FF2B5EF4-FFF2-40B4-BE49-F238E27FC236}">
                  <a16:creationId xmlns:a16="http://schemas.microsoft.com/office/drawing/2014/main" id="{A0D107D9-0003-4A93-3527-0328FDBAD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4"/>
              <a:ext cx="8" cy="14"/>
            </a:xfrm>
            <a:custGeom>
              <a:avLst/>
              <a:gdLst>
                <a:gd name="T0" fmla="*/ 0 w 53"/>
                <a:gd name="T1" fmla="*/ 0 h 89"/>
                <a:gd name="T2" fmla="*/ 0 w 53"/>
                <a:gd name="T3" fmla="*/ 0 h 89"/>
                <a:gd name="T4" fmla="*/ 0 w 53"/>
                <a:gd name="T5" fmla="*/ 0 h 89"/>
                <a:gd name="T6" fmla="*/ 0 w 53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9"/>
                <a:gd name="T14" fmla="*/ 53 w 53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9">
                  <a:moveTo>
                    <a:pt x="53" y="14"/>
                  </a:moveTo>
                  <a:lnTo>
                    <a:pt x="28" y="0"/>
                  </a:lnTo>
                  <a:lnTo>
                    <a:pt x="0" y="89"/>
                  </a:lnTo>
                  <a:lnTo>
                    <a:pt x="53" y="1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6" name="Freeform 179">
              <a:extLst>
                <a:ext uri="{FF2B5EF4-FFF2-40B4-BE49-F238E27FC236}">
                  <a16:creationId xmlns:a16="http://schemas.microsoft.com/office/drawing/2014/main" id="{6C1B8D3F-787B-DFDB-D82C-7D211EA03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" name="Freeform 180">
              <a:extLst>
                <a:ext uri="{FF2B5EF4-FFF2-40B4-BE49-F238E27FC236}">
                  <a16:creationId xmlns:a16="http://schemas.microsoft.com/office/drawing/2014/main" id="{472BFD39-3FF7-D5D3-576E-D98A27AC5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493"/>
              <a:ext cx="4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4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28" y="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" name="Freeform 181">
              <a:extLst>
                <a:ext uri="{FF2B5EF4-FFF2-40B4-BE49-F238E27FC236}">
                  <a16:creationId xmlns:a16="http://schemas.microsoft.com/office/drawing/2014/main" id="{A2314724-4268-2759-9B80-0A4BE8F4D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493"/>
              <a:ext cx="3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4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" name="Freeform 182">
              <a:extLst>
                <a:ext uri="{FF2B5EF4-FFF2-40B4-BE49-F238E27FC236}">
                  <a16:creationId xmlns:a16="http://schemas.microsoft.com/office/drawing/2014/main" id="{68766F33-EB9E-9B69-480A-1500C9FF5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493"/>
              <a:ext cx="3" cy="14"/>
            </a:xfrm>
            <a:custGeom>
              <a:avLst/>
              <a:gdLst>
                <a:gd name="T0" fmla="*/ 0 w 28"/>
                <a:gd name="T1" fmla="*/ 0 h 93"/>
                <a:gd name="T2" fmla="*/ 0 w 28"/>
                <a:gd name="T3" fmla="*/ 0 h 93"/>
                <a:gd name="T4" fmla="*/ 0 w 28"/>
                <a:gd name="T5" fmla="*/ 0 h 93"/>
                <a:gd name="T6" fmla="*/ 0 w 28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3"/>
                <a:gd name="T14" fmla="*/ 28 w 28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3">
                  <a:moveTo>
                    <a:pt x="28" y="0"/>
                  </a:moveTo>
                  <a:lnTo>
                    <a:pt x="0" y="4"/>
                  </a:lnTo>
                  <a:lnTo>
                    <a:pt x="28" y="93"/>
                  </a:lnTo>
                  <a:lnTo>
                    <a:pt x="28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0" name="Freeform 183">
              <a:extLst>
                <a:ext uri="{FF2B5EF4-FFF2-40B4-BE49-F238E27FC236}">
                  <a16:creationId xmlns:a16="http://schemas.microsoft.com/office/drawing/2014/main" id="{38CDB93B-48D9-6835-DE9A-1529C38B3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26" y="0"/>
                  </a:moveTo>
                  <a:lnTo>
                    <a:pt x="0" y="14"/>
                  </a:lnTo>
                  <a:lnTo>
                    <a:pt x="54" y="8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1" name="Freeform 184">
              <a:extLst>
                <a:ext uri="{FF2B5EF4-FFF2-40B4-BE49-F238E27FC236}">
                  <a16:creationId xmlns:a16="http://schemas.microsoft.com/office/drawing/2014/main" id="{02BB7837-F507-EAE6-C8B2-EEC71F5DB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494"/>
              <a:ext cx="8" cy="14"/>
            </a:xfrm>
            <a:custGeom>
              <a:avLst/>
              <a:gdLst>
                <a:gd name="T0" fmla="*/ 0 w 54"/>
                <a:gd name="T1" fmla="*/ 0 h 89"/>
                <a:gd name="T2" fmla="*/ 0 w 54"/>
                <a:gd name="T3" fmla="*/ 0 h 89"/>
                <a:gd name="T4" fmla="*/ 0 w 54"/>
                <a:gd name="T5" fmla="*/ 0 h 89"/>
                <a:gd name="T6" fmla="*/ 0 w 54"/>
                <a:gd name="T7" fmla="*/ 0 h 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9"/>
                <a:gd name="T14" fmla="*/ 54 w 54"/>
                <a:gd name="T15" fmla="*/ 89 h 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9">
                  <a:moveTo>
                    <a:pt x="26" y="0"/>
                  </a:moveTo>
                  <a:lnTo>
                    <a:pt x="0" y="14"/>
                  </a:lnTo>
                  <a:lnTo>
                    <a:pt x="54" y="89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2" name="Freeform 185">
              <a:extLst>
                <a:ext uri="{FF2B5EF4-FFF2-40B4-BE49-F238E27FC236}">
                  <a16:creationId xmlns:a16="http://schemas.microsoft.com/office/drawing/2014/main" id="{6655114F-CDB0-7853-62B9-4DB321917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496"/>
              <a:ext cx="8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3" name="Freeform 186">
              <a:extLst>
                <a:ext uri="{FF2B5EF4-FFF2-40B4-BE49-F238E27FC236}">
                  <a16:creationId xmlns:a16="http://schemas.microsoft.com/office/drawing/2014/main" id="{2BDD9C2E-6287-9A36-2EFB-C599054A5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496"/>
              <a:ext cx="8" cy="10"/>
            </a:xfrm>
            <a:custGeom>
              <a:avLst/>
              <a:gdLst>
                <a:gd name="T0" fmla="*/ 0 w 74"/>
                <a:gd name="T1" fmla="*/ 0 h 75"/>
                <a:gd name="T2" fmla="*/ 0 w 74"/>
                <a:gd name="T3" fmla="*/ 0 h 75"/>
                <a:gd name="T4" fmla="*/ 0 w 74"/>
                <a:gd name="T5" fmla="*/ 0 h 75"/>
                <a:gd name="T6" fmla="*/ 0 w 74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5"/>
                <a:gd name="T14" fmla="*/ 74 w 74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5">
                  <a:moveTo>
                    <a:pt x="20" y="0"/>
                  </a:moveTo>
                  <a:lnTo>
                    <a:pt x="0" y="20"/>
                  </a:lnTo>
                  <a:lnTo>
                    <a:pt x="74" y="75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4" name="Freeform 187">
              <a:extLst>
                <a:ext uri="{FF2B5EF4-FFF2-40B4-BE49-F238E27FC236}">
                  <a16:creationId xmlns:a16="http://schemas.microsoft.com/office/drawing/2014/main" id="{F23F75E0-952E-3989-447F-A9D6F1FB4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498"/>
              <a:ext cx="12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5" name="Freeform 188">
              <a:extLst>
                <a:ext uri="{FF2B5EF4-FFF2-40B4-BE49-F238E27FC236}">
                  <a16:creationId xmlns:a16="http://schemas.microsoft.com/office/drawing/2014/main" id="{300AFFD3-1EC4-86F8-3C6D-1643D7DF4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498"/>
              <a:ext cx="12" cy="8"/>
            </a:xfrm>
            <a:custGeom>
              <a:avLst/>
              <a:gdLst>
                <a:gd name="T0" fmla="*/ 0 w 88"/>
                <a:gd name="T1" fmla="*/ 0 h 55"/>
                <a:gd name="T2" fmla="*/ 0 w 88"/>
                <a:gd name="T3" fmla="*/ 0 h 55"/>
                <a:gd name="T4" fmla="*/ 0 w 88"/>
                <a:gd name="T5" fmla="*/ 0 h 55"/>
                <a:gd name="T6" fmla="*/ 0 w 88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5"/>
                <a:gd name="T14" fmla="*/ 88 w 88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5">
                  <a:moveTo>
                    <a:pt x="14" y="0"/>
                  </a:moveTo>
                  <a:lnTo>
                    <a:pt x="0" y="26"/>
                  </a:lnTo>
                  <a:lnTo>
                    <a:pt x="88" y="55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6" name="Freeform 189">
              <a:extLst>
                <a:ext uri="{FF2B5EF4-FFF2-40B4-BE49-F238E27FC236}">
                  <a16:creationId xmlns:a16="http://schemas.microsoft.com/office/drawing/2014/main" id="{BEB9D370-3DF3-0482-00DB-223E6FEAD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2"/>
              <a:ext cx="13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" name="Freeform 190">
              <a:extLst>
                <a:ext uri="{FF2B5EF4-FFF2-40B4-BE49-F238E27FC236}">
                  <a16:creationId xmlns:a16="http://schemas.microsoft.com/office/drawing/2014/main" id="{F891D758-0C7A-303D-3401-6421CD304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2"/>
              <a:ext cx="13" cy="4"/>
            </a:xfrm>
            <a:custGeom>
              <a:avLst/>
              <a:gdLst>
                <a:gd name="T0" fmla="*/ 0 w 92"/>
                <a:gd name="T1" fmla="*/ 0 h 29"/>
                <a:gd name="T2" fmla="*/ 0 w 92"/>
                <a:gd name="T3" fmla="*/ 0 h 29"/>
                <a:gd name="T4" fmla="*/ 0 w 92"/>
                <a:gd name="T5" fmla="*/ 0 h 29"/>
                <a:gd name="T6" fmla="*/ 0 w 92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9"/>
                <a:gd name="T14" fmla="*/ 92 w 92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9">
                  <a:moveTo>
                    <a:pt x="4" y="0"/>
                  </a:moveTo>
                  <a:lnTo>
                    <a:pt x="0" y="29"/>
                  </a:lnTo>
                  <a:lnTo>
                    <a:pt x="92" y="29"/>
                  </a:lnTo>
                  <a:lnTo>
                    <a:pt x="4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" name="Freeform 191">
              <a:extLst>
                <a:ext uri="{FF2B5EF4-FFF2-40B4-BE49-F238E27FC236}">
                  <a16:creationId xmlns:a16="http://schemas.microsoft.com/office/drawing/2014/main" id="{6F83CBD1-49F7-98B3-7A31-BD4FFAA0B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6"/>
              <a:ext cx="13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9" name="Freeform 192">
              <a:extLst>
                <a:ext uri="{FF2B5EF4-FFF2-40B4-BE49-F238E27FC236}">
                  <a16:creationId xmlns:a16="http://schemas.microsoft.com/office/drawing/2014/main" id="{5A6AD718-F9B9-717F-DA85-46458FBFF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" y="3506"/>
              <a:ext cx="13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0" y="0"/>
                  </a:moveTo>
                  <a:lnTo>
                    <a:pt x="4" y="28"/>
                  </a:ln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0" name="Freeform 193">
              <a:extLst>
                <a:ext uri="{FF2B5EF4-FFF2-40B4-BE49-F238E27FC236}">
                  <a16:creationId xmlns:a16="http://schemas.microsoft.com/office/drawing/2014/main" id="{33056C13-A898-DDBB-03EF-D0449484E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506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1" name="Freeform 194">
              <a:extLst>
                <a:ext uri="{FF2B5EF4-FFF2-40B4-BE49-F238E27FC236}">
                  <a16:creationId xmlns:a16="http://schemas.microsoft.com/office/drawing/2014/main" id="{033130A2-6064-657B-A9D0-468C4720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3506"/>
              <a:ext cx="12" cy="8"/>
            </a:xfrm>
            <a:custGeom>
              <a:avLst/>
              <a:gdLst>
                <a:gd name="T0" fmla="*/ 0 w 88"/>
                <a:gd name="T1" fmla="*/ 0 h 54"/>
                <a:gd name="T2" fmla="*/ 0 w 88"/>
                <a:gd name="T3" fmla="*/ 0 h 54"/>
                <a:gd name="T4" fmla="*/ 0 w 88"/>
                <a:gd name="T5" fmla="*/ 0 h 54"/>
                <a:gd name="T6" fmla="*/ 0 w 88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54"/>
                <a:gd name="T14" fmla="*/ 88 w 88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54">
                  <a:moveTo>
                    <a:pt x="0" y="28"/>
                  </a:moveTo>
                  <a:lnTo>
                    <a:pt x="14" y="54"/>
                  </a:lnTo>
                  <a:lnTo>
                    <a:pt x="88" y="0"/>
                  </a:lnTo>
                  <a:lnTo>
                    <a:pt x="0" y="2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2" name="Freeform 195">
              <a:extLst>
                <a:ext uri="{FF2B5EF4-FFF2-40B4-BE49-F238E27FC236}">
                  <a16:creationId xmlns:a16="http://schemas.microsoft.com/office/drawing/2014/main" id="{ED60E67C-1528-81EE-4912-AF12BC813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6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3" name="Freeform 196">
              <a:extLst>
                <a:ext uri="{FF2B5EF4-FFF2-40B4-BE49-F238E27FC236}">
                  <a16:creationId xmlns:a16="http://schemas.microsoft.com/office/drawing/2014/main" id="{7C93AED0-3716-CAB4-A5CC-7F749CC2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506"/>
              <a:ext cx="8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0" y="54"/>
                  </a:moveTo>
                  <a:lnTo>
                    <a:pt x="20" y="74"/>
                  </a:lnTo>
                  <a:lnTo>
                    <a:pt x="74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4" name="Freeform 197">
              <a:extLst>
                <a:ext uri="{FF2B5EF4-FFF2-40B4-BE49-F238E27FC236}">
                  <a16:creationId xmlns:a16="http://schemas.microsoft.com/office/drawing/2014/main" id="{08A062FA-CFA8-A5F6-92ED-A3179D083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5" name="Freeform 198">
              <a:extLst>
                <a:ext uri="{FF2B5EF4-FFF2-40B4-BE49-F238E27FC236}">
                  <a16:creationId xmlns:a16="http://schemas.microsoft.com/office/drawing/2014/main" id="{A318886D-F3BB-55E8-2877-CB0A2FF28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3506"/>
              <a:ext cx="8" cy="13"/>
            </a:xfrm>
            <a:custGeom>
              <a:avLst/>
              <a:gdLst>
                <a:gd name="T0" fmla="*/ 0 w 54"/>
                <a:gd name="T1" fmla="*/ 0 h 88"/>
                <a:gd name="T2" fmla="*/ 0 w 54"/>
                <a:gd name="T3" fmla="*/ 0 h 88"/>
                <a:gd name="T4" fmla="*/ 0 w 54"/>
                <a:gd name="T5" fmla="*/ 0 h 88"/>
                <a:gd name="T6" fmla="*/ 0 w 54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"/>
                <a:gd name="T13" fmla="*/ 0 h 88"/>
                <a:gd name="T14" fmla="*/ 54 w 54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" h="88">
                  <a:moveTo>
                    <a:pt x="0" y="74"/>
                  </a:moveTo>
                  <a:lnTo>
                    <a:pt x="26" y="88"/>
                  </a:lnTo>
                  <a:lnTo>
                    <a:pt x="54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6" name="Freeform 199">
              <a:extLst>
                <a:ext uri="{FF2B5EF4-FFF2-40B4-BE49-F238E27FC236}">
                  <a16:creationId xmlns:a16="http://schemas.microsoft.com/office/drawing/2014/main" id="{C08A14BD-3E00-3446-7F20-4595526EA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506"/>
              <a:ext cx="3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" name="Freeform 200">
              <a:extLst>
                <a:ext uri="{FF2B5EF4-FFF2-40B4-BE49-F238E27FC236}">
                  <a16:creationId xmlns:a16="http://schemas.microsoft.com/office/drawing/2014/main" id="{CED79900-1F73-F48F-AA5F-313D948A3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" y="3506"/>
              <a:ext cx="3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88"/>
                  </a:moveTo>
                  <a:lnTo>
                    <a:pt x="28" y="92"/>
                  </a:lnTo>
                  <a:lnTo>
                    <a:pt x="28" y="0"/>
                  </a:lnTo>
                  <a:lnTo>
                    <a:pt x="0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" name="Freeform 201">
              <a:extLst>
                <a:ext uri="{FF2B5EF4-FFF2-40B4-BE49-F238E27FC236}">
                  <a16:creationId xmlns:a16="http://schemas.microsoft.com/office/drawing/2014/main" id="{8B4C9762-97A3-C9DB-8FB9-E418A7FD0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9" name="Freeform 202">
              <a:extLst>
                <a:ext uri="{FF2B5EF4-FFF2-40B4-BE49-F238E27FC236}">
                  <a16:creationId xmlns:a16="http://schemas.microsoft.com/office/drawing/2014/main" id="{87B8FB34-6331-70CD-0A1E-FB4323241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4" cy="13"/>
            </a:xfrm>
            <a:custGeom>
              <a:avLst/>
              <a:gdLst>
                <a:gd name="T0" fmla="*/ 0 w 28"/>
                <a:gd name="T1" fmla="*/ 0 h 92"/>
                <a:gd name="T2" fmla="*/ 0 w 28"/>
                <a:gd name="T3" fmla="*/ 0 h 92"/>
                <a:gd name="T4" fmla="*/ 0 w 28"/>
                <a:gd name="T5" fmla="*/ 0 h 92"/>
                <a:gd name="T6" fmla="*/ 0 w 28"/>
                <a:gd name="T7" fmla="*/ 0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92"/>
                <a:gd name="T14" fmla="*/ 28 w 28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92">
                  <a:moveTo>
                    <a:pt x="0" y="92"/>
                  </a:moveTo>
                  <a:lnTo>
                    <a:pt x="28" y="88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0" name="Freeform 203">
              <a:extLst>
                <a:ext uri="{FF2B5EF4-FFF2-40B4-BE49-F238E27FC236}">
                  <a16:creationId xmlns:a16="http://schemas.microsoft.com/office/drawing/2014/main" id="{4414D09D-E978-3D30-1D5F-6C21C74C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8" cy="13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1" name="Freeform 204">
              <a:extLst>
                <a:ext uri="{FF2B5EF4-FFF2-40B4-BE49-F238E27FC236}">
                  <a16:creationId xmlns:a16="http://schemas.microsoft.com/office/drawing/2014/main" id="{B67E0B57-CC31-A1A6-ECB2-6EA1C1621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8" cy="13"/>
            </a:xfrm>
            <a:custGeom>
              <a:avLst/>
              <a:gdLst>
                <a:gd name="T0" fmla="*/ 0 w 53"/>
                <a:gd name="T1" fmla="*/ 0 h 88"/>
                <a:gd name="T2" fmla="*/ 0 w 53"/>
                <a:gd name="T3" fmla="*/ 0 h 88"/>
                <a:gd name="T4" fmla="*/ 0 w 53"/>
                <a:gd name="T5" fmla="*/ 0 h 88"/>
                <a:gd name="T6" fmla="*/ 0 w 53"/>
                <a:gd name="T7" fmla="*/ 0 h 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88"/>
                <a:gd name="T14" fmla="*/ 53 w 53"/>
                <a:gd name="T15" fmla="*/ 88 h 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88">
                  <a:moveTo>
                    <a:pt x="28" y="88"/>
                  </a:moveTo>
                  <a:lnTo>
                    <a:pt x="53" y="74"/>
                  </a:lnTo>
                  <a:lnTo>
                    <a:pt x="0" y="0"/>
                  </a:lnTo>
                  <a:lnTo>
                    <a:pt x="28" y="88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2" name="Freeform 205">
              <a:extLst>
                <a:ext uri="{FF2B5EF4-FFF2-40B4-BE49-F238E27FC236}">
                  <a16:creationId xmlns:a16="http://schemas.microsoft.com/office/drawing/2014/main" id="{FF001071-33A8-1424-336F-62BB5DA7D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3" name="Freeform 206">
              <a:extLst>
                <a:ext uri="{FF2B5EF4-FFF2-40B4-BE49-F238E27FC236}">
                  <a16:creationId xmlns:a16="http://schemas.microsoft.com/office/drawing/2014/main" id="{4972AB1C-E59F-74DC-BA29-A7C2E4928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1" cy="11"/>
            </a:xfrm>
            <a:custGeom>
              <a:avLst/>
              <a:gdLst>
                <a:gd name="T0" fmla="*/ 0 w 74"/>
                <a:gd name="T1" fmla="*/ 0 h 74"/>
                <a:gd name="T2" fmla="*/ 0 w 74"/>
                <a:gd name="T3" fmla="*/ 0 h 74"/>
                <a:gd name="T4" fmla="*/ 0 w 74"/>
                <a:gd name="T5" fmla="*/ 0 h 74"/>
                <a:gd name="T6" fmla="*/ 0 w 74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74"/>
                <a:gd name="T14" fmla="*/ 74 w 74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74">
                  <a:moveTo>
                    <a:pt x="53" y="74"/>
                  </a:moveTo>
                  <a:lnTo>
                    <a:pt x="74" y="54"/>
                  </a:lnTo>
                  <a:lnTo>
                    <a:pt x="0" y="0"/>
                  </a:lnTo>
                  <a:lnTo>
                    <a:pt x="53" y="7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4" name="Freeform 207">
              <a:extLst>
                <a:ext uri="{FF2B5EF4-FFF2-40B4-BE49-F238E27FC236}">
                  <a16:creationId xmlns:a16="http://schemas.microsoft.com/office/drawing/2014/main" id="{9B5827D4-B44F-88B6-DF5C-1018F2C5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5" name="Freeform 208">
              <a:extLst>
                <a:ext uri="{FF2B5EF4-FFF2-40B4-BE49-F238E27FC236}">
                  <a16:creationId xmlns:a16="http://schemas.microsoft.com/office/drawing/2014/main" id="{298882DF-0A79-77E6-8B1E-6F9606467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8"/>
            </a:xfrm>
            <a:custGeom>
              <a:avLst/>
              <a:gdLst>
                <a:gd name="T0" fmla="*/ 0 w 87"/>
                <a:gd name="T1" fmla="*/ 0 h 54"/>
                <a:gd name="T2" fmla="*/ 0 w 87"/>
                <a:gd name="T3" fmla="*/ 0 h 54"/>
                <a:gd name="T4" fmla="*/ 0 w 87"/>
                <a:gd name="T5" fmla="*/ 0 h 54"/>
                <a:gd name="T6" fmla="*/ 0 w 87"/>
                <a:gd name="T7" fmla="*/ 0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"/>
                <a:gd name="T13" fmla="*/ 0 h 54"/>
                <a:gd name="T14" fmla="*/ 87 w 87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" h="54">
                  <a:moveTo>
                    <a:pt x="74" y="54"/>
                  </a:moveTo>
                  <a:lnTo>
                    <a:pt x="87" y="28"/>
                  </a:lnTo>
                  <a:lnTo>
                    <a:pt x="0" y="0"/>
                  </a:lnTo>
                  <a:lnTo>
                    <a:pt x="74" y="54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6" name="Freeform 209">
              <a:extLst>
                <a:ext uri="{FF2B5EF4-FFF2-40B4-BE49-F238E27FC236}">
                  <a16:creationId xmlns:a16="http://schemas.microsoft.com/office/drawing/2014/main" id="{7DFEA6F1-5E4F-7AE0-D44F-6C8ABB10D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3506"/>
              <a:ext cx="14" cy="3"/>
            </a:xfrm>
            <a:custGeom>
              <a:avLst/>
              <a:gdLst>
                <a:gd name="T0" fmla="*/ 0 w 92"/>
                <a:gd name="T1" fmla="*/ 0 h 28"/>
                <a:gd name="T2" fmla="*/ 0 w 92"/>
                <a:gd name="T3" fmla="*/ 0 h 28"/>
                <a:gd name="T4" fmla="*/ 0 w 92"/>
                <a:gd name="T5" fmla="*/ 0 h 28"/>
                <a:gd name="T6" fmla="*/ 0 w 9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28"/>
                <a:gd name="T14" fmla="*/ 92 w 9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28">
                  <a:moveTo>
                    <a:pt x="87" y="28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87" y="2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67" name="Group 210">
              <a:extLst>
                <a:ext uri="{FF2B5EF4-FFF2-40B4-BE49-F238E27FC236}">
                  <a16:creationId xmlns:a16="http://schemas.microsoft.com/office/drawing/2014/main" id="{4AA61186-ED7B-E046-0340-E6D7EEEDC2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2" y="2964"/>
              <a:ext cx="326" cy="546"/>
              <a:chOff x="4502" y="2964"/>
              <a:chExt cx="326" cy="546"/>
            </a:xfrm>
          </p:grpSpPr>
          <p:sp>
            <p:nvSpPr>
              <p:cNvPr id="768" name="Freeform 211">
                <a:extLst>
                  <a:ext uri="{FF2B5EF4-FFF2-40B4-BE49-F238E27FC236}">
                    <a16:creationId xmlns:a16="http://schemas.microsoft.com/office/drawing/2014/main" id="{7FBC7026-9C53-ADC6-C0B9-52130D30D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3" y="3218"/>
                <a:ext cx="60" cy="6"/>
              </a:xfrm>
              <a:custGeom>
                <a:avLst/>
                <a:gdLst>
                  <a:gd name="T0" fmla="*/ 0 w 419"/>
                  <a:gd name="T1" fmla="*/ 0 h 46"/>
                  <a:gd name="T2" fmla="*/ 0 w 419"/>
                  <a:gd name="T3" fmla="*/ 0 h 46"/>
                  <a:gd name="T4" fmla="*/ 0 w 419"/>
                  <a:gd name="T5" fmla="*/ 0 h 46"/>
                  <a:gd name="T6" fmla="*/ 0 w 419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9"/>
                  <a:gd name="T13" fmla="*/ 0 h 46"/>
                  <a:gd name="T14" fmla="*/ 419 w 419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9" h="46">
                    <a:moveTo>
                      <a:pt x="0" y="46"/>
                    </a:moveTo>
                    <a:lnTo>
                      <a:pt x="419" y="5"/>
                    </a:lnTo>
                    <a:lnTo>
                      <a:pt x="402" y="0"/>
                    </a:lnTo>
                    <a:lnTo>
                      <a:pt x="357" y="1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" name="Freeform 212">
                <a:extLst>
                  <a:ext uri="{FF2B5EF4-FFF2-40B4-BE49-F238E27FC236}">
                    <a16:creationId xmlns:a16="http://schemas.microsoft.com/office/drawing/2014/main" id="{BFC8ACC7-68D1-5A6B-9502-F6699838DC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5" y="3223"/>
                <a:ext cx="41" cy="51"/>
              </a:xfrm>
              <a:custGeom>
                <a:avLst/>
                <a:gdLst>
                  <a:gd name="T0" fmla="*/ 0 w 288"/>
                  <a:gd name="T1" fmla="*/ 0 h 351"/>
                  <a:gd name="T2" fmla="*/ 0 w 288"/>
                  <a:gd name="T3" fmla="*/ 0 h 351"/>
                  <a:gd name="T4" fmla="*/ 0 w 288"/>
                  <a:gd name="T5" fmla="*/ 0 h 351"/>
                  <a:gd name="T6" fmla="*/ 0 w 288"/>
                  <a:gd name="T7" fmla="*/ 0 h 351"/>
                  <a:gd name="T8" fmla="*/ 0 w 288"/>
                  <a:gd name="T9" fmla="*/ 0 h 351"/>
                  <a:gd name="T10" fmla="*/ 0 w 288"/>
                  <a:gd name="T11" fmla="*/ 0 h 351"/>
                  <a:gd name="T12" fmla="*/ 0 w 288"/>
                  <a:gd name="T13" fmla="*/ 0 h 351"/>
                  <a:gd name="T14" fmla="*/ 0 w 288"/>
                  <a:gd name="T15" fmla="*/ 0 h 3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8"/>
                  <a:gd name="T25" fmla="*/ 0 h 351"/>
                  <a:gd name="T26" fmla="*/ 288 w 288"/>
                  <a:gd name="T27" fmla="*/ 351 h 3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8" h="351">
                    <a:moveTo>
                      <a:pt x="288" y="0"/>
                    </a:moveTo>
                    <a:lnTo>
                      <a:pt x="264" y="66"/>
                    </a:lnTo>
                    <a:lnTo>
                      <a:pt x="219" y="132"/>
                    </a:lnTo>
                    <a:lnTo>
                      <a:pt x="166" y="203"/>
                    </a:lnTo>
                    <a:lnTo>
                      <a:pt x="126" y="244"/>
                    </a:lnTo>
                    <a:lnTo>
                      <a:pt x="77" y="289"/>
                    </a:lnTo>
                    <a:lnTo>
                      <a:pt x="40" y="320"/>
                    </a:lnTo>
                    <a:lnTo>
                      <a:pt x="0" y="35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0" name="Freeform 213">
                <a:extLst>
                  <a:ext uri="{FF2B5EF4-FFF2-40B4-BE49-F238E27FC236}">
                    <a16:creationId xmlns:a16="http://schemas.microsoft.com/office/drawing/2014/main" id="{68F42703-E88D-7386-D219-91738ED61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0" y="3240"/>
                <a:ext cx="1" cy="60"/>
              </a:xfrm>
              <a:custGeom>
                <a:avLst/>
                <a:gdLst>
                  <a:gd name="T0" fmla="*/ 0 w 11"/>
                  <a:gd name="T1" fmla="*/ 0 h 418"/>
                  <a:gd name="T2" fmla="*/ 0 w 11"/>
                  <a:gd name="T3" fmla="*/ 0 h 418"/>
                  <a:gd name="T4" fmla="*/ 0 w 11"/>
                  <a:gd name="T5" fmla="*/ 0 h 418"/>
                  <a:gd name="T6" fmla="*/ 0 w 11"/>
                  <a:gd name="T7" fmla="*/ 0 h 418"/>
                  <a:gd name="T8" fmla="*/ 0 w 11"/>
                  <a:gd name="T9" fmla="*/ 0 h 418"/>
                  <a:gd name="T10" fmla="*/ 0 w 11"/>
                  <a:gd name="T11" fmla="*/ 0 h 4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418"/>
                  <a:gd name="T20" fmla="*/ 11 w 11"/>
                  <a:gd name="T21" fmla="*/ 418 h 4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418">
                    <a:moveTo>
                      <a:pt x="8" y="0"/>
                    </a:moveTo>
                    <a:lnTo>
                      <a:pt x="11" y="32"/>
                    </a:lnTo>
                    <a:lnTo>
                      <a:pt x="8" y="397"/>
                    </a:lnTo>
                    <a:lnTo>
                      <a:pt x="3" y="418"/>
                    </a:lnTo>
                    <a:lnTo>
                      <a:pt x="0" y="382"/>
                    </a:lnTo>
                    <a:lnTo>
                      <a:pt x="8" y="3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1" name="Freeform 214">
                <a:extLst>
                  <a:ext uri="{FF2B5EF4-FFF2-40B4-BE49-F238E27FC236}">
                    <a16:creationId xmlns:a16="http://schemas.microsoft.com/office/drawing/2014/main" id="{90860123-BF58-B8EF-94BF-9FA7A280F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3" y="3250"/>
                <a:ext cx="18" cy="22"/>
              </a:xfrm>
              <a:custGeom>
                <a:avLst/>
                <a:gdLst>
                  <a:gd name="T0" fmla="*/ 0 w 130"/>
                  <a:gd name="T1" fmla="*/ 0 h 153"/>
                  <a:gd name="T2" fmla="*/ 0 w 130"/>
                  <a:gd name="T3" fmla="*/ 0 h 153"/>
                  <a:gd name="T4" fmla="*/ 0 w 130"/>
                  <a:gd name="T5" fmla="*/ 0 h 153"/>
                  <a:gd name="T6" fmla="*/ 0 w 130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0"/>
                  <a:gd name="T13" fmla="*/ 0 h 153"/>
                  <a:gd name="T14" fmla="*/ 130 w 130"/>
                  <a:gd name="T15" fmla="*/ 153 h 1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0" h="153">
                    <a:moveTo>
                      <a:pt x="130" y="153"/>
                    </a:moveTo>
                    <a:lnTo>
                      <a:pt x="118" y="121"/>
                    </a:lnTo>
                    <a:lnTo>
                      <a:pt x="57" y="51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2" name="Line 215">
                <a:extLst>
                  <a:ext uri="{FF2B5EF4-FFF2-40B4-BE49-F238E27FC236}">
                    <a16:creationId xmlns:a16="http://schemas.microsoft.com/office/drawing/2014/main" id="{E91058AD-6F9F-F480-94B6-3DAC70516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95" y="3239"/>
                <a:ext cx="29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3" name="Freeform 216">
                <a:extLst>
                  <a:ext uri="{FF2B5EF4-FFF2-40B4-BE49-F238E27FC236}">
                    <a16:creationId xmlns:a16="http://schemas.microsoft.com/office/drawing/2014/main" id="{44843989-9984-618C-30CF-D3E063354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1" y="3212"/>
                <a:ext cx="2" cy="93"/>
              </a:xfrm>
              <a:custGeom>
                <a:avLst/>
                <a:gdLst>
                  <a:gd name="T0" fmla="*/ 0 w 12"/>
                  <a:gd name="T1" fmla="*/ 0 h 647"/>
                  <a:gd name="T2" fmla="*/ 0 w 12"/>
                  <a:gd name="T3" fmla="*/ 0 h 647"/>
                  <a:gd name="T4" fmla="*/ 0 w 12"/>
                  <a:gd name="T5" fmla="*/ 0 h 647"/>
                  <a:gd name="T6" fmla="*/ 0 w 12"/>
                  <a:gd name="T7" fmla="*/ 0 h 647"/>
                  <a:gd name="T8" fmla="*/ 0 w 12"/>
                  <a:gd name="T9" fmla="*/ 0 h 647"/>
                  <a:gd name="T10" fmla="*/ 0 w 12"/>
                  <a:gd name="T11" fmla="*/ 0 h 6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647"/>
                  <a:gd name="T20" fmla="*/ 12 w 12"/>
                  <a:gd name="T21" fmla="*/ 647 h 64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647">
                    <a:moveTo>
                      <a:pt x="0" y="0"/>
                    </a:moveTo>
                    <a:lnTo>
                      <a:pt x="12" y="26"/>
                    </a:lnTo>
                    <a:lnTo>
                      <a:pt x="9" y="20"/>
                    </a:lnTo>
                    <a:lnTo>
                      <a:pt x="9" y="647"/>
                    </a:lnTo>
                    <a:lnTo>
                      <a:pt x="0" y="601"/>
                    </a:lnTo>
                    <a:lnTo>
                      <a:pt x="4" y="56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4" name="Freeform 217">
                <a:extLst>
                  <a:ext uri="{FF2B5EF4-FFF2-40B4-BE49-F238E27FC236}">
                    <a16:creationId xmlns:a16="http://schemas.microsoft.com/office/drawing/2014/main" id="{CBF2A44D-71BF-9B38-1B21-5C10B2A91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1" y="3245"/>
                <a:ext cx="21" cy="36"/>
              </a:xfrm>
              <a:custGeom>
                <a:avLst/>
                <a:gdLst>
                  <a:gd name="T0" fmla="*/ 0 w 146"/>
                  <a:gd name="T1" fmla="*/ 0 h 253"/>
                  <a:gd name="T2" fmla="*/ 0 w 146"/>
                  <a:gd name="T3" fmla="*/ 0 h 253"/>
                  <a:gd name="T4" fmla="*/ 0 w 146"/>
                  <a:gd name="T5" fmla="*/ 0 h 253"/>
                  <a:gd name="T6" fmla="*/ 0 w 146"/>
                  <a:gd name="T7" fmla="*/ 0 h 253"/>
                  <a:gd name="T8" fmla="*/ 0 w 146"/>
                  <a:gd name="T9" fmla="*/ 0 h 253"/>
                  <a:gd name="T10" fmla="*/ 0 w 146"/>
                  <a:gd name="T11" fmla="*/ 0 h 2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6"/>
                  <a:gd name="T19" fmla="*/ 0 h 253"/>
                  <a:gd name="T20" fmla="*/ 146 w 146"/>
                  <a:gd name="T21" fmla="*/ 253 h 25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6" h="253">
                    <a:moveTo>
                      <a:pt x="146" y="0"/>
                    </a:moveTo>
                    <a:lnTo>
                      <a:pt x="126" y="55"/>
                    </a:lnTo>
                    <a:lnTo>
                      <a:pt x="94" y="111"/>
                    </a:lnTo>
                    <a:lnTo>
                      <a:pt x="57" y="177"/>
                    </a:lnTo>
                    <a:lnTo>
                      <a:pt x="24" y="227"/>
                    </a:lnTo>
                    <a:lnTo>
                      <a:pt x="0" y="253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5" name="Freeform 218">
                <a:extLst>
                  <a:ext uri="{FF2B5EF4-FFF2-40B4-BE49-F238E27FC236}">
                    <a16:creationId xmlns:a16="http://schemas.microsoft.com/office/drawing/2014/main" id="{83D8A5BA-71A4-D23B-45C2-0BCC5F029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2" y="3250"/>
                <a:ext cx="11" cy="11"/>
              </a:xfrm>
              <a:custGeom>
                <a:avLst/>
                <a:gdLst>
                  <a:gd name="T0" fmla="*/ 0 w 76"/>
                  <a:gd name="T1" fmla="*/ 0 h 76"/>
                  <a:gd name="T2" fmla="*/ 0 w 76"/>
                  <a:gd name="T3" fmla="*/ 0 h 76"/>
                  <a:gd name="T4" fmla="*/ 0 w 76"/>
                  <a:gd name="T5" fmla="*/ 0 h 76"/>
                  <a:gd name="T6" fmla="*/ 0 w 76"/>
                  <a:gd name="T7" fmla="*/ 0 h 76"/>
                  <a:gd name="T8" fmla="*/ 0 w 76"/>
                  <a:gd name="T9" fmla="*/ 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76"/>
                  <a:gd name="T17" fmla="*/ 76 w 76"/>
                  <a:gd name="T18" fmla="*/ 76 h 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76">
                    <a:moveTo>
                      <a:pt x="0" y="0"/>
                    </a:moveTo>
                    <a:lnTo>
                      <a:pt x="44" y="30"/>
                    </a:lnTo>
                    <a:lnTo>
                      <a:pt x="73" y="56"/>
                    </a:lnTo>
                    <a:lnTo>
                      <a:pt x="76" y="76"/>
                    </a:lnTo>
                    <a:lnTo>
                      <a:pt x="60" y="46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6" name="Freeform 219">
                <a:extLst>
                  <a:ext uri="{FF2B5EF4-FFF2-40B4-BE49-F238E27FC236}">
                    <a16:creationId xmlns:a16="http://schemas.microsoft.com/office/drawing/2014/main" id="{2F2FA288-60AF-0E72-C84B-1B33DEE34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226"/>
                <a:ext cx="3" cy="69"/>
              </a:xfrm>
              <a:custGeom>
                <a:avLst/>
                <a:gdLst>
                  <a:gd name="T0" fmla="*/ 0 w 16"/>
                  <a:gd name="T1" fmla="*/ 0 h 498"/>
                  <a:gd name="T2" fmla="*/ 0 w 16"/>
                  <a:gd name="T3" fmla="*/ 0 h 498"/>
                  <a:gd name="T4" fmla="*/ 0 w 16"/>
                  <a:gd name="T5" fmla="*/ 0 h 498"/>
                  <a:gd name="T6" fmla="*/ 0 w 16"/>
                  <a:gd name="T7" fmla="*/ 0 h 498"/>
                  <a:gd name="T8" fmla="*/ 0 w 16"/>
                  <a:gd name="T9" fmla="*/ 0 h 4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498"/>
                  <a:gd name="T17" fmla="*/ 16 w 16"/>
                  <a:gd name="T18" fmla="*/ 498 h 4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498">
                    <a:moveTo>
                      <a:pt x="0" y="0"/>
                    </a:moveTo>
                    <a:lnTo>
                      <a:pt x="13" y="40"/>
                    </a:lnTo>
                    <a:lnTo>
                      <a:pt x="16" y="498"/>
                    </a:lnTo>
                    <a:lnTo>
                      <a:pt x="8" y="452"/>
                    </a:lnTo>
                    <a:lnTo>
                      <a:pt x="16" y="39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7" name="Line 220">
                <a:extLst>
                  <a:ext uri="{FF2B5EF4-FFF2-40B4-BE49-F238E27FC236}">
                    <a16:creationId xmlns:a16="http://schemas.microsoft.com/office/drawing/2014/main" id="{91F11987-579C-65AE-8C73-ADF028F799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1" y="3268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" name="Line 221">
                <a:extLst>
                  <a:ext uri="{FF2B5EF4-FFF2-40B4-BE49-F238E27FC236}">
                    <a16:creationId xmlns:a16="http://schemas.microsoft.com/office/drawing/2014/main" id="{72C0A27C-D37E-0E38-0332-91A1E8557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1" y="3250"/>
                <a:ext cx="14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" name="Freeform 222">
                <a:extLst>
                  <a:ext uri="{FF2B5EF4-FFF2-40B4-BE49-F238E27FC236}">
                    <a16:creationId xmlns:a16="http://schemas.microsoft.com/office/drawing/2014/main" id="{4AD5D95F-E5DF-0D9F-69CE-0607820A3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0" y="3228"/>
                <a:ext cx="25" cy="69"/>
              </a:xfrm>
              <a:custGeom>
                <a:avLst/>
                <a:gdLst>
                  <a:gd name="T0" fmla="*/ 0 w 175"/>
                  <a:gd name="T1" fmla="*/ 0 h 488"/>
                  <a:gd name="T2" fmla="*/ 0 w 175"/>
                  <a:gd name="T3" fmla="*/ 0 h 488"/>
                  <a:gd name="T4" fmla="*/ 0 w 175"/>
                  <a:gd name="T5" fmla="*/ 0 h 488"/>
                  <a:gd name="T6" fmla="*/ 0 w 175"/>
                  <a:gd name="T7" fmla="*/ 0 h 488"/>
                  <a:gd name="T8" fmla="*/ 0 w 175"/>
                  <a:gd name="T9" fmla="*/ 0 h 488"/>
                  <a:gd name="T10" fmla="*/ 0 w 175"/>
                  <a:gd name="T11" fmla="*/ 0 h 488"/>
                  <a:gd name="T12" fmla="*/ 0 w 175"/>
                  <a:gd name="T13" fmla="*/ 0 h 488"/>
                  <a:gd name="T14" fmla="*/ 0 w 175"/>
                  <a:gd name="T15" fmla="*/ 0 h 488"/>
                  <a:gd name="T16" fmla="*/ 0 w 175"/>
                  <a:gd name="T17" fmla="*/ 0 h 488"/>
                  <a:gd name="T18" fmla="*/ 0 w 175"/>
                  <a:gd name="T19" fmla="*/ 0 h 4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75"/>
                  <a:gd name="T31" fmla="*/ 0 h 488"/>
                  <a:gd name="T32" fmla="*/ 175 w 175"/>
                  <a:gd name="T33" fmla="*/ 488 h 48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75" h="488">
                    <a:moveTo>
                      <a:pt x="0" y="41"/>
                    </a:moveTo>
                    <a:lnTo>
                      <a:pt x="175" y="20"/>
                    </a:lnTo>
                    <a:lnTo>
                      <a:pt x="158" y="0"/>
                    </a:lnTo>
                    <a:lnTo>
                      <a:pt x="150" y="301"/>
                    </a:lnTo>
                    <a:lnTo>
                      <a:pt x="145" y="397"/>
                    </a:lnTo>
                    <a:lnTo>
                      <a:pt x="142" y="468"/>
                    </a:lnTo>
                    <a:lnTo>
                      <a:pt x="142" y="488"/>
                    </a:lnTo>
                    <a:lnTo>
                      <a:pt x="121" y="437"/>
                    </a:lnTo>
                    <a:lnTo>
                      <a:pt x="113" y="427"/>
                    </a:lnTo>
                    <a:lnTo>
                      <a:pt x="3" y="442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" name="Freeform 223">
                <a:extLst>
                  <a:ext uri="{FF2B5EF4-FFF2-40B4-BE49-F238E27FC236}">
                    <a16:creationId xmlns:a16="http://schemas.microsoft.com/office/drawing/2014/main" id="{D2EF7AEE-09D3-1B08-52CF-EE5AC349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5" y="3213"/>
                <a:ext cx="22" cy="43"/>
              </a:xfrm>
              <a:custGeom>
                <a:avLst/>
                <a:gdLst>
                  <a:gd name="T0" fmla="*/ 0 w 158"/>
                  <a:gd name="T1" fmla="*/ 0 h 301"/>
                  <a:gd name="T2" fmla="*/ 0 w 158"/>
                  <a:gd name="T3" fmla="*/ 0 h 301"/>
                  <a:gd name="T4" fmla="*/ 0 w 158"/>
                  <a:gd name="T5" fmla="*/ 0 h 301"/>
                  <a:gd name="T6" fmla="*/ 0 w 158"/>
                  <a:gd name="T7" fmla="*/ 0 h 301"/>
                  <a:gd name="T8" fmla="*/ 0 w 158"/>
                  <a:gd name="T9" fmla="*/ 0 h 301"/>
                  <a:gd name="T10" fmla="*/ 0 w 158"/>
                  <a:gd name="T11" fmla="*/ 0 h 3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8"/>
                  <a:gd name="T19" fmla="*/ 0 h 301"/>
                  <a:gd name="T20" fmla="*/ 158 w 158"/>
                  <a:gd name="T21" fmla="*/ 301 h 30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8" h="301">
                    <a:moveTo>
                      <a:pt x="158" y="0"/>
                    </a:moveTo>
                    <a:lnTo>
                      <a:pt x="153" y="41"/>
                    </a:lnTo>
                    <a:lnTo>
                      <a:pt x="118" y="117"/>
                    </a:lnTo>
                    <a:lnTo>
                      <a:pt x="81" y="189"/>
                    </a:lnTo>
                    <a:lnTo>
                      <a:pt x="40" y="249"/>
                    </a:lnTo>
                    <a:lnTo>
                      <a:pt x="0" y="30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1" name="Freeform 224">
                <a:extLst>
                  <a:ext uri="{FF2B5EF4-FFF2-40B4-BE49-F238E27FC236}">
                    <a16:creationId xmlns:a16="http://schemas.microsoft.com/office/drawing/2014/main" id="{D4FBC4FE-D53D-F784-04F7-EC7DA01606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" y="3237"/>
                <a:ext cx="1" cy="63"/>
              </a:xfrm>
              <a:custGeom>
                <a:avLst/>
                <a:gdLst>
                  <a:gd name="T0" fmla="*/ 0 w 8"/>
                  <a:gd name="T1" fmla="*/ 0 h 456"/>
                  <a:gd name="T2" fmla="*/ 0 w 8"/>
                  <a:gd name="T3" fmla="*/ 0 h 456"/>
                  <a:gd name="T4" fmla="*/ 0 w 8"/>
                  <a:gd name="T5" fmla="*/ 0 h 456"/>
                  <a:gd name="T6" fmla="*/ 0 w 8"/>
                  <a:gd name="T7" fmla="*/ 0 h 4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456"/>
                  <a:gd name="T14" fmla="*/ 8 w 8"/>
                  <a:gd name="T15" fmla="*/ 456 h 4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456">
                    <a:moveTo>
                      <a:pt x="8" y="0"/>
                    </a:moveTo>
                    <a:lnTo>
                      <a:pt x="8" y="456"/>
                    </a:lnTo>
                    <a:lnTo>
                      <a:pt x="0" y="421"/>
                    </a:lnTo>
                    <a:lnTo>
                      <a:pt x="8" y="37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2" name="Freeform 225">
                <a:extLst>
                  <a:ext uri="{FF2B5EF4-FFF2-40B4-BE49-F238E27FC236}">
                    <a16:creationId xmlns:a16="http://schemas.microsoft.com/office/drawing/2014/main" id="{93CBBB93-562E-3E89-98F2-DB1FCA76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" y="3217"/>
                <a:ext cx="5" cy="17"/>
              </a:xfrm>
              <a:custGeom>
                <a:avLst/>
                <a:gdLst>
                  <a:gd name="T0" fmla="*/ 0 w 37"/>
                  <a:gd name="T1" fmla="*/ 0 h 117"/>
                  <a:gd name="T2" fmla="*/ 0 w 37"/>
                  <a:gd name="T3" fmla="*/ 0 h 117"/>
                  <a:gd name="T4" fmla="*/ 0 w 37"/>
                  <a:gd name="T5" fmla="*/ 0 h 117"/>
                  <a:gd name="T6" fmla="*/ 0 w 37"/>
                  <a:gd name="T7" fmla="*/ 0 h 117"/>
                  <a:gd name="T8" fmla="*/ 0 w 37"/>
                  <a:gd name="T9" fmla="*/ 0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17"/>
                  <a:gd name="T17" fmla="*/ 37 w 37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17">
                    <a:moveTo>
                      <a:pt x="0" y="0"/>
                    </a:moveTo>
                    <a:lnTo>
                      <a:pt x="29" y="56"/>
                    </a:lnTo>
                    <a:lnTo>
                      <a:pt x="37" y="86"/>
                    </a:lnTo>
                    <a:lnTo>
                      <a:pt x="37" y="117"/>
                    </a:lnTo>
                    <a:lnTo>
                      <a:pt x="29" y="61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3" name="Freeform 226">
                <a:extLst>
                  <a:ext uri="{FF2B5EF4-FFF2-40B4-BE49-F238E27FC236}">
                    <a16:creationId xmlns:a16="http://schemas.microsoft.com/office/drawing/2014/main" id="{0F5CDE9E-8B35-1023-71BB-DFFA1556A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3239"/>
                <a:ext cx="44" cy="8"/>
              </a:xfrm>
              <a:custGeom>
                <a:avLst/>
                <a:gdLst>
                  <a:gd name="T0" fmla="*/ 0 w 308"/>
                  <a:gd name="T1" fmla="*/ 0 h 50"/>
                  <a:gd name="T2" fmla="*/ 0 w 308"/>
                  <a:gd name="T3" fmla="*/ 0 h 50"/>
                  <a:gd name="T4" fmla="*/ 0 w 308"/>
                  <a:gd name="T5" fmla="*/ 0 h 50"/>
                  <a:gd name="T6" fmla="*/ 0 w 308"/>
                  <a:gd name="T7" fmla="*/ 0 h 50"/>
                  <a:gd name="T8" fmla="*/ 0 w 308"/>
                  <a:gd name="T9" fmla="*/ 0 h 50"/>
                  <a:gd name="T10" fmla="*/ 0 w 308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8"/>
                  <a:gd name="T19" fmla="*/ 0 h 50"/>
                  <a:gd name="T20" fmla="*/ 308 w 308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8" h="50">
                    <a:moveTo>
                      <a:pt x="0" y="46"/>
                    </a:moveTo>
                    <a:lnTo>
                      <a:pt x="11" y="50"/>
                    </a:lnTo>
                    <a:lnTo>
                      <a:pt x="15" y="46"/>
                    </a:lnTo>
                    <a:lnTo>
                      <a:pt x="308" y="4"/>
                    </a:lnTo>
                    <a:lnTo>
                      <a:pt x="288" y="0"/>
                    </a:lnTo>
                    <a:lnTo>
                      <a:pt x="256" y="4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4" name="Freeform 227">
                <a:extLst>
                  <a:ext uri="{FF2B5EF4-FFF2-40B4-BE49-F238E27FC236}">
                    <a16:creationId xmlns:a16="http://schemas.microsoft.com/office/drawing/2014/main" id="{12FA2DCA-0CD2-CCD8-0AEF-2F288AC3A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2" y="3245"/>
                <a:ext cx="19" cy="57"/>
              </a:xfrm>
              <a:custGeom>
                <a:avLst/>
                <a:gdLst>
                  <a:gd name="T0" fmla="*/ 0 w 143"/>
                  <a:gd name="T1" fmla="*/ 0 h 400"/>
                  <a:gd name="T2" fmla="*/ 0 w 143"/>
                  <a:gd name="T3" fmla="*/ 0 h 400"/>
                  <a:gd name="T4" fmla="*/ 0 w 143"/>
                  <a:gd name="T5" fmla="*/ 0 h 400"/>
                  <a:gd name="T6" fmla="*/ 0 w 143"/>
                  <a:gd name="T7" fmla="*/ 0 h 400"/>
                  <a:gd name="T8" fmla="*/ 0 w 143"/>
                  <a:gd name="T9" fmla="*/ 0 h 400"/>
                  <a:gd name="T10" fmla="*/ 0 w 143"/>
                  <a:gd name="T11" fmla="*/ 0 h 400"/>
                  <a:gd name="T12" fmla="*/ 0 w 143"/>
                  <a:gd name="T13" fmla="*/ 0 h 400"/>
                  <a:gd name="T14" fmla="*/ 0 w 143"/>
                  <a:gd name="T15" fmla="*/ 0 h 400"/>
                  <a:gd name="T16" fmla="*/ 0 w 143"/>
                  <a:gd name="T17" fmla="*/ 0 h 4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3"/>
                  <a:gd name="T28" fmla="*/ 0 h 400"/>
                  <a:gd name="T29" fmla="*/ 143 w 143"/>
                  <a:gd name="T30" fmla="*/ 400 h 4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3" h="400">
                    <a:moveTo>
                      <a:pt x="138" y="0"/>
                    </a:moveTo>
                    <a:lnTo>
                      <a:pt x="143" y="24"/>
                    </a:lnTo>
                    <a:lnTo>
                      <a:pt x="126" y="116"/>
                    </a:lnTo>
                    <a:lnTo>
                      <a:pt x="114" y="172"/>
                    </a:lnTo>
                    <a:lnTo>
                      <a:pt x="98" y="223"/>
                    </a:lnTo>
                    <a:lnTo>
                      <a:pt x="78" y="279"/>
                    </a:lnTo>
                    <a:lnTo>
                      <a:pt x="53" y="330"/>
                    </a:lnTo>
                    <a:lnTo>
                      <a:pt x="24" y="376"/>
                    </a:lnTo>
                    <a:lnTo>
                      <a:pt x="0" y="40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5" name="Freeform 228">
                <a:extLst>
                  <a:ext uri="{FF2B5EF4-FFF2-40B4-BE49-F238E27FC236}">
                    <a16:creationId xmlns:a16="http://schemas.microsoft.com/office/drawing/2014/main" id="{0E1BAEED-34FF-4D27-4BEC-0DD09528D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3257"/>
                <a:ext cx="18" cy="43"/>
              </a:xfrm>
              <a:custGeom>
                <a:avLst/>
                <a:gdLst>
                  <a:gd name="T0" fmla="*/ 0 w 130"/>
                  <a:gd name="T1" fmla="*/ 0 h 305"/>
                  <a:gd name="T2" fmla="*/ 0 w 130"/>
                  <a:gd name="T3" fmla="*/ 0 h 305"/>
                  <a:gd name="T4" fmla="*/ 0 w 130"/>
                  <a:gd name="T5" fmla="*/ 0 h 305"/>
                  <a:gd name="T6" fmla="*/ 0 w 130"/>
                  <a:gd name="T7" fmla="*/ 0 h 305"/>
                  <a:gd name="T8" fmla="*/ 0 w 130"/>
                  <a:gd name="T9" fmla="*/ 0 h 305"/>
                  <a:gd name="T10" fmla="*/ 0 w 130"/>
                  <a:gd name="T11" fmla="*/ 0 h 305"/>
                  <a:gd name="T12" fmla="*/ 0 w 130"/>
                  <a:gd name="T13" fmla="*/ 0 h 305"/>
                  <a:gd name="T14" fmla="*/ 0 w 130"/>
                  <a:gd name="T15" fmla="*/ 0 h 305"/>
                  <a:gd name="T16" fmla="*/ 0 w 130"/>
                  <a:gd name="T17" fmla="*/ 0 h 305"/>
                  <a:gd name="T18" fmla="*/ 0 w 130"/>
                  <a:gd name="T19" fmla="*/ 0 h 305"/>
                  <a:gd name="T20" fmla="*/ 0 w 130"/>
                  <a:gd name="T21" fmla="*/ 0 h 30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0"/>
                  <a:gd name="T34" fmla="*/ 0 h 305"/>
                  <a:gd name="T35" fmla="*/ 130 w 130"/>
                  <a:gd name="T36" fmla="*/ 305 h 30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0" h="305">
                    <a:moveTo>
                      <a:pt x="16" y="30"/>
                    </a:moveTo>
                    <a:lnTo>
                      <a:pt x="32" y="35"/>
                    </a:lnTo>
                    <a:lnTo>
                      <a:pt x="130" y="20"/>
                    </a:lnTo>
                    <a:lnTo>
                      <a:pt x="122" y="0"/>
                    </a:lnTo>
                    <a:lnTo>
                      <a:pt x="110" y="76"/>
                    </a:lnTo>
                    <a:lnTo>
                      <a:pt x="89" y="188"/>
                    </a:lnTo>
                    <a:lnTo>
                      <a:pt x="74" y="244"/>
                    </a:lnTo>
                    <a:lnTo>
                      <a:pt x="57" y="285"/>
                    </a:lnTo>
                    <a:lnTo>
                      <a:pt x="49" y="305"/>
                    </a:lnTo>
                    <a:lnTo>
                      <a:pt x="0" y="228"/>
                    </a:lnTo>
                    <a:lnTo>
                      <a:pt x="49" y="295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6" name="Line 229">
                <a:extLst>
                  <a:ext uri="{FF2B5EF4-FFF2-40B4-BE49-F238E27FC236}">
                    <a16:creationId xmlns:a16="http://schemas.microsoft.com/office/drawing/2014/main" id="{E67AA825-F86B-9F59-6189-6ADDE98AF5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9" y="3331"/>
                <a:ext cx="25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7" name="Line 230">
                <a:extLst>
                  <a:ext uri="{FF2B5EF4-FFF2-40B4-BE49-F238E27FC236}">
                    <a16:creationId xmlns:a16="http://schemas.microsoft.com/office/drawing/2014/main" id="{104FA9D0-1A14-5079-02DA-04115375C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02" y="2969"/>
                <a:ext cx="67" cy="36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" name="Line 231">
                <a:extLst>
                  <a:ext uri="{FF2B5EF4-FFF2-40B4-BE49-F238E27FC236}">
                    <a16:creationId xmlns:a16="http://schemas.microsoft.com/office/drawing/2014/main" id="{6EF389AF-5F2B-07CB-15FF-4AFF10C4C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07" y="3331"/>
                <a:ext cx="63" cy="17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" name="Freeform 232">
                <a:extLst>
                  <a:ext uri="{FF2B5EF4-FFF2-40B4-BE49-F238E27FC236}">
                    <a16:creationId xmlns:a16="http://schemas.microsoft.com/office/drawing/2014/main" id="{C4900032-3B57-CF77-41FF-F08225EE5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2964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7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7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" name="Freeform 233">
                <a:extLst>
                  <a:ext uri="{FF2B5EF4-FFF2-40B4-BE49-F238E27FC236}">
                    <a16:creationId xmlns:a16="http://schemas.microsoft.com/office/drawing/2014/main" id="{D0DF0D4C-99EC-9D26-5942-87397CEA0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3505"/>
                <a:ext cx="13" cy="4"/>
              </a:xfrm>
              <a:custGeom>
                <a:avLst/>
                <a:gdLst>
                  <a:gd name="T0" fmla="*/ 0 w 92"/>
                  <a:gd name="T1" fmla="*/ 0 h 28"/>
                  <a:gd name="T2" fmla="*/ 0 w 92"/>
                  <a:gd name="T3" fmla="*/ 0 h 28"/>
                  <a:gd name="T4" fmla="*/ 0 w 92"/>
                  <a:gd name="T5" fmla="*/ 0 h 28"/>
                  <a:gd name="T6" fmla="*/ 0 w 9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2"/>
                  <a:gd name="T13" fmla="*/ 0 h 28"/>
                  <a:gd name="T14" fmla="*/ 92 w 9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2" h="28">
                    <a:moveTo>
                      <a:pt x="87" y="28"/>
                    </a:moveTo>
                    <a:lnTo>
                      <a:pt x="92" y="0"/>
                    </a:lnTo>
                    <a:lnTo>
                      <a:pt x="0" y="0"/>
                    </a:lnTo>
                    <a:lnTo>
                      <a:pt x="87" y="28"/>
                    </a:lnTo>
                    <a:close/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91" name="Text Box 234">
            <a:extLst>
              <a:ext uri="{FF2B5EF4-FFF2-40B4-BE49-F238E27FC236}">
                <a16:creationId xmlns:a16="http://schemas.microsoft.com/office/drawing/2014/main" id="{4E2B2559-58B2-D942-B2F6-3C550F575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145" y="5804160"/>
            <a:ext cx="55726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正确                                                  不正确</a:t>
            </a:r>
          </a:p>
        </p:txBody>
      </p:sp>
      <p:grpSp>
        <p:nvGrpSpPr>
          <p:cNvPr id="792" name="Group 235">
            <a:extLst>
              <a:ext uri="{FF2B5EF4-FFF2-40B4-BE49-F238E27FC236}">
                <a16:creationId xmlns:a16="http://schemas.microsoft.com/office/drawing/2014/main" id="{A3A49D42-5FC0-0FB5-B1E2-8F81306CFB9B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894272"/>
            <a:ext cx="7008813" cy="2847975"/>
            <a:chOff x="816" y="2092"/>
            <a:chExt cx="4415" cy="1794"/>
          </a:xfrm>
        </p:grpSpPr>
        <p:grpSp>
          <p:nvGrpSpPr>
            <p:cNvPr id="793" name="Group 236">
              <a:extLst>
                <a:ext uri="{FF2B5EF4-FFF2-40B4-BE49-F238E27FC236}">
                  <a16:creationId xmlns:a16="http://schemas.microsoft.com/office/drawing/2014/main" id="{71494F93-92E0-EC4F-8DF9-F2B5D38716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95"/>
              <a:ext cx="4415" cy="1791"/>
              <a:chOff x="816" y="2095"/>
              <a:chExt cx="4415" cy="1791"/>
            </a:xfrm>
          </p:grpSpPr>
          <p:sp>
            <p:nvSpPr>
              <p:cNvPr id="800" name="Line 237">
                <a:extLst>
                  <a:ext uri="{FF2B5EF4-FFF2-40B4-BE49-F238E27FC236}">
                    <a16:creationId xmlns:a16="http://schemas.microsoft.com/office/drawing/2014/main" id="{7C3AD6A0-BF8C-A675-7913-DD33BE677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" y="2551"/>
                <a:ext cx="4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1" name="Line 238">
                <a:extLst>
                  <a:ext uri="{FF2B5EF4-FFF2-40B4-BE49-F238E27FC236}">
                    <a16:creationId xmlns:a16="http://schemas.microsoft.com/office/drawing/2014/main" id="{F1FB322A-7BDD-2C67-28E1-139F4DF0A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2" name="Line 239">
                <a:extLst>
                  <a:ext uri="{FF2B5EF4-FFF2-40B4-BE49-F238E27FC236}">
                    <a16:creationId xmlns:a16="http://schemas.microsoft.com/office/drawing/2014/main" id="{FE5577EA-9078-31C2-EAA2-0D14419F5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3" name="Line 240">
                <a:extLst>
                  <a:ext uri="{FF2B5EF4-FFF2-40B4-BE49-F238E27FC236}">
                    <a16:creationId xmlns:a16="http://schemas.microsoft.com/office/drawing/2014/main" id="{6538A949-AD00-A912-8322-D6D62847E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0" y="2551"/>
                <a:ext cx="48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4" name="Line 241">
                <a:extLst>
                  <a:ext uri="{FF2B5EF4-FFF2-40B4-BE49-F238E27FC236}">
                    <a16:creationId xmlns:a16="http://schemas.microsoft.com/office/drawing/2014/main" id="{3BC84C31-0D70-9342-3AB5-E8D474050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2551"/>
                <a:ext cx="47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5" name="Line 242">
                <a:extLst>
                  <a:ext uri="{FF2B5EF4-FFF2-40B4-BE49-F238E27FC236}">
                    <a16:creationId xmlns:a16="http://schemas.microsoft.com/office/drawing/2014/main" id="{D2A9A975-18D5-B92A-287B-E85BE78DD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1" y="2551"/>
                <a:ext cx="46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6" name="Line 243">
                <a:extLst>
                  <a:ext uri="{FF2B5EF4-FFF2-40B4-BE49-F238E27FC236}">
                    <a16:creationId xmlns:a16="http://schemas.microsoft.com/office/drawing/2014/main" id="{16B7C5DB-397E-905B-681C-1B218ECE7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1" y="2551"/>
                <a:ext cx="4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7" name="Freeform 244">
                <a:extLst>
                  <a:ext uri="{FF2B5EF4-FFF2-40B4-BE49-F238E27FC236}">
                    <a16:creationId xmlns:a16="http://schemas.microsoft.com/office/drawing/2014/main" id="{5FA21A0B-F518-5891-F7ED-77C730BA9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8" name="Freeform 245">
                <a:extLst>
                  <a:ext uri="{FF2B5EF4-FFF2-40B4-BE49-F238E27FC236}">
                    <a16:creationId xmlns:a16="http://schemas.microsoft.com/office/drawing/2014/main" id="{AF80B9EE-B83A-2649-CE62-719AEADB0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" name="Freeform 246">
                <a:extLst>
                  <a:ext uri="{FF2B5EF4-FFF2-40B4-BE49-F238E27FC236}">
                    <a16:creationId xmlns:a16="http://schemas.microsoft.com/office/drawing/2014/main" id="{060E746C-8233-774D-5A1B-D3962C8AA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2676"/>
                <a:ext cx="524" cy="19"/>
              </a:xfrm>
              <a:custGeom>
                <a:avLst/>
                <a:gdLst>
                  <a:gd name="T0" fmla="*/ 0 w 3110"/>
                  <a:gd name="T1" fmla="*/ 0 h 113"/>
                  <a:gd name="T2" fmla="*/ 0 w 3110"/>
                  <a:gd name="T3" fmla="*/ 0 h 113"/>
                  <a:gd name="T4" fmla="*/ 0 w 3110"/>
                  <a:gd name="T5" fmla="*/ 0 h 113"/>
                  <a:gd name="T6" fmla="*/ 0 w 3110"/>
                  <a:gd name="T7" fmla="*/ 0 h 113"/>
                  <a:gd name="T8" fmla="*/ 0 w 3110"/>
                  <a:gd name="T9" fmla="*/ 0 h 113"/>
                  <a:gd name="T10" fmla="*/ 0 w 3110"/>
                  <a:gd name="T11" fmla="*/ 0 h 113"/>
                  <a:gd name="T12" fmla="*/ 0 w 311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10"/>
                  <a:gd name="T22" fmla="*/ 0 h 113"/>
                  <a:gd name="T23" fmla="*/ 3110 w 311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1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110" y="113"/>
                    </a:lnTo>
                    <a:lnTo>
                      <a:pt x="3110" y="57"/>
                    </a:lnTo>
                    <a:lnTo>
                      <a:pt x="3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" name="Freeform 247">
                <a:extLst>
                  <a:ext uri="{FF2B5EF4-FFF2-40B4-BE49-F238E27FC236}">
                    <a16:creationId xmlns:a16="http://schemas.microsoft.com/office/drawing/2014/main" id="{1696D5F1-84B6-E764-EB1B-8385D2521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2" y="2676"/>
                <a:ext cx="524" cy="19"/>
              </a:xfrm>
              <a:custGeom>
                <a:avLst/>
                <a:gdLst>
                  <a:gd name="T0" fmla="*/ 0 w 3110"/>
                  <a:gd name="T1" fmla="*/ 0 h 113"/>
                  <a:gd name="T2" fmla="*/ 0 w 3110"/>
                  <a:gd name="T3" fmla="*/ 0 h 113"/>
                  <a:gd name="T4" fmla="*/ 0 w 3110"/>
                  <a:gd name="T5" fmla="*/ 0 h 113"/>
                  <a:gd name="T6" fmla="*/ 0 w 3110"/>
                  <a:gd name="T7" fmla="*/ 0 h 113"/>
                  <a:gd name="T8" fmla="*/ 0 w 3110"/>
                  <a:gd name="T9" fmla="*/ 0 h 113"/>
                  <a:gd name="T10" fmla="*/ 0 w 3110"/>
                  <a:gd name="T11" fmla="*/ 0 h 113"/>
                  <a:gd name="T12" fmla="*/ 0 w 311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10"/>
                  <a:gd name="T22" fmla="*/ 0 h 113"/>
                  <a:gd name="T23" fmla="*/ 3110 w 311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1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110" y="113"/>
                    </a:lnTo>
                    <a:lnTo>
                      <a:pt x="3110" y="57"/>
                    </a:lnTo>
                    <a:lnTo>
                      <a:pt x="311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1" name="Freeform 248">
                <a:extLst>
                  <a:ext uri="{FF2B5EF4-FFF2-40B4-BE49-F238E27FC236}">
                    <a16:creationId xmlns:a16="http://schemas.microsoft.com/office/drawing/2014/main" id="{5D58EA13-182E-4409-9D54-82CC2434A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2" name="Freeform 249">
                <a:extLst>
                  <a:ext uri="{FF2B5EF4-FFF2-40B4-BE49-F238E27FC236}">
                    <a16:creationId xmlns:a16="http://schemas.microsoft.com/office/drawing/2014/main" id="{E4668D93-E30B-8EBF-4AE9-BB4295149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3" name="Freeform 250">
                <a:extLst>
                  <a:ext uri="{FF2B5EF4-FFF2-40B4-BE49-F238E27FC236}">
                    <a16:creationId xmlns:a16="http://schemas.microsoft.com/office/drawing/2014/main" id="{77E8EB55-D3B7-C0E1-3F69-45E4E8CDA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7" y="57"/>
                    </a:moveTo>
                    <a:lnTo>
                      <a:pt x="2" y="69"/>
                    </a:lnTo>
                    <a:lnTo>
                      <a:pt x="0" y="57"/>
                    </a:lnTo>
                    <a:lnTo>
                      <a:pt x="2" y="44"/>
                    </a:lnTo>
                    <a:lnTo>
                      <a:pt x="5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5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4" name="Freeform 251">
                <a:extLst>
                  <a:ext uri="{FF2B5EF4-FFF2-40B4-BE49-F238E27FC236}">
                    <a16:creationId xmlns:a16="http://schemas.microsoft.com/office/drawing/2014/main" id="{4E539C93-9692-18D4-6B8E-1BBE14327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2" y="69"/>
                    </a:moveTo>
                    <a:lnTo>
                      <a:pt x="0" y="57"/>
                    </a:lnTo>
                    <a:lnTo>
                      <a:pt x="2" y="44"/>
                    </a:lnTo>
                    <a:lnTo>
                      <a:pt x="5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5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5" name="Freeform 252">
                <a:extLst>
                  <a:ext uri="{FF2B5EF4-FFF2-40B4-BE49-F238E27FC236}">
                    <a16:creationId xmlns:a16="http://schemas.microsoft.com/office/drawing/2014/main" id="{A6CFA2D6-A0EC-123A-4267-C659D3E9D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23"/>
                <a:ext cx="198" cy="790"/>
              </a:xfrm>
              <a:custGeom>
                <a:avLst/>
                <a:gdLst>
                  <a:gd name="T0" fmla="*/ 0 w 1171"/>
                  <a:gd name="T1" fmla="*/ 0 h 4673"/>
                  <a:gd name="T2" fmla="*/ 0 w 1171"/>
                  <a:gd name="T3" fmla="*/ 0 h 4673"/>
                  <a:gd name="T4" fmla="*/ 0 w 1171"/>
                  <a:gd name="T5" fmla="*/ 0 h 4673"/>
                  <a:gd name="T6" fmla="*/ 0 w 1171"/>
                  <a:gd name="T7" fmla="*/ 0 h 4673"/>
                  <a:gd name="T8" fmla="*/ 0 w 1171"/>
                  <a:gd name="T9" fmla="*/ 0 h 4673"/>
                  <a:gd name="T10" fmla="*/ 0 w 1171"/>
                  <a:gd name="T11" fmla="*/ 0 h 4673"/>
                  <a:gd name="T12" fmla="*/ 0 w 1171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1"/>
                  <a:gd name="T22" fmla="*/ 0 h 4673"/>
                  <a:gd name="T23" fmla="*/ 1171 w 1171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1" h="4673">
                    <a:moveTo>
                      <a:pt x="110" y="0"/>
                    </a:moveTo>
                    <a:lnTo>
                      <a:pt x="55" y="13"/>
                    </a:lnTo>
                    <a:lnTo>
                      <a:pt x="0" y="25"/>
                    </a:lnTo>
                    <a:lnTo>
                      <a:pt x="1061" y="4673"/>
                    </a:lnTo>
                    <a:lnTo>
                      <a:pt x="1116" y="4661"/>
                    </a:lnTo>
                    <a:lnTo>
                      <a:pt x="1171" y="4648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6" name="Freeform 253">
                <a:extLst>
                  <a:ext uri="{FF2B5EF4-FFF2-40B4-BE49-F238E27FC236}">
                    <a16:creationId xmlns:a16="http://schemas.microsoft.com/office/drawing/2014/main" id="{24897A9E-427B-06C9-4A4A-B12F01D7F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" y="2123"/>
                <a:ext cx="198" cy="790"/>
              </a:xfrm>
              <a:custGeom>
                <a:avLst/>
                <a:gdLst>
                  <a:gd name="T0" fmla="*/ 0 w 1171"/>
                  <a:gd name="T1" fmla="*/ 0 h 4673"/>
                  <a:gd name="T2" fmla="*/ 0 w 1171"/>
                  <a:gd name="T3" fmla="*/ 0 h 4673"/>
                  <a:gd name="T4" fmla="*/ 0 w 1171"/>
                  <a:gd name="T5" fmla="*/ 0 h 4673"/>
                  <a:gd name="T6" fmla="*/ 0 w 1171"/>
                  <a:gd name="T7" fmla="*/ 0 h 4673"/>
                  <a:gd name="T8" fmla="*/ 0 w 1171"/>
                  <a:gd name="T9" fmla="*/ 0 h 4673"/>
                  <a:gd name="T10" fmla="*/ 0 w 1171"/>
                  <a:gd name="T11" fmla="*/ 0 h 4673"/>
                  <a:gd name="T12" fmla="*/ 0 w 1171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1"/>
                  <a:gd name="T22" fmla="*/ 0 h 4673"/>
                  <a:gd name="T23" fmla="*/ 1171 w 1171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1" h="4673">
                    <a:moveTo>
                      <a:pt x="110" y="0"/>
                    </a:moveTo>
                    <a:lnTo>
                      <a:pt x="55" y="13"/>
                    </a:lnTo>
                    <a:lnTo>
                      <a:pt x="0" y="25"/>
                    </a:lnTo>
                    <a:lnTo>
                      <a:pt x="1061" y="4673"/>
                    </a:lnTo>
                    <a:lnTo>
                      <a:pt x="1116" y="4661"/>
                    </a:lnTo>
                    <a:lnTo>
                      <a:pt x="1171" y="4648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7" name="Freeform 254">
                <a:extLst>
                  <a:ext uri="{FF2B5EF4-FFF2-40B4-BE49-F238E27FC236}">
                    <a16:creationId xmlns:a16="http://schemas.microsoft.com/office/drawing/2014/main" id="{34CF5B44-2BA6-6BD6-FC52-23B6C4541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908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5" y="13"/>
                    </a:moveTo>
                    <a:lnTo>
                      <a:pt x="110" y="0"/>
                    </a:lnTo>
                    <a:lnTo>
                      <a:pt x="112" y="13"/>
                    </a:lnTo>
                    <a:lnTo>
                      <a:pt x="110" y="25"/>
                    </a:lnTo>
                    <a:lnTo>
                      <a:pt x="107" y="37"/>
                    </a:lnTo>
                    <a:lnTo>
                      <a:pt x="99" y="47"/>
                    </a:lnTo>
                    <a:lnTo>
                      <a:pt x="90" y="56"/>
                    </a:lnTo>
                    <a:lnTo>
                      <a:pt x="80" y="63"/>
                    </a:lnTo>
                    <a:lnTo>
                      <a:pt x="68" y="68"/>
                    </a:lnTo>
                    <a:lnTo>
                      <a:pt x="55" y="69"/>
                    </a:lnTo>
                    <a:lnTo>
                      <a:pt x="43" y="68"/>
                    </a:lnTo>
                    <a:lnTo>
                      <a:pt x="31" y="64"/>
                    </a:lnTo>
                    <a:lnTo>
                      <a:pt x="20" y="56"/>
                    </a:lnTo>
                    <a:lnTo>
                      <a:pt x="11" y="47"/>
                    </a:lnTo>
                    <a:lnTo>
                      <a:pt x="5" y="37"/>
                    </a:lnTo>
                    <a:lnTo>
                      <a:pt x="0" y="25"/>
                    </a:lnTo>
                    <a:lnTo>
                      <a:pt x="55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8" name="Freeform 255">
                <a:extLst>
                  <a:ext uri="{FF2B5EF4-FFF2-40B4-BE49-F238E27FC236}">
                    <a16:creationId xmlns:a16="http://schemas.microsoft.com/office/drawing/2014/main" id="{1C050B75-BEFC-6535-1365-59D368D2A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908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110" y="0"/>
                    </a:moveTo>
                    <a:lnTo>
                      <a:pt x="112" y="13"/>
                    </a:lnTo>
                    <a:lnTo>
                      <a:pt x="110" y="25"/>
                    </a:lnTo>
                    <a:lnTo>
                      <a:pt x="107" y="37"/>
                    </a:lnTo>
                    <a:lnTo>
                      <a:pt x="99" y="47"/>
                    </a:lnTo>
                    <a:lnTo>
                      <a:pt x="90" y="56"/>
                    </a:lnTo>
                    <a:lnTo>
                      <a:pt x="80" y="63"/>
                    </a:lnTo>
                    <a:lnTo>
                      <a:pt x="68" y="68"/>
                    </a:lnTo>
                    <a:lnTo>
                      <a:pt x="55" y="69"/>
                    </a:lnTo>
                    <a:lnTo>
                      <a:pt x="43" y="68"/>
                    </a:lnTo>
                    <a:lnTo>
                      <a:pt x="31" y="64"/>
                    </a:lnTo>
                    <a:lnTo>
                      <a:pt x="20" y="56"/>
                    </a:lnTo>
                    <a:lnTo>
                      <a:pt x="11" y="47"/>
                    </a:lnTo>
                    <a:lnTo>
                      <a:pt x="5" y="37"/>
                    </a:lnTo>
                    <a:lnTo>
                      <a:pt x="0" y="2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" name="Freeform 256">
                <a:extLst>
                  <a:ext uri="{FF2B5EF4-FFF2-40B4-BE49-F238E27FC236}">
                    <a16:creationId xmlns:a16="http://schemas.microsoft.com/office/drawing/2014/main" id="{66593A50-A2E1-8D35-5259-15269B5A9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8"/>
                <a:ext cx="19" cy="12"/>
              </a:xfrm>
              <a:custGeom>
                <a:avLst/>
                <a:gdLst>
                  <a:gd name="T0" fmla="*/ 0 w 111"/>
                  <a:gd name="T1" fmla="*/ 0 h 69"/>
                  <a:gd name="T2" fmla="*/ 0 w 111"/>
                  <a:gd name="T3" fmla="*/ 0 h 69"/>
                  <a:gd name="T4" fmla="*/ 0 w 111"/>
                  <a:gd name="T5" fmla="*/ 0 h 69"/>
                  <a:gd name="T6" fmla="*/ 0 w 111"/>
                  <a:gd name="T7" fmla="*/ 0 h 69"/>
                  <a:gd name="T8" fmla="*/ 0 w 111"/>
                  <a:gd name="T9" fmla="*/ 0 h 69"/>
                  <a:gd name="T10" fmla="*/ 0 w 111"/>
                  <a:gd name="T11" fmla="*/ 0 h 69"/>
                  <a:gd name="T12" fmla="*/ 0 w 111"/>
                  <a:gd name="T13" fmla="*/ 0 h 69"/>
                  <a:gd name="T14" fmla="*/ 0 w 111"/>
                  <a:gd name="T15" fmla="*/ 0 h 69"/>
                  <a:gd name="T16" fmla="*/ 0 w 111"/>
                  <a:gd name="T17" fmla="*/ 0 h 69"/>
                  <a:gd name="T18" fmla="*/ 0 w 111"/>
                  <a:gd name="T19" fmla="*/ 0 h 69"/>
                  <a:gd name="T20" fmla="*/ 0 w 111"/>
                  <a:gd name="T21" fmla="*/ 0 h 69"/>
                  <a:gd name="T22" fmla="*/ 0 w 111"/>
                  <a:gd name="T23" fmla="*/ 0 h 69"/>
                  <a:gd name="T24" fmla="*/ 0 w 111"/>
                  <a:gd name="T25" fmla="*/ 0 h 69"/>
                  <a:gd name="T26" fmla="*/ 0 w 111"/>
                  <a:gd name="T27" fmla="*/ 0 h 69"/>
                  <a:gd name="T28" fmla="*/ 0 w 111"/>
                  <a:gd name="T29" fmla="*/ 0 h 69"/>
                  <a:gd name="T30" fmla="*/ 0 w 111"/>
                  <a:gd name="T31" fmla="*/ 0 h 69"/>
                  <a:gd name="T32" fmla="*/ 0 w 111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1"/>
                  <a:gd name="T52" fmla="*/ 0 h 69"/>
                  <a:gd name="T53" fmla="*/ 111 w 111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1" h="69">
                    <a:moveTo>
                      <a:pt x="56" y="13"/>
                    </a:moveTo>
                    <a:lnTo>
                      <a:pt x="111" y="25"/>
                    </a:lnTo>
                    <a:lnTo>
                      <a:pt x="107" y="37"/>
                    </a:lnTo>
                    <a:lnTo>
                      <a:pt x="100" y="47"/>
                    </a:lnTo>
                    <a:lnTo>
                      <a:pt x="91" y="56"/>
                    </a:lnTo>
                    <a:lnTo>
                      <a:pt x="81" y="64"/>
                    </a:lnTo>
                    <a:lnTo>
                      <a:pt x="69" y="68"/>
                    </a:lnTo>
                    <a:lnTo>
                      <a:pt x="56" y="69"/>
                    </a:lnTo>
                    <a:lnTo>
                      <a:pt x="44" y="68"/>
                    </a:lnTo>
                    <a:lnTo>
                      <a:pt x="32" y="63"/>
                    </a:lnTo>
                    <a:lnTo>
                      <a:pt x="22" y="56"/>
                    </a:lnTo>
                    <a:lnTo>
                      <a:pt x="13" y="47"/>
                    </a:lnTo>
                    <a:lnTo>
                      <a:pt x="5" y="37"/>
                    </a:lnTo>
                    <a:lnTo>
                      <a:pt x="1" y="25"/>
                    </a:lnTo>
                    <a:lnTo>
                      <a:pt x="0" y="13"/>
                    </a:lnTo>
                    <a:lnTo>
                      <a:pt x="1" y="0"/>
                    </a:lnTo>
                    <a:lnTo>
                      <a:pt x="56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" name="Freeform 257">
                <a:extLst>
                  <a:ext uri="{FF2B5EF4-FFF2-40B4-BE49-F238E27FC236}">
                    <a16:creationId xmlns:a16="http://schemas.microsoft.com/office/drawing/2014/main" id="{C4078F17-D079-FA2E-6DD3-D18361D4A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8"/>
                <a:ext cx="19" cy="12"/>
              </a:xfrm>
              <a:custGeom>
                <a:avLst/>
                <a:gdLst>
                  <a:gd name="T0" fmla="*/ 0 w 111"/>
                  <a:gd name="T1" fmla="*/ 0 h 69"/>
                  <a:gd name="T2" fmla="*/ 0 w 111"/>
                  <a:gd name="T3" fmla="*/ 0 h 69"/>
                  <a:gd name="T4" fmla="*/ 0 w 111"/>
                  <a:gd name="T5" fmla="*/ 0 h 69"/>
                  <a:gd name="T6" fmla="*/ 0 w 111"/>
                  <a:gd name="T7" fmla="*/ 0 h 69"/>
                  <a:gd name="T8" fmla="*/ 0 w 111"/>
                  <a:gd name="T9" fmla="*/ 0 h 69"/>
                  <a:gd name="T10" fmla="*/ 0 w 111"/>
                  <a:gd name="T11" fmla="*/ 0 h 69"/>
                  <a:gd name="T12" fmla="*/ 0 w 111"/>
                  <a:gd name="T13" fmla="*/ 0 h 69"/>
                  <a:gd name="T14" fmla="*/ 0 w 111"/>
                  <a:gd name="T15" fmla="*/ 0 h 69"/>
                  <a:gd name="T16" fmla="*/ 0 w 111"/>
                  <a:gd name="T17" fmla="*/ 0 h 69"/>
                  <a:gd name="T18" fmla="*/ 0 w 111"/>
                  <a:gd name="T19" fmla="*/ 0 h 69"/>
                  <a:gd name="T20" fmla="*/ 0 w 111"/>
                  <a:gd name="T21" fmla="*/ 0 h 69"/>
                  <a:gd name="T22" fmla="*/ 0 w 111"/>
                  <a:gd name="T23" fmla="*/ 0 h 69"/>
                  <a:gd name="T24" fmla="*/ 0 w 111"/>
                  <a:gd name="T25" fmla="*/ 0 h 69"/>
                  <a:gd name="T26" fmla="*/ 0 w 111"/>
                  <a:gd name="T27" fmla="*/ 0 h 69"/>
                  <a:gd name="T28" fmla="*/ 0 w 111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1"/>
                  <a:gd name="T46" fmla="*/ 0 h 69"/>
                  <a:gd name="T47" fmla="*/ 111 w 111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1" h="69">
                    <a:moveTo>
                      <a:pt x="111" y="25"/>
                    </a:moveTo>
                    <a:lnTo>
                      <a:pt x="107" y="37"/>
                    </a:lnTo>
                    <a:lnTo>
                      <a:pt x="100" y="47"/>
                    </a:lnTo>
                    <a:lnTo>
                      <a:pt x="91" y="56"/>
                    </a:lnTo>
                    <a:lnTo>
                      <a:pt x="81" y="64"/>
                    </a:lnTo>
                    <a:lnTo>
                      <a:pt x="69" y="68"/>
                    </a:lnTo>
                    <a:lnTo>
                      <a:pt x="56" y="69"/>
                    </a:lnTo>
                    <a:lnTo>
                      <a:pt x="44" y="68"/>
                    </a:lnTo>
                    <a:lnTo>
                      <a:pt x="32" y="63"/>
                    </a:lnTo>
                    <a:lnTo>
                      <a:pt x="22" y="56"/>
                    </a:lnTo>
                    <a:lnTo>
                      <a:pt x="13" y="47"/>
                    </a:lnTo>
                    <a:lnTo>
                      <a:pt x="5" y="37"/>
                    </a:lnTo>
                    <a:lnTo>
                      <a:pt x="1" y="25"/>
                    </a:lnTo>
                    <a:lnTo>
                      <a:pt x="0" y="13"/>
                    </a:lnTo>
                    <a:lnTo>
                      <a:pt x="1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" name="Freeform 258">
                <a:extLst>
                  <a:ext uri="{FF2B5EF4-FFF2-40B4-BE49-F238E27FC236}">
                    <a16:creationId xmlns:a16="http://schemas.microsoft.com/office/drawing/2014/main" id="{71AC9387-EA37-37E1-83A9-214749FA10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123"/>
                <a:ext cx="197" cy="790"/>
              </a:xfrm>
              <a:custGeom>
                <a:avLst/>
                <a:gdLst>
                  <a:gd name="T0" fmla="*/ 0 w 1172"/>
                  <a:gd name="T1" fmla="*/ 0 h 4673"/>
                  <a:gd name="T2" fmla="*/ 0 w 1172"/>
                  <a:gd name="T3" fmla="*/ 0 h 4673"/>
                  <a:gd name="T4" fmla="*/ 0 w 1172"/>
                  <a:gd name="T5" fmla="*/ 0 h 4673"/>
                  <a:gd name="T6" fmla="*/ 0 w 1172"/>
                  <a:gd name="T7" fmla="*/ 0 h 4673"/>
                  <a:gd name="T8" fmla="*/ 0 w 1172"/>
                  <a:gd name="T9" fmla="*/ 0 h 4673"/>
                  <a:gd name="T10" fmla="*/ 0 w 1172"/>
                  <a:gd name="T11" fmla="*/ 0 h 4673"/>
                  <a:gd name="T12" fmla="*/ 0 w 1172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2"/>
                  <a:gd name="T22" fmla="*/ 0 h 4673"/>
                  <a:gd name="T23" fmla="*/ 1172 w 1172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2" h="4673">
                    <a:moveTo>
                      <a:pt x="0" y="4648"/>
                    </a:moveTo>
                    <a:lnTo>
                      <a:pt x="55" y="4661"/>
                    </a:lnTo>
                    <a:lnTo>
                      <a:pt x="110" y="4673"/>
                    </a:lnTo>
                    <a:lnTo>
                      <a:pt x="1172" y="25"/>
                    </a:lnTo>
                    <a:lnTo>
                      <a:pt x="1117" y="13"/>
                    </a:lnTo>
                    <a:lnTo>
                      <a:pt x="1062" y="0"/>
                    </a:lnTo>
                    <a:lnTo>
                      <a:pt x="0" y="46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" name="Freeform 259">
                <a:extLst>
                  <a:ext uri="{FF2B5EF4-FFF2-40B4-BE49-F238E27FC236}">
                    <a16:creationId xmlns:a16="http://schemas.microsoft.com/office/drawing/2014/main" id="{A603FD2D-98D3-A2C9-AC59-687087F53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123"/>
                <a:ext cx="197" cy="790"/>
              </a:xfrm>
              <a:custGeom>
                <a:avLst/>
                <a:gdLst>
                  <a:gd name="T0" fmla="*/ 0 w 1172"/>
                  <a:gd name="T1" fmla="*/ 0 h 4673"/>
                  <a:gd name="T2" fmla="*/ 0 w 1172"/>
                  <a:gd name="T3" fmla="*/ 0 h 4673"/>
                  <a:gd name="T4" fmla="*/ 0 w 1172"/>
                  <a:gd name="T5" fmla="*/ 0 h 4673"/>
                  <a:gd name="T6" fmla="*/ 0 w 1172"/>
                  <a:gd name="T7" fmla="*/ 0 h 4673"/>
                  <a:gd name="T8" fmla="*/ 0 w 1172"/>
                  <a:gd name="T9" fmla="*/ 0 h 4673"/>
                  <a:gd name="T10" fmla="*/ 0 w 1172"/>
                  <a:gd name="T11" fmla="*/ 0 h 4673"/>
                  <a:gd name="T12" fmla="*/ 0 w 1172"/>
                  <a:gd name="T13" fmla="*/ 0 h 46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2"/>
                  <a:gd name="T22" fmla="*/ 0 h 4673"/>
                  <a:gd name="T23" fmla="*/ 1172 w 1172"/>
                  <a:gd name="T24" fmla="*/ 4673 h 46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2" h="4673">
                    <a:moveTo>
                      <a:pt x="0" y="4648"/>
                    </a:moveTo>
                    <a:lnTo>
                      <a:pt x="55" y="4661"/>
                    </a:lnTo>
                    <a:lnTo>
                      <a:pt x="110" y="4673"/>
                    </a:lnTo>
                    <a:lnTo>
                      <a:pt x="1172" y="25"/>
                    </a:lnTo>
                    <a:lnTo>
                      <a:pt x="1117" y="13"/>
                    </a:lnTo>
                    <a:lnTo>
                      <a:pt x="1062" y="0"/>
                    </a:lnTo>
                    <a:lnTo>
                      <a:pt x="0" y="46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" name="Freeform 260">
                <a:extLst>
                  <a:ext uri="{FF2B5EF4-FFF2-40B4-BE49-F238E27FC236}">
                    <a16:creationId xmlns:a16="http://schemas.microsoft.com/office/drawing/2014/main" id="{F26595A7-2143-A977-3300-4C087F66F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w 112"/>
                  <a:gd name="T31" fmla="*/ 0 h 69"/>
                  <a:gd name="T32" fmla="*/ 0 w 112"/>
                  <a:gd name="T33" fmla="*/ 0 h 6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69"/>
                  <a:gd name="T53" fmla="*/ 112 w 112"/>
                  <a:gd name="T54" fmla="*/ 69 h 6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69">
                    <a:moveTo>
                      <a:pt x="55" y="57"/>
                    </a:moveTo>
                    <a:lnTo>
                      <a:pt x="0" y="44"/>
                    </a:lnTo>
                    <a:lnTo>
                      <a:pt x="5" y="32"/>
                    </a:lnTo>
                    <a:lnTo>
                      <a:pt x="11" y="22"/>
                    </a:lnTo>
                    <a:lnTo>
                      <a:pt x="20" y="13"/>
                    </a:lnTo>
                    <a:lnTo>
                      <a:pt x="30" y="5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67" y="2"/>
                    </a:lnTo>
                    <a:lnTo>
                      <a:pt x="80" y="6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7" y="32"/>
                    </a:lnTo>
                    <a:lnTo>
                      <a:pt x="110" y="44"/>
                    </a:lnTo>
                    <a:lnTo>
                      <a:pt x="112" y="57"/>
                    </a:lnTo>
                    <a:lnTo>
                      <a:pt x="110" y="69"/>
                    </a:lnTo>
                    <a:lnTo>
                      <a:pt x="5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" name="Freeform 261">
                <a:extLst>
                  <a:ext uri="{FF2B5EF4-FFF2-40B4-BE49-F238E27FC236}">
                    <a16:creationId xmlns:a16="http://schemas.microsoft.com/office/drawing/2014/main" id="{39FD04D1-52F5-5CA5-B319-294DAFEF5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19" cy="12"/>
              </a:xfrm>
              <a:custGeom>
                <a:avLst/>
                <a:gdLst>
                  <a:gd name="T0" fmla="*/ 0 w 112"/>
                  <a:gd name="T1" fmla="*/ 0 h 69"/>
                  <a:gd name="T2" fmla="*/ 0 w 112"/>
                  <a:gd name="T3" fmla="*/ 0 h 69"/>
                  <a:gd name="T4" fmla="*/ 0 w 112"/>
                  <a:gd name="T5" fmla="*/ 0 h 69"/>
                  <a:gd name="T6" fmla="*/ 0 w 112"/>
                  <a:gd name="T7" fmla="*/ 0 h 69"/>
                  <a:gd name="T8" fmla="*/ 0 w 112"/>
                  <a:gd name="T9" fmla="*/ 0 h 69"/>
                  <a:gd name="T10" fmla="*/ 0 w 112"/>
                  <a:gd name="T11" fmla="*/ 0 h 69"/>
                  <a:gd name="T12" fmla="*/ 0 w 112"/>
                  <a:gd name="T13" fmla="*/ 0 h 69"/>
                  <a:gd name="T14" fmla="*/ 0 w 112"/>
                  <a:gd name="T15" fmla="*/ 0 h 69"/>
                  <a:gd name="T16" fmla="*/ 0 w 112"/>
                  <a:gd name="T17" fmla="*/ 0 h 69"/>
                  <a:gd name="T18" fmla="*/ 0 w 112"/>
                  <a:gd name="T19" fmla="*/ 0 h 69"/>
                  <a:gd name="T20" fmla="*/ 0 w 112"/>
                  <a:gd name="T21" fmla="*/ 0 h 69"/>
                  <a:gd name="T22" fmla="*/ 0 w 112"/>
                  <a:gd name="T23" fmla="*/ 0 h 69"/>
                  <a:gd name="T24" fmla="*/ 0 w 112"/>
                  <a:gd name="T25" fmla="*/ 0 h 69"/>
                  <a:gd name="T26" fmla="*/ 0 w 112"/>
                  <a:gd name="T27" fmla="*/ 0 h 69"/>
                  <a:gd name="T28" fmla="*/ 0 w 112"/>
                  <a:gd name="T29" fmla="*/ 0 h 6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69"/>
                  <a:gd name="T47" fmla="*/ 112 w 112"/>
                  <a:gd name="T48" fmla="*/ 69 h 6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69">
                    <a:moveTo>
                      <a:pt x="0" y="44"/>
                    </a:moveTo>
                    <a:lnTo>
                      <a:pt x="5" y="32"/>
                    </a:lnTo>
                    <a:lnTo>
                      <a:pt x="11" y="22"/>
                    </a:lnTo>
                    <a:lnTo>
                      <a:pt x="20" y="13"/>
                    </a:lnTo>
                    <a:lnTo>
                      <a:pt x="30" y="5"/>
                    </a:lnTo>
                    <a:lnTo>
                      <a:pt x="43" y="2"/>
                    </a:lnTo>
                    <a:lnTo>
                      <a:pt x="55" y="0"/>
                    </a:lnTo>
                    <a:lnTo>
                      <a:pt x="67" y="2"/>
                    </a:lnTo>
                    <a:lnTo>
                      <a:pt x="80" y="6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7" y="32"/>
                    </a:lnTo>
                    <a:lnTo>
                      <a:pt x="110" y="44"/>
                    </a:lnTo>
                    <a:lnTo>
                      <a:pt x="112" y="57"/>
                    </a:lnTo>
                    <a:lnTo>
                      <a:pt x="110" y="6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" name="Line 262">
                <a:extLst>
                  <a:ext uri="{FF2B5EF4-FFF2-40B4-BE49-F238E27FC236}">
                    <a16:creationId xmlns:a16="http://schemas.microsoft.com/office/drawing/2014/main" id="{27E0B786-12B9-6AB9-CA48-08F6BC234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520"/>
                <a:ext cx="1" cy="17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" name="Line 263">
                <a:extLst>
                  <a:ext uri="{FF2B5EF4-FFF2-40B4-BE49-F238E27FC236}">
                    <a16:creationId xmlns:a16="http://schemas.microsoft.com/office/drawing/2014/main" id="{D0F2C434-C530-2DD7-D073-B9076DF88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719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7" name="Line 264">
                <a:extLst>
                  <a:ext uri="{FF2B5EF4-FFF2-40B4-BE49-F238E27FC236}">
                    <a16:creationId xmlns:a16="http://schemas.microsoft.com/office/drawing/2014/main" id="{389CE141-A117-D950-98C7-46EE4BE23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766"/>
                <a:ext cx="1" cy="17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" name="Freeform 265">
                <a:extLst>
                  <a:ext uri="{FF2B5EF4-FFF2-40B4-BE49-F238E27FC236}">
                    <a16:creationId xmlns:a16="http://schemas.microsoft.com/office/drawing/2014/main" id="{8CFE0606-7E08-50A1-F2D6-80354A40D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" name="Freeform 266">
                <a:extLst>
                  <a:ext uri="{FF2B5EF4-FFF2-40B4-BE49-F238E27FC236}">
                    <a16:creationId xmlns:a16="http://schemas.microsoft.com/office/drawing/2014/main" id="{C42B2826-F0D1-486F-A9D4-2FFC46F7F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" name="Freeform 267">
                <a:extLst>
                  <a:ext uri="{FF2B5EF4-FFF2-40B4-BE49-F238E27FC236}">
                    <a16:creationId xmlns:a16="http://schemas.microsoft.com/office/drawing/2014/main" id="{CCE85B43-0420-3161-5AB0-FF4B09C14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211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" name="Freeform 268">
                <a:extLst>
                  <a:ext uri="{FF2B5EF4-FFF2-40B4-BE49-F238E27FC236}">
                    <a16:creationId xmlns:a16="http://schemas.microsoft.com/office/drawing/2014/main" id="{7AB22A0B-44DF-ABFD-4FF9-6BDC9962D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" y="211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" name="Freeform 269">
                <a:extLst>
                  <a:ext uri="{FF2B5EF4-FFF2-40B4-BE49-F238E27FC236}">
                    <a16:creationId xmlns:a16="http://schemas.microsoft.com/office/drawing/2014/main" id="{CDDA90DE-68E4-2FEA-9F1F-821C1FCE3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" name="Freeform 270">
                <a:extLst>
                  <a:ext uri="{FF2B5EF4-FFF2-40B4-BE49-F238E27FC236}">
                    <a16:creationId xmlns:a16="http://schemas.microsoft.com/office/drawing/2014/main" id="{BBBAC0F8-267E-8E36-1350-279550077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" name="Freeform 271">
                <a:extLst>
                  <a:ext uri="{FF2B5EF4-FFF2-40B4-BE49-F238E27FC236}">
                    <a16:creationId xmlns:a16="http://schemas.microsoft.com/office/drawing/2014/main" id="{EB4EE915-18A6-15E5-8D01-F7892F985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547"/>
                <a:ext cx="18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w 108"/>
                  <a:gd name="T31" fmla="*/ 0 h 81"/>
                  <a:gd name="T32" fmla="*/ 0 w 108"/>
                  <a:gd name="T33" fmla="*/ 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1"/>
                  <a:gd name="T53" fmla="*/ 108 w 108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1">
                    <a:moveTo>
                      <a:pt x="56" y="24"/>
                    </a:moveTo>
                    <a:lnTo>
                      <a:pt x="108" y="49"/>
                    </a:lnTo>
                    <a:lnTo>
                      <a:pt x="101" y="59"/>
                    </a:lnTo>
                    <a:lnTo>
                      <a:pt x="92" y="68"/>
                    </a:lnTo>
                    <a:lnTo>
                      <a:pt x="81" y="75"/>
                    </a:lnTo>
                    <a:lnTo>
                      <a:pt x="70" y="79"/>
                    </a:lnTo>
                    <a:lnTo>
                      <a:pt x="56" y="81"/>
                    </a:lnTo>
                    <a:lnTo>
                      <a:pt x="44" y="79"/>
                    </a:lnTo>
                    <a:lnTo>
                      <a:pt x="31" y="76"/>
                    </a:lnTo>
                    <a:lnTo>
                      <a:pt x="21" y="69"/>
                    </a:lnTo>
                    <a:lnTo>
                      <a:pt x="12" y="60"/>
                    </a:lnTo>
                    <a:lnTo>
                      <a:pt x="6" y="49"/>
                    </a:lnTo>
                    <a:lnTo>
                      <a:pt x="1" y="38"/>
                    </a:lnTo>
                    <a:lnTo>
                      <a:pt x="0" y="24"/>
                    </a:lnTo>
                    <a:lnTo>
                      <a:pt x="1" y="12"/>
                    </a:lnTo>
                    <a:lnTo>
                      <a:pt x="4" y="0"/>
                    </a:lnTo>
                    <a:lnTo>
                      <a:pt x="5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" name="Freeform 272">
                <a:extLst>
                  <a:ext uri="{FF2B5EF4-FFF2-40B4-BE49-F238E27FC236}">
                    <a16:creationId xmlns:a16="http://schemas.microsoft.com/office/drawing/2014/main" id="{A864EF6C-0E97-D0CA-A6BD-FFEE1ABA7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547"/>
                <a:ext cx="18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1"/>
                  <a:gd name="T47" fmla="*/ 108 w 108"/>
                  <a:gd name="T48" fmla="*/ 81 h 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1">
                    <a:moveTo>
                      <a:pt x="108" y="49"/>
                    </a:moveTo>
                    <a:lnTo>
                      <a:pt x="101" y="59"/>
                    </a:lnTo>
                    <a:lnTo>
                      <a:pt x="92" y="68"/>
                    </a:lnTo>
                    <a:lnTo>
                      <a:pt x="81" y="75"/>
                    </a:lnTo>
                    <a:lnTo>
                      <a:pt x="70" y="79"/>
                    </a:lnTo>
                    <a:lnTo>
                      <a:pt x="56" y="81"/>
                    </a:lnTo>
                    <a:lnTo>
                      <a:pt x="44" y="79"/>
                    </a:lnTo>
                    <a:lnTo>
                      <a:pt x="31" y="76"/>
                    </a:lnTo>
                    <a:lnTo>
                      <a:pt x="21" y="69"/>
                    </a:lnTo>
                    <a:lnTo>
                      <a:pt x="12" y="60"/>
                    </a:lnTo>
                    <a:lnTo>
                      <a:pt x="6" y="49"/>
                    </a:lnTo>
                    <a:lnTo>
                      <a:pt x="1" y="38"/>
                    </a:lnTo>
                    <a:lnTo>
                      <a:pt x="0" y="24"/>
                    </a:lnTo>
                    <a:lnTo>
                      <a:pt x="1" y="12"/>
                    </a:lnTo>
                    <a:lnTo>
                      <a:pt x="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" name="Freeform 273">
                <a:extLst>
                  <a:ext uri="{FF2B5EF4-FFF2-40B4-BE49-F238E27FC236}">
                    <a16:creationId xmlns:a16="http://schemas.microsoft.com/office/drawing/2014/main" id="{7135A7ED-A951-44AD-79B0-D65CADFC1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121"/>
                <a:ext cx="220" cy="435"/>
              </a:xfrm>
              <a:custGeom>
                <a:avLst/>
                <a:gdLst>
                  <a:gd name="T0" fmla="*/ 0 w 1298"/>
                  <a:gd name="T1" fmla="*/ 0 h 2573"/>
                  <a:gd name="T2" fmla="*/ 0 w 1298"/>
                  <a:gd name="T3" fmla="*/ 0 h 2573"/>
                  <a:gd name="T4" fmla="*/ 0 w 1298"/>
                  <a:gd name="T5" fmla="*/ 0 h 2573"/>
                  <a:gd name="T6" fmla="*/ 0 w 1298"/>
                  <a:gd name="T7" fmla="*/ 0 h 2573"/>
                  <a:gd name="T8" fmla="*/ 0 w 1298"/>
                  <a:gd name="T9" fmla="*/ 0 h 2573"/>
                  <a:gd name="T10" fmla="*/ 0 w 1298"/>
                  <a:gd name="T11" fmla="*/ 0 h 2573"/>
                  <a:gd name="T12" fmla="*/ 0 w 1298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8"/>
                  <a:gd name="T22" fmla="*/ 0 h 2573"/>
                  <a:gd name="T23" fmla="*/ 1298 w 1298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8" h="2573">
                    <a:moveTo>
                      <a:pt x="0" y="2524"/>
                    </a:moveTo>
                    <a:lnTo>
                      <a:pt x="52" y="2548"/>
                    </a:lnTo>
                    <a:lnTo>
                      <a:pt x="104" y="2573"/>
                    </a:lnTo>
                    <a:lnTo>
                      <a:pt x="1298" y="49"/>
                    </a:lnTo>
                    <a:lnTo>
                      <a:pt x="1246" y="25"/>
                    </a:lnTo>
                    <a:lnTo>
                      <a:pt x="1195" y="0"/>
                    </a:lnTo>
                    <a:lnTo>
                      <a:pt x="0" y="25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" name="Freeform 274">
                <a:extLst>
                  <a:ext uri="{FF2B5EF4-FFF2-40B4-BE49-F238E27FC236}">
                    <a16:creationId xmlns:a16="http://schemas.microsoft.com/office/drawing/2014/main" id="{6B080475-019E-DB2C-AA3B-A38918851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121"/>
                <a:ext cx="220" cy="435"/>
              </a:xfrm>
              <a:custGeom>
                <a:avLst/>
                <a:gdLst>
                  <a:gd name="T0" fmla="*/ 0 w 1298"/>
                  <a:gd name="T1" fmla="*/ 0 h 2573"/>
                  <a:gd name="T2" fmla="*/ 0 w 1298"/>
                  <a:gd name="T3" fmla="*/ 0 h 2573"/>
                  <a:gd name="T4" fmla="*/ 0 w 1298"/>
                  <a:gd name="T5" fmla="*/ 0 h 2573"/>
                  <a:gd name="T6" fmla="*/ 0 w 1298"/>
                  <a:gd name="T7" fmla="*/ 0 h 2573"/>
                  <a:gd name="T8" fmla="*/ 0 w 1298"/>
                  <a:gd name="T9" fmla="*/ 0 h 2573"/>
                  <a:gd name="T10" fmla="*/ 0 w 1298"/>
                  <a:gd name="T11" fmla="*/ 0 h 2573"/>
                  <a:gd name="T12" fmla="*/ 0 w 1298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8"/>
                  <a:gd name="T22" fmla="*/ 0 h 2573"/>
                  <a:gd name="T23" fmla="*/ 1298 w 1298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8" h="2573">
                    <a:moveTo>
                      <a:pt x="0" y="2524"/>
                    </a:moveTo>
                    <a:lnTo>
                      <a:pt x="52" y="2548"/>
                    </a:lnTo>
                    <a:lnTo>
                      <a:pt x="104" y="2573"/>
                    </a:lnTo>
                    <a:lnTo>
                      <a:pt x="1298" y="49"/>
                    </a:lnTo>
                    <a:lnTo>
                      <a:pt x="1246" y="25"/>
                    </a:lnTo>
                    <a:lnTo>
                      <a:pt x="1195" y="0"/>
                    </a:lnTo>
                    <a:lnTo>
                      <a:pt x="0" y="25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8" name="Freeform 275">
                <a:extLst>
                  <a:ext uri="{FF2B5EF4-FFF2-40B4-BE49-F238E27FC236}">
                    <a16:creationId xmlns:a16="http://schemas.microsoft.com/office/drawing/2014/main" id="{D26F08C5-44D7-617A-658E-66F855A2C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16"/>
                <a:ext cx="18" cy="13"/>
              </a:xfrm>
              <a:custGeom>
                <a:avLst/>
                <a:gdLst>
                  <a:gd name="T0" fmla="*/ 0 w 107"/>
                  <a:gd name="T1" fmla="*/ 0 h 80"/>
                  <a:gd name="T2" fmla="*/ 0 w 107"/>
                  <a:gd name="T3" fmla="*/ 0 h 80"/>
                  <a:gd name="T4" fmla="*/ 0 w 107"/>
                  <a:gd name="T5" fmla="*/ 0 h 80"/>
                  <a:gd name="T6" fmla="*/ 0 w 107"/>
                  <a:gd name="T7" fmla="*/ 0 h 80"/>
                  <a:gd name="T8" fmla="*/ 0 w 107"/>
                  <a:gd name="T9" fmla="*/ 0 h 80"/>
                  <a:gd name="T10" fmla="*/ 0 w 107"/>
                  <a:gd name="T11" fmla="*/ 0 h 80"/>
                  <a:gd name="T12" fmla="*/ 0 w 107"/>
                  <a:gd name="T13" fmla="*/ 0 h 80"/>
                  <a:gd name="T14" fmla="*/ 0 w 107"/>
                  <a:gd name="T15" fmla="*/ 0 h 80"/>
                  <a:gd name="T16" fmla="*/ 0 w 107"/>
                  <a:gd name="T17" fmla="*/ 0 h 80"/>
                  <a:gd name="T18" fmla="*/ 0 w 107"/>
                  <a:gd name="T19" fmla="*/ 0 h 80"/>
                  <a:gd name="T20" fmla="*/ 0 w 107"/>
                  <a:gd name="T21" fmla="*/ 0 h 80"/>
                  <a:gd name="T22" fmla="*/ 0 w 107"/>
                  <a:gd name="T23" fmla="*/ 0 h 80"/>
                  <a:gd name="T24" fmla="*/ 0 w 107"/>
                  <a:gd name="T25" fmla="*/ 0 h 80"/>
                  <a:gd name="T26" fmla="*/ 0 w 107"/>
                  <a:gd name="T27" fmla="*/ 0 h 80"/>
                  <a:gd name="T28" fmla="*/ 0 w 107"/>
                  <a:gd name="T29" fmla="*/ 0 h 80"/>
                  <a:gd name="T30" fmla="*/ 0 w 107"/>
                  <a:gd name="T31" fmla="*/ 0 h 80"/>
                  <a:gd name="T32" fmla="*/ 0 w 107"/>
                  <a:gd name="T33" fmla="*/ 0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7"/>
                  <a:gd name="T52" fmla="*/ 0 h 80"/>
                  <a:gd name="T53" fmla="*/ 107 w 107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7" h="80">
                    <a:moveTo>
                      <a:pt x="51" y="56"/>
                    </a:moveTo>
                    <a:lnTo>
                      <a:pt x="0" y="31"/>
                    </a:lnTo>
                    <a:lnTo>
                      <a:pt x="6" y="21"/>
                    </a:lnTo>
                    <a:lnTo>
                      <a:pt x="15" y="12"/>
                    </a:lnTo>
                    <a:lnTo>
                      <a:pt x="26" y="5"/>
                    </a:lnTo>
                    <a:lnTo>
                      <a:pt x="38" y="1"/>
                    </a:lnTo>
                    <a:lnTo>
                      <a:pt x="51" y="0"/>
                    </a:lnTo>
                    <a:lnTo>
                      <a:pt x="64" y="1"/>
                    </a:lnTo>
                    <a:lnTo>
                      <a:pt x="76" y="4"/>
                    </a:lnTo>
                    <a:lnTo>
                      <a:pt x="86" y="11"/>
                    </a:lnTo>
                    <a:lnTo>
                      <a:pt x="95" y="20"/>
                    </a:lnTo>
                    <a:lnTo>
                      <a:pt x="102" y="31"/>
                    </a:lnTo>
                    <a:lnTo>
                      <a:pt x="106" y="42"/>
                    </a:lnTo>
                    <a:lnTo>
                      <a:pt x="107" y="56"/>
                    </a:lnTo>
                    <a:lnTo>
                      <a:pt x="106" y="68"/>
                    </a:lnTo>
                    <a:lnTo>
                      <a:pt x="103" y="80"/>
                    </a:lnTo>
                    <a:lnTo>
                      <a:pt x="5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" name="Freeform 276">
                <a:extLst>
                  <a:ext uri="{FF2B5EF4-FFF2-40B4-BE49-F238E27FC236}">
                    <a16:creationId xmlns:a16="http://schemas.microsoft.com/office/drawing/2014/main" id="{17FCEA0E-72A4-0BE3-1278-7CEB874CF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116"/>
                <a:ext cx="18" cy="13"/>
              </a:xfrm>
              <a:custGeom>
                <a:avLst/>
                <a:gdLst>
                  <a:gd name="T0" fmla="*/ 0 w 107"/>
                  <a:gd name="T1" fmla="*/ 0 h 80"/>
                  <a:gd name="T2" fmla="*/ 0 w 107"/>
                  <a:gd name="T3" fmla="*/ 0 h 80"/>
                  <a:gd name="T4" fmla="*/ 0 w 107"/>
                  <a:gd name="T5" fmla="*/ 0 h 80"/>
                  <a:gd name="T6" fmla="*/ 0 w 107"/>
                  <a:gd name="T7" fmla="*/ 0 h 80"/>
                  <a:gd name="T8" fmla="*/ 0 w 107"/>
                  <a:gd name="T9" fmla="*/ 0 h 80"/>
                  <a:gd name="T10" fmla="*/ 0 w 107"/>
                  <a:gd name="T11" fmla="*/ 0 h 80"/>
                  <a:gd name="T12" fmla="*/ 0 w 107"/>
                  <a:gd name="T13" fmla="*/ 0 h 80"/>
                  <a:gd name="T14" fmla="*/ 0 w 107"/>
                  <a:gd name="T15" fmla="*/ 0 h 80"/>
                  <a:gd name="T16" fmla="*/ 0 w 107"/>
                  <a:gd name="T17" fmla="*/ 0 h 80"/>
                  <a:gd name="T18" fmla="*/ 0 w 107"/>
                  <a:gd name="T19" fmla="*/ 0 h 80"/>
                  <a:gd name="T20" fmla="*/ 0 w 107"/>
                  <a:gd name="T21" fmla="*/ 0 h 80"/>
                  <a:gd name="T22" fmla="*/ 0 w 107"/>
                  <a:gd name="T23" fmla="*/ 0 h 80"/>
                  <a:gd name="T24" fmla="*/ 0 w 107"/>
                  <a:gd name="T25" fmla="*/ 0 h 80"/>
                  <a:gd name="T26" fmla="*/ 0 w 107"/>
                  <a:gd name="T27" fmla="*/ 0 h 80"/>
                  <a:gd name="T28" fmla="*/ 0 w 107"/>
                  <a:gd name="T29" fmla="*/ 0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7"/>
                  <a:gd name="T46" fmla="*/ 0 h 80"/>
                  <a:gd name="T47" fmla="*/ 107 w 107"/>
                  <a:gd name="T48" fmla="*/ 80 h 8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7" h="80">
                    <a:moveTo>
                      <a:pt x="0" y="31"/>
                    </a:moveTo>
                    <a:lnTo>
                      <a:pt x="6" y="21"/>
                    </a:lnTo>
                    <a:lnTo>
                      <a:pt x="15" y="12"/>
                    </a:lnTo>
                    <a:lnTo>
                      <a:pt x="26" y="5"/>
                    </a:lnTo>
                    <a:lnTo>
                      <a:pt x="38" y="1"/>
                    </a:lnTo>
                    <a:lnTo>
                      <a:pt x="51" y="0"/>
                    </a:lnTo>
                    <a:lnTo>
                      <a:pt x="64" y="1"/>
                    </a:lnTo>
                    <a:lnTo>
                      <a:pt x="76" y="4"/>
                    </a:lnTo>
                    <a:lnTo>
                      <a:pt x="86" y="11"/>
                    </a:lnTo>
                    <a:lnTo>
                      <a:pt x="95" y="20"/>
                    </a:lnTo>
                    <a:lnTo>
                      <a:pt x="102" y="31"/>
                    </a:lnTo>
                    <a:lnTo>
                      <a:pt x="106" y="42"/>
                    </a:lnTo>
                    <a:lnTo>
                      <a:pt x="107" y="56"/>
                    </a:lnTo>
                    <a:lnTo>
                      <a:pt x="106" y="68"/>
                    </a:lnTo>
                    <a:lnTo>
                      <a:pt x="103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" name="Freeform 277">
                <a:extLst>
                  <a:ext uri="{FF2B5EF4-FFF2-40B4-BE49-F238E27FC236}">
                    <a16:creationId xmlns:a16="http://schemas.microsoft.com/office/drawing/2014/main" id="{6909C6BB-620B-9497-E1C8-429E14580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" y="2547"/>
                <a:ext cx="17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w 108"/>
                  <a:gd name="T31" fmla="*/ 0 h 81"/>
                  <a:gd name="T32" fmla="*/ 0 w 108"/>
                  <a:gd name="T33" fmla="*/ 0 h 8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1"/>
                  <a:gd name="T53" fmla="*/ 108 w 108"/>
                  <a:gd name="T54" fmla="*/ 81 h 8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1">
                    <a:moveTo>
                      <a:pt x="51" y="24"/>
                    </a:moveTo>
                    <a:lnTo>
                      <a:pt x="103" y="0"/>
                    </a:lnTo>
                    <a:lnTo>
                      <a:pt x="106" y="12"/>
                    </a:lnTo>
                    <a:lnTo>
                      <a:pt x="108" y="24"/>
                    </a:lnTo>
                    <a:lnTo>
                      <a:pt x="106" y="38"/>
                    </a:lnTo>
                    <a:lnTo>
                      <a:pt x="102" y="49"/>
                    </a:lnTo>
                    <a:lnTo>
                      <a:pt x="95" y="60"/>
                    </a:lnTo>
                    <a:lnTo>
                      <a:pt x="86" y="69"/>
                    </a:lnTo>
                    <a:lnTo>
                      <a:pt x="76" y="76"/>
                    </a:lnTo>
                    <a:lnTo>
                      <a:pt x="64" y="79"/>
                    </a:lnTo>
                    <a:lnTo>
                      <a:pt x="51" y="81"/>
                    </a:lnTo>
                    <a:lnTo>
                      <a:pt x="38" y="79"/>
                    </a:lnTo>
                    <a:lnTo>
                      <a:pt x="27" y="75"/>
                    </a:lnTo>
                    <a:lnTo>
                      <a:pt x="15" y="68"/>
                    </a:lnTo>
                    <a:lnTo>
                      <a:pt x="6" y="59"/>
                    </a:lnTo>
                    <a:lnTo>
                      <a:pt x="0" y="49"/>
                    </a:lnTo>
                    <a:lnTo>
                      <a:pt x="51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1" name="Freeform 278">
                <a:extLst>
                  <a:ext uri="{FF2B5EF4-FFF2-40B4-BE49-F238E27FC236}">
                    <a16:creationId xmlns:a16="http://schemas.microsoft.com/office/drawing/2014/main" id="{1579D126-84DD-BF63-A73D-1A87EDA30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" y="2547"/>
                <a:ext cx="17" cy="15"/>
              </a:xfrm>
              <a:custGeom>
                <a:avLst/>
                <a:gdLst>
                  <a:gd name="T0" fmla="*/ 0 w 108"/>
                  <a:gd name="T1" fmla="*/ 0 h 81"/>
                  <a:gd name="T2" fmla="*/ 0 w 108"/>
                  <a:gd name="T3" fmla="*/ 0 h 81"/>
                  <a:gd name="T4" fmla="*/ 0 w 108"/>
                  <a:gd name="T5" fmla="*/ 0 h 81"/>
                  <a:gd name="T6" fmla="*/ 0 w 108"/>
                  <a:gd name="T7" fmla="*/ 0 h 81"/>
                  <a:gd name="T8" fmla="*/ 0 w 108"/>
                  <a:gd name="T9" fmla="*/ 0 h 81"/>
                  <a:gd name="T10" fmla="*/ 0 w 108"/>
                  <a:gd name="T11" fmla="*/ 0 h 81"/>
                  <a:gd name="T12" fmla="*/ 0 w 108"/>
                  <a:gd name="T13" fmla="*/ 0 h 81"/>
                  <a:gd name="T14" fmla="*/ 0 w 108"/>
                  <a:gd name="T15" fmla="*/ 0 h 81"/>
                  <a:gd name="T16" fmla="*/ 0 w 108"/>
                  <a:gd name="T17" fmla="*/ 0 h 81"/>
                  <a:gd name="T18" fmla="*/ 0 w 108"/>
                  <a:gd name="T19" fmla="*/ 0 h 81"/>
                  <a:gd name="T20" fmla="*/ 0 w 108"/>
                  <a:gd name="T21" fmla="*/ 0 h 81"/>
                  <a:gd name="T22" fmla="*/ 0 w 108"/>
                  <a:gd name="T23" fmla="*/ 0 h 81"/>
                  <a:gd name="T24" fmla="*/ 0 w 108"/>
                  <a:gd name="T25" fmla="*/ 0 h 81"/>
                  <a:gd name="T26" fmla="*/ 0 w 108"/>
                  <a:gd name="T27" fmla="*/ 0 h 81"/>
                  <a:gd name="T28" fmla="*/ 0 w 108"/>
                  <a:gd name="T29" fmla="*/ 0 h 8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1"/>
                  <a:gd name="T47" fmla="*/ 108 w 108"/>
                  <a:gd name="T48" fmla="*/ 81 h 8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1">
                    <a:moveTo>
                      <a:pt x="103" y="0"/>
                    </a:moveTo>
                    <a:lnTo>
                      <a:pt x="106" y="12"/>
                    </a:lnTo>
                    <a:lnTo>
                      <a:pt x="108" y="24"/>
                    </a:lnTo>
                    <a:lnTo>
                      <a:pt x="106" y="38"/>
                    </a:lnTo>
                    <a:lnTo>
                      <a:pt x="102" y="49"/>
                    </a:lnTo>
                    <a:lnTo>
                      <a:pt x="95" y="60"/>
                    </a:lnTo>
                    <a:lnTo>
                      <a:pt x="86" y="69"/>
                    </a:lnTo>
                    <a:lnTo>
                      <a:pt x="76" y="76"/>
                    </a:lnTo>
                    <a:lnTo>
                      <a:pt x="64" y="79"/>
                    </a:lnTo>
                    <a:lnTo>
                      <a:pt x="51" y="81"/>
                    </a:lnTo>
                    <a:lnTo>
                      <a:pt x="38" y="79"/>
                    </a:lnTo>
                    <a:lnTo>
                      <a:pt x="27" y="75"/>
                    </a:lnTo>
                    <a:lnTo>
                      <a:pt x="15" y="68"/>
                    </a:lnTo>
                    <a:lnTo>
                      <a:pt x="6" y="59"/>
                    </a:lnTo>
                    <a:lnTo>
                      <a:pt x="0" y="4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" name="Freeform 279">
                <a:extLst>
                  <a:ext uri="{FF2B5EF4-FFF2-40B4-BE49-F238E27FC236}">
                    <a16:creationId xmlns:a16="http://schemas.microsoft.com/office/drawing/2014/main" id="{FBEF0ECB-D1BC-0106-CEF2-C2B7E35E9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21"/>
                <a:ext cx="218" cy="435"/>
              </a:xfrm>
              <a:custGeom>
                <a:avLst/>
                <a:gdLst>
                  <a:gd name="T0" fmla="*/ 0 w 1297"/>
                  <a:gd name="T1" fmla="*/ 0 h 2573"/>
                  <a:gd name="T2" fmla="*/ 0 w 1297"/>
                  <a:gd name="T3" fmla="*/ 0 h 2573"/>
                  <a:gd name="T4" fmla="*/ 0 w 1297"/>
                  <a:gd name="T5" fmla="*/ 0 h 2573"/>
                  <a:gd name="T6" fmla="*/ 0 w 1297"/>
                  <a:gd name="T7" fmla="*/ 0 h 2573"/>
                  <a:gd name="T8" fmla="*/ 0 w 1297"/>
                  <a:gd name="T9" fmla="*/ 0 h 2573"/>
                  <a:gd name="T10" fmla="*/ 0 w 1297"/>
                  <a:gd name="T11" fmla="*/ 0 h 2573"/>
                  <a:gd name="T12" fmla="*/ 0 w 1297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7"/>
                  <a:gd name="T22" fmla="*/ 0 h 2573"/>
                  <a:gd name="T23" fmla="*/ 1297 w 1297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7" h="2573">
                    <a:moveTo>
                      <a:pt x="1194" y="2573"/>
                    </a:moveTo>
                    <a:lnTo>
                      <a:pt x="1245" y="2548"/>
                    </a:lnTo>
                    <a:lnTo>
                      <a:pt x="1297" y="2524"/>
                    </a:lnTo>
                    <a:lnTo>
                      <a:pt x="103" y="0"/>
                    </a:lnTo>
                    <a:lnTo>
                      <a:pt x="51" y="25"/>
                    </a:lnTo>
                    <a:lnTo>
                      <a:pt x="0" y="49"/>
                    </a:lnTo>
                    <a:lnTo>
                      <a:pt x="1194" y="25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3" name="Freeform 280">
                <a:extLst>
                  <a:ext uri="{FF2B5EF4-FFF2-40B4-BE49-F238E27FC236}">
                    <a16:creationId xmlns:a16="http://schemas.microsoft.com/office/drawing/2014/main" id="{FCA1916E-0492-916F-948A-4E26B874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21"/>
                <a:ext cx="218" cy="435"/>
              </a:xfrm>
              <a:custGeom>
                <a:avLst/>
                <a:gdLst>
                  <a:gd name="T0" fmla="*/ 0 w 1297"/>
                  <a:gd name="T1" fmla="*/ 0 h 2573"/>
                  <a:gd name="T2" fmla="*/ 0 w 1297"/>
                  <a:gd name="T3" fmla="*/ 0 h 2573"/>
                  <a:gd name="T4" fmla="*/ 0 w 1297"/>
                  <a:gd name="T5" fmla="*/ 0 h 2573"/>
                  <a:gd name="T6" fmla="*/ 0 w 1297"/>
                  <a:gd name="T7" fmla="*/ 0 h 2573"/>
                  <a:gd name="T8" fmla="*/ 0 w 1297"/>
                  <a:gd name="T9" fmla="*/ 0 h 2573"/>
                  <a:gd name="T10" fmla="*/ 0 w 1297"/>
                  <a:gd name="T11" fmla="*/ 0 h 2573"/>
                  <a:gd name="T12" fmla="*/ 0 w 1297"/>
                  <a:gd name="T13" fmla="*/ 0 h 25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7"/>
                  <a:gd name="T22" fmla="*/ 0 h 2573"/>
                  <a:gd name="T23" fmla="*/ 1297 w 1297"/>
                  <a:gd name="T24" fmla="*/ 2573 h 257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7" h="2573">
                    <a:moveTo>
                      <a:pt x="1194" y="2573"/>
                    </a:moveTo>
                    <a:lnTo>
                      <a:pt x="1245" y="2548"/>
                    </a:lnTo>
                    <a:lnTo>
                      <a:pt x="1297" y="2524"/>
                    </a:lnTo>
                    <a:lnTo>
                      <a:pt x="103" y="0"/>
                    </a:lnTo>
                    <a:lnTo>
                      <a:pt x="51" y="25"/>
                    </a:lnTo>
                    <a:lnTo>
                      <a:pt x="0" y="49"/>
                    </a:lnTo>
                    <a:lnTo>
                      <a:pt x="1194" y="257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4" name="Freeform 281">
                <a:extLst>
                  <a:ext uri="{FF2B5EF4-FFF2-40B4-BE49-F238E27FC236}">
                    <a16:creationId xmlns:a16="http://schemas.microsoft.com/office/drawing/2014/main" id="{7E6F6AE8-BEA5-A77B-FA91-A01D587E5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2116"/>
                <a:ext cx="19" cy="13"/>
              </a:xfrm>
              <a:custGeom>
                <a:avLst/>
                <a:gdLst>
                  <a:gd name="T0" fmla="*/ 0 w 108"/>
                  <a:gd name="T1" fmla="*/ 0 h 80"/>
                  <a:gd name="T2" fmla="*/ 0 w 108"/>
                  <a:gd name="T3" fmla="*/ 0 h 80"/>
                  <a:gd name="T4" fmla="*/ 0 w 108"/>
                  <a:gd name="T5" fmla="*/ 0 h 80"/>
                  <a:gd name="T6" fmla="*/ 0 w 108"/>
                  <a:gd name="T7" fmla="*/ 0 h 80"/>
                  <a:gd name="T8" fmla="*/ 0 w 108"/>
                  <a:gd name="T9" fmla="*/ 0 h 80"/>
                  <a:gd name="T10" fmla="*/ 0 w 108"/>
                  <a:gd name="T11" fmla="*/ 0 h 80"/>
                  <a:gd name="T12" fmla="*/ 0 w 108"/>
                  <a:gd name="T13" fmla="*/ 0 h 80"/>
                  <a:gd name="T14" fmla="*/ 0 w 108"/>
                  <a:gd name="T15" fmla="*/ 0 h 80"/>
                  <a:gd name="T16" fmla="*/ 0 w 108"/>
                  <a:gd name="T17" fmla="*/ 0 h 80"/>
                  <a:gd name="T18" fmla="*/ 0 w 108"/>
                  <a:gd name="T19" fmla="*/ 0 h 80"/>
                  <a:gd name="T20" fmla="*/ 0 w 108"/>
                  <a:gd name="T21" fmla="*/ 0 h 80"/>
                  <a:gd name="T22" fmla="*/ 0 w 108"/>
                  <a:gd name="T23" fmla="*/ 0 h 80"/>
                  <a:gd name="T24" fmla="*/ 0 w 108"/>
                  <a:gd name="T25" fmla="*/ 0 h 80"/>
                  <a:gd name="T26" fmla="*/ 0 w 108"/>
                  <a:gd name="T27" fmla="*/ 0 h 80"/>
                  <a:gd name="T28" fmla="*/ 0 w 108"/>
                  <a:gd name="T29" fmla="*/ 0 h 80"/>
                  <a:gd name="T30" fmla="*/ 0 w 108"/>
                  <a:gd name="T31" fmla="*/ 0 h 80"/>
                  <a:gd name="T32" fmla="*/ 0 w 108"/>
                  <a:gd name="T33" fmla="*/ 0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8"/>
                  <a:gd name="T52" fmla="*/ 0 h 80"/>
                  <a:gd name="T53" fmla="*/ 108 w 108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8" h="80">
                    <a:moveTo>
                      <a:pt x="56" y="56"/>
                    </a:moveTo>
                    <a:lnTo>
                      <a:pt x="5" y="80"/>
                    </a:lnTo>
                    <a:lnTo>
                      <a:pt x="1" y="68"/>
                    </a:lnTo>
                    <a:lnTo>
                      <a:pt x="0" y="56"/>
                    </a:lnTo>
                    <a:lnTo>
                      <a:pt x="1" y="42"/>
                    </a:lnTo>
                    <a:lnTo>
                      <a:pt x="6" y="31"/>
                    </a:lnTo>
                    <a:lnTo>
                      <a:pt x="13" y="20"/>
                    </a:lnTo>
                    <a:lnTo>
                      <a:pt x="21" y="11"/>
                    </a:lnTo>
                    <a:lnTo>
                      <a:pt x="32" y="4"/>
                    </a:lnTo>
                    <a:lnTo>
                      <a:pt x="44" y="1"/>
                    </a:lnTo>
                    <a:lnTo>
                      <a:pt x="56" y="0"/>
                    </a:lnTo>
                    <a:lnTo>
                      <a:pt x="70" y="1"/>
                    </a:lnTo>
                    <a:lnTo>
                      <a:pt x="81" y="5"/>
                    </a:lnTo>
                    <a:lnTo>
                      <a:pt x="92" y="12"/>
                    </a:lnTo>
                    <a:lnTo>
                      <a:pt x="101" y="21"/>
                    </a:lnTo>
                    <a:lnTo>
                      <a:pt x="108" y="31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5" name="Freeform 282">
                <a:extLst>
                  <a:ext uri="{FF2B5EF4-FFF2-40B4-BE49-F238E27FC236}">
                    <a16:creationId xmlns:a16="http://schemas.microsoft.com/office/drawing/2014/main" id="{5F4DB010-151B-6E75-A000-0CF3802DE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2116"/>
                <a:ext cx="19" cy="13"/>
              </a:xfrm>
              <a:custGeom>
                <a:avLst/>
                <a:gdLst>
                  <a:gd name="T0" fmla="*/ 0 w 108"/>
                  <a:gd name="T1" fmla="*/ 0 h 80"/>
                  <a:gd name="T2" fmla="*/ 0 w 108"/>
                  <a:gd name="T3" fmla="*/ 0 h 80"/>
                  <a:gd name="T4" fmla="*/ 0 w 108"/>
                  <a:gd name="T5" fmla="*/ 0 h 80"/>
                  <a:gd name="T6" fmla="*/ 0 w 108"/>
                  <a:gd name="T7" fmla="*/ 0 h 80"/>
                  <a:gd name="T8" fmla="*/ 0 w 108"/>
                  <a:gd name="T9" fmla="*/ 0 h 80"/>
                  <a:gd name="T10" fmla="*/ 0 w 108"/>
                  <a:gd name="T11" fmla="*/ 0 h 80"/>
                  <a:gd name="T12" fmla="*/ 0 w 108"/>
                  <a:gd name="T13" fmla="*/ 0 h 80"/>
                  <a:gd name="T14" fmla="*/ 0 w 108"/>
                  <a:gd name="T15" fmla="*/ 0 h 80"/>
                  <a:gd name="T16" fmla="*/ 0 w 108"/>
                  <a:gd name="T17" fmla="*/ 0 h 80"/>
                  <a:gd name="T18" fmla="*/ 0 w 108"/>
                  <a:gd name="T19" fmla="*/ 0 h 80"/>
                  <a:gd name="T20" fmla="*/ 0 w 108"/>
                  <a:gd name="T21" fmla="*/ 0 h 80"/>
                  <a:gd name="T22" fmla="*/ 0 w 108"/>
                  <a:gd name="T23" fmla="*/ 0 h 80"/>
                  <a:gd name="T24" fmla="*/ 0 w 108"/>
                  <a:gd name="T25" fmla="*/ 0 h 80"/>
                  <a:gd name="T26" fmla="*/ 0 w 108"/>
                  <a:gd name="T27" fmla="*/ 0 h 80"/>
                  <a:gd name="T28" fmla="*/ 0 w 108"/>
                  <a:gd name="T29" fmla="*/ 0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8"/>
                  <a:gd name="T46" fmla="*/ 0 h 80"/>
                  <a:gd name="T47" fmla="*/ 108 w 108"/>
                  <a:gd name="T48" fmla="*/ 80 h 8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8" h="80">
                    <a:moveTo>
                      <a:pt x="5" y="80"/>
                    </a:moveTo>
                    <a:lnTo>
                      <a:pt x="1" y="68"/>
                    </a:lnTo>
                    <a:lnTo>
                      <a:pt x="0" y="56"/>
                    </a:lnTo>
                    <a:lnTo>
                      <a:pt x="1" y="42"/>
                    </a:lnTo>
                    <a:lnTo>
                      <a:pt x="6" y="31"/>
                    </a:lnTo>
                    <a:lnTo>
                      <a:pt x="13" y="20"/>
                    </a:lnTo>
                    <a:lnTo>
                      <a:pt x="21" y="11"/>
                    </a:lnTo>
                    <a:lnTo>
                      <a:pt x="32" y="4"/>
                    </a:lnTo>
                    <a:lnTo>
                      <a:pt x="44" y="1"/>
                    </a:lnTo>
                    <a:lnTo>
                      <a:pt x="56" y="0"/>
                    </a:lnTo>
                    <a:lnTo>
                      <a:pt x="70" y="1"/>
                    </a:lnTo>
                    <a:lnTo>
                      <a:pt x="81" y="5"/>
                    </a:lnTo>
                    <a:lnTo>
                      <a:pt x="92" y="12"/>
                    </a:lnTo>
                    <a:lnTo>
                      <a:pt x="101" y="21"/>
                    </a:lnTo>
                    <a:lnTo>
                      <a:pt x="108" y="3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6" name="Freeform 283">
                <a:extLst>
                  <a:ext uri="{FF2B5EF4-FFF2-40B4-BE49-F238E27FC236}">
                    <a16:creationId xmlns:a16="http://schemas.microsoft.com/office/drawing/2014/main" id="{D11CAD56-9C9C-F7D1-CE24-4DD5810E9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86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7" name="Freeform 284">
                <a:extLst>
                  <a:ext uri="{FF2B5EF4-FFF2-40B4-BE49-F238E27FC236}">
                    <a16:creationId xmlns:a16="http://schemas.microsoft.com/office/drawing/2014/main" id="{82187CD9-8230-49A4-03C3-F2F9D18C3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86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8" name="Freeform 285">
                <a:extLst>
                  <a:ext uri="{FF2B5EF4-FFF2-40B4-BE49-F238E27FC236}">
                    <a16:creationId xmlns:a16="http://schemas.microsoft.com/office/drawing/2014/main" id="{60D4F9D1-435E-2F20-8A8A-914488487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26"/>
                <a:ext cx="19" cy="560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9" name="Freeform 286">
                <a:extLst>
                  <a:ext uri="{FF2B5EF4-FFF2-40B4-BE49-F238E27FC236}">
                    <a16:creationId xmlns:a16="http://schemas.microsoft.com/office/drawing/2014/main" id="{B09C83BA-8A48-1C7F-33FA-9DFD09459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26"/>
                <a:ext cx="19" cy="560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" name="Freeform 287">
                <a:extLst>
                  <a:ext uri="{FF2B5EF4-FFF2-40B4-BE49-F238E27FC236}">
                    <a16:creationId xmlns:a16="http://schemas.microsoft.com/office/drawing/2014/main" id="{BF160BC0-EAFD-0C1C-9B7B-06AF62852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16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" name="Freeform 288">
                <a:extLst>
                  <a:ext uri="{FF2B5EF4-FFF2-40B4-BE49-F238E27FC236}">
                    <a16:creationId xmlns:a16="http://schemas.microsoft.com/office/drawing/2014/main" id="{5057A120-6984-43F7-3DDF-4953E3A75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116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2" name="Freeform 289">
                <a:extLst>
                  <a:ext uri="{FF2B5EF4-FFF2-40B4-BE49-F238E27FC236}">
                    <a16:creationId xmlns:a16="http://schemas.microsoft.com/office/drawing/2014/main" id="{AF41CC2B-ACC6-EAFD-6FE4-0414873BA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3" name="Freeform 290">
                <a:extLst>
                  <a:ext uri="{FF2B5EF4-FFF2-40B4-BE49-F238E27FC236}">
                    <a16:creationId xmlns:a16="http://schemas.microsoft.com/office/drawing/2014/main" id="{DB8211E5-E733-BB38-51D4-F1C349B09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67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4" name="Freeform 291">
                <a:extLst>
                  <a:ext uri="{FF2B5EF4-FFF2-40B4-BE49-F238E27FC236}">
                    <a16:creationId xmlns:a16="http://schemas.microsoft.com/office/drawing/2014/main" id="{408BC571-A0FC-4BAB-C850-8267778FF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676"/>
                <a:ext cx="157" cy="19"/>
              </a:xfrm>
              <a:custGeom>
                <a:avLst/>
                <a:gdLst>
                  <a:gd name="T0" fmla="*/ 0 w 930"/>
                  <a:gd name="T1" fmla="*/ 0 h 113"/>
                  <a:gd name="T2" fmla="*/ 0 w 930"/>
                  <a:gd name="T3" fmla="*/ 0 h 113"/>
                  <a:gd name="T4" fmla="*/ 0 w 930"/>
                  <a:gd name="T5" fmla="*/ 0 h 113"/>
                  <a:gd name="T6" fmla="*/ 0 w 930"/>
                  <a:gd name="T7" fmla="*/ 0 h 113"/>
                  <a:gd name="T8" fmla="*/ 0 w 930"/>
                  <a:gd name="T9" fmla="*/ 0 h 113"/>
                  <a:gd name="T10" fmla="*/ 0 w 930"/>
                  <a:gd name="T11" fmla="*/ 0 h 113"/>
                  <a:gd name="T12" fmla="*/ 0 w 93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0"/>
                  <a:gd name="T22" fmla="*/ 0 h 113"/>
                  <a:gd name="T23" fmla="*/ 930 w 93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0" h="113">
                    <a:moveTo>
                      <a:pt x="930" y="113"/>
                    </a:moveTo>
                    <a:lnTo>
                      <a:pt x="930" y="57"/>
                    </a:lnTo>
                    <a:lnTo>
                      <a:pt x="93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930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5" name="Freeform 292">
                <a:extLst>
                  <a:ext uri="{FF2B5EF4-FFF2-40B4-BE49-F238E27FC236}">
                    <a16:creationId xmlns:a16="http://schemas.microsoft.com/office/drawing/2014/main" id="{9237BA3F-5E7E-E003-526D-25AC045A2E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676"/>
                <a:ext cx="157" cy="19"/>
              </a:xfrm>
              <a:custGeom>
                <a:avLst/>
                <a:gdLst>
                  <a:gd name="T0" fmla="*/ 0 w 930"/>
                  <a:gd name="T1" fmla="*/ 0 h 113"/>
                  <a:gd name="T2" fmla="*/ 0 w 930"/>
                  <a:gd name="T3" fmla="*/ 0 h 113"/>
                  <a:gd name="T4" fmla="*/ 0 w 930"/>
                  <a:gd name="T5" fmla="*/ 0 h 113"/>
                  <a:gd name="T6" fmla="*/ 0 w 930"/>
                  <a:gd name="T7" fmla="*/ 0 h 113"/>
                  <a:gd name="T8" fmla="*/ 0 w 930"/>
                  <a:gd name="T9" fmla="*/ 0 h 113"/>
                  <a:gd name="T10" fmla="*/ 0 w 930"/>
                  <a:gd name="T11" fmla="*/ 0 h 113"/>
                  <a:gd name="T12" fmla="*/ 0 w 93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0"/>
                  <a:gd name="T22" fmla="*/ 0 h 113"/>
                  <a:gd name="T23" fmla="*/ 930 w 93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0" h="113">
                    <a:moveTo>
                      <a:pt x="930" y="113"/>
                    </a:moveTo>
                    <a:lnTo>
                      <a:pt x="930" y="57"/>
                    </a:lnTo>
                    <a:lnTo>
                      <a:pt x="93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930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6" name="Freeform 293">
                <a:extLst>
                  <a:ext uri="{FF2B5EF4-FFF2-40B4-BE49-F238E27FC236}">
                    <a16:creationId xmlns:a16="http://schemas.microsoft.com/office/drawing/2014/main" id="{60B3EF76-0053-3877-1F2B-22256DA3F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7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7" name="Freeform 294">
                <a:extLst>
                  <a:ext uri="{FF2B5EF4-FFF2-40B4-BE49-F238E27FC236}">
                    <a16:creationId xmlns:a16="http://schemas.microsoft.com/office/drawing/2014/main" id="{DFFCDB10-328D-EA71-B58F-398346AE8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67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8" name="Freeform 295">
                <a:extLst>
                  <a:ext uri="{FF2B5EF4-FFF2-40B4-BE49-F238E27FC236}">
                    <a16:creationId xmlns:a16="http://schemas.microsoft.com/office/drawing/2014/main" id="{1147B531-FB40-0A50-1198-FD201E833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68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9" name="Freeform 296">
                <a:extLst>
                  <a:ext uri="{FF2B5EF4-FFF2-40B4-BE49-F238E27FC236}">
                    <a16:creationId xmlns:a16="http://schemas.microsoft.com/office/drawing/2014/main" id="{BD014F23-98E4-DE25-BE04-229BD3366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68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0" name="Freeform 297">
                <a:extLst>
                  <a:ext uri="{FF2B5EF4-FFF2-40B4-BE49-F238E27FC236}">
                    <a16:creationId xmlns:a16="http://schemas.microsoft.com/office/drawing/2014/main" id="{3C601BA8-897E-1D77-8244-6CFFB8852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26"/>
                <a:ext cx="19" cy="560"/>
              </a:xfrm>
              <a:custGeom>
                <a:avLst/>
                <a:gdLst>
                  <a:gd name="T0" fmla="*/ 0 w 113"/>
                  <a:gd name="T1" fmla="*/ 0 h 3320"/>
                  <a:gd name="T2" fmla="*/ 0 w 113"/>
                  <a:gd name="T3" fmla="*/ 0 h 3320"/>
                  <a:gd name="T4" fmla="*/ 0 w 113"/>
                  <a:gd name="T5" fmla="*/ 0 h 3320"/>
                  <a:gd name="T6" fmla="*/ 0 w 113"/>
                  <a:gd name="T7" fmla="*/ 0 h 3320"/>
                  <a:gd name="T8" fmla="*/ 0 w 113"/>
                  <a:gd name="T9" fmla="*/ 0 h 3320"/>
                  <a:gd name="T10" fmla="*/ 0 w 113"/>
                  <a:gd name="T11" fmla="*/ 0 h 3320"/>
                  <a:gd name="T12" fmla="*/ 0 w 113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320"/>
                  <a:gd name="T23" fmla="*/ 113 w 113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3" y="332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1" name="Freeform 298">
                <a:extLst>
                  <a:ext uri="{FF2B5EF4-FFF2-40B4-BE49-F238E27FC236}">
                    <a16:creationId xmlns:a16="http://schemas.microsoft.com/office/drawing/2014/main" id="{78B718B4-ABAC-167F-B082-EFD79B1F6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26"/>
                <a:ext cx="19" cy="560"/>
              </a:xfrm>
              <a:custGeom>
                <a:avLst/>
                <a:gdLst>
                  <a:gd name="T0" fmla="*/ 0 w 113"/>
                  <a:gd name="T1" fmla="*/ 0 h 3320"/>
                  <a:gd name="T2" fmla="*/ 0 w 113"/>
                  <a:gd name="T3" fmla="*/ 0 h 3320"/>
                  <a:gd name="T4" fmla="*/ 0 w 113"/>
                  <a:gd name="T5" fmla="*/ 0 h 3320"/>
                  <a:gd name="T6" fmla="*/ 0 w 113"/>
                  <a:gd name="T7" fmla="*/ 0 h 3320"/>
                  <a:gd name="T8" fmla="*/ 0 w 113"/>
                  <a:gd name="T9" fmla="*/ 0 h 3320"/>
                  <a:gd name="T10" fmla="*/ 0 w 113"/>
                  <a:gd name="T11" fmla="*/ 0 h 3320"/>
                  <a:gd name="T12" fmla="*/ 0 w 113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320"/>
                  <a:gd name="T23" fmla="*/ 113 w 113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3" y="332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2" name="Freeform 299">
                <a:extLst>
                  <a:ext uri="{FF2B5EF4-FFF2-40B4-BE49-F238E27FC236}">
                    <a16:creationId xmlns:a16="http://schemas.microsoft.com/office/drawing/2014/main" id="{FAC867CB-9324-7261-C0BC-BE7590D96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3" name="Freeform 300">
                <a:extLst>
                  <a:ext uri="{FF2B5EF4-FFF2-40B4-BE49-F238E27FC236}">
                    <a16:creationId xmlns:a16="http://schemas.microsoft.com/office/drawing/2014/main" id="{6BE6E65B-9F2F-0F9E-0ABF-7F203DFE3D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4" name="Freeform 301">
                <a:extLst>
                  <a:ext uri="{FF2B5EF4-FFF2-40B4-BE49-F238E27FC236}">
                    <a16:creationId xmlns:a16="http://schemas.microsoft.com/office/drawing/2014/main" id="{40C9496C-01E8-E191-A0E6-0EB8C4F6D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5" name="Freeform 302">
                <a:extLst>
                  <a:ext uri="{FF2B5EF4-FFF2-40B4-BE49-F238E27FC236}">
                    <a16:creationId xmlns:a16="http://schemas.microsoft.com/office/drawing/2014/main" id="{AB8B5568-3DE8-F7A2-B0BA-B2E52217C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6" name="Freeform 303">
                <a:extLst>
                  <a:ext uri="{FF2B5EF4-FFF2-40B4-BE49-F238E27FC236}">
                    <a16:creationId xmlns:a16="http://schemas.microsoft.com/office/drawing/2014/main" id="{50CA9191-E2EA-460C-0CB6-BC62785FB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67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7" name="Freeform 304">
                <a:extLst>
                  <a:ext uri="{FF2B5EF4-FFF2-40B4-BE49-F238E27FC236}">
                    <a16:creationId xmlns:a16="http://schemas.microsoft.com/office/drawing/2014/main" id="{5BBF0A94-4D89-9ABE-FEDC-2C337864E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676"/>
                <a:ext cx="157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8" name="Freeform 305">
                <a:extLst>
                  <a:ext uri="{FF2B5EF4-FFF2-40B4-BE49-F238E27FC236}">
                    <a16:creationId xmlns:a16="http://schemas.microsoft.com/office/drawing/2014/main" id="{FD7BA5F6-5A72-6C92-7951-933E9CC4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67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9" name="Freeform 306">
                <a:extLst>
                  <a:ext uri="{FF2B5EF4-FFF2-40B4-BE49-F238E27FC236}">
                    <a16:creationId xmlns:a16="http://schemas.microsoft.com/office/drawing/2014/main" id="{91FDACFA-EEC3-EC38-4003-665CC294A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67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0" name="Freeform 307">
                <a:extLst>
                  <a:ext uri="{FF2B5EF4-FFF2-40B4-BE49-F238E27FC236}">
                    <a16:creationId xmlns:a16="http://schemas.microsoft.com/office/drawing/2014/main" id="{06A6AD5D-B0B6-3738-B10F-2EE66DFC5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211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" name="Freeform 308">
                <a:extLst>
                  <a:ext uri="{FF2B5EF4-FFF2-40B4-BE49-F238E27FC236}">
                    <a16:creationId xmlns:a16="http://schemas.microsoft.com/office/drawing/2014/main" id="{BFE995D2-C8D0-CBAF-04F2-B5C6058DC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211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2" name="Freeform 309">
                <a:extLst>
                  <a:ext uri="{FF2B5EF4-FFF2-40B4-BE49-F238E27FC236}">
                    <a16:creationId xmlns:a16="http://schemas.microsoft.com/office/drawing/2014/main" id="{FFE27A23-A3DB-81DE-F26D-8845BA14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2116"/>
                <a:ext cx="270" cy="19"/>
              </a:xfrm>
              <a:custGeom>
                <a:avLst/>
                <a:gdLst>
                  <a:gd name="T0" fmla="*/ 0 w 1593"/>
                  <a:gd name="T1" fmla="*/ 0 h 113"/>
                  <a:gd name="T2" fmla="*/ 0 w 1593"/>
                  <a:gd name="T3" fmla="*/ 0 h 113"/>
                  <a:gd name="T4" fmla="*/ 0 w 1593"/>
                  <a:gd name="T5" fmla="*/ 0 h 113"/>
                  <a:gd name="T6" fmla="*/ 0 w 1593"/>
                  <a:gd name="T7" fmla="*/ 0 h 113"/>
                  <a:gd name="T8" fmla="*/ 0 w 1593"/>
                  <a:gd name="T9" fmla="*/ 0 h 113"/>
                  <a:gd name="T10" fmla="*/ 0 w 1593"/>
                  <a:gd name="T11" fmla="*/ 0 h 113"/>
                  <a:gd name="T12" fmla="*/ 0 w 1593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93"/>
                  <a:gd name="T22" fmla="*/ 0 h 113"/>
                  <a:gd name="T23" fmla="*/ 1593 w 1593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93" h="113">
                    <a:moveTo>
                      <a:pt x="1593" y="113"/>
                    </a:moveTo>
                    <a:lnTo>
                      <a:pt x="1593" y="57"/>
                    </a:lnTo>
                    <a:lnTo>
                      <a:pt x="1593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593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3" name="Freeform 310">
                <a:extLst>
                  <a:ext uri="{FF2B5EF4-FFF2-40B4-BE49-F238E27FC236}">
                    <a16:creationId xmlns:a16="http://schemas.microsoft.com/office/drawing/2014/main" id="{DFE86B91-6514-ACA0-1FFA-5B9C22E9D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9" y="2116"/>
                <a:ext cx="270" cy="19"/>
              </a:xfrm>
              <a:custGeom>
                <a:avLst/>
                <a:gdLst>
                  <a:gd name="T0" fmla="*/ 0 w 1593"/>
                  <a:gd name="T1" fmla="*/ 0 h 113"/>
                  <a:gd name="T2" fmla="*/ 0 w 1593"/>
                  <a:gd name="T3" fmla="*/ 0 h 113"/>
                  <a:gd name="T4" fmla="*/ 0 w 1593"/>
                  <a:gd name="T5" fmla="*/ 0 h 113"/>
                  <a:gd name="T6" fmla="*/ 0 w 1593"/>
                  <a:gd name="T7" fmla="*/ 0 h 113"/>
                  <a:gd name="T8" fmla="*/ 0 w 1593"/>
                  <a:gd name="T9" fmla="*/ 0 h 113"/>
                  <a:gd name="T10" fmla="*/ 0 w 1593"/>
                  <a:gd name="T11" fmla="*/ 0 h 113"/>
                  <a:gd name="T12" fmla="*/ 0 w 1593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93"/>
                  <a:gd name="T22" fmla="*/ 0 h 113"/>
                  <a:gd name="T23" fmla="*/ 1593 w 1593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93" h="113">
                    <a:moveTo>
                      <a:pt x="1593" y="113"/>
                    </a:moveTo>
                    <a:lnTo>
                      <a:pt x="1593" y="57"/>
                    </a:lnTo>
                    <a:lnTo>
                      <a:pt x="1593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593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4" name="Freeform 311">
                <a:extLst>
                  <a:ext uri="{FF2B5EF4-FFF2-40B4-BE49-F238E27FC236}">
                    <a16:creationId xmlns:a16="http://schemas.microsoft.com/office/drawing/2014/main" id="{AAACC71D-FA16-1512-444A-2F99300BE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5" name="Freeform 312">
                <a:extLst>
                  <a:ext uri="{FF2B5EF4-FFF2-40B4-BE49-F238E27FC236}">
                    <a16:creationId xmlns:a16="http://schemas.microsoft.com/office/drawing/2014/main" id="{620A96AA-A13C-A4DD-57DC-98289454B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6" name="Freeform 313">
                <a:extLst>
                  <a:ext uri="{FF2B5EF4-FFF2-40B4-BE49-F238E27FC236}">
                    <a16:creationId xmlns:a16="http://schemas.microsoft.com/office/drawing/2014/main" id="{AB9AF4BE-BECE-F816-6459-E85B78239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7" name="Freeform 314">
                <a:extLst>
                  <a:ext uri="{FF2B5EF4-FFF2-40B4-BE49-F238E27FC236}">
                    <a16:creationId xmlns:a16="http://schemas.microsoft.com/office/drawing/2014/main" id="{480019E1-CEA1-FECE-05A3-3A8D7A6D6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8" name="Freeform 315">
                <a:extLst>
                  <a:ext uri="{FF2B5EF4-FFF2-40B4-BE49-F238E27FC236}">
                    <a16:creationId xmlns:a16="http://schemas.microsoft.com/office/drawing/2014/main" id="{0BF14020-65D8-C9F6-F5E9-05AAEEA17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2901"/>
                <a:ext cx="627" cy="19"/>
              </a:xfrm>
              <a:custGeom>
                <a:avLst/>
                <a:gdLst>
                  <a:gd name="T0" fmla="*/ 0 w 3716"/>
                  <a:gd name="T1" fmla="*/ 0 h 114"/>
                  <a:gd name="T2" fmla="*/ 0 w 3716"/>
                  <a:gd name="T3" fmla="*/ 0 h 114"/>
                  <a:gd name="T4" fmla="*/ 0 w 3716"/>
                  <a:gd name="T5" fmla="*/ 0 h 114"/>
                  <a:gd name="T6" fmla="*/ 0 w 3716"/>
                  <a:gd name="T7" fmla="*/ 0 h 114"/>
                  <a:gd name="T8" fmla="*/ 0 w 3716"/>
                  <a:gd name="T9" fmla="*/ 0 h 114"/>
                  <a:gd name="T10" fmla="*/ 0 w 3716"/>
                  <a:gd name="T11" fmla="*/ 0 h 114"/>
                  <a:gd name="T12" fmla="*/ 0 w 3716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16"/>
                  <a:gd name="T22" fmla="*/ 0 h 114"/>
                  <a:gd name="T23" fmla="*/ 3716 w 3716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16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3716" y="114"/>
                    </a:lnTo>
                    <a:lnTo>
                      <a:pt x="3716" y="58"/>
                    </a:lnTo>
                    <a:lnTo>
                      <a:pt x="3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9" name="Freeform 316">
                <a:extLst>
                  <a:ext uri="{FF2B5EF4-FFF2-40B4-BE49-F238E27FC236}">
                    <a16:creationId xmlns:a16="http://schemas.microsoft.com/office/drawing/2014/main" id="{603480A0-6E0F-BF26-6949-1A93D3E8F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2901"/>
                <a:ext cx="627" cy="19"/>
              </a:xfrm>
              <a:custGeom>
                <a:avLst/>
                <a:gdLst>
                  <a:gd name="T0" fmla="*/ 0 w 3716"/>
                  <a:gd name="T1" fmla="*/ 0 h 114"/>
                  <a:gd name="T2" fmla="*/ 0 w 3716"/>
                  <a:gd name="T3" fmla="*/ 0 h 114"/>
                  <a:gd name="T4" fmla="*/ 0 w 3716"/>
                  <a:gd name="T5" fmla="*/ 0 h 114"/>
                  <a:gd name="T6" fmla="*/ 0 w 3716"/>
                  <a:gd name="T7" fmla="*/ 0 h 114"/>
                  <a:gd name="T8" fmla="*/ 0 w 3716"/>
                  <a:gd name="T9" fmla="*/ 0 h 114"/>
                  <a:gd name="T10" fmla="*/ 0 w 3716"/>
                  <a:gd name="T11" fmla="*/ 0 h 114"/>
                  <a:gd name="T12" fmla="*/ 0 w 3716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16"/>
                  <a:gd name="T22" fmla="*/ 0 h 114"/>
                  <a:gd name="T23" fmla="*/ 3716 w 3716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16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3716" y="114"/>
                    </a:lnTo>
                    <a:lnTo>
                      <a:pt x="3716" y="58"/>
                    </a:lnTo>
                    <a:lnTo>
                      <a:pt x="3716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" name="Freeform 317">
                <a:extLst>
                  <a:ext uri="{FF2B5EF4-FFF2-40B4-BE49-F238E27FC236}">
                    <a16:creationId xmlns:a16="http://schemas.microsoft.com/office/drawing/2014/main" id="{78D1B7DA-C468-4A1C-7F79-CA2E506B9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3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" name="Freeform 318">
                <a:extLst>
                  <a:ext uri="{FF2B5EF4-FFF2-40B4-BE49-F238E27FC236}">
                    <a16:creationId xmlns:a16="http://schemas.microsoft.com/office/drawing/2014/main" id="{1FEE44EC-B082-E678-7DA5-8040D8D1D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3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3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2" name="Line 319">
                <a:extLst>
                  <a:ext uri="{FF2B5EF4-FFF2-40B4-BE49-F238E27FC236}">
                    <a16:creationId xmlns:a16="http://schemas.microsoft.com/office/drawing/2014/main" id="{6C35FC83-B438-316D-636A-59EDF73F4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095"/>
                <a:ext cx="1" cy="22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3" name="Line 320">
                <a:extLst>
                  <a:ext uri="{FF2B5EF4-FFF2-40B4-BE49-F238E27FC236}">
                    <a16:creationId xmlns:a16="http://schemas.microsoft.com/office/drawing/2014/main" id="{0E5BA29F-5FBF-59D9-8EBD-30D039031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347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4" name="Line 321">
                <a:extLst>
                  <a:ext uri="{FF2B5EF4-FFF2-40B4-BE49-F238E27FC236}">
                    <a16:creationId xmlns:a16="http://schemas.microsoft.com/office/drawing/2014/main" id="{C8E9A968-EF74-EDC9-99CD-7226CB6AE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394"/>
                <a:ext cx="1" cy="24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5" name="Line 322">
                <a:extLst>
                  <a:ext uri="{FF2B5EF4-FFF2-40B4-BE49-F238E27FC236}">
                    <a16:creationId xmlns:a16="http://schemas.microsoft.com/office/drawing/2014/main" id="{15A4CF4C-442B-C70E-F452-AD53EBC8C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666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6" name="Line 323">
                <a:extLst>
                  <a:ext uri="{FF2B5EF4-FFF2-40B4-BE49-F238E27FC236}">
                    <a16:creationId xmlns:a16="http://schemas.microsoft.com/office/drawing/2014/main" id="{2BEE1D1E-FFDB-FFEA-1EA3-524CC73AD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4" y="2713"/>
                <a:ext cx="1" cy="22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7" name="Freeform 324">
                <a:extLst>
                  <a:ext uri="{FF2B5EF4-FFF2-40B4-BE49-F238E27FC236}">
                    <a16:creationId xmlns:a16="http://schemas.microsoft.com/office/drawing/2014/main" id="{8388A490-57D1-8638-ACE7-BA463181B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2542"/>
                <a:ext cx="10" cy="20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7"/>
                    </a:moveTo>
                    <a:lnTo>
                      <a:pt x="56" y="114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8" name="Freeform 325">
                <a:extLst>
                  <a:ext uri="{FF2B5EF4-FFF2-40B4-BE49-F238E27FC236}">
                    <a16:creationId xmlns:a16="http://schemas.microsoft.com/office/drawing/2014/main" id="{D327C66B-431A-A53A-A189-A0278C314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2542"/>
                <a:ext cx="10" cy="20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9" name="Freeform 326">
                <a:extLst>
                  <a:ext uri="{FF2B5EF4-FFF2-40B4-BE49-F238E27FC236}">
                    <a16:creationId xmlns:a16="http://schemas.microsoft.com/office/drawing/2014/main" id="{98CA83FC-E95F-8ABE-184C-B3FD85AEC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42"/>
                <a:ext cx="224" cy="20"/>
              </a:xfrm>
              <a:custGeom>
                <a:avLst/>
                <a:gdLst>
                  <a:gd name="T0" fmla="*/ 0 w 1328"/>
                  <a:gd name="T1" fmla="*/ 0 h 114"/>
                  <a:gd name="T2" fmla="*/ 0 w 1328"/>
                  <a:gd name="T3" fmla="*/ 0 h 114"/>
                  <a:gd name="T4" fmla="*/ 0 w 1328"/>
                  <a:gd name="T5" fmla="*/ 0 h 114"/>
                  <a:gd name="T6" fmla="*/ 0 w 1328"/>
                  <a:gd name="T7" fmla="*/ 0 h 114"/>
                  <a:gd name="T8" fmla="*/ 0 w 1328"/>
                  <a:gd name="T9" fmla="*/ 0 h 114"/>
                  <a:gd name="T10" fmla="*/ 0 w 1328"/>
                  <a:gd name="T11" fmla="*/ 0 h 114"/>
                  <a:gd name="T12" fmla="*/ 0 w 13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4"/>
                  <a:gd name="T23" fmla="*/ 1328 w 13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4">
                    <a:moveTo>
                      <a:pt x="0" y="0"/>
                    </a:moveTo>
                    <a:lnTo>
                      <a:pt x="0" y="57"/>
                    </a:lnTo>
                    <a:lnTo>
                      <a:pt x="0" y="114"/>
                    </a:lnTo>
                    <a:lnTo>
                      <a:pt x="1328" y="114"/>
                    </a:ln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0" name="Freeform 327">
                <a:extLst>
                  <a:ext uri="{FF2B5EF4-FFF2-40B4-BE49-F238E27FC236}">
                    <a16:creationId xmlns:a16="http://schemas.microsoft.com/office/drawing/2014/main" id="{C6D5DA89-AEBA-773B-C375-2B888977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42"/>
                <a:ext cx="224" cy="20"/>
              </a:xfrm>
              <a:custGeom>
                <a:avLst/>
                <a:gdLst>
                  <a:gd name="T0" fmla="*/ 0 w 1328"/>
                  <a:gd name="T1" fmla="*/ 0 h 114"/>
                  <a:gd name="T2" fmla="*/ 0 w 1328"/>
                  <a:gd name="T3" fmla="*/ 0 h 114"/>
                  <a:gd name="T4" fmla="*/ 0 w 1328"/>
                  <a:gd name="T5" fmla="*/ 0 h 114"/>
                  <a:gd name="T6" fmla="*/ 0 w 1328"/>
                  <a:gd name="T7" fmla="*/ 0 h 114"/>
                  <a:gd name="T8" fmla="*/ 0 w 1328"/>
                  <a:gd name="T9" fmla="*/ 0 h 114"/>
                  <a:gd name="T10" fmla="*/ 0 w 1328"/>
                  <a:gd name="T11" fmla="*/ 0 h 114"/>
                  <a:gd name="T12" fmla="*/ 0 w 13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4"/>
                  <a:gd name="T23" fmla="*/ 1328 w 13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4">
                    <a:moveTo>
                      <a:pt x="0" y="0"/>
                    </a:moveTo>
                    <a:lnTo>
                      <a:pt x="0" y="57"/>
                    </a:lnTo>
                    <a:lnTo>
                      <a:pt x="0" y="114"/>
                    </a:lnTo>
                    <a:lnTo>
                      <a:pt x="1328" y="114"/>
                    </a:ln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" name="Freeform 328">
                <a:extLst>
                  <a:ext uri="{FF2B5EF4-FFF2-40B4-BE49-F238E27FC236}">
                    <a16:creationId xmlns:a16="http://schemas.microsoft.com/office/drawing/2014/main" id="{EADFE765-DF49-3A04-98C9-9C95B49B4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542"/>
                <a:ext cx="10" cy="20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4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2" name="Freeform 329">
                <a:extLst>
                  <a:ext uri="{FF2B5EF4-FFF2-40B4-BE49-F238E27FC236}">
                    <a16:creationId xmlns:a16="http://schemas.microsoft.com/office/drawing/2014/main" id="{20309DE2-B956-CB55-F9D2-F6D8FE21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542"/>
                <a:ext cx="10" cy="20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3" name="Freeform 330">
                <a:extLst>
                  <a:ext uri="{FF2B5EF4-FFF2-40B4-BE49-F238E27FC236}">
                    <a16:creationId xmlns:a16="http://schemas.microsoft.com/office/drawing/2014/main" id="{DE841E92-5F66-E786-95F0-585B85318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4" name="Freeform 331">
                <a:extLst>
                  <a:ext uri="{FF2B5EF4-FFF2-40B4-BE49-F238E27FC236}">
                    <a16:creationId xmlns:a16="http://schemas.microsoft.com/office/drawing/2014/main" id="{5D16360D-E22D-473B-FAF6-8BBF14B4F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5" name="Freeform 332">
                <a:extLst>
                  <a:ext uri="{FF2B5EF4-FFF2-40B4-BE49-F238E27FC236}">
                    <a16:creationId xmlns:a16="http://schemas.microsoft.com/office/drawing/2014/main" id="{927EE856-75E4-9EA1-4A7A-350124535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6" name="Freeform 333">
                <a:extLst>
                  <a:ext uri="{FF2B5EF4-FFF2-40B4-BE49-F238E27FC236}">
                    <a16:creationId xmlns:a16="http://schemas.microsoft.com/office/drawing/2014/main" id="{0410477B-68AF-7656-9926-575726147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7" name="Freeform 334">
                <a:extLst>
                  <a:ext uri="{FF2B5EF4-FFF2-40B4-BE49-F238E27FC236}">
                    <a16:creationId xmlns:a16="http://schemas.microsoft.com/office/drawing/2014/main" id="{8EA2C6D0-E262-74B2-6622-6D5C6CCBB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4"/>
                    </a:lnTo>
                    <a:lnTo>
                      <a:pt x="90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8" name="Freeform 335">
                <a:extLst>
                  <a:ext uri="{FF2B5EF4-FFF2-40B4-BE49-F238E27FC236}">
                    <a16:creationId xmlns:a16="http://schemas.microsoft.com/office/drawing/2014/main" id="{F709CB43-C2B5-D6FF-3250-4A6A8857C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4"/>
                    </a:lnTo>
                    <a:lnTo>
                      <a:pt x="90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" name="Freeform 336">
                <a:extLst>
                  <a:ext uri="{FF2B5EF4-FFF2-40B4-BE49-F238E27FC236}">
                    <a16:creationId xmlns:a16="http://schemas.microsoft.com/office/drawing/2014/main" id="{00A7C52E-698E-60C5-0203-1E015861C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0" name="Freeform 337">
                <a:extLst>
                  <a:ext uri="{FF2B5EF4-FFF2-40B4-BE49-F238E27FC236}">
                    <a16:creationId xmlns:a16="http://schemas.microsoft.com/office/drawing/2014/main" id="{D2854D30-7D46-03D1-4B92-E9A6D6F7D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" name="Freeform 338">
                <a:extLst>
                  <a:ext uri="{FF2B5EF4-FFF2-40B4-BE49-F238E27FC236}">
                    <a16:creationId xmlns:a16="http://schemas.microsoft.com/office/drawing/2014/main" id="{D57C9FB2-4E0C-9C8E-FD99-A1BEB8D81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0" y="3719"/>
                    </a:move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2" name="Freeform 339">
                <a:extLst>
                  <a:ext uri="{FF2B5EF4-FFF2-40B4-BE49-F238E27FC236}">
                    <a16:creationId xmlns:a16="http://schemas.microsoft.com/office/drawing/2014/main" id="{049C897F-95CE-037D-DCA5-55AC86761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0" y="3719"/>
                    </a:move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3" name="Freeform 340">
                <a:extLst>
                  <a:ext uri="{FF2B5EF4-FFF2-40B4-BE49-F238E27FC236}">
                    <a16:creationId xmlns:a16="http://schemas.microsoft.com/office/drawing/2014/main" id="{C9ABBFB7-9A0A-111C-A46F-C7AC293E3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4" name="Freeform 341">
                <a:extLst>
                  <a:ext uri="{FF2B5EF4-FFF2-40B4-BE49-F238E27FC236}">
                    <a16:creationId xmlns:a16="http://schemas.microsoft.com/office/drawing/2014/main" id="{21F0C147-5306-72CC-1791-4667AF0FA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5" name="Line 342">
                <a:extLst>
                  <a:ext uri="{FF2B5EF4-FFF2-40B4-BE49-F238E27FC236}">
                    <a16:creationId xmlns:a16="http://schemas.microsoft.com/office/drawing/2014/main" id="{F858DAA9-A2BE-3BB0-7DBF-EBA96398F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196"/>
                <a:ext cx="1" cy="1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6" name="Line 343">
                <a:extLst>
                  <a:ext uri="{FF2B5EF4-FFF2-40B4-BE49-F238E27FC236}">
                    <a16:creationId xmlns:a16="http://schemas.microsoft.com/office/drawing/2014/main" id="{0A013FB4-7F86-9B77-5B33-5EFBBA269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370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7" name="Line 344">
                <a:extLst>
                  <a:ext uri="{FF2B5EF4-FFF2-40B4-BE49-F238E27FC236}">
                    <a16:creationId xmlns:a16="http://schemas.microsoft.com/office/drawing/2014/main" id="{A24A4385-43F4-7AB9-B069-30903A814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416"/>
                <a:ext cx="1" cy="24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8" name="Line 345">
                <a:extLst>
                  <a:ext uri="{FF2B5EF4-FFF2-40B4-BE49-F238E27FC236}">
                    <a16:creationId xmlns:a16="http://schemas.microsoft.com/office/drawing/2014/main" id="{6A4195BA-B1F6-8B7C-DFBB-9530B8D98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689"/>
                <a:ext cx="1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9" name="Line 346">
                <a:extLst>
                  <a:ext uri="{FF2B5EF4-FFF2-40B4-BE49-F238E27FC236}">
                    <a16:creationId xmlns:a16="http://schemas.microsoft.com/office/drawing/2014/main" id="{2910FA62-D10A-8E10-0623-1C4E3DD63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3736"/>
                <a:ext cx="1" cy="1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0" name="Freeform 347">
                <a:extLst>
                  <a:ext uri="{FF2B5EF4-FFF2-40B4-BE49-F238E27FC236}">
                    <a16:creationId xmlns:a16="http://schemas.microsoft.com/office/drawing/2014/main" id="{7FDFAF8E-DFA1-BE25-BB8C-AE8CE2689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4"/>
                    </a:lnTo>
                    <a:lnTo>
                      <a:pt x="91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" name="Freeform 348">
                <a:extLst>
                  <a:ext uri="{FF2B5EF4-FFF2-40B4-BE49-F238E27FC236}">
                    <a16:creationId xmlns:a16="http://schemas.microsoft.com/office/drawing/2014/main" id="{B09C9168-344E-7C22-4F6A-B333F4F85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10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4"/>
                    </a:lnTo>
                    <a:lnTo>
                      <a:pt x="91" y="43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3"/>
                    </a:lnTo>
                    <a:lnTo>
                      <a:pt x="12" y="34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2" name="Freeform 349">
                <a:extLst>
                  <a:ext uri="{FF2B5EF4-FFF2-40B4-BE49-F238E27FC236}">
                    <a16:creationId xmlns:a16="http://schemas.microsoft.com/office/drawing/2014/main" id="{E617E68F-0E3B-9C99-7AD2-5E6872589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0" y="1328"/>
                    </a:move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3" name="Freeform 350">
                <a:extLst>
                  <a:ext uri="{FF2B5EF4-FFF2-40B4-BE49-F238E27FC236}">
                    <a16:creationId xmlns:a16="http://schemas.microsoft.com/office/drawing/2014/main" id="{1B1CCA62-4883-B331-4DA5-EAB7391A5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86"/>
                <a:ext cx="19" cy="224"/>
              </a:xfrm>
              <a:custGeom>
                <a:avLst/>
                <a:gdLst>
                  <a:gd name="T0" fmla="*/ 0 w 113"/>
                  <a:gd name="T1" fmla="*/ 0 h 1328"/>
                  <a:gd name="T2" fmla="*/ 0 w 113"/>
                  <a:gd name="T3" fmla="*/ 0 h 1328"/>
                  <a:gd name="T4" fmla="*/ 0 w 113"/>
                  <a:gd name="T5" fmla="*/ 0 h 1328"/>
                  <a:gd name="T6" fmla="*/ 0 w 113"/>
                  <a:gd name="T7" fmla="*/ 0 h 1328"/>
                  <a:gd name="T8" fmla="*/ 0 w 113"/>
                  <a:gd name="T9" fmla="*/ 0 h 1328"/>
                  <a:gd name="T10" fmla="*/ 0 w 113"/>
                  <a:gd name="T11" fmla="*/ 0 h 1328"/>
                  <a:gd name="T12" fmla="*/ 0 w 113"/>
                  <a:gd name="T13" fmla="*/ 0 h 13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328"/>
                  <a:gd name="T23" fmla="*/ 113 w 113"/>
                  <a:gd name="T24" fmla="*/ 1328 h 13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328">
                    <a:moveTo>
                      <a:pt x="0" y="1328"/>
                    </a:moveTo>
                    <a:lnTo>
                      <a:pt x="56" y="1328"/>
                    </a:lnTo>
                    <a:lnTo>
                      <a:pt x="113" y="1328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13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4" name="Freeform 351">
                <a:extLst>
                  <a:ext uri="{FF2B5EF4-FFF2-40B4-BE49-F238E27FC236}">
                    <a16:creationId xmlns:a16="http://schemas.microsoft.com/office/drawing/2014/main" id="{C90C81FD-7DF2-387C-61B4-93C55462F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5" name="Freeform 352">
                <a:extLst>
                  <a:ext uri="{FF2B5EF4-FFF2-40B4-BE49-F238E27FC236}">
                    <a16:creationId xmlns:a16="http://schemas.microsoft.com/office/drawing/2014/main" id="{7D1DE033-6A74-3CE7-F033-CA116D93F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676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6" name="Freeform 353">
                <a:extLst>
                  <a:ext uri="{FF2B5EF4-FFF2-40B4-BE49-F238E27FC236}">
                    <a16:creationId xmlns:a16="http://schemas.microsoft.com/office/drawing/2014/main" id="{69D714BC-474D-5EC5-CBA4-B71EC0DFB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7" name="Freeform 354">
                <a:extLst>
                  <a:ext uri="{FF2B5EF4-FFF2-40B4-BE49-F238E27FC236}">
                    <a16:creationId xmlns:a16="http://schemas.microsoft.com/office/drawing/2014/main" id="{4C84CFE6-17FF-82CA-61D4-96DE51C27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8" name="Freeform 355">
                <a:extLst>
                  <a:ext uri="{FF2B5EF4-FFF2-40B4-BE49-F238E27FC236}">
                    <a16:creationId xmlns:a16="http://schemas.microsoft.com/office/drawing/2014/main" id="{DCCF2872-54FA-F155-BF7F-BD07E274C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9" name="Freeform 356">
                <a:extLst>
                  <a:ext uri="{FF2B5EF4-FFF2-40B4-BE49-F238E27FC236}">
                    <a16:creationId xmlns:a16="http://schemas.microsoft.com/office/drawing/2014/main" id="{B220BA07-8442-EC48-73AA-1A4E3A64E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27"/>
                <a:ext cx="19" cy="628"/>
              </a:xfrm>
              <a:custGeom>
                <a:avLst/>
                <a:gdLst>
                  <a:gd name="T0" fmla="*/ 0 w 113"/>
                  <a:gd name="T1" fmla="*/ 0 h 3719"/>
                  <a:gd name="T2" fmla="*/ 0 w 113"/>
                  <a:gd name="T3" fmla="*/ 0 h 3719"/>
                  <a:gd name="T4" fmla="*/ 0 w 113"/>
                  <a:gd name="T5" fmla="*/ 0 h 3719"/>
                  <a:gd name="T6" fmla="*/ 0 w 113"/>
                  <a:gd name="T7" fmla="*/ 0 h 3719"/>
                  <a:gd name="T8" fmla="*/ 0 w 113"/>
                  <a:gd name="T9" fmla="*/ 0 h 3719"/>
                  <a:gd name="T10" fmla="*/ 0 w 113"/>
                  <a:gd name="T11" fmla="*/ 0 h 3719"/>
                  <a:gd name="T12" fmla="*/ 0 w 113"/>
                  <a:gd name="T13" fmla="*/ 0 h 37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719"/>
                  <a:gd name="T23" fmla="*/ 113 w 113"/>
                  <a:gd name="T24" fmla="*/ 3719 h 371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719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719"/>
                    </a:lnTo>
                    <a:lnTo>
                      <a:pt x="56" y="3719"/>
                    </a:lnTo>
                    <a:lnTo>
                      <a:pt x="113" y="3719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0" name="Freeform 357">
                <a:extLst>
                  <a:ext uri="{FF2B5EF4-FFF2-40B4-BE49-F238E27FC236}">
                    <a16:creationId xmlns:a16="http://schemas.microsoft.com/office/drawing/2014/main" id="{5594867D-96EA-76C1-C2D6-7BCA4AD4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1" name="Freeform 358">
                <a:extLst>
                  <a:ext uri="{FF2B5EF4-FFF2-40B4-BE49-F238E27FC236}">
                    <a16:creationId xmlns:a16="http://schemas.microsoft.com/office/drawing/2014/main" id="{A8E9C700-FBA8-27DC-2054-410FD0BB6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55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" name="Freeform 359">
                <a:extLst>
                  <a:ext uri="{FF2B5EF4-FFF2-40B4-BE49-F238E27FC236}">
                    <a16:creationId xmlns:a16="http://schemas.microsoft.com/office/drawing/2014/main" id="{030BC86A-3DF0-3004-A133-FE84531C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17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" name="Freeform 360">
                <a:extLst>
                  <a:ext uri="{FF2B5EF4-FFF2-40B4-BE49-F238E27FC236}">
                    <a16:creationId xmlns:a16="http://schemas.microsoft.com/office/drawing/2014/main" id="{6BA02286-A8FF-74D1-D58B-FE8DE0946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17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" name="Freeform 361">
                <a:extLst>
                  <a:ext uri="{FF2B5EF4-FFF2-40B4-BE49-F238E27FC236}">
                    <a16:creationId xmlns:a16="http://schemas.microsoft.com/office/drawing/2014/main" id="{14B76DE7-2E04-DB3C-2704-E65D8C3CF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217"/>
                <a:ext cx="1232" cy="19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7299" y="113"/>
                    </a:move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" name="Freeform 362">
                <a:extLst>
                  <a:ext uri="{FF2B5EF4-FFF2-40B4-BE49-F238E27FC236}">
                    <a16:creationId xmlns:a16="http://schemas.microsoft.com/office/drawing/2014/main" id="{82D2CB21-3CE5-8B83-A5AB-29C4BE3CC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217"/>
                <a:ext cx="1232" cy="19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7299" y="113"/>
                    </a:move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6" name="Freeform 363">
                <a:extLst>
                  <a:ext uri="{FF2B5EF4-FFF2-40B4-BE49-F238E27FC236}">
                    <a16:creationId xmlns:a16="http://schemas.microsoft.com/office/drawing/2014/main" id="{2C694DB7-ADB7-087F-B206-69C914572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" name="Freeform 364">
                <a:extLst>
                  <a:ext uri="{FF2B5EF4-FFF2-40B4-BE49-F238E27FC236}">
                    <a16:creationId xmlns:a16="http://schemas.microsoft.com/office/drawing/2014/main" id="{6B3EAE95-E9E0-212C-9757-87637EF2D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217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" name="Freeform 365">
                <a:extLst>
                  <a:ext uri="{FF2B5EF4-FFF2-40B4-BE49-F238E27FC236}">
                    <a16:creationId xmlns:a16="http://schemas.microsoft.com/office/drawing/2014/main" id="{3FD983D0-D403-E886-B07B-76143F010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45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9" name="Freeform 366">
                <a:extLst>
                  <a:ext uri="{FF2B5EF4-FFF2-40B4-BE49-F238E27FC236}">
                    <a16:creationId xmlns:a16="http://schemas.microsoft.com/office/drawing/2014/main" id="{3AAC8AFE-D103-B621-0625-1C515929E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845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" name="Freeform 367">
                <a:extLst>
                  <a:ext uri="{FF2B5EF4-FFF2-40B4-BE49-F238E27FC236}">
                    <a16:creationId xmlns:a16="http://schemas.microsoft.com/office/drawing/2014/main" id="{94787B7A-2BB8-B32D-9E49-5C53B90F9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845"/>
                <a:ext cx="1232" cy="20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1" name="Freeform 368">
                <a:extLst>
                  <a:ext uri="{FF2B5EF4-FFF2-40B4-BE49-F238E27FC236}">
                    <a16:creationId xmlns:a16="http://schemas.microsoft.com/office/drawing/2014/main" id="{1EE1FEAA-649E-56A9-839C-E07F4D7BA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845"/>
                <a:ext cx="1232" cy="20"/>
              </a:xfrm>
              <a:custGeom>
                <a:avLst/>
                <a:gdLst>
                  <a:gd name="T0" fmla="*/ 0 w 7299"/>
                  <a:gd name="T1" fmla="*/ 0 h 113"/>
                  <a:gd name="T2" fmla="*/ 0 w 7299"/>
                  <a:gd name="T3" fmla="*/ 0 h 113"/>
                  <a:gd name="T4" fmla="*/ 0 w 7299"/>
                  <a:gd name="T5" fmla="*/ 0 h 113"/>
                  <a:gd name="T6" fmla="*/ 0 w 7299"/>
                  <a:gd name="T7" fmla="*/ 0 h 113"/>
                  <a:gd name="T8" fmla="*/ 0 w 7299"/>
                  <a:gd name="T9" fmla="*/ 0 h 113"/>
                  <a:gd name="T10" fmla="*/ 0 w 7299"/>
                  <a:gd name="T11" fmla="*/ 0 h 113"/>
                  <a:gd name="T12" fmla="*/ 0 w 729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99"/>
                  <a:gd name="T22" fmla="*/ 0 h 113"/>
                  <a:gd name="T23" fmla="*/ 7299 w 729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9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299" y="113"/>
                    </a:lnTo>
                    <a:lnTo>
                      <a:pt x="7299" y="57"/>
                    </a:lnTo>
                    <a:lnTo>
                      <a:pt x="729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" name="Freeform 369">
                <a:extLst>
                  <a:ext uri="{FF2B5EF4-FFF2-40B4-BE49-F238E27FC236}">
                    <a16:creationId xmlns:a16="http://schemas.microsoft.com/office/drawing/2014/main" id="{2277581D-3E52-F8DC-A571-602A976FC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845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3" name="Freeform 370">
                <a:extLst>
                  <a:ext uri="{FF2B5EF4-FFF2-40B4-BE49-F238E27FC236}">
                    <a16:creationId xmlns:a16="http://schemas.microsoft.com/office/drawing/2014/main" id="{EB85FFB8-BD2C-ADDE-81C4-E1EB01B51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845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4" name="Freeform 371">
                <a:extLst>
                  <a:ext uri="{FF2B5EF4-FFF2-40B4-BE49-F238E27FC236}">
                    <a16:creationId xmlns:a16="http://schemas.microsoft.com/office/drawing/2014/main" id="{303ACFEA-DCA4-B81A-754B-87D56DABD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5" name="Freeform 372">
                <a:extLst>
                  <a:ext uri="{FF2B5EF4-FFF2-40B4-BE49-F238E27FC236}">
                    <a16:creationId xmlns:a16="http://schemas.microsoft.com/office/drawing/2014/main" id="{54A8DC21-438B-79E4-E240-A8BA4E25D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901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6" name="Freeform 373">
                <a:extLst>
                  <a:ext uri="{FF2B5EF4-FFF2-40B4-BE49-F238E27FC236}">
                    <a16:creationId xmlns:a16="http://schemas.microsoft.com/office/drawing/2014/main" id="{A5795524-6719-C792-C0AF-74047D0D2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901"/>
                <a:ext cx="1254" cy="19"/>
              </a:xfrm>
              <a:custGeom>
                <a:avLst/>
                <a:gdLst>
                  <a:gd name="T0" fmla="*/ 0 w 7433"/>
                  <a:gd name="T1" fmla="*/ 0 h 114"/>
                  <a:gd name="T2" fmla="*/ 0 w 7433"/>
                  <a:gd name="T3" fmla="*/ 0 h 114"/>
                  <a:gd name="T4" fmla="*/ 0 w 7433"/>
                  <a:gd name="T5" fmla="*/ 0 h 114"/>
                  <a:gd name="T6" fmla="*/ 0 w 7433"/>
                  <a:gd name="T7" fmla="*/ 0 h 114"/>
                  <a:gd name="T8" fmla="*/ 0 w 7433"/>
                  <a:gd name="T9" fmla="*/ 0 h 114"/>
                  <a:gd name="T10" fmla="*/ 0 w 7433"/>
                  <a:gd name="T11" fmla="*/ 0 h 114"/>
                  <a:gd name="T12" fmla="*/ 0 w 7433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3"/>
                  <a:gd name="T22" fmla="*/ 0 h 114"/>
                  <a:gd name="T23" fmla="*/ 7433 w 7433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3" h="114">
                    <a:moveTo>
                      <a:pt x="7433" y="114"/>
                    </a:moveTo>
                    <a:lnTo>
                      <a:pt x="7433" y="58"/>
                    </a:lnTo>
                    <a:lnTo>
                      <a:pt x="7433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3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7" name="Freeform 374">
                <a:extLst>
                  <a:ext uri="{FF2B5EF4-FFF2-40B4-BE49-F238E27FC236}">
                    <a16:creationId xmlns:a16="http://schemas.microsoft.com/office/drawing/2014/main" id="{49A26271-792E-AD15-419C-770AB5A13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2901"/>
                <a:ext cx="1254" cy="19"/>
              </a:xfrm>
              <a:custGeom>
                <a:avLst/>
                <a:gdLst>
                  <a:gd name="T0" fmla="*/ 0 w 7433"/>
                  <a:gd name="T1" fmla="*/ 0 h 114"/>
                  <a:gd name="T2" fmla="*/ 0 w 7433"/>
                  <a:gd name="T3" fmla="*/ 0 h 114"/>
                  <a:gd name="T4" fmla="*/ 0 w 7433"/>
                  <a:gd name="T5" fmla="*/ 0 h 114"/>
                  <a:gd name="T6" fmla="*/ 0 w 7433"/>
                  <a:gd name="T7" fmla="*/ 0 h 114"/>
                  <a:gd name="T8" fmla="*/ 0 w 7433"/>
                  <a:gd name="T9" fmla="*/ 0 h 114"/>
                  <a:gd name="T10" fmla="*/ 0 w 7433"/>
                  <a:gd name="T11" fmla="*/ 0 h 114"/>
                  <a:gd name="T12" fmla="*/ 0 w 7433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3"/>
                  <a:gd name="T22" fmla="*/ 0 h 114"/>
                  <a:gd name="T23" fmla="*/ 7433 w 7433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3" h="114">
                    <a:moveTo>
                      <a:pt x="7433" y="114"/>
                    </a:moveTo>
                    <a:lnTo>
                      <a:pt x="7433" y="58"/>
                    </a:lnTo>
                    <a:lnTo>
                      <a:pt x="7433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3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8" name="Freeform 375">
                <a:extLst>
                  <a:ext uri="{FF2B5EF4-FFF2-40B4-BE49-F238E27FC236}">
                    <a16:creationId xmlns:a16="http://schemas.microsoft.com/office/drawing/2014/main" id="{E9E2F3E8-C453-68B0-C2ED-A5DCC36A5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9" name="Freeform 376">
                <a:extLst>
                  <a:ext uri="{FF2B5EF4-FFF2-40B4-BE49-F238E27FC236}">
                    <a16:creationId xmlns:a16="http://schemas.microsoft.com/office/drawing/2014/main" id="{A4698B37-CE89-2105-96B5-D9C9E603B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2901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0" name="Freeform 377">
                <a:extLst>
                  <a:ext uri="{FF2B5EF4-FFF2-40B4-BE49-F238E27FC236}">
                    <a16:creationId xmlns:a16="http://schemas.microsoft.com/office/drawing/2014/main" id="{B3B8975D-23DA-2C9A-9119-B29A74524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1" name="Freeform 378">
                <a:extLst>
                  <a:ext uri="{FF2B5EF4-FFF2-40B4-BE49-F238E27FC236}">
                    <a16:creationId xmlns:a16="http://schemas.microsoft.com/office/drawing/2014/main" id="{F1404F72-C480-98AD-3108-9C8695192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211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" name="Freeform 379">
                <a:extLst>
                  <a:ext uri="{FF2B5EF4-FFF2-40B4-BE49-F238E27FC236}">
                    <a16:creationId xmlns:a16="http://schemas.microsoft.com/office/drawing/2014/main" id="{52F81B2E-5BC7-DE07-0972-02641C05F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116"/>
                <a:ext cx="156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" name="Freeform 380">
                <a:extLst>
                  <a:ext uri="{FF2B5EF4-FFF2-40B4-BE49-F238E27FC236}">
                    <a16:creationId xmlns:a16="http://schemas.microsoft.com/office/drawing/2014/main" id="{BB0AAEAD-21FB-368F-D527-6ADAFC5C2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2116"/>
                <a:ext cx="156" cy="19"/>
              </a:xfrm>
              <a:custGeom>
                <a:avLst/>
                <a:gdLst>
                  <a:gd name="T0" fmla="*/ 0 w 929"/>
                  <a:gd name="T1" fmla="*/ 0 h 113"/>
                  <a:gd name="T2" fmla="*/ 0 w 929"/>
                  <a:gd name="T3" fmla="*/ 0 h 113"/>
                  <a:gd name="T4" fmla="*/ 0 w 929"/>
                  <a:gd name="T5" fmla="*/ 0 h 113"/>
                  <a:gd name="T6" fmla="*/ 0 w 929"/>
                  <a:gd name="T7" fmla="*/ 0 h 113"/>
                  <a:gd name="T8" fmla="*/ 0 w 929"/>
                  <a:gd name="T9" fmla="*/ 0 h 113"/>
                  <a:gd name="T10" fmla="*/ 0 w 929"/>
                  <a:gd name="T11" fmla="*/ 0 h 113"/>
                  <a:gd name="T12" fmla="*/ 0 w 929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13"/>
                  <a:gd name="T23" fmla="*/ 929 w 929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9" y="113"/>
                    </a:lnTo>
                    <a:lnTo>
                      <a:pt x="929" y="57"/>
                    </a:lnTo>
                    <a:lnTo>
                      <a:pt x="929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" name="Freeform 381">
                <a:extLst>
                  <a:ext uri="{FF2B5EF4-FFF2-40B4-BE49-F238E27FC236}">
                    <a16:creationId xmlns:a16="http://schemas.microsoft.com/office/drawing/2014/main" id="{909C31A4-E21D-F7EC-C3B4-5CBE9F96C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5" name="Freeform 382">
                <a:extLst>
                  <a:ext uri="{FF2B5EF4-FFF2-40B4-BE49-F238E27FC236}">
                    <a16:creationId xmlns:a16="http://schemas.microsoft.com/office/drawing/2014/main" id="{D909A2C2-0946-3F7C-0E8D-E44506103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0" y="2116"/>
                <a:ext cx="10" cy="19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6" name="Line 383">
                <a:extLst>
                  <a:ext uri="{FF2B5EF4-FFF2-40B4-BE49-F238E27FC236}">
                    <a16:creationId xmlns:a16="http://schemas.microsoft.com/office/drawing/2014/main" id="{0C7CC496-D085-FF5F-061E-C1EA7B242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7" name="Line 384">
                <a:extLst>
                  <a:ext uri="{FF2B5EF4-FFF2-40B4-BE49-F238E27FC236}">
                    <a16:creationId xmlns:a16="http://schemas.microsoft.com/office/drawing/2014/main" id="{0771C4CA-B0E7-DA0E-2FC1-665F40D0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3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8" name="Line 385">
                <a:extLst>
                  <a:ext uri="{FF2B5EF4-FFF2-40B4-BE49-F238E27FC236}">
                    <a16:creationId xmlns:a16="http://schemas.microsoft.com/office/drawing/2014/main" id="{B45FE7A4-2550-D2A1-E141-E713BAF94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9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9" name="Line 386">
                <a:extLst>
                  <a:ext uri="{FF2B5EF4-FFF2-40B4-BE49-F238E27FC236}">
                    <a16:creationId xmlns:a16="http://schemas.microsoft.com/office/drawing/2014/main" id="{A8C4CE40-823D-D577-4C0F-26AEDB7FD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2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0" name="Line 387">
                <a:extLst>
                  <a:ext uri="{FF2B5EF4-FFF2-40B4-BE49-F238E27FC236}">
                    <a16:creationId xmlns:a16="http://schemas.microsoft.com/office/drawing/2014/main" id="{EB4E12E3-F65C-744E-9156-0859FC742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8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1" name="Line 388">
                <a:extLst>
                  <a:ext uri="{FF2B5EF4-FFF2-40B4-BE49-F238E27FC236}">
                    <a16:creationId xmlns:a16="http://schemas.microsoft.com/office/drawing/2014/main" id="{ABC58B96-80F0-3936-550A-91B958E17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0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" name="Line 389">
                <a:extLst>
                  <a:ext uri="{FF2B5EF4-FFF2-40B4-BE49-F238E27FC236}">
                    <a16:creationId xmlns:a16="http://schemas.microsoft.com/office/drawing/2014/main" id="{8F62972F-F569-9773-3498-ADD7EE0E4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7" y="3541"/>
                <a:ext cx="24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3" name="Line 390">
                <a:extLst>
                  <a:ext uri="{FF2B5EF4-FFF2-40B4-BE49-F238E27FC236}">
                    <a16:creationId xmlns:a16="http://schemas.microsoft.com/office/drawing/2014/main" id="{0560F6AA-8D64-4AB8-1454-088C59729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4" name="Line 391">
                <a:extLst>
                  <a:ext uri="{FF2B5EF4-FFF2-40B4-BE49-F238E27FC236}">
                    <a16:creationId xmlns:a16="http://schemas.microsoft.com/office/drawing/2014/main" id="{4AB6B1FB-AD79-8DA4-F609-C897FEA65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6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5" name="Freeform 392">
                <a:extLst>
                  <a:ext uri="{FF2B5EF4-FFF2-40B4-BE49-F238E27FC236}">
                    <a16:creationId xmlns:a16="http://schemas.microsoft.com/office/drawing/2014/main" id="{A2B54D84-5A3B-870C-B5B7-C8B17A2078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68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6" name="Freeform 393">
                <a:extLst>
                  <a:ext uri="{FF2B5EF4-FFF2-40B4-BE49-F238E27FC236}">
                    <a16:creationId xmlns:a16="http://schemas.microsoft.com/office/drawing/2014/main" id="{B7E9C10D-6D0D-20B7-28F2-FC00FE595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9" y="3268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7" name="Freeform 394">
                <a:extLst>
                  <a:ext uri="{FF2B5EF4-FFF2-40B4-BE49-F238E27FC236}">
                    <a16:creationId xmlns:a16="http://schemas.microsoft.com/office/drawing/2014/main" id="{C99420A0-B392-12C2-E7B9-B2F815388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3268"/>
                <a:ext cx="135" cy="20"/>
              </a:xfrm>
              <a:custGeom>
                <a:avLst/>
                <a:gdLst>
                  <a:gd name="T0" fmla="*/ 0 w 796"/>
                  <a:gd name="T1" fmla="*/ 0 h 113"/>
                  <a:gd name="T2" fmla="*/ 0 w 796"/>
                  <a:gd name="T3" fmla="*/ 0 h 113"/>
                  <a:gd name="T4" fmla="*/ 0 w 796"/>
                  <a:gd name="T5" fmla="*/ 0 h 113"/>
                  <a:gd name="T6" fmla="*/ 0 w 796"/>
                  <a:gd name="T7" fmla="*/ 0 h 113"/>
                  <a:gd name="T8" fmla="*/ 0 w 796"/>
                  <a:gd name="T9" fmla="*/ 0 h 113"/>
                  <a:gd name="T10" fmla="*/ 0 w 796"/>
                  <a:gd name="T11" fmla="*/ 0 h 113"/>
                  <a:gd name="T12" fmla="*/ 0 w 796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6"/>
                  <a:gd name="T22" fmla="*/ 0 h 113"/>
                  <a:gd name="T23" fmla="*/ 796 w 796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6" h="113">
                    <a:moveTo>
                      <a:pt x="796" y="113"/>
                    </a:moveTo>
                    <a:lnTo>
                      <a:pt x="796" y="57"/>
                    </a:lnTo>
                    <a:lnTo>
                      <a:pt x="796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96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8" name="Freeform 395">
                <a:extLst>
                  <a:ext uri="{FF2B5EF4-FFF2-40B4-BE49-F238E27FC236}">
                    <a16:creationId xmlns:a16="http://schemas.microsoft.com/office/drawing/2014/main" id="{66B7DA6A-9CBF-7D5A-57C0-0CDECDBA0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3268"/>
                <a:ext cx="135" cy="20"/>
              </a:xfrm>
              <a:custGeom>
                <a:avLst/>
                <a:gdLst>
                  <a:gd name="T0" fmla="*/ 0 w 796"/>
                  <a:gd name="T1" fmla="*/ 0 h 113"/>
                  <a:gd name="T2" fmla="*/ 0 w 796"/>
                  <a:gd name="T3" fmla="*/ 0 h 113"/>
                  <a:gd name="T4" fmla="*/ 0 w 796"/>
                  <a:gd name="T5" fmla="*/ 0 h 113"/>
                  <a:gd name="T6" fmla="*/ 0 w 796"/>
                  <a:gd name="T7" fmla="*/ 0 h 113"/>
                  <a:gd name="T8" fmla="*/ 0 w 796"/>
                  <a:gd name="T9" fmla="*/ 0 h 113"/>
                  <a:gd name="T10" fmla="*/ 0 w 796"/>
                  <a:gd name="T11" fmla="*/ 0 h 113"/>
                  <a:gd name="T12" fmla="*/ 0 w 796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6"/>
                  <a:gd name="T22" fmla="*/ 0 h 113"/>
                  <a:gd name="T23" fmla="*/ 796 w 796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6" h="113">
                    <a:moveTo>
                      <a:pt x="796" y="113"/>
                    </a:moveTo>
                    <a:lnTo>
                      <a:pt x="796" y="57"/>
                    </a:lnTo>
                    <a:lnTo>
                      <a:pt x="796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96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9" name="Freeform 396">
                <a:extLst>
                  <a:ext uri="{FF2B5EF4-FFF2-40B4-BE49-F238E27FC236}">
                    <a16:creationId xmlns:a16="http://schemas.microsoft.com/office/drawing/2014/main" id="{B1A495CE-765E-3CD8-0A81-F8F6BFDD6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0" name="Freeform 397">
                <a:extLst>
                  <a:ext uri="{FF2B5EF4-FFF2-40B4-BE49-F238E27FC236}">
                    <a16:creationId xmlns:a16="http://schemas.microsoft.com/office/drawing/2014/main" id="{D6C06B26-C1A7-E82A-FA36-E6984A576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1" name="Freeform 398">
                <a:extLst>
                  <a:ext uri="{FF2B5EF4-FFF2-40B4-BE49-F238E27FC236}">
                    <a16:creationId xmlns:a16="http://schemas.microsoft.com/office/drawing/2014/main" id="{0479A6AF-D1AB-E573-AA49-8F7F439FA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3299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" name="Freeform 399">
                <a:extLst>
                  <a:ext uri="{FF2B5EF4-FFF2-40B4-BE49-F238E27FC236}">
                    <a16:creationId xmlns:a16="http://schemas.microsoft.com/office/drawing/2014/main" id="{B62D9619-7443-C3D6-8F5B-808CEF477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3299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" name="Freeform 400">
                <a:extLst>
                  <a:ext uri="{FF2B5EF4-FFF2-40B4-BE49-F238E27FC236}">
                    <a16:creationId xmlns:a16="http://schemas.microsoft.com/office/drawing/2014/main" id="{686105D6-97FA-3277-C894-C5469B2A2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3299"/>
                <a:ext cx="224" cy="20"/>
              </a:xfrm>
              <a:custGeom>
                <a:avLst/>
                <a:gdLst>
                  <a:gd name="T0" fmla="*/ 0 w 1328"/>
                  <a:gd name="T1" fmla="*/ 0 h 113"/>
                  <a:gd name="T2" fmla="*/ 0 w 1328"/>
                  <a:gd name="T3" fmla="*/ 0 h 113"/>
                  <a:gd name="T4" fmla="*/ 0 w 1328"/>
                  <a:gd name="T5" fmla="*/ 0 h 113"/>
                  <a:gd name="T6" fmla="*/ 0 w 1328"/>
                  <a:gd name="T7" fmla="*/ 0 h 113"/>
                  <a:gd name="T8" fmla="*/ 0 w 1328"/>
                  <a:gd name="T9" fmla="*/ 0 h 113"/>
                  <a:gd name="T10" fmla="*/ 0 w 1328"/>
                  <a:gd name="T11" fmla="*/ 0 h 113"/>
                  <a:gd name="T12" fmla="*/ 0 w 13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3"/>
                  <a:gd name="T23" fmla="*/ 1328 w 13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3">
                    <a:moveTo>
                      <a:pt x="1328" y="113"/>
                    </a:move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8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" name="Freeform 401">
                <a:extLst>
                  <a:ext uri="{FF2B5EF4-FFF2-40B4-BE49-F238E27FC236}">
                    <a16:creationId xmlns:a16="http://schemas.microsoft.com/office/drawing/2014/main" id="{0A3438EB-F776-A97C-C137-11F788D64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3299"/>
                <a:ext cx="224" cy="20"/>
              </a:xfrm>
              <a:custGeom>
                <a:avLst/>
                <a:gdLst>
                  <a:gd name="T0" fmla="*/ 0 w 1328"/>
                  <a:gd name="T1" fmla="*/ 0 h 113"/>
                  <a:gd name="T2" fmla="*/ 0 w 1328"/>
                  <a:gd name="T3" fmla="*/ 0 h 113"/>
                  <a:gd name="T4" fmla="*/ 0 w 1328"/>
                  <a:gd name="T5" fmla="*/ 0 h 113"/>
                  <a:gd name="T6" fmla="*/ 0 w 1328"/>
                  <a:gd name="T7" fmla="*/ 0 h 113"/>
                  <a:gd name="T8" fmla="*/ 0 w 1328"/>
                  <a:gd name="T9" fmla="*/ 0 h 113"/>
                  <a:gd name="T10" fmla="*/ 0 w 1328"/>
                  <a:gd name="T11" fmla="*/ 0 h 113"/>
                  <a:gd name="T12" fmla="*/ 0 w 13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8"/>
                  <a:gd name="T22" fmla="*/ 0 h 113"/>
                  <a:gd name="T23" fmla="*/ 1328 w 13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8" h="113">
                    <a:moveTo>
                      <a:pt x="1328" y="113"/>
                    </a:moveTo>
                    <a:lnTo>
                      <a:pt x="1328" y="57"/>
                    </a:lnTo>
                    <a:lnTo>
                      <a:pt x="1328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8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5" name="Freeform 402">
                <a:extLst>
                  <a:ext uri="{FF2B5EF4-FFF2-40B4-BE49-F238E27FC236}">
                    <a16:creationId xmlns:a16="http://schemas.microsoft.com/office/drawing/2014/main" id="{4436874E-90AA-5C57-9294-AAF341B8F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6" name="Freeform 403">
                <a:extLst>
                  <a:ext uri="{FF2B5EF4-FFF2-40B4-BE49-F238E27FC236}">
                    <a16:creationId xmlns:a16="http://schemas.microsoft.com/office/drawing/2014/main" id="{5C5120A5-65E5-E95E-1F17-BE7AC3FC5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0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7" name="Freeform 404">
                <a:extLst>
                  <a:ext uri="{FF2B5EF4-FFF2-40B4-BE49-F238E27FC236}">
                    <a16:creationId xmlns:a16="http://schemas.microsoft.com/office/drawing/2014/main" id="{E1FAF9E4-201D-52B3-663E-2C2D61F3A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8" name="Freeform 405">
                <a:extLst>
                  <a:ext uri="{FF2B5EF4-FFF2-40B4-BE49-F238E27FC236}">
                    <a16:creationId xmlns:a16="http://schemas.microsoft.com/office/drawing/2014/main" id="{85475AE6-3EFD-22A1-6C67-C2015A582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9" name="Freeform 406">
                <a:extLst>
                  <a:ext uri="{FF2B5EF4-FFF2-40B4-BE49-F238E27FC236}">
                    <a16:creationId xmlns:a16="http://schemas.microsoft.com/office/drawing/2014/main" id="{A97A9556-A870-B97E-F5FA-1049D9894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0" name="Freeform 407">
                <a:extLst>
                  <a:ext uri="{FF2B5EF4-FFF2-40B4-BE49-F238E27FC236}">
                    <a16:creationId xmlns:a16="http://schemas.microsoft.com/office/drawing/2014/main" id="{2713C371-9E44-333B-53C6-47AFD3BF0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1" name="Freeform 408">
                <a:extLst>
                  <a:ext uri="{FF2B5EF4-FFF2-40B4-BE49-F238E27FC236}">
                    <a16:creationId xmlns:a16="http://schemas.microsoft.com/office/drawing/2014/main" id="{4AD93E7B-7660-E28E-B087-7F6FCDC1F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2" name="Freeform 409">
                <a:extLst>
                  <a:ext uri="{FF2B5EF4-FFF2-40B4-BE49-F238E27FC236}">
                    <a16:creationId xmlns:a16="http://schemas.microsoft.com/office/drawing/2014/main" id="{BC8D83C2-AC0E-9EBF-9917-2FD7A9F1F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" name="Freeform 410">
                <a:extLst>
                  <a:ext uri="{FF2B5EF4-FFF2-40B4-BE49-F238E27FC236}">
                    <a16:creationId xmlns:a16="http://schemas.microsoft.com/office/drawing/2014/main" id="{14F4F430-756B-3257-79CB-2CC33D64B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397"/>
                <a:ext cx="20" cy="9"/>
              </a:xfrm>
              <a:custGeom>
                <a:avLst/>
                <a:gdLst>
                  <a:gd name="T0" fmla="*/ 0 w 114"/>
                  <a:gd name="T1" fmla="*/ 0 h 58"/>
                  <a:gd name="T2" fmla="*/ 0 w 114"/>
                  <a:gd name="T3" fmla="*/ 0 h 58"/>
                  <a:gd name="T4" fmla="*/ 0 w 114"/>
                  <a:gd name="T5" fmla="*/ 0 h 58"/>
                  <a:gd name="T6" fmla="*/ 0 w 114"/>
                  <a:gd name="T7" fmla="*/ 0 h 58"/>
                  <a:gd name="T8" fmla="*/ 0 w 114"/>
                  <a:gd name="T9" fmla="*/ 0 h 58"/>
                  <a:gd name="T10" fmla="*/ 0 w 114"/>
                  <a:gd name="T11" fmla="*/ 0 h 58"/>
                  <a:gd name="T12" fmla="*/ 0 w 114"/>
                  <a:gd name="T13" fmla="*/ 0 h 58"/>
                  <a:gd name="T14" fmla="*/ 0 w 114"/>
                  <a:gd name="T15" fmla="*/ 0 h 58"/>
                  <a:gd name="T16" fmla="*/ 0 w 114"/>
                  <a:gd name="T17" fmla="*/ 0 h 58"/>
                  <a:gd name="T18" fmla="*/ 0 w 114"/>
                  <a:gd name="T19" fmla="*/ 0 h 58"/>
                  <a:gd name="T20" fmla="*/ 0 w 114"/>
                  <a:gd name="T21" fmla="*/ 0 h 58"/>
                  <a:gd name="T22" fmla="*/ 0 w 114"/>
                  <a:gd name="T23" fmla="*/ 0 h 58"/>
                  <a:gd name="T24" fmla="*/ 0 w 114"/>
                  <a:gd name="T25" fmla="*/ 0 h 58"/>
                  <a:gd name="T26" fmla="*/ 0 w 114"/>
                  <a:gd name="T27" fmla="*/ 0 h 58"/>
                  <a:gd name="T28" fmla="*/ 0 w 114"/>
                  <a:gd name="T29" fmla="*/ 0 h 58"/>
                  <a:gd name="T30" fmla="*/ 0 w 114"/>
                  <a:gd name="T31" fmla="*/ 0 h 58"/>
                  <a:gd name="T32" fmla="*/ 0 w 114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8"/>
                  <a:gd name="T53" fmla="*/ 114 w 114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1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4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" name="Freeform 411">
                <a:extLst>
                  <a:ext uri="{FF2B5EF4-FFF2-40B4-BE49-F238E27FC236}">
                    <a16:creationId xmlns:a16="http://schemas.microsoft.com/office/drawing/2014/main" id="{A7920E94-750C-D54B-EF20-45C41C761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397"/>
                <a:ext cx="20" cy="9"/>
              </a:xfrm>
              <a:custGeom>
                <a:avLst/>
                <a:gdLst>
                  <a:gd name="T0" fmla="*/ 0 w 114"/>
                  <a:gd name="T1" fmla="*/ 0 h 58"/>
                  <a:gd name="T2" fmla="*/ 0 w 114"/>
                  <a:gd name="T3" fmla="*/ 0 h 58"/>
                  <a:gd name="T4" fmla="*/ 0 w 114"/>
                  <a:gd name="T5" fmla="*/ 0 h 58"/>
                  <a:gd name="T6" fmla="*/ 0 w 114"/>
                  <a:gd name="T7" fmla="*/ 0 h 58"/>
                  <a:gd name="T8" fmla="*/ 0 w 114"/>
                  <a:gd name="T9" fmla="*/ 0 h 58"/>
                  <a:gd name="T10" fmla="*/ 0 w 114"/>
                  <a:gd name="T11" fmla="*/ 0 h 58"/>
                  <a:gd name="T12" fmla="*/ 0 w 114"/>
                  <a:gd name="T13" fmla="*/ 0 h 58"/>
                  <a:gd name="T14" fmla="*/ 0 w 114"/>
                  <a:gd name="T15" fmla="*/ 0 h 58"/>
                  <a:gd name="T16" fmla="*/ 0 w 114"/>
                  <a:gd name="T17" fmla="*/ 0 h 58"/>
                  <a:gd name="T18" fmla="*/ 0 w 114"/>
                  <a:gd name="T19" fmla="*/ 0 h 58"/>
                  <a:gd name="T20" fmla="*/ 0 w 114"/>
                  <a:gd name="T21" fmla="*/ 0 h 58"/>
                  <a:gd name="T22" fmla="*/ 0 w 114"/>
                  <a:gd name="T23" fmla="*/ 0 h 58"/>
                  <a:gd name="T24" fmla="*/ 0 w 114"/>
                  <a:gd name="T25" fmla="*/ 0 h 58"/>
                  <a:gd name="T26" fmla="*/ 0 w 114"/>
                  <a:gd name="T27" fmla="*/ 0 h 58"/>
                  <a:gd name="T28" fmla="*/ 0 w 114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8"/>
                  <a:gd name="T47" fmla="*/ 114 w 114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8">
                    <a:moveTo>
                      <a:pt x="0" y="58"/>
                    </a:move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1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4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5" name="Freeform 412">
                <a:extLst>
                  <a:ext uri="{FF2B5EF4-FFF2-40B4-BE49-F238E27FC236}">
                    <a16:creationId xmlns:a16="http://schemas.microsoft.com/office/drawing/2014/main" id="{22E44157-33A5-E128-54A6-8BD91FB3B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406"/>
                <a:ext cx="20" cy="270"/>
              </a:xfrm>
              <a:custGeom>
                <a:avLst/>
                <a:gdLst>
                  <a:gd name="T0" fmla="*/ 0 w 114"/>
                  <a:gd name="T1" fmla="*/ 0 h 1594"/>
                  <a:gd name="T2" fmla="*/ 0 w 114"/>
                  <a:gd name="T3" fmla="*/ 0 h 1594"/>
                  <a:gd name="T4" fmla="*/ 0 w 114"/>
                  <a:gd name="T5" fmla="*/ 0 h 1594"/>
                  <a:gd name="T6" fmla="*/ 0 w 114"/>
                  <a:gd name="T7" fmla="*/ 0 h 1594"/>
                  <a:gd name="T8" fmla="*/ 0 w 114"/>
                  <a:gd name="T9" fmla="*/ 0 h 1594"/>
                  <a:gd name="T10" fmla="*/ 0 w 114"/>
                  <a:gd name="T11" fmla="*/ 0 h 1594"/>
                  <a:gd name="T12" fmla="*/ 0 w 114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594"/>
                  <a:gd name="T23" fmla="*/ 114 w 114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594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4" y="1594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6" name="Freeform 413">
                <a:extLst>
                  <a:ext uri="{FF2B5EF4-FFF2-40B4-BE49-F238E27FC236}">
                    <a16:creationId xmlns:a16="http://schemas.microsoft.com/office/drawing/2014/main" id="{1F147E5E-D364-8372-0151-30FB0B6FA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406"/>
                <a:ext cx="20" cy="270"/>
              </a:xfrm>
              <a:custGeom>
                <a:avLst/>
                <a:gdLst>
                  <a:gd name="T0" fmla="*/ 0 w 114"/>
                  <a:gd name="T1" fmla="*/ 0 h 1594"/>
                  <a:gd name="T2" fmla="*/ 0 w 114"/>
                  <a:gd name="T3" fmla="*/ 0 h 1594"/>
                  <a:gd name="T4" fmla="*/ 0 w 114"/>
                  <a:gd name="T5" fmla="*/ 0 h 1594"/>
                  <a:gd name="T6" fmla="*/ 0 w 114"/>
                  <a:gd name="T7" fmla="*/ 0 h 1594"/>
                  <a:gd name="T8" fmla="*/ 0 w 114"/>
                  <a:gd name="T9" fmla="*/ 0 h 1594"/>
                  <a:gd name="T10" fmla="*/ 0 w 114"/>
                  <a:gd name="T11" fmla="*/ 0 h 1594"/>
                  <a:gd name="T12" fmla="*/ 0 w 114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594"/>
                  <a:gd name="T23" fmla="*/ 114 w 114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594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4" y="1594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7" name="Freeform 414">
                <a:extLst>
                  <a:ext uri="{FF2B5EF4-FFF2-40B4-BE49-F238E27FC236}">
                    <a16:creationId xmlns:a16="http://schemas.microsoft.com/office/drawing/2014/main" id="{4613A88A-E63D-436D-F824-333E7A66B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676"/>
                <a:ext cx="20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1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8" name="Freeform 415">
                <a:extLst>
                  <a:ext uri="{FF2B5EF4-FFF2-40B4-BE49-F238E27FC236}">
                    <a16:creationId xmlns:a16="http://schemas.microsoft.com/office/drawing/2014/main" id="{423B9CC9-95F0-5D2E-E044-88AD4B575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" y="3676"/>
                <a:ext cx="20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1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9" name="Freeform 416">
                <a:extLst>
                  <a:ext uri="{FF2B5EF4-FFF2-40B4-BE49-F238E27FC236}">
                    <a16:creationId xmlns:a16="http://schemas.microsoft.com/office/drawing/2014/main" id="{4F24D0D5-0F60-87EA-7081-0B4EEB11EA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0" name="Freeform 417">
                <a:extLst>
                  <a:ext uri="{FF2B5EF4-FFF2-40B4-BE49-F238E27FC236}">
                    <a16:creationId xmlns:a16="http://schemas.microsoft.com/office/drawing/2014/main" id="{42C24EE5-FBFE-40F4-4B11-4104A7C86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1" name="Freeform 418">
                <a:extLst>
                  <a:ext uri="{FF2B5EF4-FFF2-40B4-BE49-F238E27FC236}">
                    <a16:creationId xmlns:a16="http://schemas.microsoft.com/office/drawing/2014/main" id="{AB0B45C2-4FF1-A71C-8F21-67BFE7FBE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2" name="Freeform 419">
                <a:extLst>
                  <a:ext uri="{FF2B5EF4-FFF2-40B4-BE49-F238E27FC236}">
                    <a16:creationId xmlns:a16="http://schemas.microsoft.com/office/drawing/2014/main" id="{07CD5F71-CCA1-D07B-9D73-B9B072E2C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" name="Freeform 420">
                <a:extLst>
                  <a:ext uri="{FF2B5EF4-FFF2-40B4-BE49-F238E27FC236}">
                    <a16:creationId xmlns:a16="http://schemas.microsoft.com/office/drawing/2014/main" id="{4F7DE2E8-43AB-ACF8-4709-9102CEEB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" name="Freeform 421">
                <a:extLst>
                  <a:ext uri="{FF2B5EF4-FFF2-40B4-BE49-F238E27FC236}">
                    <a16:creationId xmlns:a16="http://schemas.microsoft.com/office/drawing/2014/main" id="{D111EE47-AFDC-BD81-6469-4251C4F7B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" name="Freeform 422">
                <a:extLst>
                  <a:ext uri="{FF2B5EF4-FFF2-40B4-BE49-F238E27FC236}">
                    <a16:creationId xmlns:a16="http://schemas.microsoft.com/office/drawing/2014/main" id="{919CD4BF-C0CD-FDB0-718F-829BFF53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" name="Freeform 423">
                <a:extLst>
                  <a:ext uri="{FF2B5EF4-FFF2-40B4-BE49-F238E27FC236}">
                    <a16:creationId xmlns:a16="http://schemas.microsoft.com/office/drawing/2014/main" id="{34EDF8F1-7266-55A3-647C-C419E9DC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" name="Freeform 424">
                <a:extLst>
                  <a:ext uri="{FF2B5EF4-FFF2-40B4-BE49-F238E27FC236}">
                    <a16:creationId xmlns:a16="http://schemas.microsoft.com/office/drawing/2014/main" id="{33BB42C6-4A9B-5CBE-14E6-BA74766C3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" name="Freeform 425">
                <a:extLst>
                  <a:ext uri="{FF2B5EF4-FFF2-40B4-BE49-F238E27FC236}">
                    <a16:creationId xmlns:a16="http://schemas.microsoft.com/office/drawing/2014/main" id="{4FB258A9-4CDA-C7BF-2CC1-51D8C3200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" name="Freeform 426">
                <a:extLst>
                  <a:ext uri="{FF2B5EF4-FFF2-40B4-BE49-F238E27FC236}">
                    <a16:creationId xmlns:a16="http://schemas.microsoft.com/office/drawing/2014/main" id="{BE36E993-EDA7-7AEC-B367-C5CB963FC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0" name="Freeform 427">
                <a:extLst>
                  <a:ext uri="{FF2B5EF4-FFF2-40B4-BE49-F238E27FC236}">
                    <a16:creationId xmlns:a16="http://schemas.microsoft.com/office/drawing/2014/main" id="{A6613F23-C2B0-A828-DD80-EC99B4E54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1" name="Freeform 428">
                <a:extLst>
                  <a:ext uri="{FF2B5EF4-FFF2-40B4-BE49-F238E27FC236}">
                    <a16:creationId xmlns:a16="http://schemas.microsoft.com/office/drawing/2014/main" id="{669104E0-F38F-B647-5C31-025023A4C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2" name="Freeform 429">
                <a:extLst>
                  <a:ext uri="{FF2B5EF4-FFF2-40B4-BE49-F238E27FC236}">
                    <a16:creationId xmlns:a16="http://schemas.microsoft.com/office/drawing/2014/main" id="{96C8514E-22E7-FCA6-5F6B-539AE0172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69" y="3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" name="Freeform 430">
                <a:extLst>
                  <a:ext uri="{FF2B5EF4-FFF2-40B4-BE49-F238E27FC236}">
                    <a16:creationId xmlns:a16="http://schemas.microsoft.com/office/drawing/2014/main" id="{9492878A-02D5-97E7-0A66-D4E6E13D1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" name="Freeform 431">
                <a:extLst>
                  <a:ext uri="{FF2B5EF4-FFF2-40B4-BE49-F238E27FC236}">
                    <a16:creationId xmlns:a16="http://schemas.microsoft.com/office/drawing/2014/main" id="{11D1A023-9B4D-4138-ABCB-DB5A3BA83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5" name="Freeform 432">
                <a:extLst>
                  <a:ext uri="{FF2B5EF4-FFF2-40B4-BE49-F238E27FC236}">
                    <a16:creationId xmlns:a16="http://schemas.microsoft.com/office/drawing/2014/main" id="{5AE595F7-47AD-4CFE-1DFA-386E2999E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6" name="Freeform 433">
                <a:extLst>
                  <a:ext uri="{FF2B5EF4-FFF2-40B4-BE49-F238E27FC236}">
                    <a16:creationId xmlns:a16="http://schemas.microsoft.com/office/drawing/2014/main" id="{2FB3B773-0359-EEF3-8AA5-1C962ED8A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8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7" name="Freeform 434">
                <a:extLst>
                  <a:ext uri="{FF2B5EF4-FFF2-40B4-BE49-F238E27FC236}">
                    <a16:creationId xmlns:a16="http://schemas.microsoft.com/office/drawing/2014/main" id="{891C02FA-0B75-8AE6-0C0A-2076BD635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19" cy="11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8" name="Freeform 435">
                <a:extLst>
                  <a:ext uri="{FF2B5EF4-FFF2-40B4-BE49-F238E27FC236}">
                    <a16:creationId xmlns:a16="http://schemas.microsoft.com/office/drawing/2014/main" id="{C4B385FB-8636-56D9-4350-2B34C309E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68"/>
                <a:ext cx="19" cy="11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9" name="Freeform 436">
                <a:extLst>
                  <a:ext uri="{FF2B5EF4-FFF2-40B4-BE49-F238E27FC236}">
                    <a16:creationId xmlns:a16="http://schemas.microsoft.com/office/drawing/2014/main" id="{BB0C691E-3B75-3BA6-F041-06B0A0712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3279"/>
                <a:ext cx="19" cy="524"/>
              </a:xfrm>
              <a:custGeom>
                <a:avLst/>
                <a:gdLst>
                  <a:gd name="T0" fmla="*/ 0 w 114"/>
                  <a:gd name="T1" fmla="*/ 0 h 3112"/>
                  <a:gd name="T2" fmla="*/ 0 w 114"/>
                  <a:gd name="T3" fmla="*/ 0 h 3112"/>
                  <a:gd name="T4" fmla="*/ 0 w 114"/>
                  <a:gd name="T5" fmla="*/ 0 h 3112"/>
                  <a:gd name="T6" fmla="*/ 0 w 114"/>
                  <a:gd name="T7" fmla="*/ 0 h 3112"/>
                  <a:gd name="T8" fmla="*/ 0 w 114"/>
                  <a:gd name="T9" fmla="*/ 0 h 3112"/>
                  <a:gd name="T10" fmla="*/ 0 w 114"/>
                  <a:gd name="T11" fmla="*/ 0 h 3112"/>
                  <a:gd name="T12" fmla="*/ 0 w 114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112"/>
                  <a:gd name="T23" fmla="*/ 114 w 114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112">
                    <a:moveTo>
                      <a:pt x="114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4" y="3112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00" name="Group 437">
                <a:extLst>
                  <a:ext uri="{FF2B5EF4-FFF2-40B4-BE49-F238E27FC236}">
                    <a16:creationId xmlns:a16="http://schemas.microsoft.com/office/drawing/2014/main" id="{C64A6084-C91D-A7A0-F16F-AFF16369CA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7" y="2095"/>
                <a:ext cx="4394" cy="1791"/>
                <a:chOff x="1313" y="3015"/>
                <a:chExt cx="3719" cy="1516"/>
              </a:xfrm>
            </p:grpSpPr>
            <p:sp>
              <p:nvSpPr>
                <p:cNvPr id="1151" name="Freeform 438">
                  <a:extLst>
                    <a:ext uri="{FF2B5EF4-FFF2-40B4-BE49-F238E27FC236}">
                      <a16:creationId xmlns:a16="http://schemas.microsoft.com/office/drawing/2014/main" id="{7675DF9D-F669-9D27-404B-EC4F9844D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017"/>
                  <a:ext cx="16" cy="444"/>
                </a:xfrm>
                <a:custGeom>
                  <a:avLst/>
                  <a:gdLst>
                    <a:gd name="T0" fmla="*/ 0 w 114"/>
                    <a:gd name="T1" fmla="*/ 0 h 3112"/>
                    <a:gd name="T2" fmla="*/ 0 w 114"/>
                    <a:gd name="T3" fmla="*/ 0 h 3112"/>
                    <a:gd name="T4" fmla="*/ 0 w 114"/>
                    <a:gd name="T5" fmla="*/ 0 h 3112"/>
                    <a:gd name="T6" fmla="*/ 0 w 114"/>
                    <a:gd name="T7" fmla="*/ 0 h 3112"/>
                    <a:gd name="T8" fmla="*/ 0 w 114"/>
                    <a:gd name="T9" fmla="*/ 0 h 3112"/>
                    <a:gd name="T10" fmla="*/ 0 w 114"/>
                    <a:gd name="T11" fmla="*/ 0 h 3112"/>
                    <a:gd name="T12" fmla="*/ 0 w 114"/>
                    <a:gd name="T13" fmla="*/ 0 h 3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112"/>
                    <a:gd name="T23" fmla="*/ 114 w 114"/>
                    <a:gd name="T24" fmla="*/ 3112 h 3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112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112"/>
                      </a:lnTo>
                      <a:lnTo>
                        <a:pt x="56" y="3112"/>
                      </a:lnTo>
                      <a:lnTo>
                        <a:pt x="114" y="3112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2" name="Freeform 439">
                  <a:extLst>
                    <a:ext uri="{FF2B5EF4-FFF2-40B4-BE49-F238E27FC236}">
                      <a16:creationId xmlns:a16="http://schemas.microsoft.com/office/drawing/2014/main" id="{56BC6112-4BA5-D0DC-F1C4-5499E02C83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61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3" name="Freeform 440">
                  <a:extLst>
                    <a:ext uri="{FF2B5EF4-FFF2-40B4-BE49-F238E27FC236}">
                      <a16:creationId xmlns:a16="http://schemas.microsoft.com/office/drawing/2014/main" id="{BAFD52FA-AA95-D534-1FFD-0682B2DC3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61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4" name="Freeform 441">
                  <a:extLst>
                    <a:ext uri="{FF2B5EF4-FFF2-40B4-BE49-F238E27FC236}">
                      <a16:creationId xmlns:a16="http://schemas.microsoft.com/office/drawing/2014/main" id="{0146C80E-1FC0-7E5B-537B-512CC147F0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5" name="Freeform 442">
                  <a:extLst>
                    <a:ext uri="{FF2B5EF4-FFF2-40B4-BE49-F238E27FC236}">
                      <a16:creationId xmlns:a16="http://schemas.microsoft.com/office/drawing/2014/main" id="{A983880B-B20E-C4DB-1598-B6A5D3E70F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6" name="Freeform 443">
                  <a:extLst>
                    <a:ext uri="{FF2B5EF4-FFF2-40B4-BE49-F238E27FC236}">
                      <a16:creationId xmlns:a16="http://schemas.microsoft.com/office/drawing/2014/main" id="{591C3210-B705-A12A-63DA-9BA55D5FA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453"/>
                  <a:ext cx="114" cy="16"/>
                </a:xfrm>
                <a:custGeom>
                  <a:avLst/>
                  <a:gdLst>
                    <a:gd name="T0" fmla="*/ 0 w 796"/>
                    <a:gd name="T1" fmla="*/ 0 h 113"/>
                    <a:gd name="T2" fmla="*/ 0 w 796"/>
                    <a:gd name="T3" fmla="*/ 0 h 113"/>
                    <a:gd name="T4" fmla="*/ 0 w 796"/>
                    <a:gd name="T5" fmla="*/ 0 h 113"/>
                    <a:gd name="T6" fmla="*/ 0 w 796"/>
                    <a:gd name="T7" fmla="*/ 0 h 113"/>
                    <a:gd name="T8" fmla="*/ 0 w 796"/>
                    <a:gd name="T9" fmla="*/ 0 h 113"/>
                    <a:gd name="T10" fmla="*/ 0 w 796"/>
                    <a:gd name="T11" fmla="*/ 0 h 113"/>
                    <a:gd name="T12" fmla="*/ 0 w 796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96"/>
                    <a:gd name="T22" fmla="*/ 0 h 113"/>
                    <a:gd name="T23" fmla="*/ 796 w 796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96" h="113">
                      <a:moveTo>
                        <a:pt x="796" y="113"/>
                      </a:moveTo>
                      <a:lnTo>
                        <a:pt x="796" y="57"/>
                      </a:lnTo>
                      <a:lnTo>
                        <a:pt x="796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96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7" name="Freeform 444">
                  <a:extLst>
                    <a:ext uri="{FF2B5EF4-FFF2-40B4-BE49-F238E27FC236}">
                      <a16:creationId xmlns:a16="http://schemas.microsoft.com/office/drawing/2014/main" id="{C19370D9-43B4-FEC9-0897-28BBF16BC7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453"/>
                  <a:ext cx="114" cy="16"/>
                </a:xfrm>
                <a:custGeom>
                  <a:avLst/>
                  <a:gdLst>
                    <a:gd name="T0" fmla="*/ 0 w 796"/>
                    <a:gd name="T1" fmla="*/ 0 h 113"/>
                    <a:gd name="T2" fmla="*/ 0 w 796"/>
                    <a:gd name="T3" fmla="*/ 0 h 113"/>
                    <a:gd name="T4" fmla="*/ 0 w 796"/>
                    <a:gd name="T5" fmla="*/ 0 h 113"/>
                    <a:gd name="T6" fmla="*/ 0 w 796"/>
                    <a:gd name="T7" fmla="*/ 0 h 113"/>
                    <a:gd name="T8" fmla="*/ 0 w 796"/>
                    <a:gd name="T9" fmla="*/ 0 h 113"/>
                    <a:gd name="T10" fmla="*/ 0 w 796"/>
                    <a:gd name="T11" fmla="*/ 0 h 113"/>
                    <a:gd name="T12" fmla="*/ 0 w 796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96"/>
                    <a:gd name="T22" fmla="*/ 0 h 113"/>
                    <a:gd name="T23" fmla="*/ 796 w 796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96" h="113">
                      <a:moveTo>
                        <a:pt x="796" y="113"/>
                      </a:moveTo>
                      <a:lnTo>
                        <a:pt x="796" y="57"/>
                      </a:lnTo>
                      <a:lnTo>
                        <a:pt x="796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96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8" name="Freeform 445">
                  <a:extLst>
                    <a:ext uri="{FF2B5EF4-FFF2-40B4-BE49-F238E27FC236}">
                      <a16:creationId xmlns:a16="http://schemas.microsoft.com/office/drawing/2014/main" id="{627491B3-581C-5D50-1347-349600A629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9" name="Freeform 446">
                  <a:extLst>
                    <a:ext uri="{FF2B5EF4-FFF2-40B4-BE49-F238E27FC236}">
                      <a16:creationId xmlns:a16="http://schemas.microsoft.com/office/drawing/2014/main" id="{FEA42146-0359-0523-3CDC-48230FB541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2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0" name="Freeform 447">
                  <a:extLst>
                    <a:ext uri="{FF2B5EF4-FFF2-40B4-BE49-F238E27FC236}">
                      <a16:creationId xmlns:a16="http://schemas.microsoft.com/office/drawing/2014/main" id="{21877769-AD11-AA55-7A5B-0EECE3BBCF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7" y="442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1" name="Freeform 448">
                  <a:extLst>
                    <a:ext uri="{FF2B5EF4-FFF2-40B4-BE49-F238E27FC236}">
                      <a16:creationId xmlns:a16="http://schemas.microsoft.com/office/drawing/2014/main" id="{1E809403-BB96-084F-EA72-217C4FBDD7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7" y="442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2" name="Freeform 449">
                  <a:extLst>
                    <a:ext uri="{FF2B5EF4-FFF2-40B4-BE49-F238E27FC236}">
                      <a16:creationId xmlns:a16="http://schemas.microsoft.com/office/drawing/2014/main" id="{4B908AB7-5693-47AE-45A4-990573D51D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4427"/>
                  <a:ext cx="190" cy="16"/>
                </a:xfrm>
                <a:custGeom>
                  <a:avLst/>
                  <a:gdLst>
                    <a:gd name="T0" fmla="*/ 0 w 1328"/>
                    <a:gd name="T1" fmla="*/ 0 h 113"/>
                    <a:gd name="T2" fmla="*/ 0 w 1328"/>
                    <a:gd name="T3" fmla="*/ 0 h 113"/>
                    <a:gd name="T4" fmla="*/ 0 w 1328"/>
                    <a:gd name="T5" fmla="*/ 0 h 113"/>
                    <a:gd name="T6" fmla="*/ 0 w 1328"/>
                    <a:gd name="T7" fmla="*/ 0 h 113"/>
                    <a:gd name="T8" fmla="*/ 0 w 1328"/>
                    <a:gd name="T9" fmla="*/ 0 h 113"/>
                    <a:gd name="T10" fmla="*/ 0 w 1328"/>
                    <a:gd name="T11" fmla="*/ 0 h 113"/>
                    <a:gd name="T12" fmla="*/ 0 w 13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8"/>
                    <a:gd name="T22" fmla="*/ 0 h 113"/>
                    <a:gd name="T23" fmla="*/ 1328 w 13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8" h="113">
                      <a:moveTo>
                        <a:pt x="1328" y="113"/>
                      </a:moveTo>
                      <a:lnTo>
                        <a:pt x="1328" y="57"/>
                      </a:lnTo>
                      <a:lnTo>
                        <a:pt x="1328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328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3" name="Freeform 450">
                  <a:extLst>
                    <a:ext uri="{FF2B5EF4-FFF2-40B4-BE49-F238E27FC236}">
                      <a16:creationId xmlns:a16="http://schemas.microsoft.com/office/drawing/2014/main" id="{D2433CEC-35E7-4A1B-ED26-42FDA7264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7" y="4427"/>
                  <a:ext cx="190" cy="16"/>
                </a:xfrm>
                <a:custGeom>
                  <a:avLst/>
                  <a:gdLst>
                    <a:gd name="T0" fmla="*/ 0 w 1328"/>
                    <a:gd name="T1" fmla="*/ 0 h 113"/>
                    <a:gd name="T2" fmla="*/ 0 w 1328"/>
                    <a:gd name="T3" fmla="*/ 0 h 113"/>
                    <a:gd name="T4" fmla="*/ 0 w 1328"/>
                    <a:gd name="T5" fmla="*/ 0 h 113"/>
                    <a:gd name="T6" fmla="*/ 0 w 1328"/>
                    <a:gd name="T7" fmla="*/ 0 h 113"/>
                    <a:gd name="T8" fmla="*/ 0 w 1328"/>
                    <a:gd name="T9" fmla="*/ 0 h 113"/>
                    <a:gd name="T10" fmla="*/ 0 w 1328"/>
                    <a:gd name="T11" fmla="*/ 0 h 113"/>
                    <a:gd name="T12" fmla="*/ 0 w 13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8"/>
                    <a:gd name="T22" fmla="*/ 0 h 113"/>
                    <a:gd name="T23" fmla="*/ 1328 w 13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8" h="113">
                      <a:moveTo>
                        <a:pt x="1328" y="113"/>
                      </a:moveTo>
                      <a:lnTo>
                        <a:pt x="1328" y="57"/>
                      </a:lnTo>
                      <a:lnTo>
                        <a:pt x="1328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328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4" name="Freeform 451">
                  <a:extLst>
                    <a:ext uri="{FF2B5EF4-FFF2-40B4-BE49-F238E27FC236}">
                      <a16:creationId xmlns:a16="http://schemas.microsoft.com/office/drawing/2014/main" id="{EAFC13DF-94D8-6375-C296-30E27B645E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9" y="442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5" name="Freeform 452">
                  <a:extLst>
                    <a:ext uri="{FF2B5EF4-FFF2-40B4-BE49-F238E27FC236}">
                      <a16:creationId xmlns:a16="http://schemas.microsoft.com/office/drawing/2014/main" id="{E45D95B3-2C85-84B4-6846-F6F1353B2D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9" y="442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6" name="Freeform 453">
                  <a:extLst>
                    <a:ext uri="{FF2B5EF4-FFF2-40B4-BE49-F238E27FC236}">
                      <a16:creationId xmlns:a16="http://schemas.microsoft.com/office/drawing/2014/main" id="{3CBCFBC1-4DE5-5DA3-B140-81D104E256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7" name="Freeform 454">
                  <a:extLst>
                    <a:ext uri="{FF2B5EF4-FFF2-40B4-BE49-F238E27FC236}">
                      <a16:creationId xmlns:a16="http://schemas.microsoft.com/office/drawing/2014/main" id="{05838EEC-C65F-96F8-9758-FA9CD6A84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8" name="Freeform 455">
                  <a:extLst>
                    <a:ext uri="{FF2B5EF4-FFF2-40B4-BE49-F238E27FC236}">
                      <a16:creationId xmlns:a16="http://schemas.microsoft.com/office/drawing/2014/main" id="{E79E06C0-13EB-FAE5-8A3F-0739192DE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345"/>
                  <a:ext cx="132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9" name="Freeform 456">
                  <a:extLst>
                    <a:ext uri="{FF2B5EF4-FFF2-40B4-BE49-F238E27FC236}">
                      <a16:creationId xmlns:a16="http://schemas.microsoft.com/office/drawing/2014/main" id="{52C419C9-E4A8-1619-6734-A30403E86C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345"/>
                  <a:ext cx="132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0" name="Freeform 457">
                  <a:extLst>
                    <a:ext uri="{FF2B5EF4-FFF2-40B4-BE49-F238E27FC236}">
                      <a16:creationId xmlns:a16="http://schemas.microsoft.com/office/drawing/2014/main" id="{8DD9B3E3-2368-2559-37D2-2AD184B4B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w 58"/>
                    <a:gd name="T31" fmla="*/ 0 h 113"/>
                    <a:gd name="T32" fmla="*/ 0 w 58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3"/>
                    <a:gd name="T53" fmla="*/ 58 w 58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1" name="Freeform 458">
                  <a:extLst>
                    <a:ext uri="{FF2B5EF4-FFF2-40B4-BE49-F238E27FC236}">
                      <a16:creationId xmlns:a16="http://schemas.microsoft.com/office/drawing/2014/main" id="{8ED3D59C-739C-2761-B325-D6E638B4C8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3"/>
                    <a:gd name="T47" fmla="*/ 58 w 58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3">
                      <a:moveTo>
                        <a:pt x="0" y="0"/>
                      </a:move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2" name="Freeform 459">
                  <a:extLst>
                    <a:ext uri="{FF2B5EF4-FFF2-40B4-BE49-F238E27FC236}">
                      <a16:creationId xmlns:a16="http://schemas.microsoft.com/office/drawing/2014/main" id="{E427B8F9-645F-C4A3-B1DF-8A9A613FBF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3" name="Freeform 460">
                  <a:extLst>
                    <a:ext uri="{FF2B5EF4-FFF2-40B4-BE49-F238E27FC236}">
                      <a16:creationId xmlns:a16="http://schemas.microsoft.com/office/drawing/2014/main" id="{2261DBB7-6364-A2C4-B768-983D4FBE57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6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4" name="Freeform 461">
                  <a:extLst>
                    <a:ext uri="{FF2B5EF4-FFF2-40B4-BE49-F238E27FC236}">
                      <a16:creationId xmlns:a16="http://schemas.microsoft.com/office/drawing/2014/main" id="{44393746-F0CB-CB16-20C8-0341532F9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117"/>
                  <a:ext cx="132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5" name="Freeform 462">
                  <a:extLst>
                    <a:ext uri="{FF2B5EF4-FFF2-40B4-BE49-F238E27FC236}">
                      <a16:creationId xmlns:a16="http://schemas.microsoft.com/office/drawing/2014/main" id="{634A3897-9B0A-D187-292E-6ACA1BAEB4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117"/>
                  <a:ext cx="132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6" name="Freeform 463">
                  <a:extLst>
                    <a:ext uri="{FF2B5EF4-FFF2-40B4-BE49-F238E27FC236}">
                      <a16:creationId xmlns:a16="http://schemas.microsoft.com/office/drawing/2014/main" id="{CBD8C00B-3517-26E1-D342-0BFF4B9FAC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w 58"/>
                    <a:gd name="T31" fmla="*/ 0 h 114"/>
                    <a:gd name="T32" fmla="*/ 0 w 58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4"/>
                    <a:gd name="T53" fmla="*/ 58 w 58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7" name="Freeform 464">
                  <a:extLst>
                    <a:ext uri="{FF2B5EF4-FFF2-40B4-BE49-F238E27FC236}">
                      <a16:creationId xmlns:a16="http://schemas.microsoft.com/office/drawing/2014/main" id="{942F844A-3338-E9A2-5EE4-12EE62ED35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6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4"/>
                    <a:gd name="T47" fmla="*/ 58 w 58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4">
                      <a:moveTo>
                        <a:pt x="0" y="0"/>
                      </a:move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8" name="Freeform 465">
                  <a:extLst>
                    <a:ext uri="{FF2B5EF4-FFF2-40B4-BE49-F238E27FC236}">
                      <a16:creationId xmlns:a16="http://schemas.microsoft.com/office/drawing/2014/main" id="{792F29E4-5FD0-0693-9CDE-525AFBCBE3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9" name="Freeform 466">
                  <a:extLst>
                    <a:ext uri="{FF2B5EF4-FFF2-40B4-BE49-F238E27FC236}">
                      <a16:creationId xmlns:a16="http://schemas.microsoft.com/office/drawing/2014/main" id="{9C5988EA-DA56-B4A0-2755-3E3BF424EA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45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0" name="Freeform 467">
                  <a:extLst>
                    <a:ext uri="{FF2B5EF4-FFF2-40B4-BE49-F238E27FC236}">
                      <a16:creationId xmlns:a16="http://schemas.microsoft.com/office/drawing/2014/main" id="{7AA0654B-A741-3512-EF8C-1F0447A2DB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453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1" name="Freeform 468">
                  <a:extLst>
                    <a:ext uri="{FF2B5EF4-FFF2-40B4-BE49-F238E27FC236}">
                      <a16:creationId xmlns:a16="http://schemas.microsoft.com/office/drawing/2014/main" id="{773D4A46-C83E-D235-04FE-33FAB1FC16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453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2" name="Freeform 469">
                  <a:extLst>
                    <a:ext uri="{FF2B5EF4-FFF2-40B4-BE49-F238E27FC236}">
                      <a16:creationId xmlns:a16="http://schemas.microsoft.com/office/drawing/2014/main" id="{AD254B4C-496D-F989-66AF-B9EC901693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3" name="Freeform 470">
                  <a:extLst>
                    <a:ext uri="{FF2B5EF4-FFF2-40B4-BE49-F238E27FC236}">
                      <a16:creationId xmlns:a16="http://schemas.microsoft.com/office/drawing/2014/main" id="{B0AD8D2C-BBFF-D0EF-5591-47D127CDC2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45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4" name="Freeform 471">
                  <a:extLst>
                    <a:ext uri="{FF2B5EF4-FFF2-40B4-BE49-F238E27FC236}">
                      <a16:creationId xmlns:a16="http://schemas.microsoft.com/office/drawing/2014/main" id="{0AAF4362-C148-E1C7-409C-050E88DA5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008"/>
                  <a:ext cx="8" cy="17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5" name="Freeform 472">
                  <a:extLst>
                    <a:ext uri="{FF2B5EF4-FFF2-40B4-BE49-F238E27FC236}">
                      <a16:creationId xmlns:a16="http://schemas.microsoft.com/office/drawing/2014/main" id="{78378E05-F160-32BD-D884-55E0B5D695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54" y="4008"/>
                  <a:ext cx="8" cy="17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6" name="Freeform 473">
                  <a:extLst>
                    <a:ext uri="{FF2B5EF4-FFF2-40B4-BE49-F238E27FC236}">
                      <a16:creationId xmlns:a16="http://schemas.microsoft.com/office/drawing/2014/main" id="{141CCB7F-ED96-600E-BA38-8316E35E24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008"/>
                  <a:ext cx="135" cy="17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7" name="Freeform 474">
                  <a:extLst>
                    <a:ext uri="{FF2B5EF4-FFF2-40B4-BE49-F238E27FC236}">
                      <a16:creationId xmlns:a16="http://schemas.microsoft.com/office/drawing/2014/main" id="{70894C48-C59F-39F2-9CC6-CA7CCA5135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21" y="4008"/>
                  <a:ext cx="135" cy="17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FF33CC"/>
                </a:solidFill>
                <a:ln w="0">
                  <a:solidFill>
                    <a:srgbClr val="FF33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8" name="Freeform 475">
                  <a:extLst>
                    <a:ext uri="{FF2B5EF4-FFF2-40B4-BE49-F238E27FC236}">
                      <a16:creationId xmlns:a16="http://schemas.microsoft.com/office/drawing/2014/main" id="{A7B6B0D8-89E6-32D4-48E4-F9EB28AA22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008"/>
                  <a:ext cx="8" cy="17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9" name="Freeform 476">
                  <a:extLst>
                    <a:ext uri="{FF2B5EF4-FFF2-40B4-BE49-F238E27FC236}">
                      <a16:creationId xmlns:a16="http://schemas.microsoft.com/office/drawing/2014/main" id="{9A74B368-1763-ADA0-F768-9CD8C7EEFA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3" y="4008"/>
                  <a:ext cx="8" cy="17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0" name="Freeform 477">
                  <a:extLst>
                    <a:ext uri="{FF2B5EF4-FFF2-40B4-BE49-F238E27FC236}">
                      <a16:creationId xmlns:a16="http://schemas.microsoft.com/office/drawing/2014/main" id="{70090C67-B6EC-EA06-81D0-92D7F1CD96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1" name="Freeform 478">
                  <a:extLst>
                    <a:ext uri="{FF2B5EF4-FFF2-40B4-BE49-F238E27FC236}">
                      <a16:creationId xmlns:a16="http://schemas.microsoft.com/office/drawing/2014/main" id="{B586BBD3-9B03-B244-6D32-EF74FBDB8C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11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2" name="Freeform 479">
                  <a:extLst>
                    <a:ext uri="{FF2B5EF4-FFF2-40B4-BE49-F238E27FC236}">
                      <a16:creationId xmlns:a16="http://schemas.microsoft.com/office/drawing/2014/main" id="{3377D474-BFD2-B6FB-B542-72FA6CB725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117"/>
                  <a:ext cx="133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3" name="Freeform 480">
                  <a:extLst>
                    <a:ext uri="{FF2B5EF4-FFF2-40B4-BE49-F238E27FC236}">
                      <a16:creationId xmlns:a16="http://schemas.microsoft.com/office/drawing/2014/main" id="{3DEFAC96-95A0-94C6-DB4C-BC30C8720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117"/>
                  <a:ext cx="133" cy="16"/>
                </a:xfrm>
                <a:custGeom>
                  <a:avLst/>
                  <a:gdLst>
                    <a:gd name="T0" fmla="*/ 0 w 929"/>
                    <a:gd name="T1" fmla="*/ 0 h 114"/>
                    <a:gd name="T2" fmla="*/ 0 w 929"/>
                    <a:gd name="T3" fmla="*/ 0 h 114"/>
                    <a:gd name="T4" fmla="*/ 0 w 929"/>
                    <a:gd name="T5" fmla="*/ 0 h 114"/>
                    <a:gd name="T6" fmla="*/ 0 w 929"/>
                    <a:gd name="T7" fmla="*/ 0 h 114"/>
                    <a:gd name="T8" fmla="*/ 0 w 929"/>
                    <a:gd name="T9" fmla="*/ 0 h 114"/>
                    <a:gd name="T10" fmla="*/ 0 w 929"/>
                    <a:gd name="T11" fmla="*/ 0 h 114"/>
                    <a:gd name="T12" fmla="*/ 0 w 929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4"/>
                    <a:gd name="T23" fmla="*/ 929 w 929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929" y="114"/>
                      </a:lnTo>
                      <a:lnTo>
                        <a:pt x="929" y="58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4" name="Freeform 481">
                  <a:extLst>
                    <a:ext uri="{FF2B5EF4-FFF2-40B4-BE49-F238E27FC236}">
                      <a16:creationId xmlns:a16="http://schemas.microsoft.com/office/drawing/2014/main" id="{8060D482-05DE-91BD-7F76-BE30411E2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w 58"/>
                    <a:gd name="T31" fmla="*/ 0 h 114"/>
                    <a:gd name="T32" fmla="*/ 0 w 58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4"/>
                    <a:gd name="T53" fmla="*/ 58 w 58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5" name="Freeform 482">
                  <a:extLst>
                    <a:ext uri="{FF2B5EF4-FFF2-40B4-BE49-F238E27FC236}">
                      <a16:creationId xmlns:a16="http://schemas.microsoft.com/office/drawing/2014/main" id="{BAD630BA-2143-76C4-FA8D-8EB3E0AF21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117"/>
                  <a:ext cx="8" cy="16"/>
                </a:xfrm>
                <a:custGeom>
                  <a:avLst/>
                  <a:gdLst>
                    <a:gd name="T0" fmla="*/ 0 w 58"/>
                    <a:gd name="T1" fmla="*/ 0 h 114"/>
                    <a:gd name="T2" fmla="*/ 0 w 58"/>
                    <a:gd name="T3" fmla="*/ 0 h 114"/>
                    <a:gd name="T4" fmla="*/ 0 w 58"/>
                    <a:gd name="T5" fmla="*/ 0 h 114"/>
                    <a:gd name="T6" fmla="*/ 0 w 58"/>
                    <a:gd name="T7" fmla="*/ 0 h 114"/>
                    <a:gd name="T8" fmla="*/ 0 w 58"/>
                    <a:gd name="T9" fmla="*/ 0 h 114"/>
                    <a:gd name="T10" fmla="*/ 0 w 58"/>
                    <a:gd name="T11" fmla="*/ 0 h 114"/>
                    <a:gd name="T12" fmla="*/ 0 w 58"/>
                    <a:gd name="T13" fmla="*/ 0 h 114"/>
                    <a:gd name="T14" fmla="*/ 0 w 58"/>
                    <a:gd name="T15" fmla="*/ 0 h 114"/>
                    <a:gd name="T16" fmla="*/ 0 w 58"/>
                    <a:gd name="T17" fmla="*/ 0 h 114"/>
                    <a:gd name="T18" fmla="*/ 0 w 58"/>
                    <a:gd name="T19" fmla="*/ 0 h 114"/>
                    <a:gd name="T20" fmla="*/ 0 w 58"/>
                    <a:gd name="T21" fmla="*/ 0 h 114"/>
                    <a:gd name="T22" fmla="*/ 0 w 58"/>
                    <a:gd name="T23" fmla="*/ 0 h 114"/>
                    <a:gd name="T24" fmla="*/ 0 w 58"/>
                    <a:gd name="T25" fmla="*/ 0 h 114"/>
                    <a:gd name="T26" fmla="*/ 0 w 58"/>
                    <a:gd name="T27" fmla="*/ 0 h 114"/>
                    <a:gd name="T28" fmla="*/ 0 w 58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4"/>
                    <a:gd name="T47" fmla="*/ 58 w 58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4">
                      <a:moveTo>
                        <a:pt x="0" y="0"/>
                      </a:moveTo>
                      <a:lnTo>
                        <a:pt x="13" y="3"/>
                      </a:lnTo>
                      <a:lnTo>
                        <a:pt x="25" y="7"/>
                      </a:lnTo>
                      <a:lnTo>
                        <a:pt x="35" y="14"/>
                      </a:lnTo>
                      <a:lnTo>
                        <a:pt x="44" y="23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8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6" name="Freeform 483">
                  <a:extLst>
                    <a:ext uri="{FF2B5EF4-FFF2-40B4-BE49-F238E27FC236}">
                      <a16:creationId xmlns:a16="http://schemas.microsoft.com/office/drawing/2014/main" id="{E5047140-9E0A-220F-00F7-23FD915A4A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7" name="Freeform 484">
                  <a:extLst>
                    <a:ext uri="{FF2B5EF4-FFF2-40B4-BE49-F238E27FC236}">
                      <a16:creationId xmlns:a16="http://schemas.microsoft.com/office/drawing/2014/main" id="{F7235952-B182-936C-08BE-2C9DD0F714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9" y="4345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8" name="Freeform 485">
                  <a:extLst>
                    <a:ext uri="{FF2B5EF4-FFF2-40B4-BE49-F238E27FC236}">
                      <a16:creationId xmlns:a16="http://schemas.microsoft.com/office/drawing/2014/main" id="{318E610E-13E7-5CC5-BE68-01379E4B32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345"/>
                  <a:ext cx="133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9" name="Freeform 486">
                  <a:extLst>
                    <a:ext uri="{FF2B5EF4-FFF2-40B4-BE49-F238E27FC236}">
                      <a16:creationId xmlns:a16="http://schemas.microsoft.com/office/drawing/2014/main" id="{21BEDDE8-69E7-6A0D-67C8-6D9847185F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4345"/>
                  <a:ext cx="133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0" name="Freeform 487">
                  <a:extLst>
                    <a:ext uri="{FF2B5EF4-FFF2-40B4-BE49-F238E27FC236}">
                      <a16:creationId xmlns:a16="http://schemas.microsoft.com/office/drawing/2014/main" id="{8A9F33C5-B02A-83B8-795F-C47965DFDE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w 58"/>
                    <a:gd name="T31" fmla="*/ 0 h 113"/>
                    <a:gd name="T32" fmla="*/ 0 w 58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8"/>
                    <a:gd name="T52" fmla="*/ 0 h 113"/>
                    <a:gd name="T53" fmla="*/ 58 w 58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8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1" name="Freeform 488">
                  <a:extLst>
                    <a:ext uri="{FF2B5EF4-FFF2-40B4-BE49-F238E27FC236}">
                      <a16:creationId xmlns:a16="http://schemas.microsoft.com/office/drawing/2014/main" id="{BBEAF3B4-478E-C02E-7FB5-CBEC5FF5B3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50" y="4345"/>
                  <a:ext cx="8" cy="16"/>
                </a:xfrm>
                <a:custGeom>
                  <a:avLst/>
                  <a:gdLst>
                    <a:gd name="T0" fmla="*/ 0 w 58"/>
                    <a:gd name="T1" fmla="*/ 0 h 113"/>
                    <a:gd name="T2" fmla="*/ 0 w 58"/>
                    <a:gd name="T3" fmla="*/ 0 h 113"/>
                    <a:gd name="T4" fmla="*/ 0 w 58"/>
                    <a:gd name="T5" fmla="*/ 0 h 113"/>
                    <a:gd name="T6" fmla="*/ 0 w 58"/>
                    <a:gd name="T7" fmla="*/ 0 h 113"/>
                    <a:gd name="T8" fmla="*/ 0 w 58"/>
                    <a:gd name="T9" fmla="*/ 0 h 113"/>
                    <a:gd name="T10" fmla="*/ 0 w 58"/>
                    <a:gd name="T11" fmla="*/ 0 h 113"/>
                    <a:gd name="T12" fmla="*/ 0 w 58"/>
                    <a:gd name="T13" fmla="*/ 0 h 113"/>
                    <a:gd name="T14" fmla="*/ 0 w 58"/>
                    <a:gd name="T15" fmla="*/ 0 h 113"/>
                    <a:gd name="T16" fmla="*/ 0 w 58"/>
                    <a:gd name="T17" fmla="*/ 0 h 113"/>
                    <a:gd name="T18" fmla="*/ 0 w 58"/>
                    <a:gd name="T19" fmla="*/ 0 h 113"/>
                    <a:gd name="T20" fmla="*/ 0 w 58"/>
                    <a:gd name="T21" fmla="*/ 0 h 113"/>
                    <a:gd name="T22" fmla="*/ 0 w 58"/>
                    <a:gd name="T23" fmla="*/ 0 h 113"/>
                    <a:gd name="T24" fmla="*/ 0 w 58"/>
                    <a:gd name="T25" fmla="*/ 0 h 113"/>
                    <a:gd name="T26" fmla="*/ 0 w 58"/>
                    <a:gd name="T27" fmla="*/ 0 h 113"/>
                    <a:gd name="T28" fmla="*/ 0 w 58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8"/>
                    <a:gd name="T46" fmla="*/ 0 h 113"/>
                    <a:gd name="T47" fmla="*/ 58 w 58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8" h="113">
                      <a:moveTo>
                        <a:pt x="0" y="0"/>
                      </a:moveTo>
                      <a:lnTo>
                        <a:pt x="13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3"/>
                      </a:lnTo>
                      <a:lnTo>
                        <a:pt x="55" y="45"/>
                      </a:lnTo>
                      <a:lnTo>
                        <a:pt x="58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3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2" name="Freeform 489">
                  <a:extLst>
                    <a:ext uri="{FF2B5EF4-FFF2-40B4-BE49-F238E27FC236}">
                      <a16:creationId xmlns:a16="http://schemas.microsoft.com/office/drawing/2014/main" id="{2D7ADF76-47FC-C491-9015-25EDDC02F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118"/>
                  <a:ext cx="12" cy="15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w 81"/>
                    <a:gd name="T31" fmla="*/ 0 h 107"/>
                    <a:gd name="T32" fmla="*/ 0 w 81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7"/>
                    <a:gd name="T53" fmla="*/ 81 w 81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7">
                      <a:moveTo>
                        <a:pt x="56" y="51"/>
                      </a:moveTo>
                      <a:lnTo>
                        <a:pt x="81" y="101"/>
                      </a:lnTo>
                      <a:lnTo>
                        <a:pt x="69" y="106"/>
                      </a:lnTo>
                      <a:lnTo>
                        <a:pt x="56" y="107"/>
                      </a:lnTo>
                      <a:lnTo>
                        <a:pt x="44" y="106"/>
                      </a:lnTo>
                      <a:lnTo>
                        <a:pt x="32" y="102"/>
                      </a:lnTo>
                      <a:lnTo>
                        <a:pt x="21" y="96"/>
                      </a:lnTo>
                      <a:lnTo>
                        <a:pt x="13" y="87"/>
                      </a:lnTo>
                      <a:lnTo>
                        <a:pt x="6" y="75"/>
                      </a:lnTo>
                      <a:lnTo>
                        <a:pt x="1" y="63"/>
                      </a:lnTo>
                      <a:lnTo>
                        <a:pt x="0" y="51"/>
                      </a:lnTo>
                      <a:lnTo>
                        <a:pt x="1" y="38"/>
                      </a:lnTo>
                      <a:lnTo>
                        <a:pt x="5" y="26"/>
                      </a:lnTo>
                      <a:lnTo>
                        <a:pt x="11" y="16"/>
                      </a:lnTo>
                      <a:lnTo>
                        <a:pt x="20" y="7"/>
                      </a:lnTo>
                      <a:lnTo>
                        <a:pt x="32" y="0"/>
                      </a:lnTo>
                      <a:lnTo>
                        <a:pt x="56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3" name="Freeform 490">
                  <a:extLst>
                    <a:ext uri="{FF2B5EF4-FFF2-40B4-BE49-F238E27FC236}">
                      <a16:creationId xmlns:a16="http://schemas.microsoft.com/office/drawing/2014/main" id="{FD7FF056-1BCF-4BE0-C842-942CC41DD5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118"/>
                  <a:ext cx="12" cy="15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7"/>
                    <a:gd name="T47" fmla="*/ 81 w 81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7">
                      <a:moveTo>
                        <a:pt x="81" y="101"/>
                      </a:moveTo>
                      <a:lnTo>
                        <a:pt x="69" y="106"/>
                      </a:lnTo>
                      <a:lnTo>
                        <a:pt x="56" y="107"/>
                      </a:lnTo>
                      <a:lnTo>
                        <a:pt x="44" y="106"/>
                      </a:lnTo>
                      <a:lnTo>
                        <a:pt x="32" y="102"/>
                      </a:lnTo>
                      <a:lnTo>
                        <a:pt x="21" y="96"/>
                      </a:lnTo>
                      <a:lnTo>
                        <a:pt x="13" y="87"/>
                      </a:lnTo>
                      <a:lnTo>
                        <a:pt x="6" y="75"/>
                      </a:lnTo>
                      <a:lnTo>
                        <a:pt x="1" y="63"/>
                      </a:lnTo>
                      <a:lnTo>
                        <a:pt x="0" y="51"/>
                      </a:lnTo>
                      <a:lnTo>
                        <a:pt x="1" y="38"/>
                      </a:lnTo>
                      <a:lnTo>
                        <a:pt x="5" y="26"/>
                      </a:lnTo>
                      <a:lnTo>
                        <a:pt x="11" y="16"/>
                      </a:lnTo>
                      <a:lnTo>
                        <a:pt x="20" y="7"/>
                      </a:lnTo>
                      <a:lnTo>
                        <a:pt x="3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4" name="Freeform 491">
                  <a:extLst>
                    <a:ext uri="{FF2B5EF4-FFF2-40B4-BE49-F238E27FC236}">
                      <a16:creationId xmlns:a16="http://schemas.microsoft.com/office/drawing/2014/main" id="{5D47400D-3613-E14E-A4F1-8C5038AC74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035"/>
                  <a:ext cx="178" cy="97"/>
                </a:xfrm>
                <a:custGeom>
                  <a:avLst/>
                  <a:gdLst>
                    <a:gd name="T0" fmla="*/ 0 w 1243"/>
                    <a:gd name="T1" fmla="*/ 0 h 678"/>
                    <a:gd name="T2" fmla="*/ 0 w 1243"/>
                    <a:gd name="T3" fmla="*/ 0 h 678"/>
                    <a:gd name="T4" fmla="*/ 0 w 1243"/>
                    <a:gd name="T5" fmla="*/ 0 h 678"/>
                    <a:gd name="T6" fmla="*/ 0 w 1243"/>
                    <a:gd name="T7" fmla="*/ 0 h 678"/>
                    <a:gd name="T8" fmla="*/ 0 w 1243"/>
                    <a:gd name="T9" fmla="*/ 0 h 678"/>
                    <a:gd name="T10" fmla="*/ 0 w 1243"/>
                    <a:gd name="T11" fmla="*/ 0 h 678"/>
                    <a:gd name="T12" fmla="*/ 0 w 1243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8"/>
                    <a:gd name="T23" fmla="*/ 1243 w 1243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8">
                      <a:moveTo>
                        <a:pt x="0" y="577"/>
                      </a:moveTo>
                      <a:lnTo>
                        <a:pt x="24" y="628"/>
                      </a:lnTo>
                      <a:lnTo>
                        <a:pt x="49" y="678"/>
                      </a:lnTo>
                      <a:lnTo>
                        <a:pt x="1243" y="101"/>
                      </a:lnTo>
                      <a:lnTo>
                        <a:pt x="1218" y="51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5" name="Freeform 492">
                  <a:extLst>
                    <a:ext uri="{FF2B5EF4-FFF2-40B4-BE49-F238E27FC236}">
                      <a16:creationId xmlns:a16="http://schemas.microsoft.com/office/drawing/2014/main" id="{E64B6611-7E47-ABC4-9D61-87AE5228A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035"/>
                  <a:ext cx="178" cy="97"/>
                </a:xfrm>
                <a:custGeom>
                  <a:avLst/>
                  <a:gdLst>
                    <a:gd name="T0" fmla="*/ 0 w 1243"/>
                    <a:gd name="T1" fmla="*/ 0 h 678"/>
                    <a:gd name="T2" fmla="*/ 0 w 1243"/>
                    <a:gd name="T3" fmla="*/ 0 h 678"/>
                    <a:gd name="T4" fmla="*/ 0 w 1243"/>
                    <a:gd name="T5" fmla="*/ 0 h 678"/>
                    <a:gd name="T6" fmla="*/ 0 w 1243"/>
                    <a:gd name="T7" fmla="*/ 0 h 678"/>
                    <a:gd name="T8" fmla="*/ 0 w 1243"/>
                    <a:gd name="T9" fmla="*/ 0 h 678"/>
                    <a:gd name="T10" fmla="*/ 0 w 1243"/>
                    <a:gd name="T11" fmla="*/ 0 h 678"/>
                    <a:gd name="T12" fmla="*/ 0 w 1243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8"/>
                    <a:gd name="T23" fmla="*/ 1243 w 1243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8">
                      <a:moveTo>
                        <a:pt x="0" y="577"/>
                      </a:moveTo>
                      <a:lnTo>
                        <a:pt x="24" y="628"/>
                      </a:lnTo>
                      <a:lnTo>
                        <a:pt x="49" y="678"/>
                      </a:lnTo>
                      <a:lnTo>
                        <a:pt x="1243" y="101"/>
                      </a:lnTo>
                      <a:lnTo>
                        <a:pt x="1218" y="51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6" name="Freeform 493">
                  <a:extLst>
                    <a:ext uri="{FF2B5EF4-FFF2-40B4-BE49-F238E27FC236}">
                      <a16:creationId xmlns:a16="http://schemas.microsoft.com/office/drawing/2014/main" id="{C39F8754-169D-6819-2364-6FEF9BCBC4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034"/>
                  <a:ext cx="11" cy="16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w 82"/>
                    <a:gd name="T31" fmla="*/ 0 h 107"/>
                    <a:gd name="T32" fmla="*/ 0 w 82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7"/>
                    <a:gd name="T53" fmla="*/ 82 w 82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7">
                      <a:moveTo>
                        <a:pt x="24" y="57"/>
                      </a:moveTo>
                      <a:lnTo>
                        <a:pt x="0" y="6"/>
                      </a:lnTo>
                      <a:lnTo>
                        <a:pt x="12" y="2"/>
                      </a:lnTo>
                      <a:lnTo>
                        <a:pt x="24" y="0"/>
                      </a:lnTo>
                      <a:lnTo>
                        <a:pt x="37" y="2"/>
                      </a:lnTo>
                      <a:lnTo>
                        <a:pt x="49" y="5"/>
                      </a:lnTo>
                      <a:lnTo>
                        <a:pt x="59" y="12"/>
                      </a:lnTo>
                      <a:lnTo>
                        <a:pt x="68" y="21"/>
                      </a:lnTo>
                      <a:lnTo>
                        <a:pt x="75" y="32"/>
                      </a:lnTo>
                      <a:lnTo>
                        <a:pt x="79" y="45"/>
                      </a:lnTo>
                      <a:lnTo>
                        <a:pt x="82" y="57"/>
                      </a:lnTo>
                      <a:lnTo>
                        <a:pt x="79" y="69"/>
                      </a:lnTo>
                      <a:lnTo>
                        <a:pt x="76" y="82"/>
                      </a:lnTo>
                      <a:lnTo>
                        <a:pt x="69" y="92"/>
                      </a:lnTo>
                      <a:lnTo>
                        <a:pt x="60" y="101"/>
                      </a:lnTo>
                      <a:lnTo>
                        <a:pt x="49" y="107"/>
                      </a:lnTo>
                      <a:lnTo>
                        <a:pt x="24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7" name="Freeform 494">
                  <a:extLst>
                    <a:ext uri="{FF2B5EF4-FFF2-40B4-BE49-F238E27FC236}">
                      <a16:creationId xmlns:a16="http://schemas.microsoft.com/office/drawing/2014/main" id="{22397323-DE5C-144D-8FEF-F1360C84B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034"/>
                  <a:ext cx="11" cy="16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7"/>
                    <a:gd name="T47" fmla="*/ 82 w 82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7">
                      <a:moveTo>
                        <a:pt x="0" y="6"/>
                      </a:moveTo>
                      <a:lnTo>
                        <a:pt x="12" y="2"/>
                      </a:lnTo>
                      <a:lnTo>
                        <a:pt x="24" y="0"/>
                      </a:lnTo>
                      <a:lnTo>
                        <a:pt x="37" y="2"/>
                      </a:lnTo>
                      <a:lnTo>
                        <a:pt x="49" y="5"/>
                      </a:lnTo>
                      <a:lnTo>
                        <a:pt x="59" y="12"/>
                      </a:lnTo>
                      <a:lnTo>
                        <a:pt x="68" y="21"/>
                      </a:lnTo>
                      <a:lnTo>
                        <a:pt x="75" y="32"/>
                      </a:lnTo>
                      <a:lnTo>
                        <a:pt x="79" y="45"/>
                      </a:lnTo>
                      <a:lnTo>
                        <a:pt x="82" y="57"/>
                      </a:lnTo>
                      <a:lnTo>
                        <a:pt x="79" y="69"/>
                      </a:lnTo>
                      <a:lnTo>
                        <a:pt x="76" y="82"/>
                      </a:lnTo>
                      <a:lnTo>
                        <a:pt x="69" y="92"/>
                      </a:lnTo>
                      <a:lnTo>
                        <a:pt x="60" y="101"/>
                      </a:lnTo>
                      <a:lnTo>
                        <a:pt x="49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8" name="Freeform 495">
                  <a:extLst>
                    <a:ext uri="{FF2B5EF4-FFF2-40B4-BE49-F238E27FC236}">
                      <a16:creationId xmlns:a16="http://schemas.microsoft.com/office/drawing/2014/main" id="{DC3E6227-FE7E-91C7-CD32-6A194AB961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034"/>
                  <a:ext cx="11" cy="16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w 81"/>
                    <a:gd name="T31" fmla="*/ 0 h 107"/>
                    <a:gd name="T32" fmla="*/ 0 w 81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7"/>
                    <a:gd name="T53" fmla="*/ 81 w 81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7">
                      <a:moveTo>
                        <a:pt x="56" y="57"/>
                      </a:moveTo>
                      <a:lnTo>
                        <a:pt x="31" y="107"/>
                      </a:ln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4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1" y="5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9" name="Freeform 496">
                  <a:extLst>
                    <a:ext uri="{FF2B5EF4-FFF2-40B4-BE49-F238E27FC236}">
                      <a16:creationId xmlns:a16="http://schemas.microsoft.com/office/drawing/2014/main" id="{AA8A8F88-F4B9-869D-3889-B6CCE6222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034"/>
                  <a:ext cx="11" cy="16"/>
                </a:xfrm>
                <a:custGeom>
                  <a:avLst/>
                  <a:gdLst>
                    <a:gd name="T0" fmla="*/ 0 w 81"/>
                    <a:gd name="T1" fmla="*/ 0 h 107"/>
                    <a:gd name="T2" fmla="*/ 0 w 81"/>
                    <a:gd name="T3" fmla="*/ 0 h 107"/>
                    <a:gd name="T4" fmla="*/ 0 w 81"/>
                    <a:gd name="T5" fmla="*/ 0 h 107"/>
                    <a:gd name="T6" fmla="*/ 0 w 81"/>
                    <a:gd name="T7" fmla="*/ 0 h 107"/>
                    <a:gd name="T8" fmla="*/ 0 w 81"/>
                    <a:gd name="T9" fmla="*/ 0 h 107"/>
                    <a:gd name="T10" fmla="*/ 0 w 81"/>
                    <a:gd name="T11" fmla="*/ 0 h 107"/>
                    <a:gd name="T12" fmla="*/ 0 w 81"/>
                    <a:gd name="T13" fmla="*/ 0 h 107"/>
                    <a:gd name="T14" fmla="*/ 0 w 81"/>
                    <a:gd name="T15" fmla="*/ 0 h 107"/>
                    <a:gd name="T16" fmla="*/ 0 w 81"/>
                    <a:gd name="T17" fmla="*/ 0 h 107"/>
                    <a:gd name="T18" fmla="*/ 0 w 81"/>
                    <a:gd name="T19" fmla="*/ 0 h 107"/>
                    <a:gd name="T20" fmla="*/ 0 w 81"/>
                    <a:gd name="T21" fmla="*/ 0 h 107"/>
                    <a:gd name="T22" fmla="*/ 0 w 81"/>
                    <a:gd name="T23" fmla="*/ 0 h 107"/>
                    <a:gd name="T24" fmla="*/ 0 w 81"/>
                    <a:gd name="T25" fmla="*/ 0 h 107"/>
                    <a:gd name="T26" fmla="*/ 0 w 81"/>
                    <a:gd name="T27" fmla="*/ 0 h 107"/>
                    <a:gd name="T28" fmla="*/ 0 w 81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7"/>
                    <a:gd name="T47" fmla="*/ 81 w 81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7">
                      <a:moveTo>
                        <a:pt x="31" y="107"/>
                      </a:move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4" y="82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1" y="5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0" name="Freeform 497">
                  <a:extLst>
                    <a:ext uri="{FF2B5EF4-FFF2-40B4-BE49-F238E27FC236}">
                      <a16:creationId xmlns:a16="http://schemas.microsoft.com/office/drawing/2014/main" id="{9D19BBCC-A432-C34B-C1CA-062CFEB3AE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035"/>
                  <a:ext cx="179" cy="97"/>
                </a:xfrm>
                <a:custGeom>
                  <a:avLst/>
                  <a:gdLst>
                    <a:gd name="T0" fmla="*/ 0 w 1244"/>
                    <a:gd name="T1" fmla="*/ 0 h 678"/>
                    <a:gd name="T2" fmla="*/ 0 w 1244"/>
                    <a:gd name="T3" fmla="*/ 0 h 678"/>
                    <a:gd name="T4" fmla="*/ 0 w 1244"/>
                    <a:gd name="T5" fmla="*/ 0 h 678"/>
                    <a:gd name="T6" fmla="*/ 0 w 1244"/>
                    <a:gd name="T7" fmla="*/ 0 h 678"/>
                    <a:gd name="T8" fmla="*/ 0 w 1244"/>
                    <a:gd name="T9" fmla="*/ 0 h 678"/>
                    <a:gd name="T10" fmla="*/ 0 w 1244"/>
                    <a:gd name="T11" fmla="*/ 0 h 678"/>
                    <a:gd name="T12" fmla="*/ 0 w 1244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8"/>
                    <a:gd name="T23" fmla="*/ 1244 w 1244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8">
                      <a:moveTo>
                        <a:pt x="50" y="0"/>
                      </a:moveTo>
                      <a:lnTo>
                        <a:pt x="25" y="51"/>
                      </a:lnTo>
                      <a:lnTo>
                        <a:pt x="0" y="101"/>
                      </a:lnTo>
                      <a:lnTo>
                        <a:pt x="1194" y="678"/>
                      </a:lnTo>
                      <a:lnTo>
                        <a:pt x="1219" y="628"/>
                      </a:lnTo>
                      <a:lnTo>
                        <a:pt x="1244" y="577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1" name="Freeform 498">
                  <a:extLst>
                    <a:ext uri="{FF2B5EF4-FFF2-40B4-BE49-F238E27FC236}">
                      <a16:creationId xmlns:a16="http://schemas.microsoft.com/office/drawing/2014/main" id="{DDD402BA-A559-6230-159C-FC704C62FF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035"/>
                  <a:ext cx="179" cy="97"/>
                </a:xfrm>
                <a:custGeom>
                  <a:avLst/>
                  <a:gdLst>
                    <a:gd name="T0" fmla="*/ 0 w 1244"/>
                    <a:gd name="T1" fmla="*/ 0 h 678"/>
                    <a:gd name="T2" fmla="*/ 0 w 1244"/>
                    <a:gd name="T3" fmla="*/ 0 h 678"/>
                    <a:gd name="T4" fmla="*/ 0 w 1244"/>
                    <a:gd name="T5" fmla="*/ 0 h 678"/>
                    <a:gd name="T6" fmla="*/ 0 w 1244"/>
                    <a:gd name="T7" fmla="*/ 0 h 678"/>
                    <a:gd name="T8" fmla="*/ 0 w 1244"/>
                    <a:gd name="T9" fmla="*/ 0 h 678"/>
                    <a:gd name="T10" fmla="*/ 0 w 1244"/>
                    <a:gd name="T11" fmla="*/ 0 h 678"/>
                    <a:gd name="T12" fmla="*/ 0 w 1244"/>
                    <a:gd name="T13" fmla="*/ 0 h 6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8"/>
                    <a:gd name="T23" fmla="*/ 1244 w 1244"/>
                    <a:gd name="T24" fmla="*/ 678 h 6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8">
                      <a:moveTo>
                        <a:pt x="50" y="0"/>
                      </a:moveTo>
                      <a:lnTo>
                        <a:pt x="25" y="51"/>
                      </a:lnTo>
                      <a:lnTo>
                        <a:pt x="0" y="101"/>
                      </a:lnTo>
                      <a:lnTo>
                        <a:pt x="1194" y="678"/>
                      </a:lnTo>
                      <a:lnTo>
                        <a:pt x="1219" y="628"/>
                      </a:lnTo>
                      <a:lnTo>
                        <a:pt x="1244" y="577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2" name="Freeform 499">
                  <a:extLst>
                    <a:ext uri="{FF2B5EF4-FFF2-40B4-BE49-F238E27FC236}">
                      <a16:creationId xmlns:a16="http://schemas.microsoft.com/office/drawing/2014/main" id="{4FCBF829-F50C-6CDF-D06C-5FC9C24DB0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118"/>
                  <a:ext cx="11" cy="15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w 82"/>
                    <a:gd name="T31" fmla="*/ 0 h 107"/>
                    <a:gd name="T32" fmla="*/ 0 w 82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7"/>
                    <a:gd name="T53" fmla="*/ 82 w 82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7">
                      <a:moveTo>
                        <a:pt x="25" y="51"/>
                      </a:moveTo>
                      <a:lnTo>
                        <a:pt x="50" y="0"/>
                      </a:lnTo>
                      <a:lnTo>
                        <a:pt x="61" y="7"/>
                      </a:lnTo>
                      <a:lnTo>
                        <a:pt x="70" y="16"/>
                      </a:lnTo>
                      <a:lnTo>
                        <a:pt x="77" y="26"/>
                      </a:lnTo>
                      <a:lnTo>
                        <a:pt x="80" y="38"/>
                      </a:lnTo>
                      <a:lnTo>
                        <a:pt x="82" y="51"/>
                      </a:lnTo>
                      <a:lnTo>
                        <a:pt x="80" y="63"/>
                      </a:lnTo>
                      <a:lnTo>
                        <a:pt x="76" y="75"/>
                      </a:lnTo>
                      <a:lnTo>
                        <a:pt x="69" y="87"/>
                      </a:lnTo>
                      <a:lnTo>
                        <a:pt x="60" y="96"/>
                      </a:lnTo>
                      <a:lnTo>
                        <a:pt x="50" y="102"/>
                      </a:lnTo>
                      <a:lnTo>
                        <a:pt x="38" y="106"/>
                      </a:lnTo>
                      <a:lnTo>
                        <a:pt x="25" y="107"/>
                      </a:lnTo>
                      <a:lnTo>
                        <a:pt x="13" y="106"/>
                      </a:lnTo>
                      <a:lnTo>
                        <a:pt x="0" y="101"/>
                      </a:lnTo>
                      <a:lnTo>
                        <a:pt x="25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3" name="Freeform 500">
                  <a:extLst>
                    <a:ext uri="{FF2B5EF4-FFF2-40B4-BE49-F238E27FC236}">
                      <a16:creationId xmlns:a16="http://schemas.microsoft.com/office/drawing/2014/main" id="{942A68D5-07B2-927C-2D07-481FACCB8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118"/>
                  <a:ext cx="11" cy="15"/>
                </a:xfrm>
                <a:custGeom>
                  <a:avLst/>
                  <a:gdLst>
                    <a:gd name="T0" fmla="*/ 0 w 82"/>
                    <a:gd name="T1" fmla="*/ 0 h 107"/>
                    <a:gd name="T2" fmla="*/ 0 w 82"/>
                    <a:gd name="T3" fmla="*/ 0 h 107"/>
                    <a:gd name="T4" fmla="*/ 0 w 82"/>
                    <a:gd name="T5" fmla="*/ 0 h 107"/>
                    <a:gd name="T6" fmla="*/ 0 w 82"/>
                    <a:gd name="T7" fmla="*/ 0 h 107"/>
                    <a:gd name="T8" fmla="*/ 0 w 82"/>
                    <a:gd name="T9" fmla="*/ 0 h 107"/>
                    <a:gd name="T10" fmla="*/ 0 w 82"/>
                    <a:gd name="T11" fmla="*/ 0 h 107"/>
                    <a:gd name="T12" fmla="*/ 0 w 82"/>
                    <a:gd name="T13" fmla="*/ 0 h 107"/>
                    <a:gd name="T14" fmla="*/ 0 w 82"/>
                    <a:gd name="T15" fmla="*/ 0 h 107"/>
                    <a:gd name="T16" fmla="*/ 0 w 82"/>
                    <a:gd name="T17" fmla="*/ 0 h 107"/>
                    <a:gd name="T18" fmla="*/ 0 w 82"/>
                    <a:gd name="T19" fmla="*/ 0 h 107"/>
                    <a:gd name="T20" fmla="*/ 0 w 82"/>
                    <a:gd name="T21" fmla="*/ 0 h 107"/>
                    <a:gd name="T22" fmla="*/ 0 w 82"/>
                    <a:gd name="T23" fmla="*/ 0 h 107"/>
                    <a:gd name="T24" fmla="*/ 0 w 82"/>
                    <a:gd name="T25" fmla="*/ 0 h 107"/>
                    <a:gd name="T26" fmla="*/ 0 w 82"/>
                    <a:gd name="T27" fmla="*/ 0 h 107"/>
                    <a:gd name="T28" fmla="*/ 0 w 82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7"/>
                    <a:gd name="T47" fmla="*/ 82 w 82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7">
                      <a:moveTo>
                        <a:pt x="50" y="0"/>
                      </a:moveTo>
                      <a:lnTo>
                        <a:pt x="61" y="7"/>
                      </a:lnTo>
                      <a:lnTo>
                        <a:pt x="70" y="16"/>
                      </a:lnTo>
                      <a:lnTo>
                        <a:pt x="77" y="26"/>
                      </a:lnTo>
                      <a:lnTo>
                        <a:pt x="80" y="38"/>
                      </a:lnTo>
                      <a:lnTo>
                        <a:pt x="82" y="51"/>
                      </a:lnTo>
                      <a:lnTo>
                        <a:pt x="80" y="63"/>
                      </a:lnTo>
                      <a:lnTo>
                        <a:pt x="76" y="75"/>
                      </a:lnTo>
                      <a:lnTo>
                        <a:pt x="69" y="87"/>
                      </a:lnTo>
                      <a:lnTo>
                        <a:pt x="60" y="96"/>
                      </a:lnTo>
                      <a:lnTo>
                        <a:pt x="50" y="102"/>
                      </a:lnTo>
                      <a:lnTo>
                        <a:pt x="38" y="106"/>
                      </a:lnTo>
                      <a:lnTo>
                        <a:pt x="25" y="107"/>
                      </a:lnTo>
                      <a:lnTo>
                        <a:pt x="13" y="106"/>
                      </a:lnTo>
                      <a:lnTo>
                        <a:pt x="0" y="10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4" name="Freeform 501">
                  <a:extLst>
                    <a:ext uri="{FF2B5EF4-FFF2-40B4-BE49-F238E27FC236}">
                      <a16:creationId xmlns:a16="http://schemas.microsoft.com/office/drawing/2014/main" id="{A904A620-AE89-9EAD-A5FD-2357E0CE0C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345"/>
                  <a:ext cx="11" cy="15"/>
                </a:xfrm>
                <a:custGeom>
                  <a:avLst/>
                  <a:gdLst>
                    <a:gd name="T0" fmla="*/ 0 w 82"/>
                    <a:gd name="T1" fmla="*/ 0 h 108"/>
                    <a:gd name="T2" fmla="*/ 0 w 82"/>
                    <a:gd name="T3" fmla="*/ 0 h 108"/>
                    <a:gd name="T4" fmla="*/ 0 w 82"/>
                    <a:gd name="T5" fmla="*/ 0 h 108"/>
                    <a:gd name="T6" fmla="*/ 0 w 82"/>
                    <a:gd name="T7" fmla="*/ 0 h 108"/>
                    <a:gd name="T8" fmla="*/ 0 w 82"/>
                    <a:gd name="T9" fmla="*/ 0 h 108"/>
                    <a:gd name="T10" fmla="*/ 0 w 82"/>
                    <a:gd name="T11" fmla="*/ 0 h 108"/>
                    <a:gd name="T12" fmla="*/ 0 w 82"/>
                    <a:gd name="T13" fmla="*/ 0 h 108"/>
                    <a:gd name="T14" fmla="*/ 0 w 82"/>
                    <a:gd name="T15" fmla="*/ 0 h 108"/>
                    <a:gd name="T16" fmla="*/ 0 w 82"/>
                    <a:gd name="T17" fmla="*/ 0 h 108"/>
                    <a:gd name="T18" fmla="*/ 0 w 82"/>
                    <a:gd name="T19" fmla="*/ 0 h 108"/>
                    <a:gd name="T20" fmla="*/ 0 w 82"/>
                    <a:gd name="T21" fmla="*/ 0 h 108"/>
                    <a:gd name="T22" fmla="*/ 0 w 82"/>
                    <a:gd name="T23" fmla="*/ 0 h 108"/>
                    <a:gd name="T24" fmla="*/ 0 w 82"/>
                    <a:gd name="T25" fmla="*/ 0 h 108"/>
                    <a:gd name="T26" fmla="*/ 0 w 82"/>
                    <a:gd name="T27" fmla="*/ 0 h 108"/>
                    <a:gd name="T28" fmla="*/ 0 w 82"/>
                    <a:gd name="T29" fmla="*/ 0 h 108"/>
                    <a:gd name="T30" fmla="*/ 0 w 82"/>
                    <a:gd name="T31" fmla="*/ 0 h 108"/>
                    <a:gd name="T32" fmla="*/ 0 w 82"/>
                    <a:gd name="T33" fmla="*/ 0 h 10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8"/>
                    <a:gd name="T53" fmla="*/ 82 w 82"/>
                    <a:gd name="T54" fmla="*/ 108 h 10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8">
                      <a:moveTo>
                        <a:pt x="25" y="57"/>
                      </a:moveTo>
                      <a:lnTo>
                        <a:pt x="0" y="7"/>
                      </a:lnTo>
                      <a:lnTo>
                        <a:pt x="13" y="2"/>
                      </a:lnTo>
                      <a:lnTo>
                        <a:pt x="25" y="0"/>
                      </a:lnTo>
                      <a:lnTo>
                        <a:pt x="38" y="2"/>
                      </a:lnTo>
                      <a:lnTo>
                        <a:pt x="50" y="6"/>
                      </a:lnTo>
                      <a:lnTo>
                        <a:pt x="60" y="12"/>
                      </a:lnTo>
                      <a:lnTo>
                        <a:pt x="69" y="21"/>
                      </a:lnTo>
                      <a:lnTo>
                        <a:pt x="76" y="33"/>
                      </a:lnTo>
                      <a:lnTo>
                        <a:pt x="80" y="45"/>
                      </a:lnTo>
                      <a:lnTo>
                        <a:pt x="82" y="57"/>
                      </a:lnTo>
                      <a:lnTo>
                        <a:pt x="80" y="70"/>
                      </a:lnTo>
                      <a:lnTo>
                        <a:pt x="77" y="82"/>
                      </a:lnTo>
                      <a:lnTo>
                        <a:pt x="70" y="92"/>
                      </a:lnTo>
                      <a:lnTo>
                        <a:pt x="61" y="101"/>
                      </a:lnTo>
                      <a:lnTo>
                        <a:pt x="50" y="108"/>
                      </a:lnTo>
                      <a:lnTo>
                        <a:pt x="2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5" name="Freeform 502">
                  <a:extLst>
                    <a:ext uri="{FF2B5EF4-FFF2-40B4-BE49-F238E27FC236}">
                      <a16:creationId xmlns:a16="http://schemas.microsoft.com/office/drawing/2014/main" id="{EF2FF15E-56CB-1050-B87A-BDF47168C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4" y="4345"/>
                  <a:ext cx="11" cy="15"/>
                </a:xfrm>
                <a:custGeom>
                  <a:avLst/>
                  <a:gdLst>
                    <a:gd name="T0" fmla="*/ 0 w 82"/>
                    <a:gd name="T1" fmla="*/ 0 h 108"/>
                    <a:gd name="T2" fmla="*/ 0 w 82"/>
                    <a:gd name="T3" fmla="*/ 0 h 108"/>
                    <a:gd name="T4" fmla="*/ 0 w 82"/>
                    <a:gd name="T5" fmla="*/ 0 h 108"/>
                    <a:gd name="T6" fmla="*/ 0 w 82"/>
                    <a:gd name="T7" fmla="*/ 0 h 108"/>
                    <a:gd name="T8" fmla="*/ 0 w 82"/>
                    <a:gd name="T9" fmla="*/ 0 h 108"/>
                    <a:gd name="T10" fmla="*/ 0 w 82"/>
                    <a:gd name="T11" fmla="*/ 0 h 108"/>
                    <a:gd name="T12" fmla="*/ 0 w 82"/>
                    <a:gd name="T13" fmla="*/ 0 h 108"/>
                    <a:gd name="T14" fmla="*/ 0 w 82"/>
                    <a:gd name="T15" fmla="*/ 0 h 108"/>
                    <a:gd name="T16" fmla="*/ 0 w 82"/>
                    <a:gd name="T17" fmla="*/ 0 h 108"/>
                    <a:gd name="T18" fmla="*/ 0 w 82"/>
                    <a:gd name="T19" fmla="*/ 0 h 108"/>
                    <a:gd name="T20" fmla="*/ 0 w 82"/>
                    <a:gd name="T21" fmla="*/ 0 h 108"/>
                    <a:gd name="T22" fmla="*/ 0 w 82"/>
                    <a:gd name="T23" fmla="*/ 0 h 108"/>
                    <a:gd name="T24" fmla="*/ 0 w 82"/>
                    <a:gd name="T25" fmla="*/ 0 h 108"/>
                    <a:gd name="T26" fmla="*/ 0 w 82"/>
                    <a:gd name="T27" fmla="*/ 0 h 108"/>
                    <a:gd name="T28" fmla="*/ 0 w 82"/>
                    <a:gd name="T29" fmla="*/ 0 h 10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8"/>
                    <a:gd name="T47" fmla="*/ 82 w 82"/>
                    <a:gd name="T48" fmla="*/ 108 h 10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8">
                      <a:moveTo>
                        <a:pt x="0" y="7"/>
                      </a:moveTo>
                      <a:lnTo>
                        <a:pt x="13" y="2"/>
                      </a:lnTo>
                      <a:lnTo>
                        <a:pt x="25" y="0"/>
                      </a:lnTo>
                      <a:lnTo>
                        <a:pt x="38" y="2"/>
                      </a:lnTo>
                      <a:lnTo>
                        <a:pt x="50" y="6"/>
                      </a:lnTo>
                      <a:lnTo>
                        <a:pt x="60" y="12"/>
                      </a:lnTo>
                      <a:lnTo>
                        <a:pt x="69" y="21"/>
                      </a:lnTo>
                      <a:lnTo>
                        <a:pt x="76" y="33"/>
                      </a:lnTo>
                      <a:lnTo>
                        <a:pt x="80" y="45"/>
                      </a:lnTo>
                      <a:lnTo>
                        <a:pt x="82" y="57"/>
                      </a:lnTo>
                      <a:lnTo>
                        <a:pt x="80" y="70"/>
                      </a:lnTo>
                      <a:lnTo>
                        <a:pt x="77" y="82"/>
                      </a:lnTo>
                      <a:lnTo>
                        <a:pt x="70" y="92"/>
                      </a:lnTo>
                      <a:lnTo>
                        <a:pt x="61" y="101"/>
                      </a:lnTo>
                      <a:lnTo>
                        <a:pt x="50" y="10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6" name="Freeform 503">
                  <a:extLst>
                    <a:ext uri="{FF2B5EF4-FFF2-40B4-BE49-F238E27FC236}">
                      <a16:creationId xmlns:a16="http://schemas.microsoft.com/office/drawing/2014/main" id="{5CF1FE38-7628-3E7D-1C9A-C926B0AC17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346"/>
                  <a:ext cx="179" cy="96"/>
                </a:xfrm>
                <a:custGeom>
                  <a:avLst/>
                  <a:gdLst>
                    <a:gd name="T0" fmla="*/ 0 w 1244"/>
                    <a:gd name="T1" fmla="*/ 0 h 677"/>
                    <a:gd name="T2" fmla="*/ 0 w 1244"/>
                    <a:gd name="T3" fmla="*/ 0 h 677"/>
                    <a:gd name="T4" fmla="*/ 0 w 1244"/>
                    <a:gd name="T5" fmla="*/ 0 h 677"/>
                    <a:gd name="T6" fmla="*/ 0 w 1244"/>
                    <a:gd name="T7" fmla="*/ 0 h 677"/>
                    <a:gd name="T8" fmla="*/ 0 w 1244"/>
                    <a:gd name="T9" fmla="*/ 0 h 677"/>
                    <a:gd name="T10" fmla="*/ 0 w 1244"/>
                    <a:gd name="T11" fmla="*/ 0 h 677"/>
                    <a:gd name="T12" fmla="*/ 0 w 1244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7"/>
                    <a:gd name="T23" fmla="*/ 1244 w 1244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7">
                      <a:moveTo>
                        <a:pt x="1244" y="101"/>
                      </a:moveTo>
                      <a:lnTo>
                        <a:pt x="1219" y="50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lnTo>
                        <a:pt x="25" y="627"/>
                      </a:lnTo>
                      <a:lnTo>
                        <a:pt x="50" y="677"/>
                      </a:lnTo>
                      <a:lnTo>
                        <a:pt x="1244" y="1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7" name="Freeform 504">
                  <a:extLst>
                    <a:ext uri="{FF2B5EF4-FFF2-40B4-BE49-F238E27FC236}">
                      <a16:creationId xmlns:a16="http://schemas.microsoft.com/office/drawing/2014/main" id="{2A7AF54A-FCCD-4830-39D9-8E02DEBA9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3" y="4346"/>
                  <a:ext cx="179" cy="96"/>
                </a:xfrm>
                <a:custGeom>
                  <a:avLst/>
                  <a:gdLst>
                    <a:gd name="T0" fmla="*/ 0 w 1244"/>
                    <a:gd name="T1" fmla="*/ 0 h 677"/>
                    <a:gd name="T2" fmla="*/ 0 w 1244"/>
                    <a:gd name="T3" fmla="*/ 0 h 677"/>
                    <a:gd name="T4" fmla="*/ 0 w 1244"/>
                    <a:gd name="T5" fmla="*/ 0 h 677"/>
                    <a:gd name="T6" fmla="*/ 0 w 1244"/>
                    <a:gd name="T7" fmla="*/ 0 h 677"/>
                    <a:gd name="T8" fmla="*/ 0 w 1244"/>
                    <a:gd name="T9" fmla="*/ 0 h 677"/>
                    <a:gd name="T10" fmla="*/ 0 w 1244"/>
                    <a:gd name="T11" fmla="*/ 0 h 677"/>
                    <a:gd name="T12" fmla="*/ 0 w 1244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4"/>
                    <a:gd name="T22" fmla="*/ 0 h 677"/>
                    <a:gd name="T23" fmla="*/ 1244 w 1244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4" h="677">
                      <a:moveTo>
                        <a:pt x="1244" y="101"/>
                      </a:moveTo>
                      <a:lnTo>
                        <a:pt x="1219" y="50"/>
                      </a:lnTo>
                      <a:lnTo>
                        <a:pt x="1194" y="0"/>
                      </a:lnTo>
                      <a:lnTo>
                        <a:pt x="0" y="577"/>
                      </a:lnTo>
                      <a:lnTo>
                        <a:pt x="25" y="627"/>
                      </a:lnTo>
                      <a:lnTo>
                        <a:pt x="50" y="677"/>
                      </a:lnTo>
                      <a:lnTo>
                        <a:pt x="1244" y="10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8" name="Freeform 505">
                  <a:extLst>
                    <a:ext uri="{FF2B5EF4-FFF2-40B4-BE49-F238E27FC236}">
                      <a16:creationId xmlns:a16="http://schemas.microsoft.com/office/drawing/2014/main" id="{78ACC5BA-527F-48FB-685E-3011E6B5C2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428"/>
                  <a:ext cx="11" cy="15"/>
                </a:xfrm>
                <a:custGeom>
                  <a:avLst/>
                  <a:gdLst>
                    <a:gd name="T0" fmla="*/ 0 w 81"/>
                    <a:gd name="T1" fmla="*/ 0 h 106"/>
                    <a:gd name="T2" fmla="*/ 0 w 81"/>
                    <a:gd name="T3" fmla="*/ 0 h 106"/>
                    <a:gd name="T4" fmla="*/ 0 w 81"/>
                    <a:gd name="T5" fmla="*/ 0 h 106"/>
                    <a:gd name="T6" fmla="*/ 0 w 81"/>
                    <a:gd name="T7" fmla="*/ 0 h 106"/>
                    <a:gd name="T8" fmla="*/ 0 w 81"/>
                    <a:gd name="T9" fmla="*/ 0 h 106"/>
                    <a:gd name="T10" fmla="*/ 0 w 81"/>
                    <a:gd name="T11" fmla="*/ 0 h 106"/>
                    <a:gd name="T12" fmla="*/ 0 w 81"/>
                    <a:gd name="T13" fmla="*/ 0 h 106"/>
                    <a:gd name="T14" fmla="*/ 0 w 81"/>
                    <a:gd name="T15" fmla="*/ 0 h 106"/>
                    <a:gd name="T16" fmla="*/ 0 w 81"/>
                    <a:gd name="T17" fmla="*/ 0 h 106"/>
                    <a:gd name="T18" fmla="*/ 0 w 81"/>
                    <a:gd name="T19" fmla="*/ 0 h 106"/>
                    <a:gd name="T20" fmla="*/ 0 w 81"/>
                    <a:gd name="T21" fmla="*/ 0 h 106"/>
                    <a:gd name="T22" fmla="*/ 0 w 81"/>
                    <a:gd name="T23" fmla="*/ 0 h 106"/>
                    <a:gd name="T24" fmla="*/ 0 w 81"/>
                    <a:gd name="T25" fmla="*/ 0 h 106"/>
                    <a:gd name="T26" fmla="*/ 0 w 81"/>
                    <a:gd name="T27" fmla="*/ 0 h 106"/>
                    <a:gd name="T28" fmla="*/ 0 w 81"/>
                    <a:gd name="T29" fmla="*/ 0 h 106"/>
                    <a:gd name="T30" fmla="*/ 0 w 81"/>
                    <a:gd name="T31" fmla="*/ 0 h 106"/>
                    <a:gd name="T32" fmla="*/ 0 w 81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6"/>
                    <a:gd name="T53" fmla="*/ 81 w 81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6">
                      <a:moveTo>
                        <a:pt x="56" y="50"/>
                      </a:moveTo>
                      <a:lnTo>
                        <a:pt x="81" y="100"/>
                      </a:lnTo>
                      <a:lnTo>
                        <a:pt x="68" y="105"/>
                      </a:lnTo>
                      <a:lnTo>
                        <a:pt x="56" y="106"/>
                      </a:lnTo>
                      <a:lnTo>
                        <a:pt x="44" y="105"/>
                      </a:lnTo>
                      <a:lnTo>
                        <a:pt x="31" y="102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5"/>
                      </a:lnTo>
                      <a:lnTo>
                        <a:pt x="1" y="62"/>
                      </a:lnTo>
                      <a:lnTo>
                        <a:pt x="0" y="50"/>
                      </a:lnTo>
                      <a:lnTo>
                        <a:pt x="1" y="38"/>
                      </a:lnTo>
                      <a:lnTo>
                        <a:pt x="4" y="25"/>
                      </a:lnTo>
                      <a:lnTo>
                        <a:pt x="11" y="15"/>
                      </a:lnTo>
                      <a:lnTo>
                        <a:pt x="20" y="6"/>
                      </a:lnTo>
                      <a:lnTo>
                        <a:pt x="31" y="0"/>
                      </a:lnTo>
                      <a:lnTo>
                        <a:pt x="5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9" name="Freeform 506">
                  <a:extLst>
                    <a:ext uri="{FF2B5EF4-FFF2-40B4-BE49-F238E27FC236}">
                      <a16:creationId xmlns:a16="http://schemas.microsoft.com/office/drawing/2014/main" id="{0461BD8B-6FF4-EF79-FF8E-49AEE53908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39" y="4428"/>
                  <a:ext cx="11" cy="15"/>
                </a:xfrm>
                <a:custGeom>
                  <a:avLst/>
                  <a:gdLst>
                    <a:gd name="T0" fmla="*/ 0 w 81"/>
                    <a:gd name="T1" fmla="*/ 0 h 106"/>
                    <a:gd name="T2" fmla="*/ 0 w 81"/>
                    <a:gd name="T3" fmla="*/ 0 h 106"/>
                    <a:gd name="T4" fmla="*/ 0 w 81"/>
                    <a:gd name="T5" fmla="*/ 0 h 106"/>
                    <a:gd name="T6" fmla="*/ 0 w 81"/>
                    <a:gd name="T7" fmla="*/ 0 h 106"/>
                    <a:gd name="T8" fmla="*/ 0 w 81"/>
                    <a:gd name="T9" fmla="*/ 0 h 106"/>
                    <a:gd name="T10" fmla="*/ 0 w 81"/>
                    <a:gd name="T11" fmla="*/ 0 h 106"/>
                    <a:gd name="T12" fmla="*/ 0 w 81"/>
                    <a:gd name="T13" fmla="*/ 0 h 106"/>
                    <a:gd name="T14" fmla="*/ 0 w 81"/>
                    <a:gd name="T15" fmla="*/ 0 h 106"/>
                    <a:gd name="T16" fmla="*/ 0 w 81"/>
                    <a:gd name="T17" fmla="*/ 0 h 106"/>
                    <a:gd name="T18" fmla="*/ 0 w 81"/>
                    <a:gd name="T19" fmla="*/ 0 h 106"/>
                    <a:gd name="T20" fmla="*/ 0 w 81"/>
                    <a:gd name="T21" fmla="*/ 0 h 106"/>
                    <a:gd name="T22" fmla="*/ 0 w 81"/>
                    <a:gd name="T23" fmla="*/ 0 h 106"/>
                    <a:gd name="T24" fmla="*/ 0 w 81"/>
                    <a:gd name="T25" fmla="*/ 0 h 106"/>
                    <a:gd name="T26" fmla="*/ 0 w 81"/>
                    <a:gd name="T27" fmla="*/ 0 h 106"/>
                    <a:gd name="T28" fmla="*/ 0 w 81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6"/>
                    <a:gd name="T47" fmla="*/ 81 w 81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6">
                      <a:moveTo>
                        <a:pt x="81" y="100"/>
                      </a:moveTo>
                      <a:lnTo>
                        <a:pt x="68" y="105"/>
                      </a:lnTo>
                      <a:lnTo>
                        <a:pt x="56" y="106"/>
                      </a:lnTo>
                      <a:lnTo>
                        <a:pt x="44" y="105"/>
                      </a:lnTo>
                      <a:lnTo>
                        <a:pt x="31" y="102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5"/>
                      </a:lnTo>
                      <a:lnTo>
                        <a:pt x="1" y="62"/>
                      </a:lnTo>
                      <a:lnTo>
                        <a:pt x="0" y="50"/>
                      </a:lnTo>
                      <a:lnTo>
                        <a:pt x="1" y="38"/>
                      </a:lnTo>
                      <a:lnTo>
                        <a:pt x="4" y="25"/>
                      </a:lnTo>
                      <a:lnTo>
                        <a:pt x="11" y="15"/>
                      </a:lnTo>
                      <a:lnTo>
                        <a:pt x="20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0" name="Freeform 507">
                  <a:extLst>
                    <a:ext uri="{FF2B5EF4-FFF2-40B4-BE49-F238E27FC236}">
                      <a16:creationId xmlns:a16="http://schemas.microsoft.com/office/drawing/2014/main" id="{FF34F81A-6E19-8AB5-882F-D12E09E8D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428"/>
                  <a:ext cx="11" cy="15"/>
                </a:xfrm>
                <a:custGeom>
                  <a:avLst/>
                  <a:gdLst>
                    <a:gd name="T0" fmla="*/ 0 w 82"/>
                    <a:gd name="T1" fmla="*/ 0 h 106"/>
                    <a:gd name="T2" fmla="*/ 0 w 82"/>
                    <a:gd name="T3" fmla="*/ 0 h 106"/>
                    <a:gd name="T4" fmla="*/ 0 w 82"/>
                    <a:gd name="T5" fmla="*/ 0 h 106"/>
                    <a:gd name="T6" fmla="*/ 0 w 82"/>
                    <a:gd name="T7" fmla="*/ 0 h 106"/>
                    <a:gd name="T8" fmla="*/ 0 w 82"/>
                    <a:gd name="T9" fmla="*/ 0 h 106"/>
                    <a:gd name="T10" fmla="*/ 0 w 82"/>
                    <a:gd name="T11" fmla="*/ 0 h 106"/>
                    <a:gd name="T12" fmla="*/ 0 w 82"/>
                    <a:gd name="T13" fmla="*/ 0 h 106"/>
                    <a:gd name="T14" fmla="*/ 0 w 82"/>
                    <a:gd name="T15" fmla="*/ 0 h 106"/>
                    <a:gd name="T16" fmla="*/ 0 w 82"/>
                    <a:gd name="T17" fmla="*/ 0 h 106"/>
                    <a:gd name="T18" fmla="*/ 0 w 82"/>
                    <a:gd name="T19" fmla="*/ 0 h 106"/>
                    <a:gd name="T20" fmla="*/ 0 w 82"/>
                    <a:gd name="T21" fmla="*/ 0 h 106"/>
                    <a:gd name="T22" fmla="*/ 0 w 82"/>
                    <a:gd name="T23" fmla="*/ 0 h 106"/>
                    <a:gd name="T24" fmla="*/ 0 w 82"/>
                    <a:gd name="T25" fmla="*/ 0 h 106"/>
                    <a:gd name="T26" fmla="*/ 0 w 82"/>
                    <a:gd name="T27" fmla="*/ 0 h 106"/>
                    <a:gd name="T28" fmla="*/ 0 w 82"/>
                    <a:gd name="T29" fmla="*/ 0 h 106"/>
                    <a:gd name="T30" fmla="*/ 0 w 82"/>
                    <a:gd name="T31" fmla="*/ 0 h 106"/>
                    <a:gd name="T32" fmla="*/ 0 w 82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2"/>
                    <a:gd name="T52" fmla="*/ 0 h 106"/>
                    <a:gd name="T53" fmla="*/ 82 w 82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2" h="106">
                      <a:moveTo>
                        <a:pt x="24" y="50"/>
                      </a:moveTo>
                      <a:lnTo>
                        <a:pt x="49" y="0"/>
                      </a:lnTo>
                      <a:lnTo>
                        <a:pt x="60" y="6"/>
                      </a:lnTo>
                      <a:lnTo>
                        <a:pt x="69" y="15"/>
                      </a:lnTo>
                      <a:lnTo>
                        <a:pt x="76" y="25"/>
                      </a:lnTo>
                      <a:lnTo>
                        <a:pt x="79" y="38"/>
                      </a:lnTo>
                      <a:lnTo>
                        <a:pt x="82" y="50"/>
                      </a:lnTo>
                      <a:lnTo>
                        <a:pt x="79" y="62"/>
                      </a:lnTo>
                      <a:lnTo>
                        <a:pt x="75" y="75"/>
                      </a:lnTo>
                      <a:lnTo>
                        <a:pt x="68" y="86"/>
                      </a:lnTo>
                      <a:lnTo>
                        <a:pt x="59" y="95"/>
                      </a:lnTo>
                      <a:lnTo>
                        <a:pt x="49" y="102"/>
                      </a:lnTo>
                      <a:lnTo>
                        <a:pt x="37" y="105"/>
                      </a:lnTo>
                      <a:lnTo>
                        <a:pt x="24" y="106"/>
                      </a:lnTo>
                      <a:lnTo>
                        <a:pt x="12" y="105"/>
                      </a:lnTo>
                      <a:lnTo>
                        <a:pt x="0" y="100"/>
                      </a:lnTo>
                      <a:lnTo>
                        <a:pt x="24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1" name="Freeform 508">
                  <a:extLst>
                    <a:ext uri="{FF2B5EF4-FFF2-40B4-BE49-F238E27FC236}">
                      <a16:creationId xmlns:a16="http://schemas.microsoft.com/office/drawing/2014/main" id="{DA7AB99F-9D7E-C9B7-D710-6724971A8C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4428"/>
                  <a:ext cx="11" cy="15"/>
                </a:xfrm>
                <a:custGeom>
                  <a:avLst/>
                  <a:gdLst>
                    <a:gd name="T0" fmla="*/ 0 w 82"/>
                    <a:gd name="T1" fmla="*/ 0 h 106"/>
                    <a:gd name="T2" fmla="*/ 0 w 82"/>
                    <a:gd name="T3" fmla="*/ 0 h 106"/>
                    <a:gd name="T4" fmla="*/ 0 w 82"/>
                    <a:gd name="T5" fmla="*/ 0 h 106"/>
                    <a:gd name="T6" fmla="*/ 0 w 82"/>
                    <a:gd name="T7" fmla="*/ 0 h 106"/>
                    <a:gd name="T8" fmla="*/ 0 w 82"/>
                    <a:gd name="T9" fmla="*/ 0 h 106"/>
                    <a:gd name="T10" fmla="*/ 0 w 82"/>
                    <a:gd name="T11" fmla="*/ 0 h 106"/>
                    <a:gd name="T12" fmla="*/ 0 w 82"/>
                    <a:gd name="T13" fmla="*/ 0 h 106"/>
                    <a:gd name="T14" fmla="*/ 0 w 82"/>
                    <a:gd name="T15" fmla="*/ 0 h 106"/>
                    <a:gd name="T16" fmla="*/ 0 w 82"/>
                    <a:gd name="T17" fmla="*/ 0 h 106"/>
                    <a:gd name="T18" fmla="*/ 0 w 82"/>
                    <a:gd name="T19" fmla="*/ 0 h 106"/>
                    <a:gd name="T20" fmla="*/ 0 w 82"/>
                    <a:gd name="T21" fmla="*/ 0 h 106"/>
                    <a:gd name="T22" fmla="*/ 0 w 82"/>
                    <a:gd name="T23" fmla="*/ 0 h 106"/>
                    <a:gd name="T24" fmla="*/ 0 w 82"/>
                    <a:gd name="T25" fmla="*/ 0 h 106"/>
                    <a:gd name="T26" fmla="*/ 0 w 82"/>
                    <a:gd name="T27" fmla="*/ 0 h 106"/>
                    <a:gd name="T28" fmla="*/ 0 w 82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2"/>
                    <a:gd name="T46" fmla="*/ 0 h 106"/>
                    <a:gd name="T47" fmla="*/ 82 w 82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2" h="106">
                      <a:moveTo>
                        <a:pt x="49" y="0"/>
                      </a:moveTo>
                      <a:lnTo>
                        <a:pt x="60" y="6"/>
                      </a:lnTo>
                      <a:lnTo>
                        <a:pt x="69" y="15"/>
                      </a:lnTo>
                      <a:lnTo>
                        <a:pt x="76" y="25"/>
                      </a:lnTo>
                      <a:lnTo>
                        <a:pt x="79" y="38"/>
                      </a:lnTo>
                      <a:lnTo>
                        <a:pt x="82" y="50"/>
                      </a:lnTo>
                      <a:lnTo>
                        <a:pt x="79" y="62"/>
                      </a:lnTo>
                      <a:lnTo>
                        <a:pt x="75" y="75"/>
                      </a:lnTo>
                      <a:lnTo>
                        <a:pt x="68" y="86"/>
                      </a:lnTo>
                      <a:lnTo>
                        <a:pt x="59" y="95"/>
                      </a:lnTo>
                      <a:lnTo>
                        <a:pt x="49" y="102"/>
                      </a:lnTo>
                      <a:lnTo>
                        <a:pt x="37" y="105"/>
                      </a:lnTo>
                      <a:lnTo>
                        <a:pt x="24" y="106"/>
                      </a:lnTo>
                      <a:lnTo>
                        <a:pt x="12" y="105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2" name="Freeform 509">
                  <a:extLst>
                    <a:ext uri="{FF2B5EF4-FFF2-40B4-BE49-F238E27FC236}">
                      <a16:creationId xmlns:a16="http://schemas.microsoft.com/office/drawing/2014/main" id="{5E7ACCAF-6802-4E03-571A-1B3F9CC736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346"/>
                  <a:ext cx="178" cy="96"/>
                </a:xfrm>
                <a:custGeom>
                  <a:avLst/>
                  <a:gdLst>
                    <a:gd name="T0" fmla="*/ 0 w 1243"/>
                    <a:gd name="T1" fmla="*/ 0 h 677"/>
                    <a:gd name="T2" fmla="*/ 0 w 1243"/>
                    <a:gd name="T3" fmla="*/ 0 h 677"/>
                    <a:gd name="T4" fmla="*/ 0 w 1243"/>
                    <a:gd name="T5" fmla="*/ 0 h 677"/>
                    <a:gd name="T6" fmla="*/ 0 w 1243"/>
                    <a:gd name="T7" fmla="*/ 0 h 677"/>
                    <a:gd name="T8" fmla="*/ 0 w 1243"/>
                    <a:gd name="T9" fmla="*/ 0 h 677"/>
                    <a:gd name="T10" fmla="*/ 0 w 1243"/>
                    <a:gd name="T11" fmla="*/ 0 h 677"/>
                    <a:gd name="T12" fmla="*/ 0 w 1243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7"/>
                    <a:gd name="T23" fmla="*/ 1243 w 1243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7">
                      <a:moveTo>
                        <a:pt x="1194" y="677"/>
                      </a:moveTo>
                      <a:lnTo>
                        <a:pt x="1218" y="627"/>
                      </a:lnTo>
                      <a:lnTo>
                        <a:pt x="1243" y="577"/>
                      </a:lnTo>
                      <a:lnTo>
                        <a:pt x="49" y="0"/>
                      </a:lnTo>
                      <a:lnTo>
                        <a:pt x="24" y="50"/>
                      </a:lnTo>
                      <a:lnTo>
                        <a:pt x="0" y="101"/>
                      </a:lnTo>
                      <a:lnTo>
                        <a:pt x="1194" y="6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3" name="Freeform 510">
                  <a:extLst>
                    <a:ext uri="{FF2B5EF4-FFF2-40B4-BE49-F238E27FC236}">
                      <a16:creationId xmlns:a16="http://schemas.microsoft.com/office/drawing/2014/main" id="{9AD02E84-6D0E-541C-EA33-98B105860E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3" y="4346"/>
                  <a:ext cx="178" cy="96"/>
                </a:xfrm>
                <a:custGeom>
                  <a:avLst/>
                  <a:gdLst>
                    <a:gd name="T0" fmla="*/ 0 w 1243"/>
                    <a:gd name="T1" fmla="*/ 0 h 677"/>
                    <a:gd name="T2" fmla="*/ 0 w 1243"/>
                    <a:gd name="T3" fmla="*/ 0 h 677"/>
                    <a:gd name="T4" fmla="*/ 0 w 1243"/>
                    <a:gd name="T5" fmla="*/ 0 h 677"/>
                    <a:gd name="T6" fmla="*/ 0 w 1243"/>
                    <a:gd name="T7" fmla="*/ 0 h 677"/>
                    <a:gd name="T8" fmla="*/ 0 w 1243"/>
                    <a:gd name="T9" fmla="*/ 0 h 677"/>
                    <a:gd name="T10" fmla="*/ 0 w 1243"/>
                    <a:gd name="T11" fmla="*/ 0 h 677"/>
                    <a:gd name="T12" fmla="*/ 0 w 1243"/>
                    <a:gd name="T13" fmla="*/ 0 h 6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3"/>
                    <a:gd name="T22" fmla="*/ 0 h 677"/>
                    <a:gd name="T23" fmla="*/ 1243 w 1243"/>
                    <a:gd name="T24" fmla="*/ 677 h 67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3" h="677">
                      <a:moveTo>
                        <a:pt x="1194" y="677"/>
                      </a:moveTo>
                      <a:lnTo>
                        <a:pt x="1218" y="627"/>
                      </a:lnTo>
                      <a:lnTo>
                        <a:pt x="1243" y="577"/>
                      </a:lnTo>
                      <a:lnTo>
                        <a:pt x="49" y="0"/>
                      </a:lnTo>
                      <a:lnTo>
                        <a:pt x="24" y="50"/>
                      </a:lnTo>
                      <a:lnTo>
                        <a:pt x="0" y="101"/>
                      </a:lnTo>
                      <a:lnTo>
                        <a:pt x="1194" y="6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4" name="Freeform 511">
                  <a:extLst>
                    <a:ext uri="{FF2B5EF4-FFF2-40B4-BE49-F238E27FC236}">
                      <a16:creationId xmlns:a16="http://schemas.microsoft.com/office/drawing/2014/main" id="{C9782EBF-6AA9-6C1D-AE15-A117A2BE20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345"/>
                  <a:ext cx="12" cy="15"/>
                </a:xfrm>
                <a:custGeom>
                  <a:avLst/>
                  <a:gdLst>
                    <a:gd name="T0" fmla="*/ 0 w 81"/>
                    <a:gd name="T1" fmla="*/ 0 h 108"/>
                    <a:gd name="T2" fmla="*/ 0 w 81"/>
                    <a:gd name="T3" fmla="*/ 0 h 108"/>
                    <a:gd name="T4" fmla="*/ 0 w 81"/>
                    <a:gd name="T5" fmla="*/ 0 h 108"/>
                    <a:gd name="T6" fmla="*/ 0 w 81"/>
                    <a:gd name="T7" fmla="*/ 0 h 108"/>
                    <a:gd name="T8" fmla="*/ 0 w 81"/>
                    <a:gd name="T9" fmla="*/ 0 h 108"/>
                    <a:gd name="T10" fmla="*/ 0 w 81"/>
                    <a:gd name="T11" fmla="*/ 0 h 108"/>
                    <a:gd name="T12" fmla="*/ 0 w 81"/>
                    <a:gd name="T13" fmla="*/ 0 h 108"/>
                    <a:gd name="T14" fmla="*/ 0 w 81"/>
                    <a:gd name="T15" fmla="*/ 0 h 108"/>
                    <a:gd name="T16" fmla="*/ 0 w 81"/>
                    <a:gd name="T17" fmla="*/ 0 h 108"/>
                    <a:gd name="T18" fmla="*/ 0 w 81"/>
                    <a:gd name="T19" fmla="*/ 0 h 108"/>
                    <a:gd name="T20" fmla="*/ 0 w 81"/>
                    <a:gd name="T21" fmla="*/ 0 h 108"/>
                    <a:gd name="T22" fmla="*/ 0 w 81"/>
                    <a:gd name="T23" fmla="*/ 0 h 108"/>
                    <a:gd name="T24" fmla="*/ 0 w 81"/>
                    <a:gd name="T25" fmla="*/ 0 h 108"/>
                    <a:gd name="T26" fmla="*/ 0 w 81"/>
                    <a:gd name="T27" fmla="*/ 0 h 108"/>
                    <a:gd name="T28" fmla="*/ 0 w 81"/>
                    <a:gd name="T29" fmla="*/ 0 h 108"/>
                    <a:gd name="T30" fmla="*/ 0 w 81"/>
                    <a:gd name="T31" fmla="*/ 0 h 108"/>
                    <a:gd name="T32" fmla="*/ 0 w 81"/>
                    <a:gd name="T33" fmla="*/ 0 h 10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81"/>
                    <a:gd name="T52" fmla="*/ 0 h 108"/>
                    <a:gd name="T53" fmla="*/ 81 w 81"/>
                    <a:gd name="T54" fmla="*/ 108 h 108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81" h="108">
                      <a:moveTo>
                        <a:pt x="56" y="57"/>
                      </a:moveTo>
                      <a:lnTo>
                        <a:pt x="32" y="108"/>
                      </a:ln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3" y="21"/>
                      </a:lnTo>
                      <a:lnTo>
                        <a:pt x="21" y="12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5" name="Freeform 512">
                  <a:extLst>
                    <a:ext uri="{FF2B5EF4-FFF2-40B4-BE49-F238E27FC236}">
                      <a16:creationId xmlns:a16="http://schemas.microsoft.com/office/drawing/2014/main" id="{F8AB87CC-18A6-5015-6A1F-FBAE90008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78" y="4345"/>
                  <a:ext cx="12" cy="15"/>
                </a:xfrm>
                <a:custGeom>
                  <a:avLst/>
                  <a:gdLst>
                    <a:gd name="T0" fmla="*/ 0 w 81"/>
                    <a:gd name="T1" fmla="*/ 0 h 108"/>
                    <a:gd name="T2" fmla="*/ 0 w 81"/>
                    <a:gd name="T3" fmla="*/ 0 h 108"/>
                    <a:gd name="T4" fmla="*/ 0 w 81"/>
                    <a:gd name="T5" fmla="*/ 0 h 108"/>
                    <a:gd name="T6" fmla="*/ 0 w 81"/>
                    <a:gd name="T7" fmla="*/ 0 h 108"/>
                    <a:gd name="T8" fmla="*/ 0 w 81"/>
                    <a:gd name="T9" fmla="*/ 0 h 108"/>
                    <a:gd name="T10" fmla="*/ 0 w 81"/>
                    <a:gd name="T11" fmla="*/ 0 h 108"/>
                    <a:gd name="T12" fmla="*/ 0 w 81"/>
                    <a:gd name="T13" fmla="*/ 0 h 108"/>
                    <a:gd name="T14" fmla="*/ 0 w 81"/>
                    <a:gd name="T15" fmla="*/ 0 h 108"/>
                    <a:gd name="T16" fmla="*/ 0 w 81"/>
                    <a:gd name="T17" fmla="*/ 0 h 108"/>
                    <a:gd name="T18" fmla="*/ 0 w 81"/>
                    <a:gd name="T19" fmla="*/ 0 h 108"/>
                    <a:gd name="T20" fmla="*/ 0 w 81"/>
                    <a:gd name="T21" fmla="*/ 0 h 108"/>
                    <a:gd name="T22" fmla="*/ 0 w 81"/>
                    <a:gd name="T23" fmla="*/ 0 h 108"/>
                    <a:gd name="T24" fmla="*/ 0 w 81"/>
                    <a:gd name="T25" fmla="*/ 0 h 108"/>
                    <a:gd name="T26" fmla="*/ 0 w 81"/>
                    <a:gd name="T27" fmla="*/ 0 h 108"/>
                    <a:gd name="T28" fmla="*/ 0 w 81"/>
                    <a:gd name="T29" fmla="*/ 0 h 10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81"/>
                    <a:gd name="T46" fmla="*/ 0 h 108"/>
                    <a:gd name="T47" fmla="*/ 81 w 81"/>
                    <a:gd name="T48" fmla="*/ 108 h 10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81" h="108">
                      <a:moveTo>
                        <a:pt x="32" y="108"/>
                      </a:moveTo>
                      <a:lnTo>
                        <a:pt x="20" y="101"/>
                      </a:lnTo>
                      <a:lnTo>
                        <a:pt x="11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3"/>
                      </a:lnTo>
                      <a:lnTo>
                        <a:pt x="13" y="21"/>
                      </a:lnTo>
                      <a:lnTo>
                        <a:pt x="21" y="12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6" name="Line 513">
                  <a:extLst>
                    <a:ext uri="{FF2B5EF4-FFF2-40B4-BE49-F238E27FC236}">
                      <a16:creationId xmlns:a16="http://schemas.microsoft.com/office/drawing/2014/main" id="{CF8329F2-E292-C89B-371D-3A6BCA3F25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2" y="3401"/>
                  <a:ext cx="3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7" name="Line 514">
                  <a:extLst>
                    <a:ext uri="{FF2B5EF4-FFF2-40B4-BE49-F238E27FC236}">
                      <a16:creationId xmlns:a16="http://schemas.microsoft.com/office/drawing/2014/main" id="{BB28CCE0-5CF3-CB53-F2B0-EE9C8C494A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0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8" name="Line 515">
                  <a:extLst>
                    <a:ext uri="{FF2B5EF4-FFF2-40B4-BE49-F238E27FC236}">
                      <a16:creationId xmlns:a16="http://schemas.microsoft.com/office/drawing/2014/main" id="{CF4E596B-3C83-D91B-5342-1AF8097F04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79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9" name="Line 516">
                  <a:extLst>
                    <a:ext uri="{FF2B5EF4-FFF2-40B4-BE49-F238E27FC236}">
                      <a16:creationId xmlns:a16="http://schemas.microsoft.com/office/drawing/2014/main" id="{B2239C9E-8E07-4474-BEB5-25595A6F0B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38" y="3401"/>
                  <a:ext cx="4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" name="Line 517">
                  <a:extLst>
                    <a:ext uri="{FF2B5EF4-FFF2-40B4-BE49-F238E27FC236}">
                      <a16:creationId xmlns:a16="http://schemas.microsoft.com/office/drawing/2014/main" id="{C62A735F-5209-5076-E989-296531516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7" y="3401"/>
                  <a:ext cx="41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1" name="Line 518">
                  <a:extLst>
                    <a:ext uri="{FF2B5EF4-FFF2-40B4-BE49-F238E27FC236}">
                      <a16:creationId xmlns:a16="http://schemas.microsoft.com/office/drawing/2014/main" id="{6577D4C7-BCC3-8F9C-6A14-215805FEB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7" y="3401"/>
                  <a:ext cx="3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" name="Line 519">
                  <a:extLst>
                    <a:ext uri="{FF2B5EF4-FFF2-40B4-BE49-F238E27FC236}">
                      <a16:creationId xmlns:a16="http://schemas.microsoft.com/office/drawing/2014/main" id="{5E1D6E52-E4AB-7848-D828-C667BDD370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16" y="3401"/>
                  <a:ext cx="3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3" name="Freeform 520">
                  <a:extLst>
                    <a:ext uri="{FF2B5EF4-FFF2-40B4-BE49-F238E27FC236}">
                      <a16:creationId xmlns:a16="http://schemas.microsoft.com/office/drawing/2014/main" id="{03422FA2-B954-CBE4-6459-CB233E6D1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8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" name="Freeform 521">
                  <a:extLst>
                    <a:ext uri="{FF2B5EF4-FFF2-40B4-BE49-F238E27FC236}">
                      <a16:creationId xmlns:a16="http://schemas.microsoft.com/office/drawing/2014/main" id="{27FB6190-6376-4EDC-8300-79C0EABE20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8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5" name="Freeform 522">
                  <a:extLst>
                    <a:ext uri="{FF2B5EF4-FFF2-40B4-BE49-F238E27FC236}">
                      <a16:creationId xmlns:a16="http://schemas.microsoft.com/office/drawing/2014/main" id="{693E710C-ED9D-5073-BB16-659248295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507"/>
                  <a:ext cx="444" cy="16"/>
                </a:xfrm>
                <a:custGeom>
                  <a:avLst/>
                  <a:gdLst>
                    <a:gd name="T0" fmla="*/ 0 w 3110"/>
                    <a:gd name="T1" fmla="*/ 0 h 113"/>
                    <a:gd name="T2" fmla="*/ 0 w 3110"/>
                    <a:gd name="T3" fmla="*/ 0 h 113"/>
                    <a:gd name="T4" fmla="*/ 0 w 3110"/>
                    <a:gd name="T5" fmla="*/ 0 h 113"/>
                    <a:gd name="T6" fmla="*/ 0 w 3110"/>
                    <a:gd name="T7" fmla="*/ 0 h 113"/>
                    <a:gd name="T8" fmla="*/ 0 w 3110"/>
                    <a:gd name="T9" fmla="*/ 0 h 113"/>
                    <a:gd name="T10" fmla="*/ 0 w 3110"/>
                    <a:gd name="T11" fmla="*/ 0 h 113"/>
                    <a:gd name="T12" fmla="*/ 0 w 311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110"/>
                    <a:gd name="T22" fmla="*/ 0 h 113"/>
                    <a:gd name="T23" fmla="*/ 3110 w 311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11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3110" y="113"/>
                      </a:lnTo>
                      <a:lnTo>
                        <a:pt x="3110" y="57"/>
                      </a:lnTo>
                      <a:lnTo>
                        <a:pt x="311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6" name="Freeform 523">
                  <a:extLst>
                    <a:ext uri="{FF2B5EF4-FFF2-40B4-BE49-F238E27FC236}">
                      <a16:creationId xmlns:a16="http://schemas.microsoft.com/office/drawing/2014/main" id="{30A5A19C-B52D-0382-B530-8B27B66AA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507"/>
                  <a:ext cx="444" cy="16"/>
                </a:xfrm>
                <a:custGeom>
                  <a:avLst/>
                  <a:gdLst>
                    <a:gd name="T0" fmla="*/ 0 w 3110"/>
                    <a:gd name="T1" fmla="*/ 0 h 113"/>
                    <a:gd name="T2" fmla="*/ 0 w 3110"/>
                    <a:gd name="T3" fmla="*/ 0 h 113"/>
                    <a:gd name="T4" fmla="*/ 0 w 3110"/>
                    <a:gd name="T5" fmla="*/ 0 h 113"/>
                    <a:gd name="T6" fmla="*/ 0 w 3110"/>
                    <a:gd name="T7" fmla="*/ 0 h 113"/>
                    <a:gd name="T8" fmla="*/ 0 w 3110"/>
                    <a:gd name="T9" fmla="*/ 0 h 113"/>
                    <a:gd name="T10" fmla="*/ 0 w 3110"/>
                    <a:gd name="T11" fmla="*/ 0 h 113"/>
                    <a:gd name="T12" fmla="*/ 0 w 311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110"/>
                    <a:gd name="T22" fmla="*/ 0 h 113"/>
                    <a:gd name="T23" fmla="*/ 3110 w 311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11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3110" y="113"/>
                      </a:lnTo>
                      <a:lnTo>
                        <a:pt x="3110" y="57"/>
                      </a:lnTo>
                      <a:lnTo>
                        <a:pt x="311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7" name="Freeform 524">
                  <a:extLst>
                    <a:ext uri="{FF2B5EF4-FFF2-40B4-BE49-F238E27FC236}">
                      <a16:creationId xmlns:a16="http://schemas.microsoft.com/office/drawing/2014/main" id="{53A40F11-2042-CED5-33E5-46F7E9D27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0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8" name="Freeform 525">
                  <a:extLst>
                    <a:ext uri="{FF2B5EF4-FFF2-40B4-BE49-F238E27FC236}">
                      <a16:creationId xmlns:a16="http://schemas.microsoft.com/office/drawing/2014/main" id="{01917842-D426-A8FF-53E6-2D57143319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0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9" name="Freeform 526">
                  <a:extLst>
                    <a:ext uri="{FF2B5EF4-FFF2-40B4-BE49-F238E27FC236}">
                      <a16:creationId xmlns:a16="http://schemas.microsoft.com/office/drawing/2014/main" id="{B8E2337C-46CA-AB86-2E63-EBE5A81601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w 111"/>
                    <a:gd name="T31" fmla="*/ 0 h 69"/>
                    <a:gd name="T32" fmla="*/ 0 w 111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1"/>
                    <a:gd name="T52" fmla="*/ 0 h 69"/>
                    <a:gd name="T53" fmla="*/ 111 w 111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1" h="69">
                      <a:moveTo>
                        <a:pt x="56" y="57"/>
                      </a:move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4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5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4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" name="Freeform 527">
                  <a:extLst>
                    <a:ext uri="{FF2B5EF4-FFF2-40B4-BE49-F238E27FC236}">
                      <a16:creationId xmlns:a16="http://schemas.microsoft.com/office/drawing/2014/main" id="{548D47C9-0453-A934-BA7D-9832640A5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1"/>
                    <a:gd name="T46" fmla="*/ 0 h 69"/>
                    <a:gd name="T47" fmla="*/ 111 w 111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1" h="69">
                      <a:moveTo>
                        <a:pt x="1" y="69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4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5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" name="Freeform 528">
                  <a:extLst>
                    <a:ext uri="{FF2B5EF4-FFF2-40B4-BE49-F238E27FC236}">
                      <a16:creationId xmlns:a16="http://schemas.microsoft.com/office/drawing/2014/main" id="{03569593-1CE4-B9EE-11A7-626C9109C6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110" y="0"/>
                      </a:moveTo>
                      <a:lnTo>
                        <a:pt x="55" y="13"/>
                      </a:lnTo>
                      <a:lnTo>
                        <a:pt x="0" y="25"/>
                      </a:lnTo>
                      <a:lnTo>
                        <a:pt x="1062" y="4673"/>
                      </a:lnTo>
                      <a:lnTo>
                        <a:pt x="1117" y="4661"/>
                      </a:lnTo>
                      <a:lnTo>
                        <a:pt x="1172" y="4648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" name="Freeform 529">
                  <a:extLst>
                    <a:ext uri="{FF2B5EF4-FFF2-40B4-BE49-F238E27FC236}">
                      <a16:creationId xmlns:a16="http://schemas.microsoft.com/office/drawing/2014/main" id="{1DD18B39-72B8-7C86-DD8A-2A25476DB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4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110" y="0"/>
                      </a:moveTo>
                      <a:lnTo>
                        <a:pt x="55" y="13"/>
                      </a:lnTo>
                      <a:lnTo>
                        <a:pt x="0" y="25"/>
                      </a:lnTo>
                      <a:lnTo>
                        <a:pt x="1062" y="4673"/>
                      </a:lnTo>
                      <a:lnTo>
                        <a:pt x="1117" y="4661"/>
                      </a:lnTo>
                      <a:lnTo>
                        <a:pt x="1172" y="4648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3" name="Freeform 530">
                  <a:extLst>
                    <a:ext uri="{FF2B5EF4-FFF2-40B4-BE49-F238E27FC236}">
                      <a16:creationId xmlns:a16="http://schemas.microsoft.com/office/drawing/2014/main" id="{0DE65172-545F-8EB3-97D0-1A47CDDEF0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6" y="370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w 112"/>
                    <a:gd name="T31" fmla="*/ 0 h 69"/>
                    <a:gd name="T32" fmla="*/ 0 w 112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2"/>
                    <a:gd name="T52" fmla="*/ 0 h 69"/>
                    <a:gd name="T53" fmla="*/ 112 w 112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2" h="69">
                      <a:moveTo>
                        <a:pt x="55" y="13"/>
                      </a:moveTo>
                      <a:lnTo>
                        <a:pt x="110" y="0"/>
                      </a:lnTo>
                      <a:lnTo>
                        <a:pt x="112" y="13"/>
                      </a:lnTo>
                      <a:lnTo>
                        <a:pt x="110" y="25"/>
                      </a:lnTo>
                      <a:lnTo>
                        <a:pt x="106" y="37"/>
                      </a:lnTo>
                      <a:lnTo>
                        <a:pt x="98" y="47"/>
                      </a:lnTo>
                      <a:lnTo>
                        <a:pt x="90" y="56"/>
                      </a:lnTo>
                      <a:lnTo>
                        <a:pt x="79" y="63"/>
                      </a:lnTo>
                      <a:lnTo>
                        <a:pt x="67" y="68"/>
                      </a:lnTo>
                      <a:lnTo>
                        <a:pt x="55" y="69"/>
                      </a:lnTo>
                      <a:lnTo>
                        <a:pt x="42" y="68"/>
                      </a:lnTo>
                      <a:lnTo>
                        <a:pt x="30" y="64"/>
                      </a:lnTo>
                      <a:lnTo>
                        <a:pt x="20" y="56"/>
                      </a:lnTo>
                      <a:lnTo>
                        <a:pt x="11" y="47"/>
                      </a:lnTo>
                      <a:lnTo>
                        <a:pt x="4" y="37"/>
                      </a:lnTo>
                      <a:lnTo>
                        <a:pt x="0" y="25"/>
                      </a:lnTo>
                      <a:lnTo>
                        <a:pt x="55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4" name="Freeform 531">
                  <a:extLst>
                    <a:ext uri="{FF2B5EF4-FFF2-40B4-BE49-F238E27FC236}">
                      <a16:creationId xmlns:a16="http://schemas.microsoft.com/office/drawing/2014/main" id="{8CF09A82-866A-756A-F055-9E7CA55B7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6" y="370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2"/>
                    <a:gd name="T46" fmla="*/ 0 h 69"/>
                    <a:gd name="T47" fmla="*/ 112 w 112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2" h="69">
                      <a:moveTo>
                        <a:pt x="110" y="0"/>
                      </a:moveTo>
                      <a:lnTo>
                        <a:pt x="112" y="13"/>
                      </a:lnTo>
                      <a:lnTo>
                        <a:pt x="110" y="25"/>
                      </a:lnTo>
                      <a:lnTo>
                        <a:pt x="106" y="37"/>
                      </a:lnTo>
                      <a:lnTo>
                        <a:pt x="98" y="47"/>
                      </a:lnTo>
                      <a:lnTo>
                        <a:pt x="90" y="56"/>
                      </a:lnTo>
                      <a:lnTo>
                        <a:pt x="79" y="63"/>
                      </a:lnTo>
                      <a:lnTo>
                        <a:pt x="67" y="68"/>
                      </a:lnTo>
                      <a:lnTo>
                        <a:pt x="55" y="69"/>
                      </a:lnTo>
                      <a:lnTo>
                        <a:pt x="42" y="68"/>
                      </a:lnTo>
                      <a:lnTo>
                        <a:pt x="30" y="64"/>
                      </a:lnTo>
                      <a:lnTo>
                        <a:pt x="20" y="56"/>
                      </a:lnTo>
                      <a:lnTo>
                        <a:pt x="11" y="47"/>
                      </a:lnTo>
                      <a:lnTo>
                        <a:pt x="4" y="37"/>
                      </a:lnTo>
                      <a:lnTo>
                        <a:pt x="0" y="2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5" name="Freeform 532">
                  <a:extLst>
                    <a:ext uri="{FF2B5EF4-FFF2-40B4-BE49-F238E27FC236}">
                      <a16:creationId xmlns:a16="http://schemas.microsoft.com/office/drawing/2014/main" id="{3AC84024-B3AA-880D-0B86-F8B98A23F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70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w 111"/>
                    <a:gd name="T31" fmla="*/ 0 h 69"/>
                    <a:gd name="T32" fmla="*/ 0 w 111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1"/>
                    <a:gd name="T52" fmla="*/ 0 h 69"/>
                    <a:gd name="T53" fmla="*/ 111 w 111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1" h="69">
                      <a:moveTo>
                        <a:pt x="56" y="13"/>
                      </a:moveTo>
                      <a:lnTo>
                        <a:pt x="111" y="25"/>
                      </a:lnTo>
                      <a:lnTo>
                        <a:pt x="106" y="37"/>
                      </a:lnTo>
                      <a:lnTo>
                        <a:pt x="100" y="47"/>
                      </a:lnTo>
                      <a:lnTo>
                        <a:pt x="91" y="56"/>
                      </a:lnTo>
                      <a:lnTo>
                        <a:pt x="81" y="64"/>
                      </a:lnTo>
                      <a:lnTo>
                        <a:pt x="68" y="68"/>
                      </a:lnTo>
                      <a:lnTo>
                        <a:pt x="56" y="69"/>
                      </a:lnTo>
                      <a:lnTo>
                        <a:pt x="43" y="68"/>
                      </a:lnTo>
                      <a:lnTo>
                        <a:pt x="31" y="63"/>
                      </a:lnTo>
                      <a:lnTo>
                        <a:pt x="21" y="56"/>
                      </a:lnTo>
                      <a:lnTo>
                        <a:pt x="12" y="47"/>
                      </a:lnTo>
                      <a:lnTo>
                        <a:pt x="4" y="37"/>
                      </a:lnTo>
                      <a:lnTo>
                        <a:pt x="1" y="25"/>
                      </a:ln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56" y="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6" name="Freeform 533">
                  <a:extLst>
                    <a:ext uri="{FF2B5EF4-FFF2-40B4-BE49-F238E27FC236}">
                      <a16:creationId xmlns:a16="http://schemas.microsoft.com/office/drawing/2014/main" id="{9C80B1F3-6B2D-AEB4-8D02-36659312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703"/>
                  <a:ext cx="14" cy="10"/>
                </a:xfrm>
                <a:custGeom>
                  <a:avLst/>
                  <a:gdLst>
                    <a:gd name="T0" fmla="*/ 0 w 111"/>
                    <a:gd name="T1" fmla="*/ 0 h 69"/>
                    <a:gd name="T2" fmla="*/ 0 w 111"/>
                    <a:gd name="T3" fmla="*/ 0 h 69"/>
                    <a:gd name="T4" fmla="*/ 0 w 111"/>
                    <a:gd name="T5" fmla="*/ 0 h 69"/>
                    <a:gd name="T6" fmla="*/ 0 w 111"/>
                    <a:gd name="T7" fmla="*/ 0 h 69"/>
                    <a:gd name="T8" fmla="*/ 0 w 111"/>
                    <a:gd name="T9" fmla="*/ 0 h 69"/>
                    <a:gd name="T10" fmla="*/ 0 w 111"/>
                    <a:gd name="T11" fmla="*/ 0 h 69"/>
                    <a:gd name="T12" fmla="*/ 0 w 111"/>
                    <a:gd name="T13" fmla="*/ 0 h 69"/>
                    <a:gd name="T14" fmla="*/ 0 w 111"/>
                    <a:gd name="T15" fmla="*/ 0 h 69"/>
                    <a:gd name="T16" fmla="*/ 0 w 111"/>
                    <a:gd name="T17" fmla="*/ 0 h 69"/>
                    <a:gd name="T18" fmla="*/ 0 w 111"/>
                    <a:gd name="T19" fmla="*/ 0 h 69"/>
                    <a:gd name="T20" fmla="*/ 0 w 111"/>
                    <a:gd name="T21" fmla="*/ 0 h 69"/>
                    <a:gd name="T22" fmla="*/ 0 w 111"/>
                    <a:gd name="T23" fmla="*/ 0 h 69"/>
                    <a:gd name="T24" fmla="*/ 0 w 111"/>
                    <a:gd name="T25" fmla="*/ 0 h 69"/>
                    <a:gd name="T26" fmla="*/ 0 w 111"/>
                    <a:gd name="T27" fmla="*/ 0 h 69"/>
                    <a:gd name="T28" fmla="*/ 0 w 111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1"/>
                    <a:gd name="T46" fmla="*/ 0 h 69"/>
                    <a:gd name="T47" fmla="*/ 111 w 111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1" h="69">
                      <a:moveTo>
                        <a:pt x="111" y="25"/>
                      </a:moveTo>
                      <a:lnTo>
                        <a:pt x="106" y="37"/>
                      </a:lnTo>
                      <a:lnTo>
                        <a:pt x="100" y="47"/>
                      </a:lnTo>
                      <a:lnTo>
                        <a:pt x="91" y="56"/>
                      </a:lnTo>
                      <a:lnTo>
                        <a:pt x="81" y="64"/>
                      </a:lnTo>
                      <a:lnTo>
                        <a:pt x="68" y="68"/>
                      </a:lnTo>
                      <a:lnTo>
                        <a:pt x="56" y="69"/>
                      </a:lnTo>
                      <a:lnTo>
                        <a:pt x="43" y="68"/>
                      </a:lnTo>
                      <a:lnTo>
                        <a:pt x="31" y="63"/>
                      </a:lnTo>
                      <a:lnTo>
                        <a:pt x="21" y="56"/>
                      </a:lnTo>
                      <a:lnTo>
                        <a:pt x="12" y="47"/>
                      </a:lnTo>
                      <a:lnTo>
                        <a:pt x="4" y="37"/>
                      </a:lnTo>
                      <a:lnTo>
                        <a:pt x="1" y="25"/>
                      </a:lnTo>
                      <a:lnTo>
                        <a:pt x="0" y="13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7" name="Freeform 534">
                  <a:extLst>
                    <a:ext uri="{FF2B5EF4-FFF2-40B4-BE49-F238E27FC236}">
                      <a16:creationId xmlns:a16="http://schemas.microsoft.com/office/drawing/2014/main" id="{7FD5ABC1-23BD-A1E5-7243-074DC01BE2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0" y="4648"/>
                      </a:moveTo>
                      <a:lnTo>
                        <a:pt x="55" y="4661"/>
                      </a:lnTo>
                      <a:lnTo>
                        <a:pt x="110" y="4673"/>
                      </a:lnTo>
                      <a:lnTo>
                        <a:pt x="1172" y="25"/>
                      </a:lnTo>
                      <a:lnTo>
                        <a:pt x="1117" y="13"/>
                      </a:lnTo>
                      <a:lnTo>
                        <a:pt x="1062" y="0"/>
                      </a:lnTo>
                      <a:lnTo>
                        <a:pt x="0" y="46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8" name="Freeform 535">
                  <a:extLst>
                    <a:ext uri="{FF2B5EF4-FFF2-40B4-BE49-F238E27FC236}">
                      <a16:creationId xmlns:a16="http://schemas.microsoft.com/office/drawing/2014/main" id="{FC03AB0F-CA4A-496F-C446-DCBD158C3C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039"/>
                  <a:ext cx="167" cy="670"/>
                </a:xfrm>
                <a:custGeom>
                  <a:avLst/>
                  <a:gdLst>
                    <a:gd name="T0" fmla="*/ 0 w 1172"/>
                    <a:gd name="T1" fmla="*/ 0 h 4673"/>
                    <a:gd name="T2" fmla="*/ 0 w 1172"/>
                    <a:gd name="T3" fmla="*/ 0 h 4673"/>
                    <a:gd name="T4" fmla="*/ 0 w 1172"/>
                    <a:gd name="T5" fmla="*/ 0 h 4673"/>
                    <a:gd name="T6" fmla="*/ 0 w 1172"/>
                    <a:gd name="T7" fmla="*/ 0 h 4673"/>
                    <a:gd name="T8" fmla="*/ 0 w 1172"/>
                    <a:gd name="T9" fmla="*/ 0 h 4673"/>
                    <a:gd name="T10" fmla="*/ 0 w 1172"/>
                    <a:gd name="T11" fmla="*/ 0 h 4673"/>
                    <a:gd name="T12" fmla="*/ 0 w 1172"/>
                    <a:gd name="T13" fmla="*/ 0 h 46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72"/>
                    <a:gd name="T22" fmla="*/ 0 h 4673"/>
                    <a:gd name="T23" fmla="*/ 1172 w 1172"/>
                    <a:gd name="T24" fmla="*/ 4673 h 46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72" h="4673">
                      <a:moveTo>
                        <a:pt x="0" y="4648"/>
                      </a:moveTo>
                      <a:lnTo>
                        <a:pt x="55" y="4661"/>
                      </a:lnTo>
                      <a:lnTo>
                        <a:pt x="110" y="4673"/>
                      </a:lnTo>
                      <a:lnTo>
                        <a:pt x="1172" y="25"/>
                      </a:lnTo>
                      <a:lnTo>
                        <a:pt x="1117" y="13"/>
                      </a:lnTo>
                      <a:lnTo>
                        <a:pt x="1062" y="0"/>
                      </a:lnTo>
                      <a:lnTo>
                        <a:pt x="0" y="464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" name="Freeform 536">
                  <a:extLst>
                    <a:ext uri="{FF2B5EF4-FFF2-40B4-BE49-F238E27FC236}">
                      <a16:creationId xmlns:a16="http://schemas.microsoft.com/office/drawing/2014/main" id="{51AED093-FB8A-4C5E-D1AF-0AD469D10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w 112"/>
                    <a:gd name="T31" fmla="*/ 0 h 69"/>
                    <a:gd name="T32" fmla="*/ 0 w 112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2"/>
                    <a:gd name="T52" fmla="*/ 0 h 69"/>
                    <a:gd name="T53" fmla="*/ 112 w 112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2" h="69">
                      <a:moveTo>
                        <a:pt x="55" y="57"/>
                      </a:moveTo>
                      <a:lnTo>
                        <a:pt x="0" y="44"/>
                      </a:lnTo>
                      <a:lnTo>
                        <a:pt x="4" y="32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30" y="5"/>
                      </a:lnTo>
                      <a:lnTo>
                        <a:pt x="42" y="2"/>
                      </a:lnTo>
                      <a:lnTo>
                        <a:pt x="55" y="0"/>
                      </a:lnTo>
                      <a:lnTo>
                        <a:pt x="67" y="2"/>
                      </a:lnTo>
                      <a:lnTo>
                        <a:pt x="79" y="6"/>
                      </a:lnTo>
                      <a:lnTo>
                        <a:pt x="89" y="13"/>
                      </a:lnTo>
                      <a:lnTo>
                        <a:pt x="98" y="22"/>
                      </a:lnTo>
                      <a:lnTo>
                        <a:pt x="106" y="32"/>
                      </a:lnTo>
                      <a:lnTo>
                        <a:pt x="110" y="44"/>
                      </a:lnTo>
                      <a:lnTo>
                        <a:pt x="112" y="57"/>
                      </a:lnTo>
                      <a:lnTo>
                        <a:pt x="110" y="69"/>
                      </a:lnTo>
                      <a:lnTo>
                        <a:pt x="55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0" name="Freeform 537">
                  <a:extLst>
                    <a:ext uri="{FF2B5EF4-FFF2-40B4-BE49-F238E27FC236}">
                      <a16:creationId xmlns:a16="http://schemas.microsoft.com/office/drawing/2014/main" id="{3E9A7B3D-D2D5-31A5-0DE1-95D7B5537D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16" cy="10"/>
                </a:xfrm>
                <a:custGeom>
                  <a:avLst/>
                  <a:gdLst>
                    <a:gd name="T0" fmla="*/ 0 w 112"/>
                    <a:gd name="T1" fmla="*/ 0 h 69"/>
                    <a:gd name="T2" fmla="*/ 0 w 112"/>
                    <a:gd name="T3" fmla="*/ 0 h 69"/>
                    <a:gd name="T4" fmla="*/ 0 w 112"/>
                    <a:gd name="T5" fmla="*/ 0 h 69"/>
                    <a:gd name="T6" fmla="*/ 0 w 112"/>
                    <a:gd name="T7" fmla="*/ 0 h 69"/>
                    <a:gd name="T8" fmla="*/ 0 w 112"/>
                    <a:gd name="T9" fmla="*/ 0 h 69"/>
                    <a:gd name="T10" fmla="*/ 0 w 112"/>
                    <a:gd name="T11" fmla="*/ 0 h 69"/>
                    <a:gd name="T12" fmla="*/ 0 w 112"/>
                    <a:gd name="T13" fmla="*/ 0 h 69"/>
                    <a:gd name="T14" fmla="*/ 0 w 112"/>
                    <a:gd name="T15" fmla="*/ 0 h 69"/>
                    <a:gd name="T16" fmla="*/ 0 w 112"/>
                    <a:gd name="T17" fmla="*/ 0 h 69"/>
                    <a:gd name="T18" fmla="*/ 0 w 112"/>
                    <a:gd name="T19" fmla="*/ 0 h 69"/>
                    <a:gd name="T20" fmla="*/ 0 w 112"/>
                    <a:gd name="T21" fmla="*/ 0 h 69"/>
                    <a:gd name="T22" fmla="*/ 0 w 112"/>
                    <a:gd name="T23" fmla="*/ 0 h 69"/>
                    <a:gd name="T24" fmla="*/ 0 w 112"/>
                    <a:gd name="T25" fmla="*/ 0 h 69"/>
                    <a:gd name="T26" fmla="*/ 0 w 112"/>
                    <a:gd name="T27" fmla="*/ 0 h 69"/>
                    <a:gd name="T28" fmla="*/ 0 w 112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2"/>
                    <a:gd name="T46" fmla="*/ 0 h 69"/>
                    <a:gd name="T47" fmla="*/ 112 w 112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2" h="69">
                      <a:moveTo>
                        <a:pt x="0" y="44"/>
                      </a:moveTo>
                      <a:lnTo>
                        <a:pt x="4" y="32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30" y="5"/>
                      </a:lnTo>
                      <a:lnTo>
                        <a:pt x="42" y="2"/>
                      </a:lnTo>
                      <a:lnTo>
                        <a:pt x="55" y="0"/>
                      </a:lnTo>
                      <a:lnTo>
                        <a:pt x="67" y="2"/>
                      </a:lnTo>
                      <a:lnTo>
                        <a:pt x="79" y="6"/>
                      </a:lnTo>
                      <a:lnTo>
                        <a:pt x="89" y="13"/>
                      </a:lnTo>
                      <a:lnTo>
                        <a:pt x="98" y="22"/>
                      </a:lnTo>
                      <a:lnTo>
                        <a:pt x="106" y="32"/>
                      </a:lnTo>
                      <a:lnTo>
                        <a:pt x="110" y="44"/>
                      </a:lnTo>
                      <a:lnTo>
                        <a:pt x="112" y="57"/>
                      </a:lnTo>
                      <a:lnTo>
                        <a:pt x="110" y="6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1" name="Line 538">
                  <a:extLst>
                    <a:ext uri="{FF2B5EF4-FFF2-40B4-BE49-F238E27FC236}">
                      <a16:creationId xmlns:a16="http://schemas.microsoft.com/office/drawing/2014/main" id="{8671DE4E-9F04-EA7D-A0D0-BB67A3E85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375"/>
                  <a:ext cx="1" cy="14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2" name="Line 539">
                  <a:extLst>
                    <a:ext uri="{FF2B5EF4-FFF2-40B4-BE49-F238E27FC236}">
                      <a16:creationId xmlns:a16="http://schemas.microsoft.com/office/drawing/2014/main" id="{4B694C10-32ED-0215-6987-6B7D05D3A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543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3" name="Line 540">
                  <a:extLst>
                    <a:ext uri="{FF2B5EF4-FFF2-40B4-BE49-F238E27FC236}">
                      <a16:creationId xmlns:a16="http://schemas.microsoft.com/office/drawing/2014/main" id="{24745ACA-C621-03C4-7119-528036CD0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583"/>
                  <a:ext cx="1" cy="14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4" name="Freeform 541">
                  <a:extLst>
                    <a:ext uri="{FF2B5EF4-FFF2-40B4-BE49-F238E27FC236}">
                      <a16:creationId xmlns:a16="http://schemas.microsoft.com/office/drawing/2014/main" id="{C8B84129-DC58-C6AE-0DA6-C845ED77C6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5" name="Freeform 542">
                  <a:extLst>
                    <a:ext uri="{FF2B5EF4-FFF2-40B4-BE49-F238E27FC236}">
                      <a16:creationId xmlns:a16="http://schemas.microsoft.com/office/drawing/2014/main" id="{12626196-5CB9-F5C8-3816-A7DBF29CE4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3" y="112"/>
                      </a:lnTo>
                      <a:lnTo>
                        <a:pt x="31" y="107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1"/>
                      </a:lnTo>
                      <a:lnTo>
                        <a:pt x="1" y="69"/>
                      </a:ln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6" name="Freeform 543">
                  <a:extLst>
                    <a:ext uri="{FF2B5EF4-FFF2-40B4-BE49-F238E27FC236}">
                      <a16:creationId xmlns:a16="http://schemas.microsoft.com/office/drawing/2014/main" id="{B79F2542-38E3-FCC7-AE75-5A88D91B9D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6" y="3033"/>
                  <a:ext cx="132" cy="16"/>
                </a:xfrm>
                <a:custGeom>
                  <a:avLst/>
                  <a:gdLst>
                    <a:gd name="T0" fmla="*/ 0 w 928"/>
                    <a:gd name="T1" fmla="*/ 0 h 113"/>
                    <a:gd name="T2" fmla="*/ 0 w 928"/>
                    <a:gd name="T3" fmla="*/ 0 h 113"/>
                    <a:gd name="T4" fmla="*/ 0 w 928"/>
                    <a:gd name="T5" fmla="*/ 0 h 113"/>
                    <a:gd name="T6" fmla="*/ 0 w 928"/>
                    <a:gd name="T7" fmla="*/ 0 h 113"/>
                    <a:gd name="T8" fmla="*/ 0 w 928"/>
                    <a:gd name="T9" fmla="*/ 0 h 113"/>
                    <a:gd name="T10" fmla="*/ 0 w 928"/>
                    <a:gd name="T11" fmla="*/ 0 h 113"/>
                    <a:gd name="T12" fmla="*/ 0 w 9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8"/>
                    <a:gd name="T22" fmla="*/ 0 h 113"/>
                    <a:gd name="T23" fmla="*/ 928 w 9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8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8" y="113"/>
                      </a:lnTo>
                      <a:lnTo>
                        <a:pt x="928" y="57"/>
                      </a:lnTo>
                      <a:lnTo>
                        <a:pt x="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7" name="Freeform 544">
                  <a:extLst>
                    <a:ext uri="{FF2B5EF4-FFF2-40B4-BE49-F238E27FC236}">
                      <a16:creationId xmlns:a16="http://schemas.microsoft.com/office/drawing/2014/main" id="{CF91FF7B-A0FF-B720-0E0D-BBBF60AB5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76" y="3033"/>
                  <a:ext cx="132" cy="16"/>
                </a:xfrm>
                <a:custGeom>
                  <a:avLst/>
                  <a:gdLst>
                    <a:gd name="T0" fmla="*/ 0 w 928"/>
                    <a:gd name="T1" fmla="*/ 0 h 113"/>
                    <a:gd name="T2" fmla="*/ 0 w 928"/>
                    <a:gd name="T3" fmla="*/ 0 h 113"/>
                    <a:gd name="T4" fmla="*/ 0 w 928"/>
                    <a:gd name="T5" fmla="*/ 0 h 113"/>
                    <a:gd name="T6" fmla="*/ 0 w 928"/>
                    <a:gd name="T7" fmla="*/ 0 h 113"/>
                    <a:gd name="T8" fmla="*/ 0 w 928"/>
                    <a:gd name="T9" fmla="*/ 0 h 113"/>
                    <a:gd name="T10" fmla="*/ 0 w 928"/>
                    <a:gd name="T11" fmla="*/ 0 h 113"/>
                    <a:gd name="T12" fmla="*/ 0 w 928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8"/>
                    <a:gd name="T22" fmla="*/ 0 h 113"/>
                    <a:gd name="T23" fmla="*/ 928 w 928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8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8" y="113"/>
                      </a:lnTo>
                      <a:lnTo>
                        <a:pt x="928" y="57"/>
                      </a:lnTo>
                      <a:lnTo>
                        <a:pt x="9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8" name="Freeform 545">
                  <a:extLst>
                    <a:ext uri="{FF2B5EF4-FFF2-40B4-BE49-F238E27FC236}">
                      <a16:creationId xmlns:a16="http://schemas.microsoft.com/office/drawing/2014/main" id="{DBF36316-FC96-3E67-6791-78FEB25F20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0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9" name="Freeform 546">
                  <a:extLst>
                    <a:ext uri="{FF2B5EF4-FFF2-40B4-BE49-F238E27FC236}">
                      <a16:creationId xmlns:a16="http://schemas.microsoft.com/office/drawing/2014/main" id="{1D5FB95B-FED0-EBE6-10C5-2EF6ABC9C3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0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0" name="Freeform 547">
                  <a:extLst>
                    <a:ext uri="{FF2B5EF4-FFF2-40B4-BE49-F238E27FC236}">
                      <a16:creationId xmlns:a16="http://schemas.microsoft.com/office/drawing/2014/main" id="{C66098A7-2402-4DB3-3471-7B63A6D810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398"/>
                  <a:ext cx="15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w 108"/>
                    <a:gd name="T31" fmla="*/ 0 h 81"/>
                    <a:gd name="T32" fmla="*/ 0 w 108"/>
                    <a:gd name="T33" fmla="*/ 0 h 8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1"/>
                    <a:gd name="T53" fmla="*/ 108 w 108"/>
                    <a:gd name="T54" fmla="*/ 81 h 8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1">
                      <a:moveTo>
                        <a:pt x="57" y="24"/>
                      </a:moveTo>
                      <a:lnTo>
                        <a:pt x="108" y="49"/>
                      </a:lnTo>
                      <a:lnTo>
                        <a:pt x="101" y="59"/>
                      </a:lnTo>
                      <a:lnTo>
                        <a:pt x="92" y="68"/>
                      </a:lnTo>
                      <a:lnTo>
                        <a:pt x="81" y="75"/>
                      </a:lnTo>
                      <a:lnTo>
                        <a:pt x="70" y="79"/>
                      </a:lnTo>
                      <a:lnTo>
                        <a:pt x="57" y="81"/>
                      </a:lnTo>
                      <a:lnTo>
                        <a:pt x="44" y="79"/>
                      </a:lnTo>
                      <a:lnTo>
                        <a:pt x="32" y="76"/>
                      </a:lnTo>
                      <a:lnTo>
                        <a:pt x="22" y="69"/>
                      </a:lnTo>
                      <a:lnTo>
                        <a:pt x="13" y="60"/>
                      </a:lnTo>
                      <a:lnTo>
                        <a:pt x="6" y="49"/>
                      </a:lnTo>
                      <a:lnTo>
                        <a:pt x="2" y="38"/>
                      </a:lnTo>
                      <a:lnTo>
                        <a:pt x="0" y="24"/>
                      </a:lnTo>
                      <a:lnTo>
                        <a:pt x="2" y="12"/>
                      </a:lnTo>
                      <a:lnTo>
                        <a:pt x="5" y="0"/>
                      </a:lnTo>
                      <a:lnTo>
                        <a:pt x="57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1" name="Freeform 548">
                  <a:extLst>
                    <a:ext uri="{FF2B5EF4-FFF2-40B4-BE49-F238E27FC236}">
                      <a16:creationId xmlns:a16="http://schemas.microsoft.com/office/drawing/2014/main" id="{80E6A717-6395-B309-BBC3-FC49B4CBA6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398"/>
                  <a:ext cx="15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1"/>
                    <a:gd name="T47" fmla="*/ 108 w 108"/>
                    <a:gd name="T48" fmla="*/ 81 h 8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1">
                      <a:moveTo>
                        <a:pt x="108" y="49"/>
                      </a:moveTo>
                      <a:lnTo>
                        <a:pt x="101" y="59"/>
                      </a:lnTo>
                      <a:lnTo>
                        <a:pt x="92" y="68"/>
                      </a:lnTo>
                      <a:lnTo>
                        <a:pt x="81" y="75"/>
                      </a:lnTo>
                      <a:lnTo>
                        <a:pt x="70" y="79"/>
                      </a:lnTo>
                      <a:lnTo>
                        <a:pt x="57" y="81"/>
                      </a:lnTo>
                      <a:lnTo>
                        <a:pt x="44" y="79"/>
                      </a:lnTo>
                      <a:lnTo>
                        <a:pt x="32" y="76"/>
                      </a:lnTo>
                      <a:lnTo>
                        <a:pt x="22" y="69"/>
                      </a:lnTo>
                      <a:lnTo>
                        <a:pt x="13" y="60"/>
                      </a:lnTo>
                      <a:lnTo>
                        <a:pt x="6" y="49"/>
                      </a:lnTo>
                      <a:lnTo>
                        <a:pt x="2" y="38"/>
                      </a:lnTo>
                      <a:lnTo>
                        <a:pt x="0" y="24"/>
                      </a:lnTo>
                      <a:lnTo>
                        <a:pt x="2" y="12"/>
                      </a:lnTo>
                      <a:lnTo>
                        <a:pt x="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2" name="Freeform 549">
                  <a:extLst>
                    <a:ext uri="{FF2B5EF4-FFF2-40B4-BE49-F238E27FC236}">
                      <a16:creationId xmlns:a16="http://schemas.microsoft.com/office/drawing/2014/main" id="{301FFBD1-7F81-EA3C-AE7E-FB7BF260A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037"/>
                  <a:ext cx="186" cy="368"/>
                </a:xfrm>
                <a:custGeom>
                  <a:avLst/>
                  <a:gdLst>
                    <a:gd name="T0" fmla="*/ 0 w 1298"/>
                    <a:gd name="T1" fmla="*/ 0 h 2573"/>
                    <a:gd name="T2" fmla="*/ 0 w 1298"/>
                    <a:gd name="T3" fmla="*/ 0 h 2573"/>
                    <a:gd name="T4" fmla="*/ 0 w 1298"/>
                    <a:gd name="T5" fmla="*/ 0 h 2573"/>
                    <a:gd name="T6" fmla="*/ 0 w 1298"/>
                    <a:gd name="T7" fmla="*/ 0 h 2573"/>
                    <a:gd name="T8" fmla="*/ 0 w 1298"/>
                    <a:gd name="T9" fmla="*/ 0 h 2573"/>
                    <a:gd name="T10" fmla="*/ 0 w 1298"/>
                    <a:gd name="T11" fmla="*/ 0 h 2573"/>
                    <a:gd name="T12" fmla="*/ 0 w 1298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8"/>
                    <a:gd name="T22" fmla="*/ 0 h 2573"/>
                    <a:gd name="T23" fmla="*/ 1298 w 1298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8" h="2573">
                      <a:moveTo>
                        <a:pt x="0" y="2524"/>
                      </a:moveTo>
                      <a:lnTo>
                        <a:pt x="52" y="2548"/>
                      </a:lnTo>
                      <a:lnTo>
                        <a:pt x="103" y="2573"/>
                      </a:lnTo>
                      <a:lnTo>
                        <a:pt x="1298" y="49"/>
                      </a:lnTo>
                      <a:lnTo>
                        <a:pt x="1247" y="25"/>
                      </a:lnTo>
                      <a:lnTo>
                        <a:pt x="1195" y="0"/>
                      </a:lnTo>
                      <a:lnTo>
                        <a:pt x="0" y="25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3" name="Freeform 550">
                  <a:extLst>
                    <a:ext uri="{FF2B5EF4-FFF2-40B4-BE49-F238E27FC236}">
                      <a16:creationId xmlns:a16="http://schemas.microsoft.com/office/drawing/2014/main" id="{5C7628A7-600F-C426-9AB4-7788206F20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7" y="3037"/>
                  <a:ext cx="186" cy="368"/>
                </a:xfrm>
                <a:custGeom>
                  <a:avLst/>
                  <a:gdLst>
                    <a:gd name="T0" fmla="*/ 0 w 1298"/>
                    <a:gd name="T1" fmla="*/ 0 h 2573"/>
                    <a:gd name="T2" fmla="*/ 0 w 1298"/>
                    <a:gd name="T3" fmla="*/ 0 h 2573"/>
                    <a:gd name="T4" fmla="*/ 0 w 1298"/>
                    <a:gd name="T5" fmla="*/ 0 h 2573"/>
                    <a:gd name="T6" fmla="*/ 0 w 1298"/>
                    <a:gd name="T7" fmla="*/ 0 h 2573"/>
                    <a:gd name="T8" fmla="*/ 0 w 1298"/>
                    <a:gd name="T9" fmla="*/ 0 h 2573"/>
                    <a:gd name="T10" fmla="*/ 0 w 1298"/>
                    <a:gd name="T11" fmla="*/ 0 h 2573"/>
                    <a:gd name="T12" fmla="*/ 0 w 1298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8"/>
                    <a:gd name="T22" fmla="*/ 0 h 2573"/>
                    <a:gd name="T23" fmla="*/ 1298 w 1298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8" h="2573">
                      <a:moveTo>
                        <a:pt x="0" y="2524"/>
                      </a:moveTo>
                      <a:lnTo>
                        <a:pt x="52" y="2548"/>
                      </a:lnTo>
                      <a:lnTo>
                        <a:pt x="103" y="2573"/>
                      </a:lnTo>
                      <a:lnTo>
                        <a:pt x="1298" y="49"/>
                      </a:lnTo>
                      <a:lnTo>
                        <a:pt x="1247" y="25"/>
                      </a:lnTo>
                      <a:lnTo>
                        <a:pt x="1195" y="0"/>
                      </a:lnTo>
                      <a:lnTo>
                        <a:pt x="0" y="25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4" name="Freeform 551">
                  <a:extLst>
                    <a:ext uri="{FF2B5EF4-FFF2-40B4-BE49-F238E27FC236}">
                      <a16:creationId xmlns:a16="http://schemas.microsoft.com/office/drawing/2014/main" id="{43CDFE1C-C0B2-0DF6-8379-45CD7CD31A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16" cy="11"/>
                </a:xfrm>
                <a:custGeom>
                  <a:avLst/>
                  <a:gdLst>
                    <a:gd name="T0" fmla="*/ 0 w 108"/>
                    <a:gd name="T1" fmla="*/ 0 h 80"/>
                    <a:gd name="T2" fmla="*/ 0 w 108"/>
                    <a:gd name="T3" fmla="*/ 0 h 80"/>
                    <a:gd name="T4" fmla="*/ 0 w 108"/>
                    <a:gd name="T5" fmla="*/ 0 h 80"/>
                    <a:gd name="T6" fmla="*/ 0 w 108"/>
                    <a:gd name="T7" fmla="*/ 0 h 80"/>
                    <a:gd name="T8" fmla="*/ 0 w 108"/>
                    <a:gd name="T9" fmla="*/ 0 h 80"/>
                    <a:gd name="T10" fmla="*/ 0 w 108"/>
                    <a:gd name="T11" fmla="*/ 0 h 80"/>
                    <a:gd name="T12" fmla="*/ 0 w 108"/>
                    <a:gd name="T13" fmla="*/ 0 h 80"/>
                    <a:gd name="T14" fmla="*/ 0 w 108"/>
                    <a:gd name="T15" fmla="*/ 0 h 80"/>
                    <a:gd name="T16" fmla="*/ 0 w 108"/>
                    <a:gd name="T17" fmla="*/ 0 h 80"/>
                    <a:gd name="T18" fmla="*/ 0 w 108"/>
                    <a:gd name="T19" fmla="*/ 0 h 80"/>
                    <a:gd name="T20" fmla="*/ 0 w 108"/>
                    <a:gd name="T21" fmla="*/ 0 h 80"/>
                    <a:gd name="T22" fmla="*/ 0 w 108"/>
                    <a:gd name="T23" fmla="*/ 0 h 80"/>
                    <a:gd name="T24" fmla="*/ 0 w 108"/>
                    <a:gd name="T25" fmla="*/ 0 h 80"/>
                    <a:gd name="T26" fmla="*/ 0 w 108"/>
                    <a:gd name="T27" fmla="*/ 0 h 80"/>
                    <a:gd name="T28" fmla="*/ 0 w 108"/>
                    <a:gd name="T29" fmla="*/ 0 h 80"/>
                    <a:gd name="T30" fmla="*/ 0 w 108"/>
                    <a:gd name="T31" fmla="*/ 0 h 80"/>
                    <a:gd name="T32" fmla="*/ 0 w 108"/>
                    <a:gd name="T33" fmla="*/ 0 h 8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0"/>
                    <a:gd name="T53" fmla="*/ 108 w 108"/>
                    <a:gd name="T54" fmla="*/ 80 h 8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0">
                      <a:moveTo>
                        <a:pt x="52" y="56"/>
                      </a:moveTo>
                      <a:lnTo>
                        <a:pt x="0" y="31"/>
                      </a:lnTo>
                      <a:lnTo>
                        <a:pt x="7" y="21"/>
                      </a:lnTo>
                      <a:lnTo>
                        <a:pt x="16" y="12"/>
                      </a:lnTo>
                      <a:lnTo>
                        <a:pt x="27" y="5"/>
                      </a:lnTo>
                      <a:lnTo>
                        <a:pt x="38" y="1"/>
                      </a:lnTo>
                      <a:lnTo>
                        <a:pt x="52" y="0"/>
                      </a:lnTo>
                      <a:lnTo>
                        <a:pt x="64" y="1"/>
                      </a:lnTo>
                      <a:lnTo>
                        <a:pt x="76" y="4"/>
                      </a:lnTo>
                      <a:lnTo>
                        <a:pt x="87" y="11"/>
                      </a:lnTo>
                      <a:lnTo>
                        <a:pt x="96" y="20"/>
                      </a:lnTo>
                      <a:lnTo>
                        <a:pt x="102" y="31"/>
                      </a:lnTo>
                      <a:lnTo>
                        <a:pt x="107" y="42"/>
                      </a:lnTo>
                      <a:lnTo>
                        <a:pt x="108" y="56"/>
                      </a:lnTo>
                      <a:lnTo>
                        <a:pt x="107" y="68"/>
                      </a:lnTo>
                      <a:lnTo>
                        <a:pt x="103" y="80"/>
                      </a:lnTo>
                      <a:lnTo>
                        <a:pt x="52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5" name="Freeform 552">
                  <a:extLst>
                    <a:ext uri="{FF2B5EF4-FFF2-40B4-BE49-F238E27FC236}">
                      <a16:creationId xmlns:a16="http://schemas.microsoft.com/office/drawing/2014/main" id="{5242F140-3702-DDFB-6C1E-6E3614DFD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68" y="3033"/>
                  <a:ext cx="16" cy="11"/>
                </a:xfrm>
                <a:custGeom>
                  <a:avLst/>
                  <a:gdLst>
                    <a:gd name="T0" fmla="*/ 0 w 108"/>
                    <a:gd name="T1" fmla="*/ 0 h 80"/>
                    <a:gd name="T2" fmla="*/ 0 w 108"/>
                    <a:gd name="T3" fmla="*/ 0 h 80"/>
                    <a:gd name="T4" fmla="*/ 0 w 108"/>
                    <a:gd name="T5" fmla="*/ 0 h 80"/>
                    <a:gd name="T6" fmla="*/ 0 w 108"/>
                    <a:gd name="T7" fmla="*/ 0 h 80"/>
                    <a:gd name="T8" fmla="*/ 0 w 108"/>
                    <a:gd name="T9" fmla="*/ 0 h 80"/>
                    <a:gd name="T10" fmla="*/ 0 w 108"/>
                    <a:gd name="T11" fmla="*/ 0 h 80"/>
                    <a:gd name="T12" fmla="*/ 0 w 108"/>
                    <a:gd name="T13" fmla="*/ 0 h 80"/>
                    <a:gd name="T14" fmla="*/ 0 w 108"/>
                    <a:gd name="T15" fmla="*/ 0 h 80"/>
                    <a:gd name="T16" fmla="*/ 0 w 108"/>
                    <a:gd name="T17" fmla="*/ 0 h 80"/>
                    <a:gd name="T18" fmla="*/ 0 w 108"/>
                    <a:gd name="T19" fmla="*/ 0 h 80"/>
                    <a:gd name="T20" fmla="*/ 0 w 108"/>
                    <a:gd name="T21" fmla="*/ 0 h 80"/>
                    <a:gd name="T22" fmla="*/ 0 w 108"/>
                    <a:gd name="T23" fmla="*/ 0 h 80"/>
                    <a:gd name="T24" fmla="*/ 0 w 108"/>
                    <a:gd name="T25" fmla="*/ 0 h 80"/>
                    <a:gd name="T26" fmla="*/ 0 w 108"/>
                    <a:gd name="T27" fmla="*/ 0 h 80"/>
                    <a:gd name="T28" fmla="*/ 0 w 108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0"/>
                    <a:gd name="T47" fmla="*/ 108 w 108"/>
                    <a:gd name="T48" fmla="*/ 80 h 8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0">
                      <a:moveTo>
                        <a:pt x="0" y="31"/>
                      </a:moveTo>
                      <a:lnTo>
                        <a:pt x="7" y="21"/>
                      </a:lnTo>
                      <a:lnTo>
                        <a:pt x="16" y="12"/>
                      </a:lnTo>
                      <a:lnTo>
                        <a:pt x="27" y="5"/>
                      </a:lnTo>
                      <a:lnTo>
                        <a:pt x="38" y="1"/>
                      </a:lnTo>
                      <a:lnTo>
                        <a:pt x="52" y="0"/>
                      </a:lnTo>
                      <a:lnTo>
                        <a:pt x="64" y="1"/>
                      </a:lnTo>
                      <a:lnTo>
                        <a:pt x="76" y="4"/>
                      </a:lnTo>
                      <a:lnTo>
                        <a:pt x="87" y="11"/>
                      </a:lnTo>
                      <a:lnTo>
                        <a:pt x="96" y="20"/>
                      </a:lnTo>
                      <a:lnTo>
                        <a:pt x="102" y="31"/>
                      </a:lnTo>
                      <a:lnTo>
                        <a:pt x="107" y="42"/>
                      </a:lnTo>
                      <a:lnTo>
                        <a:pt x="108" y="56"/>
                      </a:lnTo>
                      <a:lnTo>
                        <a:pt x="107" y="68"/>
                      </a:lnTo>
                      <a:lnTo>
                        <a:pt x="103" y="8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6" name="Freeform 553">
                  <a:extLst>
                    <a:ext uri="{FF2B5EF4-FFF2-40B4-BE49-F238E27FC236}">
                      <a16:creationId xmlns:a16="http://schemas.microsoft.com/office/drawing/2014/main" id="{64F36081-B4FF-5753-2AB5-6828FBD611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" y="3398"/>
                  <a:ext cx="14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w 108"/>
                    <a:gd name="T31" fmla="*/ 0 h 81"/>
                    <a:gd name="T32" fmla="*/ 0 w 108"/>
                    <a:gd name="T33" fmla="*/ 0 h 8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8"/>
                    <a:gd name="T52" fmla="*/ 0 h 81"/>
                    <a:gd name="T53" fmla="*/ 108 w 108"/>
                    <a:gd name="T54" fmla="*/ 81 h 8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8" h="81">
                      <a:moveTo>
                        <a:pt x="52" y="24"/>
                      </a:moveTo>
                      <a:lnTo>
                        <a:pt x="104" y="0"/>
                      </a:lnTo>
                      <a:lnTo>
                        <a:pt x="107" y="12"/>
                      </a:lnTo>
                      <a:lnTo>
                        <a:pt x="108" y="24"/>
                      </a:lnTo>
                      <a:lnTo>
                        <a:pt x="107" y="38"/>
                      </a:lnTo>
                      <a:lnTo>
                        <a:pt x="102" y="49"/>
                      </a:lnTo>
                      <a:lnTo>
                        <a:pt x="96" y="60"/>
                      </a:lnTo>
                      <a:lnTo>
                        <a:pt x="87" y="69"/>
                      </a:lnTo>
                      <a:lnTo>
                        <a:pt x="77" y="76"/>
                      </a:lnTo>
                      <a:lnTo>
                        <a:pt x="64" y="79"/>
                      </a:lnTo>
                      <a:lnTo>
                        <a:pt x="52" y="81"/>
                      </a:lnTo>
                      <a:lnTo>
                        <a:pt x="39" y="79"/>
                      </a:lnTo>
                      <a:lnTo>
                        <a:pt x="27" y="75"/>
                      </a:lnTo>
                      <a:lnTo>
                        <a:pt x="16" y="68"/>
                      </a:lnTo>
                      <a:lnTo>
                        <a:pt x="7" y="59"/>
                      </a:lnTo>
                      <a:lnTo>
                        <a:pt x="0" y="49"/>
                      </a:lnTo>
                      <a:lnTo>
                        <a:pt x="52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7" name="Freeform 554">
                  <a:extLst>
                    <a:ext uri="{FF2B5EF4-FFF2-40B4-BE49-F238E27FC236}">
                      <a16:creationId xmlns:a16="http://schemas.microsoft.com/office/drawing/2014/main" id="{5496E566-F113-F122-DBAE-842D02F22E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8" y="3398"/>
                  <a:ext cx="14" cy="14"/>
                </a:xfrm>
                <a:custGeom>
                  <a:avLst/>
                  <a:gdLst>
                    <a:gd name="T0" fmla="*/ 0 w 108"/>
                    <a:gd name="T1" fmla="*/ 0 h 81"/>
                    <a:gd name="T2" fmla="*/ 0 w 108"/>
                    <a:gd name="T3" fmla="*/ 0 h 81"/>
                    <a:gd name="T4" fmla="*/ 0 w 108"/>
                    <a:gd name="T5" fmla="*/ 0 h 81"/>
                    <a:gd name="T6" fmla="*/ 0 w 108"/>
                    <a:gd name="T7" fmla="*/ 0 h 81"/>
                    <a:gd name="T8" fmla="*/ 0 w 108"/>
                    <a:gd name="T9" fmla="*/ 0 h 81"/>
                    <a:gd name="T10" fmla="*/ 0 w 108"/>
                    <a:gd name="T11" fmla="*/ 0 h 81"/>
                    <a:gd name="T12" fmla="*/ 0 w 108"/>
                    <a:gd name="T13" fmla="*/ 0 h 81"/>
                    <a:gd name="T14" fmla="*/ 0 w 108"/>
                    <a:gd name="T15" fmla="*/ 0 h 81"/>
                    <a:gd name="T16" fmla="*/ 0 w 108"/>
                    <a:gd name="T17" fmla="*/ 0 h 81"/>
                    <a:gd name="T18" fmla="*/ 0 w 108"/>
                    <a:gd name="T19" fmla="*/ 0 h 81"/>
                    <a:gd name="T20" fmla="*/ 0 w 108"/>
                    <a:gd name="T21" fmla="*/ 0 h 81"/>
                    <a:gd name="T22" fmla="*/ 0 w 108"/>
                    <a:gd name="T23" fmla="*/ 0 h 81"/>
                    <a:gd name="T24" fmla="*/ 0 w 108"/>
                    <a:gd name="T25" fmla="*/ 0 h 81"/>
                    <a:gd name="T26" fmla="*/ 0 w 108"/>
                    <a:gd name="T27" fmla="*/ 0 h 81"/>
                    <a:gd name="T28" fmla="*/ 0 w 108"/>
                    <a:gd name="T29" fmla="*/ 0 h 8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8"/>
                    <a:gd name="T46" fmla="*/ 0 h 81"/>
                    <a:gd name="T47" fmla="*/ 108 w 108"/>
                    <a:gd name="T48" fmla="*/ 81 h 8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8" h="81">
                      <a:moveTo>
                        <a:pt x="104" y="0"/>
                      </a:moveTo>
                      <a:lnTo>
                        <a:pt x="107" y="12"/>
                      </a:lnTo>
                      <a:lnTo>
                        <a:pt x="108" y="24"/>
                      </a:lnTo>
                      <a:lnTo>
                        <a:pt x="107" y="38"/>
                      </a:lnTo>
                      <a:lnTo>
                        <a:pt x="102" y="49"/>
                      </a:lnTo>
                      <a:lnTo>
                        <a:pt x="96" y="60"/>
                      </a:lnTo>
                      <a:lnTo>
                        <a:pt x="87" y="69"/>
                      </a:lnTo>
                      <a:lnTo>
                        <a:pt x="77" y="76"/>
                      </a:lnTo>
                      <a:lnTo>
                        <a:pt x="64" y="79"/>
                      </a:lnTo>
                      <a:lnTo>
                        <a:pt x="52" y="81"/>
                      </a:lnTo>
                      <a:lnTo>
                        <a:pt x="39" y="79"/>
                      </a:lnTo>
                      <a:lnTo>
                        <a:pt x="27" y="75"/>
                      </a:lnTo>
                      <a:lnTo>
                        <a:pt x="16" y="68"/>
                      </a:lnTo>
                      <a:lnTo>
                        <a:pt x="7" y="59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8" name="Freeform 555">
                  <a:extLst>
                    <a:ext uri="{FF2B5EF4-FFF2-40B4-BE49-F238E27FC236}">
                      <a16:creationId xmlns:a16="http://schemas.microsoft.com/office/drawing/2014/main" id="{E71D48EB-94D8-C2DE-9119-C04BA593D0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7"/>
                  <a:ext cx="185" cy="368"/>
                </a:xfrm>
                <a:custGeom>
                  <a:avLst/>
                  <a:gdLst>
                    <a:gd name="T0" fmla="*/ 0 w 1299"/>
                    <a:gd name="T1" fmla="*/ 0 h 2573"/>
                    <a:gd name="T2" fmla="*/ 0 w 1299"/>
                    <a:gd name="T3" fmla="*/ 0 h 2573"/>
                    <a:gd name="T4" fmla="*/ 0 w 1299"/>
                    <a:gd name="T5" fmla="*/ 0 h 2573"/>
                    <a:gd name="T6" fmla="*/ 0 w 1299"/>
                    <a:gd name="T7" fmla="*/ 0 h 2573"/>
                    <a:gd name="T8" fmla="*/ 0 w 1299"/>
                    <a:gd name="T9" fmla="*/ 0 h 2573"/>
                    <a:gd name="T10" fmla="*/ 0 w 1299"/>
                    <a:gd name="T11" fmla="*/ 0 h 2573"/>
                    <a:gd name="T12" fmla="*/ 0 w 1299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9"/>
                    <a:gd name="T22" fmla="*/ 0 h 2573"/>
                    <a:gd name="T23" fmla="*/ 1299 w 1299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9" h="2573">
                      <a:moveTo>
                        <a:pt x="1195" y="2573"/>
                      </a:moveTo>
                      <a:lnTo>
                        <a:pt x="1247" y="2548"/>
                      </a:lnTo>
                      <a:lnTo>
                        <a:pt x="1299" y="2524"/>
                      </a:lnTo>
                      <a:lnTo>
                        <a:pt x="103" y="0"/>
                      </a:lnTo>
                      <a:lnTo>
                        <a:pt x="52" y="25"/>
                      </a:lnTo>
                      <a:lnTo>
                        <a:pt x="0" y="49"/>
                      </a:lnTo>
                      <a:lnTo>
                        <a:pt x="1195" y="25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9" name="Freeform 556">
                  <a:extLst>
                    <a:ext uri="{FF2B5EF4-FFF2-40B4-BE49-F238E27FC236}">
                      <a16:creationId xmlns:a16="http://schemas.microsoft.com/office/drawing/2014/main" id="{A735F878-C5C1-9ACA-A241-10D2D46F0D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7"/>
                  <a:ext cx="185" cy="368"/>
                </a:xfrm>
                <a:custGeom>
                  <a:avLst/>
                  <a:gdLst>
                    <a:gd name="T0" fmla="*/ 0 w 1299"/>
                    <a:gd name="T1" fmla="*/ 0 h 2573"/>
                    <a:gd name="T2" fmla="*/ 0 w 1299"/>
                    <a:gd name="T3" fmla="*/ 0 h 2573"/>
                    <a:gd name="T4" fmla="*/ 0 w 1299"/>
                    <a:gd name="T5" fmla="*/ 0 h 2573"/>
                    <a:gd name="T6" fmla="*/ 0 w 1299"/>
                    <a:gd name="T7" fmla="*/ 0 h 2573"/>
                    <a:gd name="T8" fmla="*/ 0 w 1299"/>
                    <a:gd name="T9" fmla="*/ 0 h 2573"/>
                    <a:gd name="T10" fmla="*/ 0 w 1299"/>
                    <a:gd name="T11" fmla="*/ 0 h 2573"/>
                    <a:gd name="T12" fmla="*/ 0 w 1299"/>
                    <a:gd name="T13" fmla="*/ 0 h 25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9"/>
                    <a:gd name="T22" fmla="*/ 0 h 2573"/>
                    <a:gd name="T23" fmla="*/ 1299 w 1299"/>
                    <a:gd name="T24" fmla="*/ 2573 h 25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9" h="2573">
                      <a:moveTo>
                        <a:pt x="1195" y="2573"/>
                      </a:moveTo>
                      <a:lnTo>
                        <a:pt x="1247" y="2548"/>
                      </a:lnTo>
                      <a:lnTo>
                        <a:pt x="1299" y="2524"/>
                      </a:lnTo>
                      <a:lnTo>
                        <a:pt x="103" y="0"/>
                      </a:lnTo>
                      <a:lnTo>
                        <a:pt x="52" y="25"/>
                      </a:lnTo>
                      <a:lnTo>
                        <a:pt x="0" y="49"/>
                      </a:lnTo>
                      <a:lnTo>
                        <a:pt x="1195" y="257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0" name="Freeform 557">
                  <a:extLst>
                    <a:ext uri="{FF2B5EF4-FFF2-40B4-BE49-F238E27FC236}">
                      <a16:creationId xmlns:a16="http://schemas.microsoft.com/office/drawing/2014/main" id="{58E7638A-956F-239F-BC1F-898DF7A9BD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3"/>
                  <a:ext cx="14" cy="11"/>
                </a:xfrm>
                <a:custGeom>
                  <a:avLst/>
                  <a:gdLst>
                    <a:gd name="T0" fmla="*/ 0 w 107"/>
                    <a:gd name="T1" fmla="*/ 0 h 80"/>
                    <a:gd name="T2" fmla="*/ 0 w 107"/>
                    <a:gd name="T3" fmla="*/ 0 h 80"/>
                    <a:gd name="T4" fmla="*/ 0 w 107"/>
                    <a:gd name="T5" fmla="*/ 0 h 80"/>
                    <a:gd name="T6" fmla="*/ 0 w 107"/>
                    <a:gd name="T7" fmla="*/ 0 h 80"/>
                    <a:gd name="T8" fmla="*/ 0 w 107"/>
                    <a:gd name="T9" fmla="*/ 0 h 80"/>
                    <a:gd name="T10" fmla="*/ 0 w 107"/>
                    <a:gd name="T11" fmla="*/ 0 h 80"/>
                    <a:gd name="T12" fmla="*/ 0 w 107"/>
                    <a:gd name="T13" fmla="*/ 0 h 80"/>
                    <a:gd name="T14" fmla="*/ 0 w 107"/>
                    <a:gd name="T15" fmla="*/ 0 h 80"/>
                    <a:gd name="T16" fmla="*/ 0 w 107"/>
                    <a:gd name="T17" fmla="*/ 0 h 80"/>
                    <a:gd name="T18" fmla="*/ 0 w 107"/>
                    <a:gd name="T19" fmla="*/ 0 h 80"/>
                    <a:gd name="T20" fmla="*/ 0 w 107"/>
                    <a:gd name="T21" fmla="*/ 0 h 80"/>
                    <a:gd name="T22" fmla="*/ 0 w 107"/>
                    <a:gd name="T23" fmla="*/ 0 h 80"/>
                    <a:gd name="T24" fmla="*/ 0 w 107"/>
                    <a:gd name="T25" fmla="*/ 0 h 80"/>
                    <a:gd name="T26" fmla="*/ 0 w 107"/>
                    <a:gd name="T27" fmla="*/ 0 h 80"/>
                    <a:gd name="T28" fmla="*/ 0 w 107"/>
                    <a:gd name="T29" fmla="*/ 0 h 80"/>
                    <a:gd name="T30" fmla="*/ 0 w 107"/>
                    <a:gd name="T31" fmla="*/ 0 h 80"/>
                    <a:gd name="T32" fmla="*/ 0 w 107"/>
                    <a:gd name="T33" fmla="*/ 0 h 8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80"/>
                    <a:gd name="T53" fmla="*/ 107 w 107"/>
                    <a:gd name="T54" fmla="*/ 80 h 8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80">
                      <a:moveTo>
                        <a:pt x="56" y="56"/>
                      </a:moveTo>
                      <a:lnTo>
                        <a:pt x="4" y="80"/>
                      </a:lnTo>
                      <a:lnTo>
                        <a:pt x="1" y="68"/>
                      </a:lnTo>
                      <a:lnTo>
                        <a:pt x="0" y="56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2" y="20"/>
                      </a:lnTo>
                      <a:lnTo>
                        <a:pt x="21" y="11"/>
                      </a:lnTo>
                      <a:lnTo>
                        <a:pt x="31" y="4"/>
                      </a:lnTo>
                      <a:lnTo>
                        <a:pt x="43" y="1"/>
                      </a:lnTo>
                      <a:lnTo>
                        <a:pt x="56" y="0"/>
                      </a:lnTo>
                      <a:lnTo>
                        <a:pt x="69" y="1"/>
                      </a:lnTo>
                      <a:lnTo>
                        <a:pt x="80" y="5"/>
                      </a:lnTo>
                      <a:lnTo>
                        <a:pt x="92" y="12"/>
                      </a:lnTo>
                      <a:lnTo>
                        <a:pt x="101" y="21"/>
                      </a:lnTo>
                      <a:lnTo>
                        <a:pt x="107" y="31"/>
                      </a:lnTo>
                      <a:lnTo>
                        <a:pt x="56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1" name="Freeform 558">
                  <a:extLst>
                    <a:ext uri="{FF2B5EF4-FFF2-40B4-BE49-F238E27FC236}">
                      <a16:creationId xmlns:a16="http://schemas.microsoft.com/office/drawing/2014/main" id="{630D0669-D7A9-276B-476D-C79D53466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3033"/>
                  <a:ext cx="14" cy="11"/>
                </a:xfrm>
                <a:custGeom>
                  <a:avLst/>
                  <a:gdLst>
                    <a:gd name="T0" fmla="*/ 0 w 107"/>
                    <a:gd name="T1" fmla="*/ 0 h 80"/>
                    <a:gd name="T2" fmla="*/ 0 w 107"/>
                    <a:gd name="T3" fmla="*/ 0 h 80"/>
                    <a:gd name="T4" fmla="*/ 0 w 107"/>
                    <a:gd name="T5" fmla="*/ 0 h 80"/>
                    <a:gd name="T6" fmla="*/ 0 w 107"/>
                    <a:gd name="T7" fmla="*/ 0 h 80"/>
                    <a:gd name="T8" fmla="*/ 0 w 107"/>
                    <a:gd name="T9" fmla="*/ 0 h 80"/>
                    <a:gd name="T10" fmla="*/ 0 w 107"/>
                    <a:gd name="T11" fmla="*/ 0 h 80"/>
                    <a:gd name="T12" fmla="*/ 0 w 107"/>
                    <a:gd name="T13" fmla="*/ 0 h 80"/>
                    <a:gd name="T14" fmla="*/ 0 w 107"/>
                    <a:gd name="T15" fmla="*/ 0 h 80"/>
                    <a:gd name="T16" fmla="*/ 0 w 107"/>
                    <a:gd name="T17" fmla="*/ 0 h 80"/>
                    <a:gd name="T18" fmla="*/ 0 w 107"/>
                    <a:gd name="T19" fmla="*/ 0 h 80"/>
                    <a:gd name="T20" fmla="*/ 0 w 107"/>
                    <a:gd name="T21" fmla="*/ 0 h 80"/>
                    <a:gd name="T22" fmla="*/ 0 w 107"/>
                    <a:gd name="T23" fmla="*/ 0 h 80"/>
                    <a:gd name="T24" fmla="*/ 0 w 107"/>
                    <a:gd name="T25" fmla="*/ 0 h 80"/>
                    <a:gd name="T26" fmla="*/ 0 w 107"/>
                    <a:gd name="T27" fmla="*/ 0 h 80"/>
                    <a:gd name="T28" fmla="*/ 0 w 107"/>
                    <a:gd name="T29" fmla="*/ 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80"/>
                    <a:gd name="T47" fmla="*/ 107 w 107"/>
                    <a:gd name="T48" fmla="*/ 80 h 8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80">
                      <a:moveTo>
                        <a:pt x="4" y="80"/>
                      </a:moveTo>
                      <a:lnTo>
                        <a:pt x="1" y="68"/>
                      </a:lnTo>
                      <a:lnTo>
                        <a:pt x="0" y="56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2" y="20"/>
                      </a:lnTo>
                      <a:lnTo>
                        <a:pt x="21" y="11"/>
                      </a:lnTo>
                      <a:lnTo>
                        <a:pt x="31" y="4"/>
                      </a:lnTo>
                      <a:lnTo>
                        <a:pt x="43" y="1"/>
                      </a:lnTo>
                      <a:lnTo>
                        <a:pt x="56" y="0"/>
                      </a:lnTo>
                      <a:lnTo>
                        <a:pt x="69" y="1"/>
                      </a:lnTo>
                      <a:lnTo>
                        <a:pt x="80" y="5"/>
                      </a:lnTo>
                      <a:lnTo>
                        <a:pt x="92" y="12"/>
                      </a:lnTo>
                      <a:lnTo>
                        <a:pt x="101" y="21"/>
                      </a:lnTo>
                      <a:lnTo>
                        <a:pt x="107" y="3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2" name="Freeform 559">
                  <a:extLst>
                    <a:ext uri="{FF2B5EF4-FFF2-40B4-BE49-F238E27FC236}">
                      <a16:creationId xmlns:a16="http://schemas.microsoft.com/office/drawing/2014/main" id="{FE6BAA23-ACAB-31FF-98FA-08D1A2EEF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1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3" name="Freeform 560">
                  <a:extLst>
                    <a:ext uri="{FF2B5EF4-FFF2-40B4-BE49-F238E27FC236}">
                      <a16:creationId xmlns:a16="http://schemas.microsoft.com/office/drawing/2014/main" id="{3DC52EA5-C6F4-43E3-6D91-896889BF5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1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4" name="Freeform 561">
                  <a:extLst>
                    <a:ext uri="{FF2B5EF4-FFF2-40B4-BE49-F238E27FC236}">
                      <a16:creationId xmlns:a16="http://schemas.microsoft.com/office/drawing/2014/main" id="{CD78A336-31EF-037B-0300-935A0D8016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41"/>
                  <a:ext cx="16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5" name="Freeform 562">
                  <a:extLst>
                    <a:ext uri="{FF2B5EF4-FFF2-40B4-BE49-F238E27FC236}">
                      <a16:creationId xmlns:a16="http://schemas.microsoft.com/office/drawing/2014/main" id="{92BCA255-3B91-A19B-285A-93F4F70937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41"/>
                  <a:ext cx="16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6" name="Freeform 563">
                  <a:extLst>
                    <a:ext uri="{FF2B5EF4-FFF2-40B4-BE49-F238E27FC236}">
                      <a16:creationId xmlns:a16="http://schemas.microsoft.com/office/drawing/2014/main" id="{74CDEDD9-DD29-24FF-BD05-26E5C7C95A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33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7" name="Freeform 564">
                  <a:extLst>
                    <a:ext uri="{FF2B5EF4-FFF2-40B4-BE49-F238E27FC236}">
                      <a16:creationId xmlns:a16="http://schemas.microsoft.com/office/drawing/2014/main" id="{B66DF072-345E-9AC1-0EED-9472138E91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033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6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8" name="Freeform 565">
                  <a:extLst>
                    <a:ext uri="{FF2B5EF4-FFF2-40B4-BE49-F238E27FC236}">
                      <a16:creationId xmlns:a16="http://schemas.microsoft.com/office/drawing/2014/main" id="{F1509317-CE95-FFE3-2617-A9CEE0F89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1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9" name="Freeform 566">
                  <a:extLst>
                    <a:ext uri="{FF2B5EF4-FFF2-40B4-BE49-F238E27FC236}">
                      <a16:creationId xmlns:a16="http://schemas.microsoft.com/office/drawing/2014/main" id="{88A4389A-C00F-5D08-9177-EC79E5879C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1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7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1" y="82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0" name="Freeform 567">
                  <a:extLst>
                    <a:ext uri="{FF2B5EF4-FFF2-40B4-BE49-F238E27FC236}">
                      <a16:creationId xmlns:a16="http://schemas.microsoft.com/office/drawing/2014/main" id="{B751D1F3-25D0-7B70-7B44-8CC493921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507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1" name="Freeform 568">
                  <a:extLst>
                    <a:ext uri="{FF2B5EF4-FFF2-40B4-BE49-F238E27FC236}">
                      <a16:creationId xmlns:a16="http://schemas.microsoft.com/office/drawing/2014/main" id="{95EFF708-D4B7-23C6-DB3F-90F335309C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8" y="3507"/>
                  <a:ext cx="135" cy="16"/>
                </a:xfrm>
                <a:custGeom>
                  <a:avLst/>
                  <a:gdLst>
                    <a:gd name="T0" fmla="*/ 0 w 929"/>
                    <a:gd name="T1" fmla="*/ 0 h 113"/>
                    <a:gd name="T2" fmla="*/ 0 w 929"/>
                    <a:gd name="T3" fmla="*/ 0 h 113"/>
                    <a:gd name="T4" fmla="*/ 0 w 929"/>
                    <a:gd name="T5" fmla="*/ 0 h 113"/>
                    <a:gd name="T6" fmla="*/ 0 w 929"/>
                    <a:gd name="T7" fmla="*/ 0 h 113"/>
                    <a:gd name="T8" fmla="*/ 0 w 929"/>
                    <a:gd name="T9" fmla="*/ 0 h 113"/>
                    <a:gd name="T10" fmla="*/ 0 w 929"/>
                    <a:gd name="T11" fmla="*/ 0 h 113"/>
                    <a:gd name="T12" fmla="*/ 0 w 929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113"/>
                    <a:gd name="T23" fmla="*/ 929 w 929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113">
                      <a:moveTo>
                        <a:pt x="929" y="113"/>
                      </a:moveTo>
                      <a:lnTo>
                        <a:pt x="929" y="57"/>
                      </a:lnTo>
                      <a:lnTo>
                        <a:pt x="929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29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2" name="Freeform 569">
                  <a:extLst>
                    <a:ext uri="{FF2B5EF4-FFF2-40B4-BE49-F238E27FC236}">
                      <a16:creationId xmlns:a16="http://schemas.microsoft.com/office/drawing/2014/main" id="{C40111BF-70B2-555B-473E-139AD2C86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3" name="Freeform 570">
                  <a:extLst>
                    <a:ext uri="{FF2B5EF4-FFF2-40B4-BE49-F238E27FC236}">
                      <a16:creationId xmlns:a16="http://schemas.microsoft.com/office/drawing/2014/main" id="{E524B7D3-D3DF-2A04-4FD6-A26FB89AE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4" name="Freeform 571">
                  <a:extLst>
                    <a:ext uri="{FF2B5EF4-FFF2-40B4-BE49-F238E27FC236}">
                      <a16:creationId xmlns:a16="http://schemas.microsoft.com/office/drawing/2014/main" id="{10F22449-D5EB-D737-872C-E5A932AEAA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515"/>
                  <a:ext cx="14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0" y="44"/>
                      </a:lnTo>
                      <a:lnTo>
                        <a:pt x="80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5" name="Freeform 572">
                  <a:extLst>
                    <a:ext uri="{FF2B5EF4-FFF2-40B4-BE49-F238E27FC236}">
                      <a16:creationId xmlns:a16="http://schemas.microsoft.com/office/drawing/2014/main" id="{8DE0CCDE-095E-DE96-639D-2E1B1BE83F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515"/>
                  <a:ext cx="14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3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0" y="44"/>
                      </a:lnTo>
                      <a:lnTo>
                        <a:pt x="80" y="51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1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6" name="Freeform 573">
                  <a:extLst>
                    <a:ext uri="{FF2B5EF4-FFF2-40B4-BE49-F238E27FC236}">
                      <a16:creationId xmlns:a16="http://schemas.microsoft.com/office/drawing/2014/main" id="{DFB31768-F410-ED7B-7F6A-4EC8AB4CD6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41"/>
                  <a:ext cx="14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7" name="Freeform 574">
                  <a:extLst>
                    <a:ext uri="{FF2B5EF4-FFF2-40B4-BE49-F238E27FC236}">
                      <a16:creationId xmlns:a16="http://schemas.microsoft.com/office/drawing/2014/main" id="{348C8BC5-46A2-6B64-0FEE-4CCBE4B927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41"/>
                  <a:ext cx="14" cy="474"/>
                </a:xfrm>
                <a:custGeom>
                  <a:avLst/>
                  <a:gdLst>
                    <a:gd name="T0" fmla="*/ 0 w 113"/>
                    <a:gd name="T1" fmla="*/ 0 h 3320"/>
                    <a:gd name="T2" fmla="*/ 0 w 113"/>
                    <a:gd name="T3" fmla="*/ 0 h 3320"/>
                    <a:gd name="T4" fmla="*/ 0 w 113"/>
                    <a:gd name="T5" fmla="*/ 0 h 3320"/>
                    <a:gd name="T6" fmla="*/ 0 w 113"/>
                    <a:gd name="T7" fmla="*/ 0 h 3320"/>
                    <a:gd name="T8" fmla="*/ 0 w 113"/>
                    <a:gd name="T9" fmla="*/ 0 h 3320"/>
                    <a:gd name="T10" fmla="*/ 0 w 113"/>
                    <a:gd name="T11" fmla="*/ 0 h 3320"/>
                    <a:gd name="T12" fmla="*/ 0 w 113"/>
                    <a:gd name="T13" fmla="*/ 0 h 33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320"/>
                    <a:gd name="T23" fmla="*/ 113 w 113"/>
                    <a:gd name="T24" fmla="*/ 3320 h 33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320">
                      <a:moveTo>
                        <a:pt x="0" y="3320"/>
                      </a:moveTo>
                      <a:lnTo>
                        <a:pt x="56" y="3320"/>
                      </a:lnTo>
                      <a:lnTo>
                        <a:pt x="113" y="3320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3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8" name="Freeform 575">
                  <a:extLst>
                    <a:ext uri="{FF2B5EF4-FFF2-40B4-BE49-F238E27FC236}">
                      <a16:creationId xmlns:a16="http://schemas.microsoft.com/office/drawing/2014/main" id="{E4374B47-4E30-B29F-A43F-C9D9BCD5D9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33"/>
                  <a:ext cx="14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6"/>
                      </a:lnTo>
                      <a:lnTo>
                        <a:pt x="90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9" name="Freeform 576">
                  <a:extLst>
                    <a:ext uri="{FF2B5EF4-FFF2-40B4-BE49-F238E27FC236}">
                      <a16:creationId xmlns:a16="http://schemas.microsoft.com/office/drawing/2014/main" id="{5017D781-953C-E00E-41D9-1524E2B550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04" y="3033"/>
                  <a:ext cx="14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4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6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6"/>
                      </a:lnTo>
                      <a:lnTo>
                        <a:pt x="90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4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" name="Freeform 577">
                  <a:extLst>
                    <a:ext uri="{FF2B5EF4-FFF2-40B4-BE49-F238E27FC236}">
                      <a16:creationId xmlns:a16="http://schemas.microsoft.com/office/drawing/2014/main" id="{CC916773-0EB2-931C-0726-FE2023007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w 56"/>
                    <a:gd name="T31" fmla="*/ 0 h 113"/>
                    <a:gd name="T32" fmla="*/ 0 w 56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3"/>
                    <a:gd name="T53" fmla="*/ 56 w 56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3">
                      <a:moveTo>
                        <a:pt x="56" y="57"/>
                      </a:moveTo>
                      <a:lnTo>
                        <a:pt x="56" y="113"/>
                      </a:lnTo>
                      <a:lnTo>
                        <a:pt x="44" y="112"/>
                      </a:lnTo>
                      <a:lnTo>
                        <a:pt x="32" y="108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1" name="Freeform 578">
                  <a:extLst>
                    <a:ext uri="{FF2B5EF4-FFF2-40B4-BE49-F238E27FC236}">
                      <a16:creationId xmlns:a16="http://schemas.microsoft.com/office/drawing/2014/main" id="{A2BD20EA-EF50-9B65-3076-A9F0456AC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8" cy="16"/>
                </a:xfrm>
                <a:custGeom>
                  <a:avLst/>
                  <a:gdLst>
                    <a:gd name="T0" fmla="*/ 0 w 56"/>
                    <a:gd name="T1" fmla="*/ 0 h 113"/>
                    <a:gd name="T2" fmla="*/ 0 w 56"/>
                    <a:gd name="T3" fmla="*/ 0 h 113"/>
                    <a:gd name="T4" fmla="*/ 0 w 56"/>
                    <a:gd name="T5" fmla="*/ 0 h 113"/>
                    <a:gd name="T6" fmla="*/ 0 w 56"/>
                    <a:gd name="T7" fmla="*/ 0 h 113"/>
                    <a:gd name="T8" fmla="*/ 0 w 56"/>
                    <a:gd name="T9" fmla="*/ 0 h 113"/>
                    <a:gd name="T10" fmla="*/ 0 w 56"/>
                    <a:gd name="T11" fmla="*/ 0 h 113"/>
                    <a:gd name="T12" fmla="*/ 0 w 56"/>
                    <a:gd name="T13" fmla="*/ 0 h 113"/>
                    <a:gd name="T14" fmla="*/ 0 w 56"/>
                    <a:gd name="T15" fmla="*/ 0 h 113"/>
                    <a:gd name="T16" fmla="*/ 0 w 56"/>
                    <a:gd name="T17" fmla="*/ 0 h 113"/>
                    <a:gd name="T18" fmla="*/ 0 w 56"/>
                    <a:gd name="T19" fmla="*/ 0 h 113"/>
                    <a:gd name="T20" fmla="*/ 0 w 56"/>
                    <a:gd name="T21" fmla="*/ 0 h 113"/>
                    <a:gd name="T22" fmla="*/ 0 w 56"/>
                    <a:gd name="T23" fmla="*/ 0 h 113"/>
                    <a:gd name="T24" fmla="*/ 0 w 56"/>
                    <a:gd name="T25" fmla="*/ 0 h 113"/>
                    <a:gd name="T26" fmla="*/ 0 w 56"/>
                    <a:gd name="T27" fmla="*/ 0 h 113"/>
                    <a:gd name="T28" fmla="*/ 0 w 56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3"/>
                    <a:gd name="T47" fmla="*/ 56 w 56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3">
                      <a:moveTo>
                        <a:pt x="56" y="113"/>
                      </a:moveTo>
                      <a:lnTo>
                        <a:pt x="44" y="112"/>
                      </a:lnTo>
                      <a:lnTo>
                        <a:pt x="32" y="108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2" name="Freeform 579">
                  <a:extLst>
                    <a:ext uri="{FF2B5EF4-FFF2-40B4-BE49-F238E27FC236}">
                      <a16:creationId xmlns:a16="http://schemas.microsoft.com/office/drawing/2014/main" id="{B2957124-EA8E-D035-39E3-DD42859B82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507"/>
                  <a:ext cx="133" cy="16"/>
                </a:xfrm>
                <a:custGeom>
                  <a:avLst/>
                  <a:gdLst>
                    <a:gd name="T0" fmla="*/ 0 w 930"/>
                    <a:gd name="T1" fmla="*/ 0 h 113"/>
                    <a:gd name="T2" fmla="*/ 0 w 930"/>
                    <a:gd name="T3" fmla="*/ 0 h 113"/>
                    <a:gd name="T4" fmla="*/ 0 w 930"/>
                    <a:gd name="T5" fmla="*/ 0 h 113"/>
                    <a:gd name="T6" fmla="*/ 0 w 930"/>
                    <a:gd name="T7" fmla="*/ 0 h 113"/>
                    <a:gd name="T8" fmla="*/ 0 w 930"/>
                    <a:gd name="T9" fmla="*/ 0 h 113"/>
                    <a:gd name="T10" fmla="*/ 0 w 930"/>
                    <a:gd name="T11" fmla="*/ 0 h 113"/>
                    <a:gd name="T12" fmla="*/ 0 w 93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0"/>
                    <a:gd name="T22" fmla="*/ 0 h 113"/>
                    <a:gd name="T23" fmla="*/ 930 w 93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30" y="113"/>
                      </a:lnTo>
                      <a:lnTo>
                        <a:pt x="930" y="57"/>
                      </a:lnTo>
                      <a:lnTo>
                        <a:pt x="9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3" name="Freeform 580">
                  <a:extLst>
                    <a:ext uri="{FF2B5EF4-FFF2-40B4-BE49-F238E27FC236}">
                      <a16:creationId xmlns:a16="http://schemas.microsoft.com/office/drawing/2014/main" id="{8C4683B4-7C8D-F5FB-CDD1-91C01473A2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507"/>
                  <a:ext cx="133" cy="16"/>
                </a:xfrm>
                <a:custGeom>
                  <a:avLst/>
                  <a:gdLst>
                    <a:gd name="T0" fmla="*/ 0 w 930"/>
                    <a:gd name="T1" fmla="*/ 0 h 113"/>
                    <a:gd name="T2" fmla="*/ 0 w 930"/>
                    <a:gd name="T3" fmla="*/ 0 h 113"/>
                    <a:gd name="T4" fmla="*/ 0 w 930"/>
                    <a:gd name="T5" fmla="*/ 0 h 113"/>
                    <a:gd name="T6" fmla="*/ 0 w 930"/>
                    <a:gd name="T7" fmla="*/ 0 h 113"/>
                    <a:gd name="T8" fmla="*/ 0 w 930"/>
                    <a:gd name="T9" fmla="*/ 0 h 113"/>
                    <a:gd name="T10" fmla="*/ 0 w 930"/>
                    <a:gd name="T11" fmla="*/ 0 h 113"/>
                    <a:gd name="T12" fmla="*/ 0 w 93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0"/>
                    <a:gd name="T22" fmla="*/ 0 h 113"/>
                    <a:gd name="T23" fmla="*/ 930 w 93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0" h="113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930" y="113"/>
                      </a:lnTo>
                      <a:lnTo>
                        <a:pt x="930" y="57"/>
                      </a:lnTo>
                      <a:lnTo>
                        <a:pt x="9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4" name="Freeform 581">
                  <a:extLst>
                    <a:ext uri="{FF2B5EF4-FFF2-40B4-BE49-F238E27FC236}">
                      <a16:creationId xmlns:a16="http://schemas.microsoft.com/office/drawing/2014/main" id="{3A20517C-3E98-6E0D-B246-765FEA1F2E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2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5" name="Freeform 582">
                  <a:extLst>
                    <a:ext uri="{FF2B5EF4-FFF2-40B4-BE49-F238E27FC236}">
                      <a16:creationId xmlns:a16="http://schemas.microsoft.com/office/drawing/2014/main" id="{7387ED55-49DA-0025-1CC5-ED17FBC1C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2" y="3507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6" name="Freeform 583">
                  <a:extLst>
                    <a:ext uri="{FF2B5EF4-FFF2-40B4-BE49-F238E27FC236}">
                      <a16:creationId xmlns:a16="http://schemas.microsoft.com/office/drawing/2014/main" id="{EEC59264-BB21-7193-BAC0-B3D260A37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7" name="Freeform 584">
                  <a:extLst>
                    <a:ext uri="{FF2B5EF4-FFF2-40B4-BE49-F238E27FC236}">
                      <a16:creationId xmlns:a16="http://schemas.microsoft.com/office/drawing/2014/main" id="{975BB89B-23E1-33EE-88D9-F80C71217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5" y="6"/>
                      </a:lnTo>
                      <a:lnTo>
                        <a:pt x="35" y="13"/>
                      </a:lnTo>
                      <a:lnTo>
                        <a:pt x="44" y="22"/>
                      </a:lnTo>
                      <a:lnTo>
                        <a:pt x="51" y="32"/>
                      </a:lnTo>
                      <a:lnTo>
                        <a:pt x="55" y="44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1" y="81"/>
                      </a:lnTo>
                      <a:lnTo>
                        <a:pt x="44" y="92"/>
                      </a:lnTo>
                      <a:lnTo>
                        <a:pt x="35" y="101"/>
                      </a:lnTo>
                      <a:lnTo>
                        <a:pt x="25" y="107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8" name="Freeform 585">
                  <a:extLst>
                    <a:ext uri="{FF2B5EF4-FFF2-40B4-BE49-F238E27FC236}">
                      <a16:creationId xmlns:a16="http://schemas.microsoft.com/office/drawing/2014/main" id="{C0B18DAF-B690-A25B-F346-3AA9C08983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4" y="3033"/>
                  <a:ext cx="228" cy="16"/>
                </a:xfrm>
                <a:custGeom>
                  <a:avLst/>
                  <a:gdLst>
                    <a:gd name="T0" fmla="*/ 0 w 1592"/>
                    <a:gd name="T1" fmla="*/ 0 h 113"/>
                    <a:gd name="T2" fmla="*/ 0 w 1592"/>
                    <a:gd name="T3" fmla="*/ 0 h 113"/>
                    <a:gd name="T4" fmla="*/ 0 w 1592"/>
                    <a:gd name="T5" fmla="*/ 0 h 113"/>
                    <a:gd name="T6" fmla="*/ 0 w 1592"/>
                    <a:gd name="T7" fmla="*/ 0 h 113"/>
                    <a:gd name="T8" fmla="*/ 0 w 1592"/>
                    <a:gd name="T9" fmla="*/ 0 h 113"/>
                    <a:gd name="T10" fmla="*/ 0 w 1592"/>
                    <a:gd name="T11" fmla="*/ 0 h 113"/>
                    <a:gd name="T12" fmla="*/ 0 w 159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2"/>
                    <a:gd name="T22" fmla="*/ 0 h 113"/>
                    <a:gd name="T23" fmla="*/ 1592 w 159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2" h="113">
                      <a:moveTo>
                        <a:pt x="1592" y="113"/>
                      </a:moveTo>
                      <a:lnTo>
                        <a:pt x="1592" y="57"/>
                      </a:lnTo>
                      <a:lnTo>
                        <a:pt x="1592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592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9" name="Freeform 586">
                  <a:extLst>
                    <a:ext uri="{FF2B5EF4-FFF2-40B4-BE49-F238E27FC236}">
                      <a16:creationId xmlns:a16="http://schemas.microsoft.com/office/drawing/2014/main" id="{A4D8D5A4-57F3-6E09-F6E1-71756692D2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4" y="3033"/>
                  <a:ext cx="228" cy="16"/>
                </a:xfrm>
                <a:custGeom>
                  <a:avLst/>
                  <a:gdLst>
                    <a:gd name="T0" fmla="*/ 0 w 1592"/>
                    <a:gd name="T1" fmla="*/ 0 h 113"/>
                    <a:gd name="T2" fmla="*/ 0 w 1592"/>
                    <a:gd name="T3" fmla="*/ 0 h 113"/>
                    <a:gd name="T4" fmla="*/ 0 w 1592"/>
                    <a:gd name="T5" fmla="*/ 0 h 113"/>
                    <a:gd name="T6" fmla="*/ 0 w 1592"/>
                    <a:gd name="T7" fmla="*/ 0 h 113"/>
                    <a:gd name="T8" fmla="*/ 0 w 1592"/>
                    <a:gd name="T9" fmla="*/ 0 h 113"/>
                    <a:gd name="T10" fmla="*/ 0 w 1592"/>
                    <a:gd name="T11" fmla="*/ 0 h 113"/>
                    <a:gd name="T12" fmla="*/ 0 w 159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2"/>
                    <a:gd name="T22" fmla="*/ 0 h 113"/>
                    <a:gd name="T23" fmla="*/ 1592 w 159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2" h="113">
                      <a:moveTo>
                        <a:pt x="1592" y="113"/>
                      </a:moveTo>
                      <a:lnTo>
                        <a:pt x="1592" y="57"/>
                      </a:lnTo>
                      <a:lnTo>
                        <a:pt x="1592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1592" y="11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0" name="Freeform 587">
                  <a:extLst>
                    <a:ext uri="{FF2B5EF4-FFF2-40B4-BE49-F238E27FC236}">
                      <a16:creationId xmlns:a16="http://schemas.microsoft.com/office/drawing/2014/main" id="{A17355D7-FC42-D166-4716-AFBA97EAF8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57" y="57"/>
                      </a:moveTo>
                      <a:lnTo>
                        <a:pt x="57" y="113"/>
                      </a:ln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2" y="69"/>
                      </a:lnTo>
                      <a:lnTo>
                        <a:pt x="0" y="57"/>
                      </a:lnTo>
                      <a:lnTo>
                        <a:pt x="2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7" y="0"/>
                      </a:lnTo>
                      <a:lnTo>
                        <a:pt x="57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1" name="Freeform 588">
                  <a:extLst>
                    <a:ext uri="{FF2B5EF4-FFF2-40B4-BE49-F238E27FC236}">
                      <a16:creationId xmlns:a16="http://schemas.microsoft.com/office/drawing/2014/main" id="{B5C48C30-1A45-8AEA-C8D6-F126A416F6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6" y="3033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57" y="113"/>
                      </a:moveTo>
                      <a:lnTo>
                        <a:pt x="44" y="112"/>
                      </a:lnTo>
                      <a:lnTo>
                        <a:pt x="32" y="107"/>
                      </a:lnTo>
                      <a:lnTo>
                        <a:pt x="22" y="101"/>
                      </a:lnTo>
                      <a:lnTo>
                        <a:pt x="13" y="92"/>
                      </a:lnTo>
                      <a:lnTo>
                        <a:pt x="6" y="81"/>
                      </a:lnTo>
                      <a:lnTo>
                        <a:pt x="2" y="69"/>
                      </a:lnTo>
                      <a:lnTo>
                        <a:pt x="0" y="57"/>
                      </a:lnTo>
                      <a:lnTo>
                        <a:pt x="2" y="44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6"/>
                      </a:lnTo>
                      <a:lnTo>
                        <a:pt x="44" y="2"/>
                      </a:lnTo>
                      <a:lnTo>
                        <a:pt x="5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2" name="Freeform 589">
                  <a:extLst>
                    <a:ext uri="{FF2B5EF4-FFF2-40B4-BE49-F238E27FC236}">
                      <a16:creationId xmlns:a16="http://schemas.microsoft.com/office/drawing/2014/main" id="{B3D6A747-04E5-DBA0-27BB-B7EF2A51BD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69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8"/>
                      </a:moveTo>
                      <a:lnTo>
                        <a:pt x="56" y="114"/>
                      </a:lnTo>
                      <a:lnTo>
                        <a:pt x="43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3" y="3"/>
                      </a:lnTo>
                      <a:lnTo>
                        <a:pt x="56" y="0"/>
                      </a:lnTo>
                      <a:lnTo>
                        <a:pt x="56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3" name="Freeform 590">
                  <a:extLst>
                    <a:ext uri="{FF2B5EF4-FFF2-40B4-BE49-F238E27FC236}">
                      <a16:creationId xmlns:a16="http://schemas.microsoft.com/office/drawing/2014/main" id="{E11697F1-8EF0-F51C-50A3-2F2A4B7AC7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85" y="3697"/>
                  <a:ext cx="8" cy="16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3" y="113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8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3" y="3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4" name="Freeform 591">
                  <a:extLst>
                    <a:ext uri="{FF2B5EF4-FFF2-40B4-BE49-F238E27FC236}">
                      <a16:creationId xmlns:a16="http://schemas.microsoft.com/office/drawing/2014/main" id="{626670DC-CCA7-03C6-7877-B1BDE539C1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3" y="3697"/>
                  <a:ext cx="530" cy="16"/>
                </a:xfrm>
                <a:custGeom>
                  <a:avLst/>
                  <a:gdLst>
                    <a:gd name="T0" fmla="*/ 0 w 3716"/>
                    <a:gd name="T1" fmla="*/ 0 h 114"/>
                    <a:gd name="T2" fmla="*/ 0 w 3716"/>
                    <a:gd name="T3" fmla="*/ 0 h 114"/>
                    <a:gd name="T4" fmla="*/ 0 w 3716"/>
                    <a:gd name="T5" fmla="*/ 0 h 114"/>
                    <a:gd name="T6" fmla="*/ 0 w 3716"/>
                    <a:gd name="T7" fmla="*/ 0 h 114"/>
                    <a:gd name="T8" fmla="*/ 0 w 3716"/>
                    <a:gd name="T9" fmla="*/ 0 h 114"/>
                    <a:gd name="T10" fmla="*/ 0 w 3716"/>
                    <a:gd name="T11" fmla="*/ 0 h 114"/>
                    <a:gd name="T12" fmla="*/ 0 w 3716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716"/>
                    <a:gd name="T22" fmla="*/ 0 h 114"/>
                    <a:gd name="T23" fmla="*/ 3716 w 371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716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3716" y="114"/>
                      </a:lnTo>
                      <a:lnTo>
                        <a:pt x="3716" y="58"/>
                      </a:lnTo>
                      <a:lnTo>
                        <a:pt x="37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5" name="Freeform 592">
                  <a:extLst>
                    <a:ext uri="{FF2B5EF4-FFF2-40B4-BE49-F238E27FC236}">
                      <a16:creationId xmlns:a16="http://schemas.microsoft.com/office/drawing/2014/main" id="{25E68B7E-72A0-58D2-703D-B6CD0742B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93" y="3697"/>
                  <a:ext cx="530" cy="16"/>
                </a:xfrm>
                <a:custGeom>
                  <a:avLst/>
                  <a:gdLst>
                    <a:gd name="T0" fmla="*/ 0 w 3716"/>
                    <a:gd name="T1" fmla="*/ 0 h 114"/>
                    <a:gd name="T2" fmla="*/ 0 w 3716"/>
                    <a:gd name="T3" fmla="*/ 0 h 114"/>
                    <a:gd name="T4" fmla="*/ 0 w 3716"/>
                    <a:gd name="T5" fmla="*/ 0 h 114"/>
                    <a:gd name="T6" fmla="*/ 0 w 3716"/>
                    <a:gd name="T7" fmla="*/ 0 h 114"/>
                    <a:gd name="T8" fmla="*/ 0 w 3716"/>
                    <a:gd name="T9" fmla="*/ 0 h 114"/>
                    <a:gd name="T10" fmla="*/ 0 w 3716"/>
                    <a:gd name="T11" fmla="*/ 0 h 114"/>
                    <a:gd name="T12" fmla="*/ 0 w 3716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3716"/>
                    <a:gd name="T22" fmla="*/ 0 h 114"/>
                    <a:gd name="T23" fmla="*/ 3716 w 3716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3716" h="114">
                      <a:moveTo>
                        <a:pt x="0" y="0"/>
                      </a:moveTo>
                      <a:lnTo>
                        <a:pt x="0" y="58"/>
                      </a:lnTo>
                      <a:lnTo>
                        <a:pt x="0" y="114"/>
                      </a:lnTo>
                      <a:lnTo>
                        <a:pt x="3716" y="114"/>
                      </a:lnTo>
                      <a:lnTo>
                        <a:pt x="3716" y="58"/>
                      </a:lnTo>
                      <a:lnTo>
                        <a:pt x="37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6" name="Freeform 593">
                  <a:extLst>
                    <a:ext uri="{FF2B5EF4-FFF2-40B4-BE49-F238E27FC236}">
                      <a16:creationId xmlns:a16="http://schemas.microsoft.com/office/drawing/2014/main" id="{83BD0D26-6F77-CE34-39B7-90C3646E8E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3" y="3697"/>
                  <a:ext cx="9" cy="16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w 57"/>
                    <a:gd name="T31" fmla="*/ 0 h 114"/>
                    <a:gd name="T32" fmla="*/ 0 w 57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4"/>
                    <a:gd name="T53" fmla="*/ 57 w 57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4">
                      <a:moveTo>
                        <a:pt x="0" y="58"/>
                      </a:moveTo>
                      <a:lnTo>
                        <a:pt x="0" y="0"/>
                      </a:lnTo>
                      <a:lnTo>
                        <a:pt x="12" y="3"/>
                      </a:lnTo>
                      <a:lnTo>
                        <a:pt x="24" y="7"/>
                      </a:lnTo>
                      <a:lnTo>
                        <a:pt x="35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8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3"/>
                      </a:lnTo>
                      <a:lnTo>
                        <a:pt x="0" y="114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7" name="Freeform 594">
                  <a:extLst>
                    <a:ext uri="{FF2B5EF4-FFF2-40B4-BE49-F238E27FC236}">
                      <a16:creationId xmlns:a16="http://schemas.microsoft.com/office/drawing/2014/main" id="{FB3D2C0F-15B9-ADBC-2ADF-58AD59E8B0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3" y="3697"/>
                  <a:ext cx="9" cy="16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4"/>
                    <a:gd name="T47" fmla="*/ 57 w 57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4">
                      <a:moveTo>
                        <a:pt x="0" y="0"/>
                      </a:moveTo>
                      <a:lnTo>
                        <a:pt x="12" y="3"/>
                      </a:lnTo>
                      <a:lnTo>
                        <a:pt x="24" y="7"/>
                      </a:lnTo>
                      <a:lnTo>
                        <a:pt x="35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8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3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8" name="Line 595">
                  <a:extLst>
                    <a:ext uri="{FF2B5EF4-FFF2-40B4-BE49-F238E27FC236}">
                      <a16:creationId xmlns:a16="http://schemas.microsoft.com/office/drawing/2014/main" id="{C1EEBF15-B3B5-6AC3-48E0-079E497C89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015"/>
                  <a:ext cx="1" cy="19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9" name="Line 596">
                  <a:extLst>
                    <a:ext uri="{FF2B5EF4-FFF2-40B4-BE49-F238E27FC236}">
                      <a16:creationId xmlns:a16="http://schemas.microsoft.com/office/drawing/2014/main" id="{8A0BE8FC-6C1C-1181-D813-F896E8C0D2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228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0" name="Line 597">
                  <a:extLst>
                    <a:ext uri="{FF2B5EF4-FFF2-40B4-BE49-F238E27FC236}">
                      <a16:creationId xmlns:a16="http://schemas.microsoft.com/office/drawing/2014/main" id="{72ECEB2C-F121-8079-BD35-E0830C38A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268"/>
                  <a:ext cx="1" cy="21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1" name="Line 598">
                  <a:extLst>
                    <a:ext uri="{FF2B5EF4-FFF2-40B4-BE49-F238E27FC236}">
                      <a16:creationId xmlns:a16="http://schemas.microsoft.com/office/drawing/2014/main" id="{000FC0CA-B4BC-2B9E-8BD4-4B6875E65F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498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2" name="Line 599">
                  <a:extLst>
                    <a:ext uri="{FF2B5EF4-FFF2-40B4-BE49-F238E27FC236}">
                      <a16:creationId xmlns:a16="http://schemas.microsoft.com/office/drawing/2014/main" id="{21C29838-03D5-8B97-1B8F-192FA7B001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8" y="3538"/>
                  <a:ext cx="1" cy="19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3" name="Freeform 600">
                  <a:extLst>
                    <a:ext uri="{FF2B5EF4-FFF2-40B4-BE49-F238E27FC236}">
                      <a16:creationId xmlns:a16="http://schemas.microsoft.com/office/drawing/2014/main" id="{E561EEBC-AECD-0FE1-40CF-2BC2A3A95E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7" y="3393"/>
                  <a:ext cx="8" cy="17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w 56"/>
                    <a:gd name="T31" fmla="*/ 0 h 114"/>
                    <a:gd name="T32" fmla="*/ 0 w 56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14"/>
                    <a:gd name="T53" fmla="*/ 56 w 56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14">
                      <a:moveTo>
                        <a:pt x="56" y="57"/>
                      </a:moveTo>
                      <a:lnTo>
                        <a:pt x="56" y="114"/>
                      </a:ln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4" name="Freeform 601">
                  <a:extLst>
                    <a:ext uri="{FF2B5EF4-FFF2-40B4-BE49-F238E27FC236}">
                      <a16:creationId xmlns:a16="http://schemas.microsoft.com/office/drawing/2014/main" id="{F9C1A32D-FB74-FA81-AAC2-AA703618AA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07" y="3393"/>
                  <a:ext cx="8" cy="17"/>
                </a:xfrm>
                <a:custGeom>
                  <a:avLst/>
                  <a:gdLst>
                    <a:gd name="T0" fmla="*/ 0 w 56"/>
                    <a:gd name="T1" fmla="*/ 0 h 114"/>
                    <a:gd name="T2" fmla="*/ 0 w 56"/>
                    <a:gd name="T3" fmla="*/ 0 h 114"/>
                    <a:gd name="T4" fmla="*/ 0 w 56"/>
                    <a:gd name="T5" fmla="*/ 0 h 114"/>
                    <a:gd name="T6" fmla="*/ 0 w 56"/>
                    <a:gd name="T7" fmla="*/ 0 h 114"/>
                    <a:gd name="T8" fmla="*/ 0 w 56"/>
                    <a:gd name="T9" fmla="*/ 0 h 114"/>
                    <a:gd name="T10" fmla="*/ 0 w 56"/>
                    <a:gd name="T11" fmla="*/ 0 h 114"/>
                    <a:gd name="T12" fmla="*/ 0 w 56"/>
                    <a:gd name="T13" fmla="*/ 0 h 114"/>
                    <a:gd name="T14" fmla="*/ 0 w 56"/>
                    <a:gd name="T15" fmla="*/ 0 h 114"/>
                    <a:gd name="T16" fmla="*/ 0 w 56"/>
                    <a:gd name="T17" fmla="*/ 0 h 114"/>
                    <a:gd name="T18" fmla="*/ 0 w 56"/>
                    <a:gd name="T19" fmla="*/ 0 h 114"/>
                    <a:gd name="T20" fmla="*/ 0 w 56"/>
                    <a:gd name="T21" fmla="*/ 0 h 114"/>
                    <a:gd name="T22" fmla="*/ 0 w 56"/>
                    <a:gd name="T23" fmla="*/ 0 h 114"/>
                    <a:gd name="T24" fmla="*/ 0 w 56"/>
                    <a:gd name="T25" fmla="*/ 0 h 114"/>
                    <a:gd name="T26" fmla="*/ 0 w 56"/>
                    <a:gd name="T27" fmla="*/ 0 h 114"/>
                    <a:gd name="T28" fmla="*/ 0 w 56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14"/>
                    <a:gd name="T47" fmla="*/ 56 w 56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14">
                      <a:moveTo>
                        <a:pt x="56" y="114"/>
                      </a:moveTo>
                      <a:lnTo>
                        <a:pt x="44" y="112"/>
                      </a:lnTo>
                      <a:lnTo>
                        <a:pt x="31" y="108"/>
                      </a:lnTo>
                      <a:lnTo>
                        <a:pt x="21" y="101"/>
                      </a:lnTo>
                      <a:lnTo>
                        <a:pt x="12" y="92"/>
                      </a:lnTo>
                      <a:lnTo>
                        <a:pt x="5" y="82"/>
                      </a:lnTo>
                      <a:lnTo>
                        <a:pt x="1" y="70"/>
                      </a:ln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3"/>
                      </a:lnTo>
                      <a:lnTo>
                        <a:pt x="12" y="23"/>
                      </a:lnTo>
                      <a:lnTo>
                        <a:pt x="21" y="14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5" name="Freeform 602">
                  <a:extLst>
                    <a:ext uri="{FF2B5EF4-FFF2-40B4-BE49-F238E27FC236}">
                      <a16:creationId xmlns:a16="http://schemas.microsoft.com/office/drawing/2014/main" id="{D372651A-FF7C-88A9-9692-1EC1B3CA8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5" y="3393"/>
                  <a:ext cx="190" cy="17"/>
                </a:xfrm>
                <a:custGeom>
                  <a:avLst/>
                  <a:gdLst>
                    <a:gd name="T0" fmla="*/ 0 w 1327"/>
                    <a:gd name="T1" fmla="*/ 0 h 114"/>
                    <a:gd name="T2" fmla="*/ 0 w 1327"/>
                    <a:gd name="T3" fmla="*/ 0 h 114"/>
                    <a:gd name="T4" fmla="*/ 0 w 1327"/>
                    <a:gd name="T5" fmla="*/ 0 h 114"/>
                    <a:gd name="T6" fmla="*/ 0 w 1327"/>
                    <a:gd name="T7" fmla="*/ 0 h 114"/>
                    <a:gd name="T8" fmla="*/ 0 w 1327"/>
                    <a:gd name="T9" fmla="*/ 0 h 114"/>
                    <a:gd name="T10" fmla="*/ 0 w 1327"/>
                    <a:gd name="T11" fmla="*/ 0 h 114"/>
                    <a:gd name="T12" fmla="*/ 0 w 1327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7"/>
                    <a:gd name="T22" fmla="*/ 0 h 114"/>
                    <a:gd name="T23" fmla="*/ 1327 w 1327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7" h="114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4"/>
                      </a:lnTo>
                      <a:lnTo>
                        <a:pt x="1327" y="114"/>
                      </a:lnTo>
                      <a:lnTo>
                        <a:pt x="1327" y="57"/>
                      </a:lnTo>
                      <a:lnTo>
                        <a:pt x="13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6" name="Freeform 603">
                  <a:extLst>
                    <a:ext uri="{FF2B5EF4-FFF2-40B4-BE49-F238E27FC236}">
                      <a16:creationId xmlns:a16="http://schemas.microsoft.com/office/drawing/2014/main" id="{5F55ABD4-A46B-3463-0856-D5762C0680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5" y="3393"/>
                  <a:ext cx="190" cy="17"/>
                </a:xfrm>
                <a:custGeom>
                  <a:avLst/>
                  <a:gdLst>
                    <a:gd name="T0" fmla="*/ 0 w 1327"/>
                    <a:gd name="T1" fmla="*/ 0 h 114"/>
                    <a:gd name="T2" fmla="*/ 0 w 1327"/>
                    <a:gd name="T3" fmla="*/ 0 h 114"/>
                    <a:gd name="T4" fmla="*/ 0 w 1327"/>
                    <a:gd name="T5" fmla="*/ 0 h 114"/>
                    <a:gd name="T6" fmla="*/ 0 w 1327"/>
                    <a:gd name="T7" fmla="*/ 0 h 114"/>
                    <a:gd name="T8" fmla="*/ 0 w 1327"/>
                    <a:gd name="T9" fmla="*/ 0 h 114"/>
                    <a:gd name="T10" fmla="*/ 0 w 1327"/>
                    <a:gd name="T11" fmla="*/ 0 h 114"/>
                    <a:gd name="T12" fmla="*/ 0 w 1327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7"/>
                    <a:gd name="T22" fmla="*/ 0 h 114"/>
                    <a:gd name="T23" fmla="*/ 1327 w 1327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7" h="114">
                      <a:moveTo>
                        <a:pt x="0" y="0"/>
                      </a:moveTo>
                      <a:lnTo>
                        <a:pt x="0" y="57"/>
                      </a:lnTo>
                      <a:lnTo>
                        <a:pt x="0" y="114"/>
                      </a:lnTo>
                      <a:lnTo>
                        <a:pt x="1327" y="114"/>
                      </a:lnTo>
                      <a:lnTo>
                        <a:pt x="1327" y="57"/>
                      </a:lnTo>
                      <a:lnTo>
                        <a:pt x="13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7" name="Freeform 604">
                  <a:extLst>
                    <a:ext uri="{FF2B5EF4-FFF2-40B4-BE49-F238E27FC236}">
                      <a16:creationId xmlns:a16="http://schemas.microsoft.com/office/drawing/2014/main" id="{3A2C9DF1-8650-CA83-E4CF-EA1026D341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5" y="3393"/>
                  <a:ext cx="8" cy="17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w 57"/>
                    <a:gd name="T31" fmla="*/ 0 h 114"/>
                    <a:gd name="T32" fmla="*/ 0 w 57"/>
                    <a:gd name="T33" fmla="*/ 0 h 11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4"/>
                    <a:gd name="T53" fmla="*/ 57 w 57"/>
                    <a:gd name="T54" fmla="*/ 114 h 11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4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4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8" name="Freeform 605">
                  <a:extLst>
                    <a:ext uri="{FF2B5EF4-FFF2-40B4-BE49-F238E27FC236}">
                      <a16:creationId xmlns:a16="http://schemas.microsoft.com/office/drawing/2014/main" id="{5ADB5707-7A71-FBC0-D320-7BBECFDAE4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05" y="3393"/>
                  <a:ext cx="8" cy="17"/>
                </a:xfrm>
                <a:custGeom>
                  <a:avLst/>
                  <a:gdLst>
                    <a:gd name="T0" fmla="*/ 0 w 57"/>
                    <a:gd name="T1" fmla="*/ 0 h 114"/>
                    <a:gd name="T2" fmla="*/ 0 w 57"/>
                    <a:gd name="T3" fmla="*/ 0 h 114"/>
                    <a:gd name="T4" fmla="*/ 0 w 57"/>
                    <a:gd name="T5" fmla="*/ 0 h 114"/>
                    <a:gd name="T6" fmla="*/ 0 w 57"/>
                    <a:gd name="T7" fmla="*/ 0 h 114"/>
                    <a:gd name="T8" fmla="*/ 0 w 57"/>
                    <a:gd name="T9" fmla="*/ 0 h 114"/>
                    <a:gd name="T10" fmla="*/ 0 w 57"/>
                    <a:gd name="T11" fmla="*/ 0 h 114"/>
                    <a:gd name="T12" fmla="*/ 0 w 57"/>
                    <a:gd name="T13" fmla="*/ 0 h 114"/>
                    <a:gd name="T14" fmla="*/ 0 w 57"/>
                    <a:gd name="T15" fmla="*/ 0 h 114"/>
                    <a:gd name="T16" fmla="*/ 0 w 57"/>
                    <a:gd name="T17" fmla="*/ 0 h 114"/>
                    <a:gd name="T18" fmla="*/ 0 w 57"/>
                    <a:gd name="T19" fmla="*/ 0 h 114"/>
                    <a:gd name="T20" fmla="*/ 0 w 57"/>
                    <a:gd name="T21" fmla="*/ 0 h 114"/>
                    <a:gd name="T22" fmla="*/ 0 w 57"/>
                    <a:gd name="T23" fmla="*/ 0 h 114"/>
                    <a:gd name="T24" fmla="*/ 0 w 57"/>
                    <a:gd name="T25" fmla="*/ 0 h 114"/>
                    <a:gd name="T26" fmla="*/ 0 w 57"/>
                    <a:gd name="T27" fmla="*/ 0 h 114"/>
                    <a:gd name="T28" fmla="*/ 0 w 57"/>
                    <a:gd name="T29" fmla="*/ 0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4"/>
                    <a:gd name="T47" fmla="*/ 57 w 57"/>
                    <a:gd name="T48" fmla="*/ 114 h 11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4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4" y="14"/>
                      </a:lnTo>
                      <a:lnTo>
                        <a:pt x="43" y="23"/>
                      </a:lnTo>
                      <a:lnTo>
                        <a:pt x="50" y="33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70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4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9" name="Freeform 606">
                  <a:extLst>
                    <a:ext uri="{FF2B5EF4-FFF2-40B4-BE49-F238E27FC236}">
                      <a16:creationId xmlns:a16="http://schemas.microsoft.com/office/drawing/2014/main" id="{0BD96277-8DC6-70C3-2214-7ACCDF4213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07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0" name="Freeform 607">
                  <a:extLst>
                    <a:ext uri="{FF2B5EF4-FFF2-40B4-BE49-F238E27FC236}">
                      <a16:creationId xmlns:a16="http://schemas.microsoft.com/office/drawing/2014/main" id="{5BAC1E3A-089C-CE47-431A-0C9493CA09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07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1" name="Freeform 608">
                  <a:extLst>
                    <a:ext uri="{FF2B5EF4-FFF2-40B4-BE49-F238E27FC236}">
                      <a16:creationId xmlns:a16="http://schemas.microsoft.com/office/drawing/2014/main" id="{33AC8362-931D-69C6-D51E-F20F578FA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15"/>
                  <a:ext cx="16" cy="190"/>
                </a:xfrm>
                <a:custGeom>
                  <a:avLst/>
                  <a:gdLst>
                    <a:gd name="T0" fmla="*/ 0 w 113"/>
                    <a:gd name="T1" fmla="*/ 0 h 1328"/>
                    <a:gd name="T2" fmla="*/ 0 w 113"/>
                    <a:gd name="T3" fmla="*/ 0 h 1328"/>
                    <a:gd name="T4" fmla="*/ 0 w 113"/>
                    <a:gd name="T5" fmla="*/ 0 h 1328"/>
                    <a:gd name="T6" fmla="*/ 0 w 113"/>
                    <a:gd name="T7" fmla="*/ 0 h 1328"/>
                    <a:gd name="T8" fmla="*/ 0 w 113"/>
                    <a:gd name="T9" fmla="*/ 0 h 1328"/>
                    <a:gd name="T10" fmla="*/ 0 w 113"/>
                    <a:gd name="T11" fmla="*/ 0 h 1328"/>
                    <a:gd name="T12" fmla="*/ 0 w 113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28"/>
                    <a:gd name="T23" fmla="*/ 113 w 113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28">
                      <a:moveTo>
                        <a:pt x="113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lnTo>
                        <a:pt x="56" y="1328"/>
                      </a:lnTo>
                      <a:lnTo>
                        <a:pt x="113" y="1328"/>
                      </a:lnTo>
                      <a:lnTo>
                        <a:pt x="11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2" name="Freeform 609">
                  <a:extLst>
                    <a:ext uri="{FF2B5EF4-FFF2-40B4-BE49-F238E27FC236}">
                      <a16:creationId xmlns:a16="http://schemas.microsoft.com/office/drawing/2014/main" id="{89CCA84D-8736-D480-0E56-A81802C867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515"/>
                  <a:ext cx="16" cy="190"/>
                </a:xfrm>
                <a:custGeom>
                  <a:avLst/>
                  <a:gdLst>
                    <a:gd name="T0" fmla="*/ 0 w 113"/>
                    <a:gd name="T1" fmla="*/ 0 h 1328"/>
                    <a:gd name="T2" fmla="*/ 0 w 113"/>
                    <a:gd name="T3" fmla="*/ 0 h 1328"/>
                    <a:gd name="T4" fmla="*/ 0 w 113"/>
                    <a:gd name="T5" fmla="*/ 0 h 1328"/>
                    <a:gd name="T6" fmla="*/ 0 w 113"/>
                    <a:gd name="T7" fmla="*/ 0 h 1328"/>
                    <a:gd name="T8" fmla="*/ 0 w 113"/>
                    <a:gd name="T9" fmla="*/ 0 h 1328"/>
                    <a:gd name="T10" fmla="*/ 0 w 113"/>
                    <a:gd name="T11" fmla="*/ 0 h 1328"/>
                    <a:gd name="T12" fmla="*/ 0 w 113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28"/>
                    <a:gd name="T23" fmla="*/ 113 w 113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28">
                      <a:moveTo>
                        <a:pt x="113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lnTo>
                        <a:pt x="56" y="1328"/>
                      </a:lnTo>
                      <a:lnTo>
                        <a:pt x="113" y="1328"/>
                      </a:lnTo>
                      <a:lnTo>
                        <a:pt x="11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3" name="Freeform 610">
                  <a:extLst>
                    <a:ext uri="{FF2B5EF4-FFF2-40B4-BE49-F238E27FC236}">
                      <a16:creationId xmlns:a16="http://schemas.microsoft.com/office/drawing/2014/main" id="{D60E72A0-3313-8A36-C96F-F1BE0C2C6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7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0"/>
                      </a:lnTo>
                      <a:lnTo>
                        <a:pt x="21" y="43"/>
                      </a:lnTo>
                      <a:lnTo>
                        <a:pt x="12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4" name="Freeform 611">
                  <a:extLst>
                    <a:ext uri="{FF2B5EF4-FFF2-40B4-BE49-F238E27FC236}">
                      <a16:creationId xmlns:a16="http://schemas.microsoft.com/office/drawing/2014/main" id="{2F0618D0-787A-3480-8C80-9C04B8493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3" y="37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1" y="50"/>
                      </a:lnTo>
                      <a:lnTo>
                        <a:pt x="21" y="43"/>
                      </a:lnTo>
                      <a:lnTo>
                        <a:pt x="12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5" name="Freeform 612">
                  <a:extLst>
                    <a:ext uri="{FF2B5EF4-FFF2-40B4-BE49-F238E27FC236}">
                      <a16:creationId xmlns:a16="http://schemas.microsoft.com/office/drawing/2014/main" id="{C8BF4537-7E66-EBE0-3C63-C09CBB9970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45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w 113"/>
                    <a:gd name="T31" fmla="*/ 0 h 56"/>
                    <a:gd name="T32" fmla="*/ 0 w 113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6"/>
                    <a:gd name="T53" fmla="*/ 113 w 113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6">
                      <a:moveTo>
                        <a:pt x="56" y="0"/>
                      </a:moveTo>
                      <a:lnTo>
                        <a:pt x="113" y="0"/>
                      </a:lnTo>
                      <a:lnTo>
                        <a:pt x="111" y="12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1" y="44"/>
                      </a:lnTo>
                      <a:lnTo>
                        <a:pt x="80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0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6" name="Freeform 613">
                  <a:extLst>
                    <a:ext uri="{FF2B5EF4-FFF2-40B4-BE49-F238E27FC236}">
                      <a16:creationId xmlns:a16="http://schemas.microsoft.com/office/drawing/2014/main" id="{A216D096-26D6-AC7F-7DB0-0AF3E308D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4505"/>
                  <a:ext cx="16" cy="8"/>
                </a:xfrm>
                <a:custGeom>
                  <a:avLst/>
                  <a:gdLst>
                    <a:gd name="T0" fmla="*/ 0 w 113"/>
                    <a:gd name="T1" fmla="*/ 0 h 56"/>
                    <a:gd name="T2" fmla="*/ 0 w 113"/>
                    <a:gd name="T3" fmla="*/ 0 h 56"/>
                    <a:gd name="T4" fmla="*/ 0 w 113"/>
                    <a:gd name="T5" fmla="*/ 0 h 56"/>
                    <a:gd name="T6" fmla="*/ 0 w 113"/>
                    <a:gd name="T7" fmla="*/ 0 h 56"/>
                    <a:gd name="T8" fmla="*/ 0 w 113"/>
                    <a:gd name="T9" fmla="*/ 0 h 56"/>
                    <a:gd name="T10" fmla="*/ 0 w 113"/>
                    <a:gd name="T11" fmla="*/ 0 h 56"/>
                    <a:gd name="T12" fmla="*/ 0 w 113"/>
                    <a:gd name="T13" fmla="*/ 0 h 56"/>
                    <a:gd name="T14" fmla="*/ 0 w 113"/>
                    <a:gd name="T15" fmla="*/ 0 h 56"/>
                    <a:gd name="T16" fmla="*/ 0 w 113"/>
                    <a:gd name="T17" fmla="*/ 0 h 56"/>
                    <a:gd name="T18" fmla="*/ 0 w 113"/>
                    <a:gd name="T19" fmla="*/ 0 h 56"/>
                    <a:gd name="T20" fmla="*/ 0 w 113"/>
                    <a:gd name="T21" fmla="*/ 0 h 56"/>
                    <a:gd name="T22" fmla="*/ 0 w 113"/>
                    <a:gd name="T23" fmla="*/ 0 h 56"/>
                    <a:gd name="T24" fmla="*/ 0 w 113"/>
                    <a:gd name="T25" fmla="*/ 0 h 56"/>
                    <a:gd name="T26" fmla="*/ 0 w 113"/>
                    <a:gd name="T27" fmla="*/ 0 h 56"/>
                    <a:gd name="T28" fmla="*/ 0 w 113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6"/>
                    <a:gd name="T47" fmla="*/ 113 w 113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6">
                      <a:moveTo>
                        <a:pt x="113" y="0"/>
                      </a:moveTo>
                      <a:lnTo>
                        <a:pt x="111" y="12"/>
                      </a:lnTo>
                      <a:lnTo>
                        <a:pt x="106" y="25"/>
                      </a:lnTo>
                      <a:lnTo>
                        <a:pt x="99" y="35"/>
                      </a:lnTo>
                      <a:lnTo>
                        <a:pt x="91" y="44"/>
                      </a:lnTo>
                      <a:lnTo>
                        <a:pt x="80" y="50"/>
                      </a:lnTo>
                      <a:lnTo>
                        <a:pt x="68" y="55"/>
                      </a:lnTo>
                      <a:lnTo>
                        <a:pt x="56" y="56"/>
                      </a:lnTo>
                      <a:lnTo>
                        <a:pt x="43" y="55"/>
                      </a:lnTo>
                      <a:lnTo>
                        <a:pt x="31" y="50"/>
                      </a:lnTo>
                      <a:lnTo>
                        <a:pt x="21" y="44"/>
                      </a:lnTo>
                      <a:lnTo>
                        <a:pt x="12" y="35"/>
                      </a:lnTo>
                      <a:lnTo>
                        <a:pt x="5" y="25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7" name="Freeform 614">
                  <a:extLst>
                    <a:ext uri="{FF2B5EF4-FFF2-40B4-BE49-F238E27FC236}">
                      <a16:creationId xmlns:a16="http://schemas.microsoft.com/office/drawing/2014/main" id="{C1A16FAA-F5A6-E399-5F2A-6709BDAF6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73"/>
                  <a:ext cx="16" cy="532"/>
                </a:xfrm>
                <a:custGeom>
                  <a:avLst/>
                  <a:gdLst>
                    <a:gd name="T0" fmla="*/ 0 w 113"/>
                    <a:gd name="T1" fmla="*/ 0 h 3719"/>
                    <a:gd name="T2" fmla="*/ 0 w 113"/>
                    <a:gd name="T3" fmla="*/ 0 h 3719"/>
                    <a:gd name="T4" fmla="*/ 0 w 113"/>
                    <a:gd name="T5" fmla="*/ 0 h 3719"/>
                    <a:gd name="T6" fmla="*/ 0 w 113"/>
                    <a:gd name="T7" fmla="*/ 0 h 3719"/>
                    <a:gd name="T8" fmla="*/ 0 w 113"/>
                    <a:gd name="T9" fmla="*/ 0 h 3719"/>
                    <a:gd name="T10" fmla="*/ 0 w 113"/>
                    <a:gd name="T11" fmla="*/ 0 h 3719"/>
                    <a:gd name="T12" fmla="*/ 0 w 113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719"/>
                    <a:gd name="T23" fmla="*/ 113 w 113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719">
                      <a:moveTo>
                        <a:pt x="0" y="3719"/>
                      </a:moveTo>
                      <a:lnTo>
                        <a:pt x="56" y="3719"/>
                      </a:lnTo>
                      <a:lnTo>
                        <a:pt x="113" y="3719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8" name="Freeform 615">
                  <a:extLst>
                    <a:ext uri="{FF2B5EF4-FFF2-40B4-BE49-F238E27FC236}">
                      <a16:creationId xmlns:a16="http://schemas.microsoft.com/office/drawing/2014/main" id="{74139AF2-24F5-8767-C6CD-7125EC7DF3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73"/>
                  <a:ext cx="16" cy="532"/>
                </a:xfrm>
                <a:custGeom>
                  <a:avLst/>
                  <a:gdLst>
                    <a:gd name="T0" fmla="*/ 0 w 113"/>
                    <a:gd name="T1" fmla="*/ 0 h 3719"/>
                    <a:gd name="T2" fmla="*/ 0 w 113"/>
                    <a:gd name="T3" fmla="*/ 0 h 3719"/>
                    <a:gd name="T4" fmla="*/ 0 w 113"/>
                    <a:gd name="T5" fmla="*/ 0 h 3719"/>
                    <a:gd name="T6" fmla="*/ 0 w 113"/>
                    <a:gd name="T7" fmla="*/ 0 h 3719"/>
                    <a:gd name="T8" fmla="*/ 0 w 113"/>
                    <a:gd name="T9" fmla="*/ 0 h 3719"/>
                    <a:gd name="T10" fmla="*/ 0 w 113"/>
                    <a:gd name="T11" fmla="*/ 0 h 3719"/>
                    <a:gd name="T12" fmla="*/ 0 w 113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3719"/>
                    <a:gd name="T23" fmla="*/ 113 w 113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3719">
                      <a:moveTo>
                        <a:pt x="0" y="3719"/>
                      </a:moveTo>
                      <a:lnTo>
                        <a:pt x="56" y="3719"/>
                      </a:lnTo>
                      <a:lnTo>
                        <a:pt x="113" y="3719"/>
                      </a:lnTo>
                      <a:lnTo>
                        <a:pt x="113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9" name="Freeform 616">
                  <a:extLst>
                    <a:ext uri="{FF2B5EF4-FFF2-40B4-BE49-F238E27FC236}">
                      <a16:creationId xmlns:a16="http://schemas.microsoft.com/office/drawing/2014/main" id="{5813AF30-AB4F-5D43-6AAE-A052E021DF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65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w 113"/>
                    <a:gd name="T31" fmla="*/ 0 h 57"/>
                    <a:gd name="T32" fmla="*/ 0 w 113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3"/>
                    <a:gd name="T52" fmla="*/ 0 h 57"/>
                    <a:gd name="T53" fmla="*/ 113 w 113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3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7"/>
                      </a:lnTo>
                      <a:lnTo>
                        <a:pt x="91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0" name="Freeform 617">
                  <a:extLst>
                    <a:ext uri="{FF2B5EF4-FFF2-40B4-BE49-F238E27FC236}">
                      <a16:creationId xmlns:a16="http://schemas.microsoft.com/office/drawing/2014/main" id="{D9F74A54-7DFC-AEA3-63F0-5221D2CFA5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4" y="3965"/>
                  <a:ext cx="16" cy="8"/>
                </a:xfrm>
                <a:custGeom>
                  <a:avLst/>
                  <a:gdLst>
                    <a:gd name="T0" fmla="*/ 0 w 113"/>
                    <a:gd name="T1" fmla="*/ 0 h 57"/>
                    <a:gd name="T2" fmla="*/ 0 w 113"/>
                    <a:gd name="T3" fmla="*/ 0 h 57"/>
                    <a:gd name="T4" fmla="*/ 0 w 113"/>
                    <a:gd name="T5" fmla="*/ 0 h 57"/>
                    <a:gd name="T6" fmla="*/ 0 w 113"/>
                    <a:gd name="T7" fmla="*/ 0 h 57"/>
                    <a:gd name="T8" fmla="*/ 0 w 113"/>
                    <a:gd name="T9" fmla="*/ 0 h 57"/>
                    <a:gd name="T10" fmla="*/ 0 w 113"/>
                    <a:gd name="T11" fmla="*/ 0 h 57"/>
                    <a:gd name="T12" fmla="*/ 0 w 113"/>
                    <a:gd name="T13" fmla="*/ 0 h 57"/>
                    <a:gd name="T14" fmla="*/ 0 w 113"/>
                    <a:gd name="T15" fmla="*/ 0 h 57"/>
                    <a:gd name="T16" fmla="*/ 0 w 113"/>
                    <a:gd name="T17" fmla="*/ 0 h 57"/>
                    <a:gd name="T18" fmla="*/ 0 w 113"/>
                    <a:gd name="T19" fmla="*/ 0 h 57"/>
                    <a:gd name="T20" fmla="*/ 0 w 113"/>
                    <a:gd name="T21" fmla="*/ 0 h 57"/>
                    <a:gd name="T22" fmla="*/ 0 w 113"/>
                    <a:gd name="T23" fmla="*/ 0 h 57"/>
                    <a:gd name="T24" fmla="*/ 0 w 113"/>
                    <a:gd name="T25" fmla="*/ 0 h 57"/>
                    <a:gd name="T26" fmla="*/ 0 w 113"/>
                    <a:gd name="T27" fmla="*/ 0 h 57"/>
                    <a:gd name="T28" fmla="*/ 0 w 113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3"/>
                    <a:gd name="T46" fmla="*/ 0 h 57"/>
                    <a:gd name="T47" fmla="*/ 113 w 113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3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5" y="32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1" y="7"/>
                      </a:lnTo>
                      <a:lnTo>
                        <a:pt x="43" y="2"/>
                      </a:lnTo>
                      <a:lnTo>
                        <a:pt x="56" y="0"/>
                      </a:lnTo>
                      <a:lnTo>
                        <a:pt x="68" y="2"/>
                      </a:lnTo>
                      <a:lnTo>
                        <a:pt x="80" y="7"/>
                      </a:lnTo>
                      <a:lnTo>
                        <a:pt x="91" y="13"/>
                      </a:lnTo>
                      <a:lnTo>
                        <a:pt x="99" y="22"/>
                      </a:lnTo>
                      <a:lnTo>
                        <a:pt x="106" y="32"/>
                      </a:lnTo>
                      <a:lnTo>
                        <a:pt x="111" y="45"/>
                      </a:lnTo>
                      <a:lnTo>
                        <a:pt x="113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1" name="Line 618">
                  <a:extLst>
                    <a:ext uri="{FF2B5EF4-FFF2-40B4-BE49-F238E27FC236}">
                      <a16:creationId xmlns:a16="http://schemas.microsoft.com/office/drawing/2014/main" id="{EC00B461-FB3A-C4CB-1B4B-42AA561C7E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3947"/>
                  <a:ext cx="1" cy="12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2" name="Line 619">
                  <a:extLst>
                    <a:ext uri="{FF2B5EF4-FFF2-40B4-BE49-F238E27FC236}">
                      <a16:creationId xmlns:a16="http://schemas.microsoft.com/office/drawing/2014/main" id="{40B5CAD6-16BE-1423-3AF8-82BC143CCB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094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" name="Line 620">
                  <a:extLst>
                    <a:ext uri="{FF2B5EF4-FFF2-40B4-BE49-F238E27FC236}">
                      <a16:creationId xmlns:a16="http://schemas.microsoft.com/office/drawing/2014/main" id="{5350340A-E6B9-8194-B076-A65968884A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133"/>
                  <a:ext cx="1" cy="21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" name="Line 621">
                  <a:extLst>
                    <a:ext uri="{FF2B5EF4-FFF2-40B4-BE49-F238E27FC236}">
                      <a16:creationId xmlns:a16="http://schemas.microsoft.com/office/drawing/2014/main" id="{AC37445D-333D-2D4F-9703-6FFE68A67C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364"/>
                  <a:ext cx="1" cy="1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" name="Line 622">
                  <a:extLst>
                    <a:ext uri="{FF2B5EF4-FFF2-40B4-BE49-F238E27FC236}">
                      <a16:creationId xmlns:a16="http://schemas.microsoft.com/office/drawing/2014/main" id="{F57180F8-8A90-26B2-CE15-11F3AC6A6B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0" y="4404"/>
                  <a:ext cx="1" cy="12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" name="Freeform 623">
                  <a:extLst>
                    <a:ext uri="{FF2B5EF4-FFF2-40B4-BE49-F238E27FC236}">
                      <a16:creationId xmlns:a16="http://schemas.microsoft.com/office/drawing/2014/main" id="{6F799F34-0645-B010-AF9A-42CD175D21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7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3"/>
                      </a:lnTo>
                      <a:lnTo>
                        <a:pt x="13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7" name="Freeform 624">
                  <a:extLst>
                    <a:ext uri="{FF2B5EF4-FFF2-40B4-BE49-F238E27FC236}">
                      <a16:creationId xmlns:a16="http://schemas.microsoft.com/office/drawing/2014/main" id="{22459654-945D-6F82-2FD4-227FB915FB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7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4"/>
                      </a:lnTo>
                      <a:lnTo>
                        <a:pt x="100" y="34"/>
                      </a:lnTo>
                      <a:lnTo>
                        <a:pt x="91" y="43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3"/>
                      </a:lnTo>
                      <a:lnTo>
                        <a:pt x="13" y="34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" name="Freeform 625">
                  <a:extLst>
                    <a:ext uri="{FF2B5EF4-FFF2-40B4-BE49-F238E27FC236}">
                      <a16:creationId xmlns:a16="http://schemas.microsoft.com/office/drawing/2014/main" id="{166C1E31-6520-AF5A-50EE-88164597D7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15"/>
                  <a:ext cx="16" cy="190"/>
                </a:xfrm>
                <a:custGeom>
                  <a:avLst/>
                  <a:gdLst>
                    <a:gd name="T0" fmla="*/ 0 w 114"/>
                    <a:gd name="T1" fmla="*/ 0 h 1328"/>
                    <a:gd name="T2" fmla="*/ 0 w 114"/>
                    <a:gd name="T3" fmla="*/ 0 h 1328"/>
                    <a:gd name="T4" fmla="*/ 0 w 114"/>
                    <a:gd name="T5" fmla="*/ 0 h 1328"/>
                    <a:gd name="T6" fmla="*/ 0 w 114"/>
                    <a:gd name="T7" fmla="*/ 0 h 1328"/>
                    <a:gd name="T8" fmla="*/ 0 w 114"/>
                    <a:gd name="T9" fmla="*/ 0 h 1328"/>
                    <a:gd name="T10" fmla="*/ 0 w 114"/>
                    <a:gd name="T11" fmla="*/ 0 h 1328"/>
                    <a:gd name="T12" fmla="*/ 0 w 114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1328"/>
                    <a:gd name="T23" fmla="*/ 114 w 114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1328">
                      <a:moveTo>
                        <a:pt x="0" y="1328"/>
                      </a:moveTo>
                      <a:lnTo>
                        <a:pt x="56" y="1328"/>
                      </a:lnTo>
                      <a:lnTo>
                        <a:pt x="114" y="1328"/>
                      </a:lnTo>
                      <a:lnTo>
                        <a:pt x="114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" name="Freeform 626">
                  <a:extLst>
                    <a:ext uri="{FF2B5EF4-FFF2-40B4-BE49-F238E27FC236}">
                      <a16:creationId xmlns:a16="http://schemas.microsoft.com/office/drawing/2014/main" id="{2C8A79EC-742D-E6F1-A0DB-99750E7471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15"/>
                  <a:ext cx="16" cy="190"/>
                </a:xfrm>
                <a:custGeom>
                  <a:avLst/>
                  <a:gdLst>
                    <a:gd name="T0" fmla="*/ 0 w 114"/>
                    <a:gd name="T1" fmla="*/ 0 h 1328"/>
                    <a:gd name="T2" fmla="*/ 0 w 114"/>
                    <a:gd name="T3" fmla="*/ 0 h 1328"/>
                    <a:gd name="T4" fmla="*/ 0 w 114"/>
                    <a:gd name="T5" fmla="*/ 0 h 1328"/>
                    <a:gd name="T6" fmla="*/ 0 w 114"/>
                    <a:gd name="T7" fmla="*/ 0 h 1328"/>
                    <a:gd name="T8" fmla="*/ 0 w 114"/>
                    <a:gd name="T9" fmla="*/ 0 h 1328"/>
                    <a:gd name="T10" fmla="*/ 0 w 114"/>
                    <a:gd name="T11" fmla="*/ 0 h 1328"/>
                    <a:gd name="T12" fmla="*/ 0 w 114"/>
                    <a:gd name="T13" fmla="*/ 0 h 13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1328"/>
                    <a:gd name="T23" fmla="*/ 114 w 114"/>
                    <a:gd name="T24" fmla="*/ 1328 h 13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1328">
                      <a:moveTo>
                        <a:pt x="0" y="1328"/>
                      </a:moveTo>
                      <a:lnTo>
                        <a:pt x="56" y="1328"/>
                      </a:lnTo>
                      <a:lnTo>
                        <a:pt x="114" y="1328"/>
                      </a:lnTo>
                      <a:lnTo>
                        <a:pt x="114" y="0"/>
                      </a:ln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13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" name="Freeform 627">
                  <a:extLst>
                    <a:ext uri="{FF2B5EF4-FFF2-40B4-BE49-F238E27FC236}">
                      <a16:creationId xmlns:a16="http://schemas.microsoft.com/office/drawing/2014/main" id="{0B3CAD05-3553-693B-C59B-42CB167A28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w 114"/>
                    <a:gd name="T31" fmla="*/ 0 h 57"/>
                    <a:gd name="T32" fmla="*/ 0 w 114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7"/>
                    <a:gd name="T53" fmla="*/ 114 w 114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" name="Freeform 628">
                  <a:extLst>
                    <a:ext uri="{FF2B5EF4-FFF2-40B4-BE49-F238E27FC236}">
                      <a16:creationId xmlns:a16="http://schemas.microsoft.com/office/drawing/2014/main" id="{6E6880C6-85FA-82AB-0F95-671C9B86B2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507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7"/>
                    <a:gd name="T47" fmla="*/ 114 w 114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2" name="Freeform 629">
                  <a:extLst>
                    <a:ext uri="{FF2B5EF4-FFF2-40B4-BE49-F238E27FC236}">
                      <a16:creationId xmlns:a16="http://schemas.microsoft.com/office/drawing/2014/main" id="{8D2815EB-FB0F-924E-D752-50B782BB81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65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w 114"/>
                    <a:gd name="T31" fmla="*/ 0 h 57"/>
                    <a:gd name="T32" fmla="*/ 0 w 114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7"/>
                    <a:gd name="T53" fmla="*/ 114 w 114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7">
                      <a:moveTo>
                        <a:pt x="56" y="57"/>
                      </a:moveTo>
                      <a:lnTo>
                        <a:pt x="0" y="57"/>
                      </a:ln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  <a:lnTo>
                        <a:pt x="56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" name="Freeform 630">
                  <a:extLst>
                    <a:ext uri="{FF2B5EF4-FFF2-40B4-BE49-F238E27FC236}">
                      <a16:creationId xmlns:a16="http://schemas.microsoft.com/office/drawing/2014/main" id="{98A2D3C9-6B1A-18D0-3DFC-8CD9C1E96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65"/>
                  <a:ext cx="16" cy="8"/>
                </a:xfrm>
                <a:custGeom>
                  <a:avLst/>
                  <a:gdLst>
                    <a:gd name="T0" fmla="*/ 0 w 114"/>
                    <a:gd name="T1" fmla="*/ 0 h 57"/>
                    <a:gd name="T2" fmla="*/ 0 w 114"/>
                    <a:gd name="T3" fmla="*/ 0 h 57"/>
                    <a:gd name="T4" fmla="*/ 0 w 114"/>
                    <a:gd name="T5" fmla="*/ 0 h 57"/>
                    <a:gd name="T6" fmla="*/ 0 w 114"/>
                    <a:gd name="T7" fmla="*/ 0 h 57"/>
                    <a:gd name="T8" fmla="*/ 0 w 114"/>
                    <a:gd name="T9" fmla="*/ 0 h 57"/>
                    <a:gd name="T10" fmla="*/ 0 w 114"/>
                    <a:gd name="T11" fmla="*/ 0 h 57"/>
                    <a:gd name="T12" fmla="*/ 0 w 114"/>
                    <a:gd name="T13" fmla="*/ 0 h 57"/>
                    <a:gd name="T14" fmla="*/ 0 w 114"/>
                    <a:gd name="T15" fmla="*/ 0 h 57"/>
                    <a:gd name="T16" fmla="*/ 0 w 114"/>
                    <a:gd name="T17" fmla="*/ 0 h 57"/>
                    <a:gd name="T18" fmla="*/ 0 w 114"/>
                    <a:gd name="T19" fmla="*/ 0 h 57"/>
                    <a:gd name="T20" fmla="*/ 0 w 114"/>
                    <a:gd name="T21" fmla="*/ 0 h 57"/>
                    <a:gd name="T22" fmla="*/ 0 w 114"/>
                    <a:gd name="T23" fmla="*/ 0 h 57"/>
                    <a:gd name="T24" fmla="*/ 0 w 114"/>
                    <a:gd name="T25" fmla="*/ 0 h 57"/>
                    <a:gd name="T26" fmla="*/ 0 w 114"/>
                    <a:gd name="T27" fmla="*/ 0 h 57"/>
                    <a:gd name="T28" fmla="*/ 0 w 114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7"/>
                    <a:gd name="T47" fmla="*/ 114 w 114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7">
                      <a:moveTo>
                        <a:pt x="0" y="57"/>
                      </a:moveTo>
                      <a:lnTo>
                        <a:pt x="1" y="45"/>
                      </a:lnTo>
                      <a:lnTo>
                        <a:pt x="6" y="32"/>
                      </a:lnTo>
                      <a:lnTo>
                        <a:pt x="13" y="22"/>
                      </a:lnTo>
                      <a:lnTo>
                        <a:pt x="22" y="13"/>
                      </a:lnTo>
                      <a:lnTo>
                        <a:pt x="32" y="7"/>
                      </a:lnTo>
                      <a:lnTo>
                        <a:pt x="44" y="2"/>
                      </a:lnTo>
                      <a:lnTo>
                        <a:pt x="56" y="0"/>
                      </a:lnTo>
                      <a:lnTo>
                        <a:pt x="69" y="2"/>
                      </a:lnTo>
                      <a:lnTo>
                        <a:pt x="81" y="7"/>
                      </a:lnTo>
                      <a:lnTo>
                        <a:pt x="91" y="13"/>
                      </a:lnTo>
                      <a:lnTo>
                        <a:pt x="100" y="22"/>
                      </a:lnTo>
                      <a:lnTo>
                        <a:pt x="107" y="32"/>
                      </a:lnTo>
                      <a:lnTo>
                        <a:pt x="111" y="45"/>
                      </a:lnTo>
                      <a:lnTo>
                        <a:pt x="114" y="5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4" name="Freeform 631">
                  <a:extLst>
                    <a:ext uri="{FF2B5EF4-FFF2-40B4-BE49-F238E27FC236}">
                      <a16:creationId xmlns:a16="http://schemas.microsoft.com/office/drawing/2014/main" id="{4187F777-BE86-599B-2EDB-D157C8417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73"/>
                  <a:ext cx="16" cy="532"/>
                </a:xfrm>
                <a:custGeom>
                  <a:avLst/>
                  <a:gdLst>
                    <a:gd name="T0" fmla="*/ 0 w 114"/>
                    <a:gd name="T1" fmla="*/ 0 h 3719"/>
                    <a:gd name="T2" fmla="*/ 0 w 114"/>
                    <a:gd name="T3" fmla="*/ 0 h 3719"/>
                    <a:gd name="T4" fmla="*/ 0 w 114"/>
                    <a:gd name="T5" fmla="*/ 0 h 3719"/>
                    <a:gd name="T6" fmla="*/ 0 w 114"/>
                    <a:gd name="T7" fmla="*/ 0 h 3719"/>
                    <a:gd name="T8" fmla="*/ 0 w 114"/>
                    <a:gd name="T9" fmla="*/ 0 h 3719"/>
                    <a:gd name="T10" fmla="*/ 0 w 114"/>
                    <a:gd name="T11" fmla="*/ 0 h 3719"/>
                    <a:gd name="T12" fmla="*/ 0 w 114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719"/>
                    <a:gd name="T23" fmla="*/ 114 w 114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719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lnTo>
                        <a:pt x="56" y="3719"/>
                      </a:lnTo>
                      <a:lnTo>
                        <a:pt x="114" y="3719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5" name="Freeform 632">
                  <a:extLst>
                    <a:ext uri="{FF2B5EF4-FFF2-40B4-BE49-F238E27FC236}">
                      <a16:creationId xmlns:a16="http://schemas.microsoft.com/office/drawing/2014/main" id="{0BB73167-876C-F72F-2C77-33A1F2BB7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3973"/>
                  <a:ext cx="16" cy="532"/>
                </a:xfrm>
                <a:custGeom>
                  <a:avLst/>
                  <a:gdLst>
                    <a:gd name="T0" fmla="*/ 0 w 114"/>
                    <a:gd name="T1" fmla="*/ 0 h 3719"/>
                    <a:gd name="T2" fmla="*/ 0 w 114"/>
                    <a:gd name="T3" fmla="*/ 0 h 3719"/>
                    <a:gd name="T4" fmla="*/ 0 w 114"/>
                    <a:gd name="T5" fmla="*/ 0 h 3719"/>
                    <a:gd name="T6" fmla="*/ 0 w 114"/>
                    <a:gd name="T7" fmla="*/ 0 h 3719"/>
                    <a:gd name="T8" fmla="*/ 0 w 114"/>
                    <a:gd name="T9" fmla="*/ 0 h 3719"/>
                    <a:gd name="T10" fmla="*/ 0 w 114"/>
                    <a:gd name="T11" fmla="*/ 0 h 3719"/>
                    <a:gd name="T12" fmla="*/ 0 w 114"/>
                    <a:gd name="T13" fmla="*/ 0 h 37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4"/>
                    <a:gd name="T22" fmla="*/ 0 h 3719"/>
                    <a:gd name="T23" fmla="*/ 114 w 114"/>
                    <a:gd name="T24" fmla="*/ 3719 h 37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4" h="3719">
                      <a:moveTo>
                        <a:pt x="114" y="0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3719"/>
                      </a:lnTo>
                      <a:lnTo>
                        <a:pt x="56" y="3719"/>
                      </a:lnTo>
                      <a:lnTo>
                        <a:pt x="114" y="3719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6" name="Freeform 633">
                  <a:extLst>
                    <a:ext uri="{FF2B5EF4-FFF2-40B4-BE49-F238E27FC236}">
                      <a16:creationId xmlns:a16="http://schemas.microsoft.com/office/drawing/2014/main" id="{6D015BDD-C8CD-F364-973E-DD1C5C01C1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45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w 114"/>
                    <a:gd name="T31" fmla="*/ 0 h 56"/>
                    <a:gd name="T32" fmla="*/ 0 w 114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14"/>
                    <a:gd name="T52" fmla="*/ 0 h 56"/>
                    <a:gd name="T53" fmla="*/ 114 w 114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14" h="56">
                      <a:moveTo>
                        <a:pt x="56" y="0"/>
                      </a:moveTo>
                      <a:lnTo>
                        <a:pt x="114" y="0"/>
                      </a:lnTo>
                      <a:lnTo>
                        <a:pt x="111" y="12"/>
                      </a:lnTo>
                      <a:lnTo>
                        <a:pt x="107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5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7" name="Freeform 634">
                  <a:extLst>
                    <a:ext uri="{FF2B5EF4-FFF2-40B4-BE49-F238E27FC236}">
                      <a16:creationId xmlns:a16="http://schemas.microsoft.com/office/drawing/2014/main" id="{4DA6308C-3421-29F1-8E4C-2EBCC4B749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1" y="4505"/>
                  <a:ext cx="16" cy="8"/>
                </a:xfrm>
                <a:custGeom>
                  <a:avLst/>
                  <a:gdLst>
                    <a:gd name="T0" fmla="*/ 0 w 114"/>
                    <a:gd name="T1" fmla="*/ 0 h 56"/>
                    <a:gd name="T2" fmla="*/ 0 w 114"/>
                    <a:gd name="T3" fmla="*/ 0 h 56"/>
                    <a:gd name="T4" fmla="*/ 0 w 114"/>
                    <a:gd name="T5" fmla="*/ 0 h 56"/>
                    <a:gd name="T6" fmla="*/ 0 w 114"/>
                    <a:gd name="T7" fmla="*/ 0 h 56"/>
                    <a:gd name="T8" fmla="*/ 0 w 114"/>
                    <a:gd name="T9" fmla="*/ 0 h 56"/>
                    <a:gd name="T10" fmla="*/ 0 w 114"/>
                    <a:gd name="T11" fmla="*/ 0 h 56"/>
                    <a:gd name="T12" fmla="*/ 0 w 114"/>
                    <a:gd name="T13" fmla="*/ 0 h 56"/>
                    <a:gd name="T14" fmla="*/ 0 w 114"/>
                    <a:gd name="T15" fmla="*/ 0 h 56"/>
                    <a:gd name="T16" fmla="*/ 0 w 114"/>
                    <a:gd name="T17" fmla="*/ 0 h 56"/>
                    <a:gd name="T18" fmla="*/ 0 w 114"/>
                    <a:gd name="T19" fmla="*/ 0 h 56"/>
                    <a:gd name="T20" fmla="*/ 0 w 114"/>
                    <a:gd name="T21" fmla="*/ 0 h 56"/>
                    <a:gd name="T22" fmla="*/ 0 w 114"/>
                    <a:gd name="T23" fmla="*/ 0 h 56"/>
                    <a:gd name="T24" fmla="*/ 0 w 114"/>
                    <a:gd name="T25" fmla="*/ 0 h 56"/>
                    <a:gd name="T26" fmla="*/ 0 w 114"/>
                    <a:gd name="T27" fmla="*/ 0 h 56"/>
                    <a:gd name="T28" fmla="*/ 0 w 114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14"/>
                    <a:gd name="T46" fmla="*/ 0 h 56"/>
                    <a:gd name="T47" fmla="*/ 114 w 114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14" h="56">
                      <a:moveTo>
                        <a:pt x="114" y="0"/>
                      </a:moveTo>
                      <a:lnTo>
                        <a:pt x="111" y="12"/>
                      </a:lnTo>
                      <a:lnTo>
                        <a:pt x="107" y="25"/>
                      </a:lnTo>
                      <a:lnTo>
                        <a:pt x="100" y="35"/>
                      </a:lnTo>
                      <a:lnTo>
                        <a:pt x="91" y="44"/>
                      </a:lnTo>
                      <a:lnTo>
                        <a:pt x="81" y="50"/>
                      </a:lnTo>
                      <a:lnTo>
                        <a:pt x="69" y="55"/>
                      </a:lnTo>
                      <a:lnTo>
                        <a:pt x="56" y="56"/>
                      </a:lnTo>
                      <a:lnTo>
                        <a:pt x="44" y="55"/>
                      </a:lnTo>
                      <a:lnTo>
                        <a:pt x="32" y="50"/>
                      </a:lnTo>
                      <a:lnTo>
                        <a:pt x="22" y="44"/>
                      </a:lnTo>
                      <a:lnTo>
                        <a:pt x="13" y="35"/>
                      </a:lnTo>
                      <a:lnTo>
                        <a:pt x="6" y="25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8" name="Freeform 635">
                  <a:extLst>
                    <a:ext uri="{FF2B5EF4-FFF2-40B4-BE49-F238E27FC236}">
                      <a16:creationId xmlns:a16="http://schemas.microsoft.com/office/drawing/2014/main" id="{94A1692F-A7BC-D7FC-526C-99F022F38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22" y="3965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w 57"/>
                    <a:gd name="T31" fmla="*/ 0 h 113"/>
                    <a:gd name="T32" fmla="*/ 0 w 57"/>
                    <a:gd name="T33" fmla="*/ 0 h 11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7"/>
                    <a:gd name="T52" fmla="*/ 0 h 113"/>
                    <a:gd name="T53" fmla="*/ 57 w 57"/>
                    <a:gd name="T54" fmla="*/ 113 h 11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7" h="113">
                      <a:moveTo>
                        <a:pt x="0" y="57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9" name="Freeform 636">
                  <a:extLst>
                    <a:ext uri="{FF2B5EF4-FFF2-40B4-BE49-F238E27FC236}">
                      <a16:creationId xmlns:a16="http://schemas.microsoft.com/office/drawing/2014/main" id="{61866B82-C525-5F35-5DDE-FC07F00FFC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22" y="3965"/>
                  <a:ext cx="8" cy="16"/>
                </a:xfrm>
                <a:custGeom>
                  <a:avLst/>
                  <a:gdLst>
                    <a:gd name="T0" fmla="*/ 0 w 57"/>
                    <a:gd name="T1" fmla="*/ 0 h 113"/>
                    <a:gd name="T2" fmla="*/ 0 w 57"/>
                    <a:gd name="T3" fmla="*/ 0 h 113"/>
                    <a:gd name="T4" fmla="*/ 0 w 57"/>
                    <a:gd name="T5" fmla="*/ 0 h 113"/>
                    <a:gd name="T6" fmla="*/ 0 w 57"/>
                    <a:gd name="T7" fmla="*/ 0 h 113"/>
                    <a:gd name="T8" fmla="*/ 0 w 57"/>
                    <a:gd name="T9" fmla="*/ 0 h 113"/>
                    <a:gd name="T10" fmla="*/ 0 w 57"/>
                    <a:gd name="T11" fmla="*/ 0 h 113"/>
                    <a:gd name="T12" fmla="*/ 0 w 57"/>
                    <a:gd name="T13" fmla="*/ 0 h 113"/>
                    <a:gd name="T14" fmla="*/ 0 w 57"/>
                    <a:gd name="T15" fmla="*/ 0 h 113"/>
                    <a:gd name="T16" fmla="*/ 0 w 57"/>
                    <a:gd name="T17" fmla="*/ 0 h 113"/>
                    <a:gd name="T18" fmla="*/ 0 w 57"/>
                    <a:gd name="T19" fmla="*/ 0 h 113"/>
                    <a:gd name="T20" fmla="*/ 0 w 57"/>
                    <a:gd name="T21" fmla="*/ 0 h 113"/>
                    <a:gd name="T22" fmla="*/ 0 w 57"/>
                    <a:gd name="T23" fmla="*/ 0 h 113"/>
                    <a:gd name="T24" fmla="*/ 0 w 57"/>
                    <a:gd name="T25" fmla="*/ 0 h 113"/>
                    <a:gd name="T26" fmla="*/ 0 w 57"/>
                    <a:gd name="T27" fmla="*/ 0 h 113"/>
                    <a:gd name="T28" fmla="*/ 0 w 57"/>
                    <a:gd name="T29" fmla="*/ 0 h 11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7"/>
                    <a:gd name="T46" fmla="*/ 0 h 113"/>
                    <a:gd name="T47" fmla="*/ 57 w 57"/>
                    <a:gd name="T48" fmla="*/ 113 h 11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7" h="113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5" y="13"/>
                      </a:lnTo>
                      <a:lnTo>
                        <a:pt x="43" y="22"/>
                      </a:lnTo>
                      <a:lnTo>
                        <a:pt x="50" y="32"/>
                      </a:lnTo>
                      <a:lnTo>
                        <a:pt x="55" y="45"/>
                      </a:lnTo>
                      <a:lnTo>
                        <a:pt x="57" y="57"/>
                      </a:lnTo>
                      <a:lnTo>
                        <a:pt x="55" y="69"/>
                      </a:lnTo>
                      <a:lnTo>
                        <a:pt x="50" y="82"/>
                      </a:lnTo>
                      <a:lnTo>
                        <a:pt x="43" y="92"/>
                      </a:lnTo>
                      <a:lnTo>
                        <a:pt x="35" y="101"/>
                      </a:lnTo>
                      <a:lnTo>
                        <a:pt x="24" y="108"/>
                      </a:lnTo>
                      <a:lnTo>
                        <a:pt x="12" y="112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0" name="Freeform 637">
                  <a:extLst>
                    <a:ext uri="{FF2B5EF4-FFF2-40B4-BE49-F238E27FC236}">
                      <a16:creationId xmlns:a16="http://schemas.microsoft.com/office/drawing/2014/main" id="{A848E1A6-47E3-BA29-6A25-39558D9B41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9" y="3965"/>
                  <a:ext cx="1043" cy="16"/>
                </a:xfrm>
                <a:custGeom>
                  <a:avLst/>
                  <a:gdLst>
                    <a:gd name="T0" fmla="*/ 0 w 7300"/>
                    <a:gd name="T1" fmla="*/ 0 h 113"/>
                    <a:gd name="T2" fmla="*/ 0 w 7300"/>
                    <a:gd name="T3" fmla="*/ 0 h 113"/>
                    <a:gd name="T4" fmla="*/ 0 w 7300"/>
                    <a:gd name="T5" fmla="*/ 0 h 113"/>
                    <a:gd name="T6" fmla="*/ 0 w 7300"/>
                    <a:gd name="T7" fmla="*/ 0 h 113"/>
                    <a:gd name="T8" fmla="*/ 0 w 7300"/>
                    <a:gd name="T9" fmla="*/ 0 h 113"/>
                    <a:gd name="T10" fmla="*/ 0 w 7300"/>
                    <a:gd name="T11" fmla="*/ 0 h 113"/>
                    <a:gd name="T12" fmla="*/ 0 w 7300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300"/>
                    <a:gd name="T22" fmla="*/ 0 h 113"/>
                    <a:gd name="T23" fmla="*/ 7300 w 7300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300" h="113">
                      <a:moveTo>
                        <a:pt x="7300" y="113"/>
                      </a:moveTo>
                      <a:lnTo>
                        <a:pt x="7300" y="57"/>
                      </a:lnTo>
                      <a:lnTo>
                        <a:pt x="7300" y="0"/>
                      </a:lnTo>
                      <a:lnTo>
                        <a:pt x="0" y="0"/>
                      </a:lnTo>
                      <a:lnTo>
                        <a:pt x="0" y="57"/>
                      </a:lnTo>
                      <a:lnTo>
                        <a:pt x="0" y="113"/>
                      </a:lnTo>
                      <a:lnTo>
                        <a:pt x="7300" y="11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01" name="Freeform 638">
                <a:extLst>
                  <a:ext uri="{FF2B5EF4-FFF2-40B4-BE49-F238E27FC236}">
                    <a16:creationId xmlns:a16="http://schemas.microsoft.com/office/drawing/2014/main" id="{3C033942-42F1-E8EC-7261-F18F1D5DB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217"/>
                <a:ext cx="1232" cy="19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7300" y="113"/>
                    </a:move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2" name="Freeform 639">
                <a:extLst>
                  <a:ext uri="{FF2B5EF4-FFF2-40B4-BE49-F238E27FC236}">
                    <a16:creationId xmlns:a16="http://schemas.microsoft.com/office/drawing/2014/main" id="{598EB53E-8571-54BF-82E3-05568DDE3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" name="Freeform 640">
                <a:extLst>
                  <a:ext uri="{FF2B5EF4-FFF2-40B4-BE49-F238E27FC236}">
                    <a16:creationId xmlns:a16="http://schemas.microsoft.com/office/drawing/2014/main" id="{0E23B384-E7E0-B229-18ED-F0D64FB3D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" name="Freeform 641">
                <a:extLst>
                  <a:ext uri="{FF2B5EF4-FFF2-40B4-BE49-F238E27FC236}">
                    <a16:creationId xmlns:a16="http://schemas.microsoft.com/office/drawing/2014/main" id="{84037405-CA9E-167F-E3E7-8C68DB59C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5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5" name="Freeform 642">
                <a:extLst>
                  <a:ext uri="{FF2B5EF4-FFF2-40B4-BE49-F238E27FC236}">
                    <a16:creationId xmlns:a16="http://schemas.microsoft.com/office/drawing/2014/main" id="{3800FC3D-A26D-6857-03A6-030C58599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5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2" y="107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6" name="Freeform 643">
                <a:extLst>
                  <a:ext uri="{FF2B5EF4-FFF2-40B4-BE49-F238E27FC236}">
                    <a16:creationId xmlns:a16="http://schemas.microsoft.com/office/drawing/2014/main" id="{DF25EF8B-45D5-45E1-0A8C-62C662E12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845"/>
                <a:ext cx="1232" cy="20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7" name="Freeform 644">
                <a:extLst>
                  <a:ext uri="{FF2B5EF4-FFF2-40B4-BE49-F238E27FC236}">
                    <a16:creationId xmlns:a16="http://schemas.microsoft.com/office/drawing/2014/main" id="{49923313-173F-6684-DFE2-CAFA3FF1B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845"/>
                <a:ext cx="1232" cy="20"/>
              </a:xfrm>
              <a:custGeom>
                <a:avLst/>
                <a:gdLst>
                  <a:gd name="T0" fmla="*/ 0 w 7300"/>
                  <a:gd name="T1" fmla="*/ 0 h 113"/>
                  <a:gd name="T2" fmla="*/ 0 w 7300"/>
                  <a:gd name="T3" fmla="*/ 0 h 113"/>
                  <a:gd name="T4" fmla="*/ 0 w 7300"/>
                  <a:gd name="T5" fmla="*/ 0 h 113"/>
                  <a:gd name="T6" fmla="*/ 0 w 7300"/>
                  <a:gd name="T7" fmla="*/ 0 h 113"/>
                  <a:gd name="T8" fmla="*/ 0 w 7300"/>
                  <a:gd name="T9" fmla="*/ 0 h 113"/>
                  <a:gd name="T10" fmla="*/ 0 w 7300"/>
                  <a:gd name="T11" fmla="*/ 0 h 113"/>
                  <a:gd name="T12" fmla="*/ 0 w 7300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300"/>
                  <a:gd name="T22" fmla="*/ 0 h 113"/>
                  <a:gd name="T23" fmla="*/ 7300 w 7300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300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7300" y="113"/>
                    </a:lnTo>
                    <a:lnTo>
                      <a:pt x="7300" y="57"/>
                    </a:lnTo>
                    <a:lnTo>
                      <a:pt x="73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8" name="Freeform 645">
                <a:extLst>
                  <a:ext uri="{FF2B5EF4-FFF2-40B4-BE49-F238E27FC236}">
                    <a16:creationId xmlns:a16="http://schemas.microsoft.com/office/drawing/2014/main" id="{5B18D687-7707-B78D-BBC8-CF250512E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845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9" name="Freeform 646">
                <a:extLst>
                  <a:ext uri="{FF2B5EF4-FFF2-40B4-BE49-F238E27FC236}">
                    <a16:creationId xmlns:a16="http://schemas.microsoft.com/office/drawing/2014/main" id="{86997075-4C5F-F35B-D9C8-4F7BE7131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2" y="3845"/>
                <a:ext cx="10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0" name="Freeform 647">
                <a:extLst>
                  <a:ext uri="{FF2B5EF4-FFF2-40B4-BE49-F238E27FC236}">
                    <a16:creationId xmlns:a16="http://schemas.microsoft.com/office/drawing/2014/main" id="{885FBE6A-8B74-7E6E-E105-8F94171B44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5" y="2901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1" name="Freeform 648">
                <a:extLst>
                  <a:ext uri="{FF2B5EF4-FFF2-40B4-BE49-F238E27FC236}">
                    <a16:creationId xmlns:a16="http://schemas.microsoft.com/office/drawing/2014/main" id="{69A09ECC-C5C4-2847-9217-9BB65D9E9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5" y="2901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1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1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2" name="Freeform 649">
                <a:extLst>
                  <a:ext uri="{FF2B5EF4-FFF2-40B4-BE49-F238E27FC236}">
                    <a16:creationId xmlns:a16="http://schemas.microsoft.com/office/drawing/2014/main" id="{E4856300-943D-D562-2599-55991F622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2901"/>
                <a:ext cx="1255" cy="19"/>
              </a:xfrm>
              <a:custGeom>
                <a:avLst/>
                <a:gdLst>
                  <a:gd name="T0" fmla="*/ 0 w 7432"/>
                  <a:gd name="T1" fmla="*/ 0 h 114"/>
                  <a:gd name="T2" fmla="*/ 0 w 7432"/>
                  <a:gd name="T3" fmla="*/ 0 h 114"/>
                  <a:gd name="T4" fmla="*/ 0 w 7432"/>
                  <a:gd name="T5" fmla="*/ 0 h 114"/>
                  <a:gd name="T6" fmla="*/ 0 w 7432"/>
                  <a:gd name="T7" fmla="*/ 0 h 114"/>
                  <a:gd name="T8" fmla="*/ 0 w 7432"/>
                  <a:gd name="T9" fmla="*/ 0 h 114"/>
                  <a:gd name="T10" fmla="*/ 0 w 7432"/>
                  <a:gd name="T11" fmla="*/ 0 h 114"/>
                  <a:gd name="T12" fmla="*/ 0 w 7432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2"/>
                  <a:gd name="T22" fmla="*/ 0 h 114"/>
                  <a:gd name="T23" fmla="*/ 7432 w 7432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2" h="114">
                    <a:moveTo>
                      <a:pt x="7432" y="114"/>
                    </a:moveTo>
                    <a:lnTo>
                      <a:pt x="7432" y="58"/>
                    </a:lnTo>
                    <a:lnTo>
                      <a:pt x="7432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2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3" name="Freeform 650">
                <a:extLst>
                  <a:ext uri="{FF2B5EF4-FFF2-40B4-BE49-F238E27FC236}">
                    <a16:creationId xmlns:a16="http://schemas.microsoft.com/office/drawing/2014/main" id="{38B14789-F213-26FE-44E4-34008C7CA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2901"/>
                <a:ext cx="1255" cy="19"/>
              </a:xfrm>
              <a:custGeom>
                <a:avLst/>
                <a:gdLst>
                  <a:gd name="T0" fmla="*/ 0 w 7432"/>
                  <a:gd name="T1" fmla="*/ 0 h 114"/>
                  <a:gd name="T2" fmla="*/ 0 w 7432"/>
                  <a:gd name="T3" fmla="*/ 0 h 114"/>
                  <a:gd name="T4" fmla="*/ 0 w 7432"/>
                  <a:gd name="T5" fmla="*/ 0 h 114"/>
                  <a:gd name="T6" fmla="*/ 0 w 7432"/>
                  <a:gd name="T7" fmla="*/ 0 h 114"/>
                  <a:gd name="T8" fmla="*/ 0 w 7432"/>
                  <a:gd name="T9" fmla="*/ 0 h 114"/>
                  <a:gd name="T10" fmla="*/ 0 w 7432"/>
                  <a:gd name="T11" fmla="*/ 0 h 114"/>
                  <a:gd name="T12" fmla="*/ 0 w 7432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32"/>
                  <a:gd name="T22" fmla="*/ 0 h 114"/>
                  <a:gd name="T23" fmla="*/ 7432 w 7432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32" h="114">
                    <a:moveTo>
                      <a:pt x="7432" y="114"/>
                    </a:moveTo>
                    <a:lnTo>
                      <a:pt x="7432" y="58"/>
                    </a:lnTo>
                    <a:lnTo>
                      <a:pt x="7432" y="0"/>
                    </a:lnTo>
                    <a:lnTo>
                      <a:pt x="0" y="0"/>
                    </a:lnTo>
                    <a:lnTo>
                      <a:pt x="0" y="58"/>
                    </a:lnTo>
                    <a:lnTo>
                      <a:pt x="0" y="114"/>
                    </a:lnTo>
                    <a:lnTo>
                      <a:pt x="7432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" name="Freeform 651">
                <a:extLst>
                  <a:ext uri="{FF2B5EF4-FFF2-40B4-BE49-F238E27FC236}">
                    <a16:creationId xmlns:a16="http://schemas.microsoft.com/office/drawing/2014/main" id="{A593E378-B19D-CFFE-2D58-A6EF0FA37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901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5" name="Freeform 652">
                <a:extLst>
                  <a:ext uri="{FF2B5EF4-FFF2-40B4-BE49-F238E27FC236}">
                    <a16:creationId xmlns:a16="http://schemas.microsoft.com/office/drawing/2014/main" id="{B250F84F-5C6A-9A33-84F9-76547CCCF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2901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4" y="113"/>
                    </a:lnTo>
                    <a:lnTo>
                      <a:pt x="32" y="108"/>
                    </a:lnTo>
                    <a:lnTo>
                      <a:pt x="22" y="101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6" name="Freeform 653">
                <a:extLst>
                  <a:ext uri="{FF2B5EF4-FFF2-40B4-BE49-F238E27FC236}">
                    <a16:creationId xmlns:a16="http://schemas.microsoft.com/office/drawing/2014/main" id="{310C7610-90E7-5B38-B153-20926AD99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7" name="Freeform 654">
                <a:extLst>
                  <a:ext uri="{FF2B5EF4-FFF2-40B4-BE49-F238E27FC236}">
                    <a16:creationId xmlns:a16="http://schemas.microsoft.com/office/drawing/2014/main" id="{FE91F629-CE6F-9325-A216-69CB30B6D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211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8" name="Freeform 655">
                <a:extLst>
                  <a:ext uri="{FF2B5EF4-FFF2-40B4-BE49-F238E27FC236}">
                    <a16:creationId xmlns:a16="http://schemas.microsoft.com/office/drawing/2014/main" id="{954F8A86-AA72-DA78-1F24-A249D66D5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1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9" name="Freeform 656">
                <a:extLst>
                  <a:ext uri="{FF2B5EF4-FFF2-40B4-BE49-F238E27FC236}">
                    <a16:creationId xmlns:a16="http://schemas.microsoft.com/office/drawing/2014/main" id="{3E4E917F-A94A-91E6-7B32-0E1E0E9DB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1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0" name="Freeform 657">
                <a:extLst>
                  <a:ext uri="{FF2B5EF4-FFF2-40B4-BE49-F238E27FC236}">
                    <a16:creationId xmlns:a16="http://schemas.microsoft.com/office/drawing/2014/main" id="{4057DA19-9A8D-2627-9BCF-905A530C3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11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1" name="Freeform 658">
                <a:extLst>
                  <a:ext uri="{FF2B5EF4-FFF2-40B4-BE49-F238E27FC236}">
                    <a16:creationId xmlns:a16="http://schemas.microsoft.com/office/drawing/2014/main" id="{25090165-F6FB-D6EA-E387-8802C90F9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211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2" name="Line 659">
                <a:extLst>
                  <a:ext uri="{FF2B5EF4-FFF2-40B4-BE49-F238E27FC236}">
                    <a16:creationId xmlns:a16="http://schemas.microsoft.com/office/drawing/2014/main" id="{6E14644F-8BF0-CD6C-6EDC-A9A80A4C8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3" name="Line 660">
                <a:extLst>
                  <a:ext uri="{FF2B5EF4-FFF2-40B4-BE49-F238E27FC236}">
                    <a16:creationId xmlns:a16="http://schemas.microsoft.com/office/drawing/2014/main" id="{B5EF468A-131D-E293-1C92-8BE6BD21E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6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" name="Line 661">
                <a:extLst>
                  <a:ext uri="{FF2B5EF4-FFF2-40B4-BE49-F238E27FC236}">
                    <a16:creationId xmlns:a16="http://schemas.microsoft.com/office/drawing/2014/main" id="{E535CCEA-48E0-F92E-7404-C9DE76A5E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2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" name="Line 662">
                <a:extLst>
                  <a:ext uri="{FF2B5EF4-FFF2-40B4-BE49-F238E27FC236}">
                    <a16:creationId xmlns:a16="http://schemas.microsoft.com/office/drawing/2014/main" id="{9A0E88A3-5F6E-3DEE-80D4-20DDE7BCE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" name="Line 663">
                <a:extLst>
                  <a:ext uri="{FF2B5EF4-FFF2-40B4-BE49-F238E27FC236}">
                    <a16:creationId xmlns:a16="http://schemas.microsoft.com/office/drawing/2014/main" id="{797EAF44-615E-0746-3AAF-E3A1F3AC6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1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" name="Line 664">
                <a:extLst>
                  <a:ext uri="{FF2B5EF4-FFF2-40B4-BE49-F238E27FC236}">
                    <a16:creationId xmlns:a16="http://schemas.microsoft.com/office/drawing/2014/main" id="{9CCFF132-C68A-E5B3-D6BA-69A820F7A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4" y="3541"/>
                <a:ext cx="23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" name="Line 665">
                <a:extLst>
                  <a:ext uri="{FF2B5EF4-FFF2-40B4-BE49-F238E27FC236}">
                    <a16:creationId xmlns:a16="http://schemas.microsoft.com/office/drawing/2014/main" id="{57796EDD-2E7E-284C-F6AC-7CDA863DB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0" y="3541"/>
                <a:ext cx="25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" name="Line 666">
                <a:extLst>
                  <a:ext uri="{FF2B5EF4-FFF2-40B4-BE49-F238E27FC236}">
                    <a16:creationId xmlns:a16="http://schemas.microsoft.com/office/drawing/2014/main" id="{9F48E933-5941-A635-D40F-648C927D6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2" y="3541"/>
                <a:ext cx="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" name="Line 667">
                <a:extLst>
                  <a:ext uri="{FF2B5EF4-FFF2-40B4-BE49-F238E27FC236}">
                    <a16:creationId xmlns:a16="http://schemas.microsoft.com/office/drawing/2014/main" id="{38EC4579-651C-6348-9AB1-3B91DDE66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9" y="3541"/>
                <a:ext cx="13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668">
                <a:extLst>
                  <a:ext uri="{FF2B5EF4-FFF2-40B4-BE49-F238E27FC236}">
                    <a16:creationId xmlns:a16="http://schemas.microsoft.com/office/drawing/2014/main" id="{0A8AB7C6-A872-3710-894D-DD8D26063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17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20" y="56"/>
                    </a:moveTo>
                    <a:lnTo>
                      <a:pt x="0" y="3"/>
                    </a:lnTo>
                    <a:lnTo>
                      <a:pt x="12" y="0"/>
                    </a:lnTo>
                    <a:lnTo>
                      <a:pt x="24" y="0"/>
                    </a:lnTo>
                    <a:lnTo>
                      <a:pt x="37" y="2"/>
                    </a:lnTo>
                    <a:lnTo>
                      <a:pt x="49" y="8"/>
                    </a:lnTo>
                    <a:lnTo>
                      <a:pt x="59" y="15"/>
                    </a:lnTo>
                    <a:lnTo>
                      <a:pt x="67" y="25"/>
                    </a:lnTo>
                    <a:lnTo>
                      <a:pt x="72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4" y="73"/>
                    </a:lnTo>
                    <a:lnTo>
                      <a:pt x="68" y="85"/>
                    </a:lnTo>
                    <a:lnTo>
                      <a:pt x="61" y="95"/>
                    </a:lnTo>
                    <a:lnTo>
                      <a:pt x="51" y="103"/>
                    </a:lnTo>
                    <a:lnTo>
                      <a:pt x="40" y="109"/>
                    </a:ln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" name="Freeform 669">
                <a:extLst>
                  <a:ext uri="{FF2B5EF4-FFF2-40B4-BE49-F238E27FC236}">
                    <a16:creationId xmlns:a16="http://schemas.microsoft.com/office/drawing/2014/main" id="{9283E9A9-CFCD-2500-8913-C266F67E3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17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0" y="3"/>
                    </a:moveTo>
                    <a:lnTo>
                      <a:pt x="12" y="0"/>
                    </a:lnTo>
                    <a:lnTo>
                      <a:pt x="24" y="0"/>
                    </a:lnTo>
                    <a:lnTo>
                      <a:pt x="37" y="2"/>
                    </a:lnTo>
                    <a:lnTo>
                      <a:pt x="49" y="8"/>
                    </a:lnTo>
                    <a:lnTo>
                      <a:pt x="59" y="15"/>
                    </a:lnTo>
                    <a:lnTo>
                      <a:pt x="67" y="25"/>
                    </a:lnTo>
                    <a:lnTo>
                      <a:pt x="72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4" y="73"/>
                    </a:lnTo>
                    <a:lnTo>
                      <a:pt x="68" y="85"/>
                    </a:lnTo>
                    <a:lnTo>
                      <a:pt x="61" y="95"/>
                    </a:lnTo>
                    <a:lnTo>
                      <a:pt x="51" y="103"/>
                    </a:lnTo>
                    <a:lnTo>
                      <a:pt x="40" y="10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" name="Freeform 670">
                <a:extLst>
                  <a:ext uri="{FF2B5EF4-FFF2-40B4-BE49-F238E27FC236}">
                    <a16:creationId xmlns:a16="http://schemas.microsoft.com/office/drawing/2014/main" id="{A385C958-090F-B46D-898B-0498848DB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219"/>
                <a:ext cx="142" cy="68"/>
              </a:xfrm>
              <a:custGeom>
                <a:avLst/>
                <a:gdLst>
                  <a:gd name="T0" fmla="*/ 0 w 837"/>
                  <a:gd name="T1" fmla="*/ 0 h 409"/>
                  <a:gd name="T2" fmla="*/ 0 w 837"/>
                  <a:gd name="T3" fmla="*/ 0 h 409"/>
                  <a:gd name="T4" fmla="*/ 0 w 837"/>
                  <a:gd name="T5" fmla="*/ 0 h 409"/>
                  <a:gd name="T6" fmla="*/ 0 w 837"/>
                  <a:gd name="T7" fmla="*/ 0 h 409"/>
                  <a:gd name="T8" fmla="*/ 0 w 837"/>
                  <a:gd name="T9" fmla="*/ 0 h 409"/>
                  <a:gd name="T10" fmla="*/ 0 w 837"/>
                  <a:gd name="T11" fmla="*/ 0 h 409"/>
                  <a:gd name="T12" fmla="*/ 0 w 837"/>
                  <a:gd name="T13" fmla="*/ 0 h 4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09"/>
                  <a:gd name="T23" fmla="*/ 837 w 837"/>
                  <a:gd name="T24" fmla="*/ 409 h 4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09">
                    <a:moveTo>
                      <a:pt x="837" y="106"/>
                    </a:moveTo>
                    <a:lnTo>
                      <a:pt x="817" y="53"/>
                    </a:lnTo>
                    <a:lnTo>
                      <a:pt x="797" y="0"/>
                    </a:lnTo>
                    <a:lnTo>
                      <a:pt x="0" y="303"/>
                    </a:lnTo>
                    <a:lnTo>
                      <a:pt x="20" y="356"/>
                    </a:lnTo>
                    <a:lnTo>
                      <a:pt x="40" y="409"/>
                    </a:lnTo>
                    <a:lnTo>
                      <a:pt x="837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" name="Freeform 671">
                <a:extLst>
                  <a:ext uri="{FF2B5EF4-FFF2-40B4-BE49-F238E27FC236}">
                    <a16:creationId xmlns:a16="http://schemas.microsoft.com/office/drawing/2014/main" id="{8E86CA44-31DE-83F1-FE10-386006E5F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219"/>
                <a:ext cx="142" cy="68"/>
              </a:xfrm>
              <a:custGeom>
                <a:avLst/>
                <a:gdLst>
                  <a:gd name="T0" fmla="*/ 0 w 837"/>
                  <a:gd name="T1" fmla="*/ 0 h 409"/>
                  <a:gd name="T2" fmla="*/ 0 w 837"/>
                  <a:gd name="T3" fmla="*/ 0 h 409"/>
                  <a:gd name="T4" fmla="*/ 0 w 837"/>
                  <a:gd name="T5" fmla="*/ 0 h 409"/>
                  <a:gd name="T6" fmla="*/ 0 w 837"/>
                  <a:gd name="T7" fmla="*/ 0 h 409"/>
                  <a:gd name="T8" fmla="*/ 0 w 837"/>
                  <a:gd name="T9" fmla="*/ 0 h 409"/>
                  <a:gd name="T10" fmla="*/ 0 w 837"/>
                  <a:gd name="T11" fmla="*/ 0 h 409"/>
                  <a:gd name="T12" fmla="*/ 0 w 837"/>
                  <a:gd name="T13" fmla="*/ 0 h 4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09"/>
                  <a:gd name="T23" fmla="*/ 837 w 837"/>
                  <a:gd name="T24" fmla="*/ 409 h 4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09">
                    <a:moveTo>
                      <a:pt x="837" y="106"/>
                    </a:moveTo>
                    <a:lnTo>
                      <a:pt x="817" y="53"/>
                    </a:lnTo>
                    <a:lnTo>
                      <a:pt x="797" y="0"/>
                    </a:lnTo>
                    <a:lnTo>
                      <a:pt x="0" y="303"/>
                    </a:lnTo>
                    <a:lnTo>
                      <a:pt x="20" y="356"/>
                    </a:lnTo>
                    <a:lnTo>
                      <a:pt x="40" y="409"/>
                    </a:lnTo>
                    <a:lnTo>
                      <a:pt x="837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" name="Freeform 672">
                <a:extLst>
                  <a:ext uri="{FF2B5EF4-FFF2-40B4-BE49-F238E27FC236}">
                    <a16:creationId xmlns:a16="http://schemas.microsoft.com/office/drawing/2014/main" id="{556091EC-67EF-EC82-5CB4-DA3BC00E5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9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56" y="53"/>
                    </a:moveTo>
                    <a:lnTo>
                      <a:pt x="76" y="106"/>
                    </a:lnTo>
                    <a:lnTo>
                      <a:pt x="64" y="109"/>
                    </a:lnTo>
                    <a:lnTo>
                      <a:pt x="51" y="109"/>
                    </a:lnTo>
                    <a:lnTo>
                      <a:pt x="39" y="107"/>
                    </a:lnTo>
                    <a:lnTo>
                      <a:pt x="27" y="101"/>
                    </a:lnTo>
                    <a:lnTo>
                      <a:pt x="17" y="95"/>
                    </a:lnTo>
                    <a:lnTo>
                      <a:pt x="9" y="85"/>
                    </a:lnTo>
                    <a:lnTo>
                      <a:pt x="3" y="73"/>
                    </a:lnTo>
                    <a:lnTo>
                      <a:pt x="0" y="61"/>
                    </a:lnTo>
                    <a:lnTo>
                      <a:pt x="0" y="49"/>
                    </a:lnTo>
                    <a:lnTo>
                      <a:pt x="2" y="36"/>
                    </a:lnTo>
                    <a:lnTo>
                      <a:pt x="8" y="24"/>
                    </a:lnTo>
                    <a:lnTo>
                      <a:pt x="14" y="14"/>
                    </a:lnTo>
                    <a:lnTo>
                      <a:pt x="24" y="6"/>
                    </a:lnTo>
                    <a:lnTo>
                      <a:pt x="36" y="0"/>
                    </a:lnTo>
                    <a:lnTo>
                      <a:pt x="56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673">
                <a:extLst>
                  <a:ext uri="{FF2B5EF4-FFF2-40B4-BE49-F238E27FC236}">
                    <a16:creationId xmlns:a16="http://schemas.microsoft.com/office/drawing/2014/main" id="{48CED691-5D92-7153-6F77-6E645C89E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9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76" y="106"/>
                    </a:moveTo>
                    <a:lnTo>
                      <a:pt x="64" y="109"/>
                    </a:lnTo>
                    <a:lnTo>
                      <a:pt x="51" y="109"/>
                    </a:lnTo>
                    <a:lnTo>
                      <a:pt x="39" y="107"/>
                    </a:lnTo>
                    <a:lnTo>
                      <a:pt x="27" y="101"/>
                    </a:lnTo>
                    <a:lnTo>
                      <a:pt x="17" y="95"/>
                    </a:lnTo>
                    <a:lnTo>
                      <a:pt x="9" y="85"/>
                    </a:lnTo>
                    <a:lnTo>
                      <a:pt x="3" y="73"/>
                    </a:lnTo>
                    <a:lnTo>
                      <a:pt x="0" y="61"/>
                    </a:lnTo>
                    <a:lnTo>
                      <a:pt x="0" y="49"/>
                    </a:lnTo>
                    <a:lnTo>
                      <a:pt x="2" y="36"/>
                    </a:lnTo>
                    <a:lnTo>
                      <a:pt x="8" y="24"/>
                    </a:lnTo>
                    <a:lnTo>
                      <a:pt x="14" y="14"/>
                    </a:lnTo>
                    <a:lnTo>
                      <a:pt x="24" y="6"/>
                    </a:lnTo>
                    <a:lnTo>
                      <a:pt x="3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674">
                <a:extLst>
                  <a:ext uri="{FF2B5EF4-FFF2-40B4-BE49-F238E27FC236}">
                    <a16:creationId xmlns:a16="http://schemas.microsoft.com/office/drawing/2014/main" id="{02D4211D-8979-BA7C-A42D-07397CB8C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299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675">
                <a:extLst>
                  <a:ext uri="{FF2B5EF4-FFF2-40B4-BE49-F238E27FC236}">
                    <a16:creationId xmlns:a16="http://schemas.microsoft.com/office/drawing/2014/main" id="{400B0FC7-AA11-6439-9583-3EDA6CFAC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299"/>
                <a:ext cx="9" cy="20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676">
                <a:extLst>
                  <a:ext uri="{FF2B5EF4-FFF2-40B4-BE49-F238E27FC236}">
                    <a16:creationId xmlns:a16="http://schemas.microsoft.com/office/drawing/2014/main" id="{39719C48-3173-AE97-194D-0DA5288D1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299"/>
                <a:ext cx="225" cy="20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0" name="Freeform 677">
                <a:extLst>
                  <a:ext uri="{FF2B5EF4-FFF2-40B4-BE49-F238E27FC236}">
                    <a16:creationId xmlns:a16="http://schemas.microsoft.com/office/drawing/2014/main" id="{5A27BCC4-1F68-4459-C914-D99A526E4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299"/>
                <a:ext cx="225" cy="20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1" name="Freeform 678">
                <a:extLst>
                  <a:ext uri="{FF2B5EF4-FFF2-40B4-BE49-F238E27FC236}">
                    <a16:creationId xmlns:a16="http://schemas.microsoft.com/office/drawing/2014/main" id="{66CACF50-577C-9456-2343-B3EF3F0D0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679">
                <a:extLst>
                  <a:ext uri="{FF2B5EF4-FFF2-40B4-BE49-F238E27FC236}">
                    <a16:creationId xmlns:a16="http://schemas.microsoft.com/office/drawing/2014/main" id="{26AA9A3B-76C3-9088-A0E2-823277E21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9" cy="20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3" name="Freeform 680">
                <a:extLst>
                  <a:ext uri="{FF2B5EF4-FFF2-40B4-BE49-F238E27FC236}">
                    <a16:creationId xmlns:a16="http://schemas.microsoft.com/office/drawing/2014/main" id="{781A1456-2981-3AB1-74D5-7F1FE0F4D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" name="Freeform 681">
                <a:extLst>
                  <a:ext uri="{FF2B5EF4-FFF2-40B4-BE49-F238E27FC236}">
                    <a16:creationId xmlns:a16="http://schemas.microsoft.com/office/drawing/2014/main" id="{DA2DE1F8-9511-13BA-D479-EE5FF3F2E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90" y="13"/>
                    </a:lnTo>
                    <a:lnTo>
                      <a:pt x="99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5" name="Freeform 682">
                <a:extLst>
                  <a:ext uri="{FF2B5EF4-FFF2-40B4-BE49-F238E27FC236}">
                    <a16:creationId xmlns:a16="http://schemas.microsoft.com/office/drawing/2014/main" id="{36D86532-E299-E149-9493-EC9E490B1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" name="Freeform 683">
                <a:extLst>
                  <a:ext uri="{FF2B5EF4-FFF2-40B4-BE49-F238E27FC236}">
                    <a16:creationId xmlns:a16="http://schemas.microsoft.com/office/drawing/2014/main" id="{E64244D4-9503-52BF-74AE-8F36C6E4E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7" name="Freeform 684">
                <a:extLst>
                  <a:ext uri="{FF2B5EF4-FFF2-40B4-BE49-F238E27FC236}">
                    <a16:creationId xmlns:a16="http://schemas.microsoft.com/office/drawing/2014/main" id="{98474F4C-F20D-F27C-6506-EB22CC5852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5"/>
                    </a:lnTo>
                    <a:lnTo>
                      <a:pt x="90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" name="Freeform 685">
                <a:extLst>
                  <a:ext uri="{FF2B5EF4-FFF2-40B4-BE49-F238E27FC236}">
                    <a16:creationId xmlns:a16="http://schemas.microsoft.com/office/drawing/2014/main" id="{9B7492AC-A913-0DED-94FB-9FF1B304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99" y="35"/>
                    </a:lnTo>
                    <a:lnTo>
                      <a:pt x="90" y="44"/>
                    </a:lnTo>
                    <a:lnTo>
                      <a:pt x="80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9" name="Freeform 686">
                <a:extLst>
                  <a:ext uri="{FF2B5EF4-FFF2-40B4-BE49-F238E27FC236}">
                    <a16:creationId xmlns:a16="http://schemas.microsoft.com/office/drawing/2014/main" id="{67083603-62C2-989A-3968-3162E587A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0" name="Freeform 687">
                <a:extLst>
                  <a:ext uri="{FF2B5EF4-FFF2-40B4-BE49-F238E27FC236}">
                    <a16:creationId xmlns:a16="http://schemas.microsoft.com/office/drawing/2014/main" id="{8AE0678F-F286-7A9E-D11B-3F093B9E8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Freeform 688">
                <a:extLst>
                  <a:ext uri="{FF2B5EF4-FFF2-40B4-BE49-F238E27FC236}">
                    <a16:creationId xmlns:a16="http://schemas.microsoft.com/office/drawing/2014/main" id="{40DED82D-98FE-3BB4-19AA-A91279E98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Freeform 689">
                <a:extLst>
                  <a:ext uri="{FF2B5EF4-FFF2-40B4-BE49-F238E27FC236}">
                    <a16:creationId xmlns:a16="http://schemas.microsoft.com/office/drawing/2014/main" id="{03C1595D-28BB-CF41-EC56-BF025EAA0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Freeform 690">
                <a:extLst>
                  <a:ext uri="{FF2B5EF4-FFF2-40B4-BE49-F238E27FC236}">
                    <a16:creationId xmlns:a16="http://schemas.microsoft.com/office/drawing/2014/main" id="{161EAEFE-1A11-4CC2-0C98-02C851A0ED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Freeform 691">
                <a:extLst>
                  <a:ext uri="{FF2B5EF4-FFF2-40B4-BE49-F238E27FC236}">
                    <a16:creationId xmlns:a16="http://schemas.microsoft.com/office/drawing/2014/main" id="{571BE63E-6D8B-D593-29FA-CDF0A3F4B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" name="Freeform 692">
                <a:extLst>
                  <a:ext uri="{FF2B5EF4-FFF2-40B4-BE49-F238E27FC236}">
                    <a16:creationId xmlns:a16="http://schemas.microsoft.com/office/drawing/2014/main" id="{7242B210-DD84-2B7A-4DE7-4BB2AD88A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" name="Freeform 693">
                <a:extLst>
                  <a:ext uri="{FF2B5EF4-FFF2-40B4-BE49-F238E27FC236}">
                    <a16:creationId xmlns:a16="http://schemas.microsoft.com/office/drawing/2014/main" id="{CF1F4D86-1DC2-F9E1-BFAF-8B7FE9E22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299"/>
                <a:ext cx="19" cy="10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7" name="Freeform 694">
                <a:extLst>
                  <a:ext uri="{FF2B5EF4-FFF2-40B4-BE49-F238E27FC236}">
                    <a16:creationId xmlns:a16="http://schemas.microsoft.com/office/drawing/2014/main" id="{CA1A3FBC-82A3-D454-EDC3-EEADE2B60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8" name="Freeform 695">
                <a:extLst>
                  <a:ext uri="{FF2B5EF4-FFF2-40B4-BE49-F238E27FC236}">
                    <a16:creationId xmlns:a16="http://schemas.microsoft.com/office/drawing/2014/main" id="{FEFBFA6B-4174-BEDB-85E6-06C936328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09"/>
                <a:ext cx="19" cy="464"/>
              </a:xfrm>
              <a:custGeom>
                <a:avLst/>
                <a:gdLst>
                  <a:gd name="T0" fmla="*/ 0 w 113"/>
                  <a:gd name="T1" fmla="*/ 0 h 2748"/>
                  <a:gd name="T2" fmla="*/ 0 w 113"/>
                  <a:gd name="T3" fmla="*/ 0 h 2748"/>
                  <a:gd name="T4" fmla="*/ 0 w 113"/>
                  <a:gd name="T5" fmla="*/ 0 h 2748"/>
                  <a:gd name="T6" fmla="*/ 0 w 113"/>
                  <a:gd name="T7" fmla="*/ 0 h 2748"/>
                  <a:gd name="T8" fmla="*/ 0 w 113"/>
                  <a:gd name="T9" fmla="*/ 0 h 2748"/>
                  <a:gd name="T10" fmla="*/ 0 w 113"/>
                  <a:gd name="T11" fmla="*/ 0 h 2748"/>
                  <a:gd name="T12" fmla="*/ 0 w 113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2748"/>
                  <a:gd name="T23" fmla="*/ 113 w 113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2748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6" y="2748"/>
                    </a:lnTo>
                    <a:lnTo>
                      <a:pt x="113" y="2748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9" name="Freeform 696">
                <a:extLst>
                  <a:ext uri="{FF2B5EF4-FFF2-40B4-BE49-F238E27FC236}">
                    <a16:creationId xmlns:a16="http://schemas.microsoft.com/office/drawing/2014/main" id="{B34A7489-DCB0-5E1F-8222-1F9C3EFE5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0" name="Freeform 697">
                <a:extLst>
                  <a:ext uri="{FF2B5EF4-FFF2-40B4-BE49-F238E27FC236}">
                    <a16:creationId xmlns:a16="http://schemas.microsoft.com/office/drawing/2014/main" id="{B43342B3-F76E-E5D2-6D68-B187C3769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73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1" name="Freeform 698">
                <a:extLst>
                  <a:ext uri="{FF2B5EF4-FFF2-40B4-BE49-F238E27FC236}">
                    <a16:creationId xmlns:a16="http://schemas.microsoft.com/office/drawing/2014/main" id="{50423E9F-092D-79FC-5103-BDFE42615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5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2" name="Freeform 699">
                <a:extLst>
                  <a:ext uri="{FF2B5EF4-FFF2-40B4-BE49-F238E27FC236}">
                    <a16:creationId xmlns:a16="http://schemas.microsoft.com/office/drawing/2014/main" id="{34FAF859-2D9B-FF77-48B6-84990435B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9" cy="10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5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700">
                <a:extLst>
                  <a:ext uri="{FF2B5EF4-FFF2-40B4-BE49-F238E27FC236}">
                    <a16:creationId xmlns:a16="http://schemas.microsoft.com/office/drawing/2014/main" id="{1B159429-7547-2774-9CE9-06926AE3D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7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7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701">
                <a:extLst>
                  <a:ext uri="{FF2B5EF4-FFF2-40B4-BE49-F238E27FC236}">
                    <a16:creationId xmlns:a16="http://schemas.microsoft.com/office/drawing/2014/main" id="{5D489D99-CE60-3D23-687F-BBD669855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309"/>
                <a:ext cx="19" cy="464"/>
              </a:xfrm>
              <a:custGeom>
                <a:avLst/>
                <a:gdLst>
                  <a:gd name="T0" fmla="*/ 0 w 114"/>
                  <a:gd name="T1" fmla="*/ 0 h 2748"/>
                  <a:gd name="T2" fmla="*/ 0 w 114"/>
                  <a:gd name="T3" fmla="*/ 0 h 2748"/>
                  <a:gd name="T4" fmla="*/ 0 w 114"/>
                  <a:gd name="T5" fmla="*/ 0 h 2748"/>
                  <a:gd name="T6" fmla="*/ 0 w 114"/>
                  <a:gd name="T7" fmla="*/ 0 h 2748"/>
                  <a:gd name="T8" fmla="*/ 0 w 114"/>
                  <a:gd name="T9" fmla="*/ 0 h 2748"/>
                  <a:gd name="T10" fmla="*/ 0 w 114"/>
                  <a:gd name="T11" fmla="*/ 0 h 2748"/>
                  <a:gd name="T12" fmla="*/ 0 w 114"/>
                  <a:gd name="T13" fmla="*/ 0 h 27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2748"/>
                  <a:gd name="T23" fmla="*/ 114 w 114"/>
                  <a:gd name="T24" fmla="*/ 2748 h 27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2748">
                    <a:moveTo>
                      <a:pt x="114" y="0"/>
                    </a:moveTo>
                    <a:lnTo>
                      <a:pt x="57" y="0"/>
                    </a:lnTo>
                    <a:lnTo>
                      <a:pt x="0" y="0"/>
                    </a:lnTo>
                    <a:lnTo>
                      <a:pt x="0" y="2748"/>
                    </a:lnTo>
                    <a:lnTo>
                      <a:pt x="57" y="2748"/>
                    </a:lnTo>
                    <a:lnTo>
                      <a:pt x="114" y="2748"/>
                    </a:lnTo>
                    <a:lnTo>
                      <a:pt x="1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" name="Freeform 702">
                <a:extLst>
                  <a:ext uri="{FF2B5EF4-FFF2-40B4-BE49-F238E27FC236}">
                    <a16:creationId xmlns:a16="http://schemas.microsoft.com/office/drawing/2014/main" id="{9901040E-D9BC-759A-15F6-0EDB2BC42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2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6" name="Freeform 703">
                <a:extLst>
                  <a:ext uri="{FF2B5EF4-FFF2-40B4-BE49-F238E27FC236}">
                    <a16:creationId xmlns:a16="http://schemas.microsoft.com/office/drawing/2014/main" id="{796DBD71-7712-F2A6-92FB-C68A2821E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73"/>
                <a:ext cx="19" cy="9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2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0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7" name="Freeform 704">
                <a:extLst>
                  <a:ext uri="{FF2B5EF4-FFF2-40B4-BE49-F238E27FC236}">
                    <a16:creationId xmlns:a16="http://schemas.microsoft.com/office/drawing/2014/main" id="{CFCACC84-5CED-38F5-E8DD-8A317C2F2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w 113"/>
                  <a:gd name="T31" fmla="*/ 0 h 58"/>
                  <a:gd name="T32" fmla="*/ 0 w 113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8"/>
                  <a:gd name="T53" fmla="*/ 113 w 113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8">
                    <a:moveTo>
                      <a:pt x="56" y="58"/>
                    </a:move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8" name="Freeform 705">
                <a:extLst>
                  <a:ext uri="{FF2B5EF4-FFF2-40B4-BE49-F238E27FC236}">
                    <a16:creationId xmlns:a16="http://schemas.microsoft.com/office/drawing/2014/main" id="{E6F29E26-766F-7E92-53D1-0E0CCCAC4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9" cy="9"/>
              </a:xfrm>
              <a:custGeom>
                <a:avLst/>
                <a:gdLst>
                  <a:gd name="T0" fmla="*/ 0 w 113"/>
                  <a:gd name="T1" fmla="*/ 0 h 58"/>
                  <a:gd name="T2" fmla="*/ 0 w 113"/>
                  <a:gd name="T3" fmla="*/ 0 h 58"/>
                  <a:gd name="T4" fmla="*/ 0 w 113"/>
                  <a:gd name="T5" fmla="*/ 0 h 58"/>
                  <a:gd name="T6" fmla="*/ 0 w 113"/>
                  <a:gd name="T7" fmla="*/ 0 h 58"/>
                  <a:gd name="T8" fmla="*/ 0 w 113"/>
                  <a:gd name="T9" fmla="*/ 0 h 58"/>
                  <a:gd name="T10" fmla="*/ 0 w 113"/>
                  <a:gd name="T11" fmla="*/ 0 h 58"/>
                  <a:gd name="T12" fmla="*/ 0 w 113"/>
                  <a:gd name="T13" fmla="*/ 0 h 58"/>
                  <a:gd name="T14" fmla="*/ 0 w 113"/>
                  <a:gd name="T15" fmla="*/ 0 h 58"/>
                  <a:gd name="T16" fmla="*/ 0 w 113"/>
                  <a:gd name="T17" fmla="*/ 0 h 58"/>
                  <a:gd name="T18" fmla="*/ 0 w 113"/>
                  <a:gd name="T19" fmla="*/ 0 h 58"/>
                  <a:gd name="T20" fmla="*/ 0 w 113"/>
                  <a:gd name="T21" fmla="*/ 0 h 58"/>
                  <a:gd name="T22" fmla="*/ 0 w 113"/>
                  <a:gd name="T23" fmla="*/ 0 h 58"/>
                  <a:gd name="T24" fmla="*/ 0 w 113"/>
                  <a:gd name="T25" fmla="*/ 0 h 58"/>
                  <a:gd name="T26" fmla="*/ 0 w 113"/>
                  <a:gd name="T27" fmla="*/ 0 h 58"/>
                  <a:gd name="T28" fmla="*/ 0 w 113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8"/>
                  <a:gd name="T47" fmla="*/ 113 w 113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8">
                    <a:moveTo>
                      <a:pt x="0" y="58"/>
                    </a:move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68" y="3"/>
                    </a:lnTo>
                    <a:lnTo>
                      <a:pt x="80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6" y="33"/>
                    </a:lnTo>
                    <a:lnTo>
                      <a:pt x="111" y="45"/>
                    </a:lnTo>
                    <a:lnTo>
                      <a:pt x="113" y="5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9" name="Freeform 706">
                <a:extLst>
                  <a:ext uri="{FF2B5EF4-FFF2-40B4-BE49-F238E27FC236}">
                    <a16:creationId xmlns:a16="http://schemas.microsoft.com/office/drawing/2014/main" id="{864FFE5E-3A10-5EA6-BC1E-F0C7B982E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0" name="Freeform 707">
                <a:extLst>
                  <a:ext uri="{FF2B5EF4-FFF2-40B4-BE49-F238E27FC236}">
                    <a16:creationId xmlns:a16="http://schemas.microsoft.com/office/drawing/2014/main" id="{E0AEED94-12A6-316E-608F-72CED1566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406"/>
                <a:ext cx="19" cy="270"/>
              </a:xfrm>
              <a:custGeom>
                <a:avLst/>
                <a:gdLst>
                  <a:gd name="T0" fmla="*/ 0 w 113"/>
                  <a:gd name="T1" fmla="*/ 0 h 1594"/>
                  <a:gd name="T2" fmla="*/ 0 w 113"/>
                  <a:gd name="T3" fmla="*/ 0 h 1594"/>
                  <a:gd name="T4" fmla="*/ 0 w 113"/>
                  <a:gd name="T5" fmla="*/ 0 h 1594"/>
                  <a:gd name="T6" fmla="*/ 0 w 113"/>
                  <a:gd name="T7" fmla="*/ 0 h 1594"/>
                  <a:gd name="T8" fmla="*/ 0 w 113"/>
                  <a:gd name="T9" fmla="*/ 0 h 1594"/>
                  <a:gd name="T10" fmla="*/ 0 w 113"/>
                  <a:gd name="T11" fmla="*/ 0 h 1594"/>
                  <a:gd name="T12" fmla="*/ 0 w 113"/>
                  <a:gd name="T13" fmla="*/ 0 h 15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594"/>
                  <a:gd name="T23" fmla="*/ 113 w 113"/>
                  <a:gd name="T24" fmla="*/ 1594 h 159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594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1594"/>
                    </a:lnTo>
                    <a:lnTo>
                      <a:pt x="56" y="1594"/>
                    </a:lnTo>
                    <a:lnTo>
                      <a:pt x="113" y="1594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1" name="Freeform 708">
                <a:extLst>
                  <a:ext uri="{FF2B5EF4-FFF2-40B4-BE49-F238E27FC236}">
                    <a16:creationId xmlns:a16="http://schemas.microsoft.com/office/drawing/2014/main" id="{CA0F55A6-9B6C-B73F-BAF1-4C0426C0DB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2" name="Freeform 709">
                <a:extLst>
                  <a:ext uri="{FF2B5EF4-FFF2-40B4-BE49-F238E27FC236}">
                    <a16:creationId xmlns:a16="http://schemas.microsoft.com/office/drawing/2014/main" id="{4CC55051-2992-A8A3-078E-2425F8EA7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76"/>
                <a:ext cx="19" cy="9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0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3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3" name="Freeform 710">
                <a:extLst>
                  <a:ext uri="{FF2B5EF4-FFF2-40B4-BE49-F238E27FC236}">
                    <a16:creationId xmlns:a16="http://schemas.microsoft.com/office/drawing/2014/main" id="{8AC46A50-F583-E3A6-4E82-D5F6A587B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4" name="Freeform 711">
                <a:extLst>
                  <a:ext uri="{FF2B5EF4-FFF2-40B4-BE49-F238E27FC236}">
                    <a16:creationId xmlns:a16="http://schemas.microsoft.com/office/drawing/2014/main" id="{0B914396-0CC0-AB4A-378F-7D4562118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68"/>
                <a:ext cx="19" cy="11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7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5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" name="Freeform 712">
                <a:extLst>
                  <a:ext uri="{FF2B5EF4-FFF2-40B4-BE49-F238E27FC236}">
                    <a16:creationId xmlns:a16="http://schemas.microsoft.com/office/drawing/2014/main" id="{BE396F3B-159C-31C3-853C-EA66807C1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6" name="Freeform 713">
                <a:extLst>
                  <a:ext uri="{FF2B5EF4-FFF2-40B4-BE49-F238E27FC236}">
                    <a16:creationId xmlns:a16="http://schemas.microsoft.com/office/drawing/2014/main" id="{2A703A5C-E704-05A0-A294-762FB3AC3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279"/>
                <a:ext cx="19" cy="524"/>
              </a:xfrm>
              <a:custGeom>
                <a:avLst/>
                <a:gdLst>
                  <a:gd name="T0" fmla="*/ 0 w 113"/>
                  <a:gd name="T1" fmla="*/ 0 h 3112"/>
                  <a:gd name="T2" fmla="*/ 0 w 113"/>
                  <a:gd name="T3" fmla="*/ 0 h 3112"/>
                  <a:gd name="T4" fmla="*/ 0 w 113"/>
                  <a:gd name="T5" fmla="*/ 0 h 3112"/>
                  <a:gd name="T6" fmla="*/ 0 w 113"/>
                  <a:gd name="T7" fmla="*/ 0 h 3112"/>
                  <a:gd name="T8" fmla="*/ 0 w 113"/>
                  <a:gd name="T9" fmla="*/ 0 h 3112"/>
                  <a:gd name="T10" fmla="*/ 0 w 113"/>
                  <a:gd name="T11" fmla="*/ 0 h 3112"/>
                  <a:gd name="T12" fmla="*/ 0 w 113"/>
                  <a:gd name="T13" fmla="*/ 0 h 31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3112"/>
                  <a:gd name="T23" fmla="*/ 113 w 113"/>
                  <a:gd name="T24" fmla="*/ 3112 h 31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3112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3112"/>
                    </a:lnTo>
                    <a:lnTo>
                      <a:pt x="56" y="3112"/>
                    </a:lnTo>
                    <a:lnTo>
                      <a:pt x="113" y="3112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7" name="Freeform 714">
                <a:extLst>
                  <a:ext uri="{FF2B5EF4-FFF2-40B4-BE49-F238E27FC236}">
                    <a16:creationId xmlns:a16="http://schemas.microsoft.com/office/drawing/2014/main" id="{D459E5EF-B5C3-BF4E-BEAF-33EFBC7B5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8" name="Freeform 715">
                <a:extLst>
                  <a:ext uri="{FF2B5EF4-FFF2-40B4-BE49-F238E27FC236}">
                    <a16:creationId xmlns:a16="http://schemas.microsoft.com/office/drawing/2014/main" id="{36E2F838-63CE-8B56-53B3-32B614662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803"/>
                <a:ext cx="19" cy="10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2"/>
                    </a:lnTo>
                    <a:lnTo>
                      <a:pt x="106" y="24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0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0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4"/>
                    </a:lnTo>
                    <a:lnTo>
                      <a:pt x="1" y="1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9" name="Freeform 716">
                <a:extLst>
                  <a:ext uri="{FF2B5EF4-FFF2-40B4-BE49-F238E27FC236}">
                    <a16:creationId xmlns:a16="http://schemas.microsoft.com/office/drawing/2014/main" id="{ABF3BD8F-7DAB-674D-F567-AF3F9B779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846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20" y="53"/>
                    </a:moveTo>
                    <a:lnTo>
                      <a:pt x="40" y="0"/>
                    </a:lnTo>
                    <a:lnTo>
                      <a:pt x="51" y="6"/>
                    </a:lnTo>
                    <a:lnTo>
                      <a:pt x="61" y="14"/>
                    </a:lnTo>
                    <a:lnTo>
                      <a:pt x="68" y="24"/>
                    </a:lnTo>
                    <a:lnTo>
                      <a:pt x="74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2" y="73"/>
                    </a:lnTo>
                    <a:lnTo>
                      <a:pt x="67" y="84"/>
                    </a:lnTo>
                    <a:lnTo>
                      <a:pt x="59" y="94"/>
                    </a:lnTo>
                    <a:lnTo>
                      <a:pt x="49" y="101"/>
                    </a:lnTo>
                    <a:lnTo>
                      <a:pt x="37" y="107"/>
                    </a:lnTo>
                    <a:lnTo>
                      <a:pt x="24" y="109"/>
                    </a:lnTo>
                    <a:lnTo>
                      <a:pt x="12" y="109"/>
                    </a:lnTo>
                    <a:lnTo>
                      <a:pt x="0" y="106"/>
                    </a:lnTo>
                    <a:lnTo>
                      <a:pt x="2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0" name="Freeform 717">
                <a:extLst>
                  <a:ext uri="{FF2B5EF4-FFF2-40B4-BE49-F238E27FC236}">
                    <a16:creationId xmlns:a16="http://schemas.microsoft.com/office/drawing/2014/main" id="{92E51C86-5D1A-8AC7-E305-C0B40D315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846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40" y="0"/>
                    </a:moveTo>
                    <a:lnTo>
                      <a:pt x="51" y="6"/>
                    </a:lnTo>
                    <a:lnTo>
                      <a:pt x="61" y="14"/>
                    </a:lnTo>
                    <a:lnTo>
                      <a:pt x="68" y="24"/>
                    </a:lnTo>
                    <a:lnTo>
                      <a:pt x="74" y="36"/>
                    </a:lnTo>
                    <a:lnTo>
                      <a:pt x="76" y="48"/>
                    </a:lnTo>
                    <a:lnTo>
                      <a:pt x="76" y="61"/>
                    </a:lnTo>
                    <a:lnTo>
                      <a:pt x="72" y="73"/>
                    </a:lnTo>
                    <a:lnTo>
                      <a:pt x="67" y="84"/>
                    </a:lnTo>
                    <a:lnTo>
                      <a:pt x="59" y="94"/>
                    </a:lnTo>
                    <a:lnTo>
                      <a:pt x="49" y="101"/>
                    </a:lnTo>
                    <a:lnTo>
                      <a:pt x="37" y="107"/>
                    </a:lnTo>
                    <a:lnTo>
                      <a:pt x="24" y="109"/>
                    </a:lnTo>
                    <a:lnTo>
                      <a:pt x="12" y="109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1" name="Freeform 718">
                <a:extLst>
                  <a:ext uri="{FF2B5EF4-FFF2-40B4-BE49-F238E27FC236}">
                    <a16:creationId xmlns:a16="http://schemas.microsoft.com/office/drawing/2014/main" id="{BA463615-ECE2-4609-C117-4904D6746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795"/>
                <a:ext cx="142" cy="69"/>
              </a:xfrm>
              <a:custGeom>
                <a:avLst/>
                <a:gdLst>
                  <a:gd name="T0" fmla="*/ 0 w 837"/>
                  <a:gd name="T1" fmla="*/ 0 h 410"/>
                  <a:gd name="T2" fmla="*/ 0 w 837"/>
                  <a:gd name="T3" fmla="*/ 0 h 410"/>
                  <a:gd name="T4" fmla="*/ 0 w 837"/>
                  <a:gd name="T5" fmla="*/ 0 h 410"/>
                  <a:gd name="T6" fmla="*/ 0 w 837"/>
                  <a:gd name="T7" fmla="*/ 0 h 410"/>
                  <a:gd name="T8" fmla="*/ 0 w 837"/>
                  <a:gd name="T9" fmla="*/ 0 h 410"/>
                  <a:gd name="T10" fmla="*/ 0 w 837"/>
                  <a:gd name="T11" fmla="*/ 0 h 410"/>
                  <a:gd name="T12" fmla="*/ 0 w 837"/>
                  <a:gd name="T13" fmla="*/ 0 h 4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10"/>
                  <a:gd name="T23" fmla="*/ 837 w 837"/>
                  <a:gd name="T24" fmla="*/ 410 h 4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10">
                    <a:moveTo>
                      <a:pt x="797" y="410"/>
                    </a:moveTo>
                    <a:lnTo>
                      <a:pt x="817" y="357"/>
                    </a:lnTo>
                    <a:lnTo>
                      <a:pt x="837" y="304"/>
                    </a:lnTo>
                    <a:lnTo>
                      <a:pt x="40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797" y="4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2" name="Freeform 719">
                <a:extLst>
                  <a:ext uri="{FF2B5EF4-FFF2-40B4-BE49-F238E27FC236}">
                    <a16:creationId xmlns:a16="http://schemas.microsoft.com/office/drawing/2014/main" id="{CD022B0F-5356-70FE-DA06-141C8E812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3795"/>
                <a:ext cx="142" cy="69"/>
              </a:xfrm>
              <a:custGeom>
                <a:avLst/>
                <a:gdLst>
                  <a:gd name="T0" fmla="*/ 0 w 837"/>
                  <a:gd name="T1" fmla="*/ 0 h 410"/>
                  <a:gd name="T2" fmla="*/ 0 w 837"/>
                  <a:gd name="T3" fmla="*/ 0 h 410"/>
                  <a:gd name="T4" fmla="*/ 0 w 837"/>
                  <a:gd name="T5" fmla="*/ 0 h 410"/>
                  <a:gd name="T6" fmla="*/ 0 w 837"/>
                  <a:gd name="T7" fmla="*/ 0 h 410"/>
                  <a:gd name="T8" fmla="*/ 0 w 837"/>
                  <a:gd name="T9" fmla="*/ 0 h 410"/>
                  <a:gd name="T10" fmla="*/ 0 w 837"/>
                  <a:gd name="T11" fmla="*/ 0 h 410"/>
                  <a:gd name="T12" fmla="*/ 0 w 837"/>
                  <a:gd name="T13" fmla="*/ 0 h 4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7"/>
                  <a:gd name="T22" fmla="*/ 0 h 410"/>
                  <a:gd name="T23" fmla="*/ 837 w 837"/>
                  <a:gd name="T24" fmla="*/ 410 h 4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7" h="410">
                    <a:moveTo>
                      <a:pt x="797" y="410"/>
                    </a:moveTo>
                    <a:lnTo>
                      <a:pt x="817" y="357"/>
                    </a:lnTo>
                    <a:lnTo>
                      <a:pt x="837" y="304"/>
                    </a:lnTo>
                    <a:lnTo>
                      <a:pt x="40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797" y="4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3" name="Freeform 720">
                <a:extLst>
                  <a:ext uri="{FF2B5EF4-FFF2-40B4-BE49-F238E27FC236}">
                    <a16:creationId xmlns:a16="http://schemas.microsoft.com/office/drawing/2014/main" id="{A2365A53-ABE7-7B3F-9274-2B52639A0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794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w 76"/>
                  <a:gd name="T31" fmla="*/ 0 h 109"/>
                  <a:gd name="T32" fmla="*/ 0 w 76"/>
                  <a:gd name="T33" fmla="*/ 0 h 10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6"/>
                  <a:gd name="T52" fmla="*/ 0 h 109"/>
                  <a:gd name="T53" fmla="*/ 76 w 76"/>
                  <a:gd name="T54" fmla="*/ 109 h 10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6" h="109">
                    <a:moveTo>
                      <a:pt x="56" y="56"/>
                    </a:moveTo>
                    <a:lnTo>
                      <a:pt x="36" y="109"/>
                    </a:lnTo>
                    <a:lnTo>
                      <a:pt x="24" y="103"/>
                    </a:lnTo>
                    <a:lnTo>
                      <a:pt x="14" y="95"/>
                    </a:lnTo>
                    <a:lnTo>
                      <a:pt x="8" y="85"/>
                    </a:lnTo>
                    <a:lnTo>
                      <a:pt x="2" y="73"/>
                    </a:lnTo>
                    <a:lnTo>
                      <a:pt x="0" y="60"/>
                    </a:lnTo>
                    <a:lnTo>
                      <a:pt x="0" y="48"/>
                    </a:lnTo>
                    <a:lnTo>
                      <a:pt x="3" y="36"/>
                    </a:lnTo>
                    <a:lnTo>
                      <a:pt x="9" y="24"/>
                    </a:lnTo>
                    <a:lnTo>
                      <a:pt x="17" y="14"/>
                    </a:lnTo>
                    <a:lnTo>
                      <a:pt x="27" y="8"/>
                    </a:lnTo>
                    <a:lnTo>
                      <a:pt x="39" y="2"/>
                    </a:lnTo>
                    <a:lnTo>
                      <a:pt x="51" y="0"/>
                    </a:lnTo>
                    <a:lnTo>
                      <a:pt x="64" y="0"/>
                    </a:lnTo>
                    <a:lnTo>
                      <a:pt x="76" y="3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4" name="Freeform 721">
                <a:extLst>
                  <a:ext uri="{FF2B5EF4-FFF2-40B4-BE49-F238E27FC236}">
                    <a16:creationId xmlns:a16="http://schemas.microsoft.com/office/drawing/2014/main" id="{FA7CE234-5BF3-BF16-23BD-7314B92949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3794"/>
                <a:ext cx="13" cy="19"/>
              </a:xfrm>
              <a:custGeom>
                <a:avLst/>
                <a:gdLst>
                  <a:gd name="T0" fmla="*/ 0 w 76"/>
                  <a:gd name="T1" fmla="*/ 0 h 109"/>
                  <a:gd name="T2" fmla="*/ 0 w 76"/>
                  <a:gd name="T3" fmla="*/ 0 h 109"/>
                  <a:gd name="T4" fmla="*/ 0 w 76"/>
                  <a:gd name="T5" fmla="*/ 0 h 109"/>
                  <a:gd name="T6" fmla="*/ 0 w 76"/>
                  <a:gd name="T7" fmla="*/ 0 h 109"/>
                  <a:gd name="T8" fmla="*/ 0 w 76"/>
                  <a:gd name="T9" fmla="*/ 0 h 109"/>
                  <a:gd name="T10" fmla="*/ 0 w 76"/>
                  <a:gd name="T11" fmla="*/ 0 h 109"/>
                  <a:gd name="T12" fmla="*/ 0 w 76"/>
                  <a:gd name="T13" fmla="*/ 0 h 109"/>
                  <a:gd name="T14" fmla="*/ 0 w 76"/>
                  <a:gd name="T15" fmla="*/ 0 h 109"/>
                  <a:gd name="T16" fmla="*/ 0 w 76"/>
                  <a:gd name="T17" fmla="*/ 0 h 109"/>
                  <a:gd name="T18" fmla="*/ 0 w 76"/>
                  <a:gd name="T19" fmla="*/ 0 h 109"/>
                  <a:gd name="T20" fmla="*/ 0 w 76"/>
                  <a:gd name="T21" fmla="*/ 0 h 109"/>
                  <a:gd name="T22" fmla="*/ 0 w 76"/>
                  <a:gd name="T23" fmla="*/ 0 h 109"/>
                  <a:gd name="T24" fmla="*/ 0 w 76"/>
                  <a:gd name="T25" fmla="*/ 0 h 109"/>
                  <a:gd name="T26" fmla="*/ 0 w 76"/>
                  <a:gd name="T27" fmla="*/ 0 h 109"/>
                  <a:gd name="T28" fmla="*/ 0 w 76"/>
                  <a:gd name="T29" fmla="*/ 0 h 10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6"/>
                  <a:gd name="T46" fmla="*/ 0 h 109"/>
                  <a:gd name="T47" fmla="*/ 76 w 76"/>
                  <a:gd name="T48" fmla="*/ 109 h 10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6" h="109">
                    <a:moveTo>
                      <a:pt x="36" y="109"/>
                    </a:moveTo>
                    <a:lnTo>
                      <a:pt x="24" y="103"/>
                    </a:lnTo>
                    <a:lnTo>
                      <a:pt x="14" y="95"/>
                    </a:lnTo>
                    <a:lnTo>
                      <a:pt x="8" y="85"/>
                    </a:lnTo>
                    <a:lnTo>
                      <a:pt x="2" y="73"/>
                    </a:lnTo>
                    <a:lnTo>
                      <a:pt x="0" y="60"/>
                    </a:lnTo>
                    <a:lnTo>
                      <a:pt x="0" y="48"/>
                    </a:lnTo>
                    <a:lnTo>
                      <a:pt x="3" y="36"/>
                    </a:lnTo>
                    <a:lnTo>
                      <a:pt x="9" y="24"/>
                    </a:lnTo>
                    <a:lnTo>
                      <a:pt x="17" y="14"/>
                    </a:lnTo>
                    <a:lnTo>
                      <a:pt x="27" y="8"/>
                    </a:lnTo>
                    <a:lnTo>
                      <a:pt x="39" y="2"/>
                    </a:lnTo>
                    <a:lnTo>
                      <a:pt x="51" y="0"/>
                    </a:lnTo>
                    <a:lnTo>
                      <a:pt x="64" y="0"/>
                    </a:lnTo>
                    <a:lnTo>
                      <a:pt x="76" y="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" name="Freeform 722">
                <a:extLst>
                  <a:ext uri="{FF2B5EF4-FFF2-40B4-BE49-F238E27FC236}">
                    <a16:creationId xmlns:a16="http://schemas.microsoft.com/office/drawing/2014/main" id="{9FDC77F1-BD2A-B275-0F78-1917CC487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763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6" name="Freeform 723">
                <a:extLst>
                  <a:ext uri="{FF2B5EF4-FFF2-40B4-BE49-F238E27FC236}">
                    <a16:creationId xmlns:a16="http://schemas.microsoft.com/office/drawing/2014/main" id="{47032C4F-8EF4-DF07-FEC8-330D2A0CB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0" y="3763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7" name="Freeform 724">
                <a:extLst>
                  <a:ext uri="{FF2B5EF4-FFF2-40B4-BE49-F238E27FC236}">
                    <a16:creationId xmlns:a16="http://schemas.microsoft.com/office/drawing/2014/main" id="{08CB5CC7-C320-298B-6737-BAB7F9406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763"/>
                <a:ext cx="225" cy="19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8" name="Freeform 725">
                <a:extLst>
                  <a:ext uri="{FF2B5EF4-FFF2-40B4-BE49-F238E27FC236}">
                    <a16:creationId xmlns:a16="http://schemas.microsoft.com/office/drawing/2014/main" id="{28585D73-E303-9AB8-95AC-5CFAE77B3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" y="3763"/>
                <a:ext cx="225" cy="19"/>
              </a:xfrm>
              <a:custGeom>
                <a:avLst/>
                <a:gdLst>
                  <a:gd name="T0" fmla="*/ 0 w 1327"/>
                  <a:gd name="T1" fmla="*/ 0 h 113"/>
                  <a:gd name="T2" fmla="*/ 0 w 1327"/>
                  <a:gd name="T3" fmla="*/ 0 h 113"/>
                  <a:gd name="T4" fmla="*/ 0 w 1327"/>
                  <a:gd name="T5" fmla="*/ 0 h 113"/>
                  <a:gd name="T6" fmla="*/ 0 w 1327"/>
                  <a:gd name="T7" fmla="*/ 0 h 113"/>
                  <a:gd name="T8" fmla="*/ 0 w 1327"/>
                  <a:gd name="T9" fmla="*/ 0 h 113"/>
                  <a:gd name="T10" fmla="*/ 0 w 1327"/>
                  <a:gd name="T11" fmla="*/ 0 h 113"/>
                  <a:gd name="T12" fmla="*/ 0 w 13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7"/>
                  <a:gd name="T22" fmla="*/ 0 h 113"/>
                  <a:gd name="T23" fmla="*/ 1327 w 13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7" h="113">
                    <a:moveTo>
                      <a:pt x="1327" y="113"/>
                    </a:moveTo>
                    <a:lnTo>
                      <a:pt x="1327" y="57"/>
                    </a:lnTo>
                    <a:lnTo>
                      <a:pt x="132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32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9" name="Freeform 726">
                <a:extLst>
                  <a:ext uri="{FF2B5EF4-FFF2-40B4-BE49-F238E27FC236}">
                    <a16:creationId xmlns:a16="http://schemas.microsoft.com/office/drawing/2014/main" id="{204F4DAC-90C7-4BDD-D9D3-B15F07635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63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0" name="Freeform 727">
                <a:extLst>
                  <a:ext uri="{FF2B5EF4-FFF2-40B4-BE49-F238E27FC236}">
                    <a16:creationId xmlns:a16="http://schemas.microsoft.com/office/drawing/2014/main" id="{7B1D319C-3F72-9577-F859-50A274277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763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1" name="Freeform 728">
                <a:extLst>
                  <a:ext uri="{FF2B5EF4-FFF2-40B4-BE49-F238E27FC236}">
                    <a16:creationId xmlns:a16="http://schemas.microsoft.com/office/drawing/2014/main" id="{63B75A38-2914-5601-7495-D948FFBF1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66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2" name="Freeform 729">
                <a:extLst>
                  <a:ext uri="{FF2B5EF4-FFF2-40B4-BE49-F238E27FC236}">
                    <a16:creationId xmlns:a16="http://schemas.microsoft.com/office/drawing/2014/main" id="{B9C32B10-4D30-2D84-FA35-B71C00F98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666"/>
                <a:ext cx="9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" name="Freeform 730">
                <a:extLst>
                  <a:ext uri="{FF2B5EF4-FFF2-40B4-BE49-F238E27FC236}">
                    <a16:creationId xmlns:a16="http://schemas.microsoft.com/office/drawing/2014/main" id="{EC651F0F-F374-9CA2-44E7-C809DFBAA4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66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" name="Freeform 731">
                <a:extLst>
                  <a:ext uri="{FF2B5EF4-FFF2-40B4-BE49-F238E27FC236}">
                    <a16:creationId xmlns:a16="http://schemas.microsoft.com/office/drawing/2014/main" id="{60CCADD8-2668-0799-5E19-02D920436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666"/>
                <a:ext cx="157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" name="Freeform 732">
                <a:extLst>
                  <a:ext uri="{FF2B5EF4-FFF2-40B4-BE49-F238E27FC236}">
                    <a16:creationId xmlns:a16="http://schemas.microsoft.com/office/drawing/2014/main" id="{9452204B-8519-8E40-A105-A5942FB83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66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" name="Freeform 733">
                <a:extLst>
                  <a:ext uri="{FF2B5EF4-FFF2-40B4-BE49-F238E27FC236}">
                    <a16:creationId xmlns:a16="http://schemas.microsoft.com/office/drawing/2014/main" id="{A46FBD58-EF81-FBA8-EE5F-3026780E6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666"/>
                <a:ext cx="10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" name="Freeform 734">
                <a:extLst>
                  <a:ext uri="{FF2B5EF4-FFF2-40B4-BE49-F238E27FC236}">
                    <a16:creationId xmlns:a16="http://schemas.microsoft.com/office/drawing/2014/main" id="{D15E3DAE-C712-4F1F-550D-6ED673F34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397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" name="Freeform 735">
                <a:extLst>
                  <a:ext uri="{FF2B5EF4-FFF2-40B4-BE49-F238E27FC236}">
                    <a16:creationId xmlns:a16="http://schemas.microsoft.com/office/drawing/2014/main" id="{DDB8C09E-757B-A674-27DC-F914B694D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8" y="3397"/>
                <a:ext cx="9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9" name="Freeform 736">
                <a:extLst>
                  <a:ext uri="{FF2B5EF4-FFF2-40B4-BE49-F238E27FC236}">
                    <a16:creationId xmlns:a16="http://schemas.microsoft.com/office/drawing/2014/main" id="{17B9771E-A388-8530-F871-8E26D7E76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397"/>
                <a:ext cx="157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0" name="Freeform 737">
                <a:extLst>
                  <a:ext uri="{FF2B5EF4-FFF2-40B4-BE49-F238E27FC236}">
                    <a16:creationId xmlns:a16="http://schemas.microsoft.com/office/drawing/2014/main" id="{6A0E3026-943F-B786-6A6F-A302F9535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3397"/>
                <a:ext cx="157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1" name="Freeform 738">
                <a:extLst>
                  <a:ext uri="{FF2B5EF4-FFF2-40B4-BE49-F238E27FC236}">
                    <a16:creationId xmlns:a16="http://schemas.microsoft.com/office/drawing/2014/main" id="{0A1D852E-DF55-9E11-AD6C-6E1DE0451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397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4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2" name="Freeform 739">
                <a:extLst>
                  <a:ext uri="{FF2B5EF4-FFF2-40B4-BE49-F238E27FC236}">
                    <a16:creationId xmlns:a16="http://schemas.microsoft.com/office/drawing/2014/main" id="{8B1CF5CF-EE68-CF29-3EA0-CC874651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4" y="3397"/>
                <a:ext cx="10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4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4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3" name="Freeform 740">
                <a:extLst>
                  <a:ext uri="{FF2B5EF4-FFF2-40B4-BE49-F238E27FC236}">
                    <a16:creationId xmlns:a16="http://schemas.microsoft.com/office/drawing/2014/main" id="{12512FCC-F4DC-2019-EF2B-4E5C0C3F5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794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18" y="56"/>
                    </a:moveTo>
                    <a:lnTo>
                      <a:pt x="0" y="2"/>
                    </a:lnTo>
                    <a:lnTo>
                      <a:pt x="12" y="0"/>
                    </a:lnTo>
                    <a:lnTo>
                      <a:pt x="25" y="0"/>
                    </a:lnTo>
                    <a:lnTo>
                      <a:pt x="38" y="3"/>
                    </a:lnTo>
                    <a:lnTo>
                      <a:pt x="49" y="9"/>
                    </a:lnTo>
                    <a:lnTo>
                      <a:pt x="58" y="17"/>
                    </a:lnTo>
                    <a:lnTo>
                      <a:pt x="66" y="27"/>
                    </a:lnTo>
                    <a:lnTo>
                      <a:pt x="71" y="38"/>
                    </a:lnTo>
                    <a:lnTo>
                      <a:pt x="74" y="50"/>
                    </a:lnTo>
                    <a:lnTo>
                      <a:pt x="74" y="64"/>
                    </a:lnTo>
                    <a:lnTo>
                      <a:pt x="70" y="76"/>
                    </a:lnTo>
                    <a:lnTo>
                      <a:pt x="65" y="87"/>
                    </a:lnTo>
                    <a:lnTo>
                      <a:pt x="57" y="96"/>
                    </a:lnTo>
                    <a:lnTo>
                      <a:pt x="47" y="104"/>
                    </a:lnTo>
                    <a:lnTo>
                      <a:pt x="36" y="110"/>
                    </a:lnTo>
                    <a:lnTo>
                      <a:pt x="18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4" name="Freeform 741">
                <a:extLst>
                  <a:ext uri="{FF2B5EF4-FFF2-40B4-BE49-F238E27FC236}">
                    <a16:creationId xmlns:a16="http://schemas.microsoft.com/office/drawing/2014/main" id="{EA63D84A-7ABF-2FDA-64CC-C21668D1D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794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0" y="2"/>
                    </a:moveTo>
                    <a:lnTo>
                      <a:pt x="12" y="0"/>
                    </a:lnTo>
                    <a:lnTo>
                      <a:pt x="25" y="0"/>
                    </a:lnTo>
                    <a:lnTo>
                      <a:pt x="38" y="3"/>
                    </a:lnTo>
                    <a:lnTo>
                      <a:pt x="49" y="9"/>
                    </a:lnTo>
                    <a:lnTo>
                      <a:pt x="58" y="17"/>
                    </a:lnTo>
                    <a:lnTo>
                      <a:pt x="66" y="27"/>
                    </a:lnTo>
                    <a:lnTo>
                      <a:pt x="71" y="38"/>
                    </a:lnTo>
                    <a:lnTo>
                      <a:pt x="74" y="50"/>
                    </a:lnTo>
                    <a:lnTo>
                      <a:pt x="74" y="64"/>
                    </a:lnTo>
                    <a:lnTo>
                      <a:pt x="70" y="76"/>
                    </a:lnTo>
                    <a:lnTo>
                      <a:pt x="65" y="87"/>
                    </a:lnTo>
                    <a:lnTo>
                      <a:pt x="57" y="96"/>
                    </a:lnTo>
                    <a:lnTo>
                      <a:pt x="47" y="104"/>
                    </a:lnTo>
                    <a:lnTo>
                      <a:pt x="36" y="11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" name="Freeform 742">
                <a:extLst>
                  <a:ext uri="{FF2B5EF4-FFF2-40B4-BE49-F238E27FC236}">
                    <a16:creationId xmlns:a16="http://schemas.microsoft.com/office/drawing/2014/main" id="{5DFA88AD-50E2-580B-151B-5F80A546C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794"/>
                <a:ext cx="163" cy="70"/>
              </a:xfrm>
              <a:custGeom>
                <a:avLst/>
                <a:gdLst>
                  <a:gd name="T0" fmla="*/ 0 w 966"/>
                  <a:gd name="T1" fmla="*/ 0 h 412"/>
                  <a:gd name="T2" fmla="*/ 0 w 966"/>
                  <a:gd name="T3" fmla="*/ 0 h 412"/>
                  <a:gd name="T4" fmla="*/ 0 w 966"/>
                  <a:gd name="T5" fmla="*/ 0 h 412"/>
                  <a:gd name="T6" fmla="*/ 0 w 966"/>
                  <a:gd name="T7" fmla="*/ 0 h 412"/>
                  <a:gd name="T8" fmla="*/ 0 w 966"/>
                  <a:gd name="T9" fmla="*/ 0 h 412"/>
                  <a:gd name="T10" fmla="*/ 0 w 966"/>
                  <a:gd name="T11" fmla="*/ 0 h 412"/>
                  <a:gd name="T12" fmla="*/ 0 w 966"/>
                  <a:gd name="T13" fmla="*/ 0 h 4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2"/>
                  <a:gd name="T23" fmla="*/ 966 w 966"/>
                  <a:gd name="T24" fmla="*/ 412 h 4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2">
                    <a:moveTo>
                      <a:pt x="966" y="108"/>
                    </a:moveTo>
                    <a:lnTo>
                      <a:pt x="948" y="54"/>
                    </a:lnTo>
                    <a:lnTo>
                      <a:pt x="930" y="0"/>
                    </a:lnTo>
                    <a:lnTo>
                      <a:pt x="0" y="304"/>
                    </a:lnTo>
                    <a:lnTo>
                      <a:pt x="18" y="358"/>
                    </a:lnTo>
                    <a:lnTo>
                      <a:pt x="36" y="412"/>
                    </a:lnTo>
                    <a:lnTo>
                      <a:pt x="966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" name="Freeform 743">
                <a:extLst>
                  <a:ext uri="{FF2B5EF4-FFF2-40B4-BE49-F238E27FC236}">
                    <a16:creationId xmlns:a16="http://schemas.microsoft.com/office/drawing/2014/main" id="{EDDEDE77-0CB6-EF4B-D7E2-1C08FA4B5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794"/>
                <a:ext cx="163" cy="70"/>
              </a:xfrm>
              <a:custGeom>
                <a:avLst/>
                <a:gdLst>
                  <a:gd name="T0" fmla="*/ 0 w 966"/>
                  <a:gd name="T1" fmla="*/ 0 h 412"/>
                  <a:gd name="T2" fmla="*/ 0 w 966"/>
                  <a:gd name="T3" fmla="*/ 0 h 412"/>
                  <a:gd name="T4" fmla="*/ 0 w 966"/>
                  <a:gd name="T5" fmla="*/ 0 h 412"/>
                  <a:gd name="T6" fmla="*/ 0 w 966"/>
                  <a:gd name="T7" fmla="*/ 0 h 412"/>
                  <a:gd name="T8" fmla="*/ 0 w 966"/>
                  <a:gd name="T9" fmla="*/ 0 h 412"/>
                  <a:gd name="T10" fmla="*/ 0 w 966"/>
                  <a:gd name="T11" fmla="*/ 0 h 412"/>
                  <a:gd name="T12" fmla="*/ 0 w 966"/>
                  <a:gd name="T13" fmla="*/ 0 h 4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2"/>
                  <a:gd name="T23" fmla="*/ 966 w 966"/>
                  <a:gd name="T24" fmla="*/ 412 h 4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2">
                    <a:moveTo>
                      <a:pt x="966" y="108"/>
                    </a:moveTo>
                    <a:lnTo>
                      <a:pt x="948" y="54"/>
                    </a:lnTo>
                    <a:lnTo>
                      <a:pt x="930" y="0"/>
                    </a:lnTo>
                    <a:lnTo>
                      <a:pt x="0" y="304"/>
                    </a:lnTo>
                    <a:lnTo>
                      <a:pt x="18" y="358"/>
                    </a:lnTo>
                    <a:lnTo>
                      <a:pt x="36" y="412"/>
                    </a:lnTo>
                    <a:lnTo>
                      <a:pt x="966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7" name="Freeform 744">
                <a:extLst>
                  <a:ext uri="{FF2B5EF4-FFF2-40B4-BE49-F238E27FC236}">
                    <a16:creationId xmlns:a16="http://schemas.microsoft.com/office/drawing/2014/main" id="{DF6914CF-0AA2-CDB7-50BD-F6440BF75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6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56" y="54"/>
                    </a:moveTo>
                    <a:lnTo>
                      <a:pt x="74" y="108"/>
                    </a:lnTo>
                    <a:lnTo>
                      <a:pt x="62" y="110"/>
                    </a:lnTo>
                    <a:lnTo>
                      <a:pt x="49" y="110"/>
                    </a:lnTo>
                    <a:lnTo>
                      <a:pt x="36" y="107"/>
                    </a:lnTo>
                    <a:lnTo>
                      <a:pt x="25" y="101"/>
                    </a:lnTo>
                    <a:lnTo>
                      <a:pt x="16" y="93"/>
                    </a:lnTo>
                    <a:lnTo>
                      <a:pt x="8" y="83"/>
                    </a:lnTo>
                    <a:lnTo>
                      <a:pt x="3" y="72"/>
                    </a:lnTo>
                    <a:lnTo>
                      <a:pt x="0" y="59"/>
                    </a:lnTo>
                    <a:lnTo>
                      <a:pt x="0" y="46"/>
                    </a:lnTo>
                    <a:lnTo>
                      <a:pt x="4" y="34"/>
                    </a:lnTo>
                    <a:lnTo>
                      <a:pt x="9" y="22"/>
                    </a:lnTo>
                    <a:lnTo>
                      <a:pt x="17" y="13"/>
                    </a:lnTo>
                    <a:lnTo>
                      <a:pt x="27" y="6"/>
                    </a:lnTo>
                    <a:lnTo>
                      <a:pt x="38" y="0"/>
                    </a:lnTo>
                    <a:lnTo>
                      <a:pt x="56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8" name="Freeform 745">
                <a:extLst>
                  <a:ext uri="{FF2B5EF4-FFF2-40B4-BE49-F238E27FC236}">
                    <a16:creationId xmlns:a16="http://schemas.microsoft.com/office/drawing/2014/main" id="{7CFF35EE-68B1-CA46-3D18-5559856D40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846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74" y="108"/>
                    </a:moveTo>
                    <a:lnTo>
                      <a:pt x="62" y="110"/>
                    </a:lnTo>
                    <a:lnTo>
                      <a:pt x="49" y="110"/>
                    </a:lnTo>
                    <a:lnTo>
                      <a:pt x="36" y="107"/>
                    </a:lnTo>
                    <a:lnTo>
                      <a:pt x="25" y="101"/>
                    </a:lnTo>
                    <a:lnTo>
                      <a:pt x="16" y="93"/>
                    </a:lnTo>
                    <a:lnTo>
                      <a:pt x="8" y="83"/>
                    </a:lnTo>
                    <a:lnTo>
                      <a:pt x="3" y="72"/>
                    </a:lnTo>
                    <a:lnTo>
                      <a:pt x="0" y="59"/>
                    </a:lnTo>
                    <a:lnTo>
                      <a:pt x="0" y="46"/>
                    </a:lnTo>
                    <a:lnTo>
                      <a:pt x="4" y="34"/>
                    </a:lnTo>
                    <a:lnTo>
                      <a:pt x="9" y="22"/>
                    </a:lnTo>
                    <a:lnTo>
                      <a:pt x="17" y="13"/>
                    </a:lnTo>
                    <a:lnTo>
                      <a:pt x="27" y="6"/>
                    </a:lnTo>
                    <a:lnTo>
                      <a:pt x="3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9" name="Freeform 746">
                <a:extLst>
                  <a:ext uri="{FF2B5EF4-FFF2-40B4-BE49-F238E27FC236}">
                    <a16:creationId xmlns:a16="http://schemas.microsoft.com/office/drawing/2014/main" id="{E746CC02-89A2-B355-9E85-E1928AC47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269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18" y="54"/>
                    </a:moveTo>
                    <a:lnTo>
                      <a:pt x="36" y="0"/>
                    </a:lnTo>
                    <a:lnTo>
                      <a:pt x="47" y="6"/>
                    </a:lnTo>
                    <a:lnTo>
                      <a:pt x="57" y="14"/>
                    </a:lnTo>
                    <a:lnTo>
                      <a:pt x="65" y="23"/>
                    </a:lnTo>
                    <a:lnTo>
                      <a:pt x="70" y="34"/>
                    </a:lnTo>
                    <a:lnTo>
                      <a:pt x="74" y="46"/>
                    </a:lnTo>
                    <a:lnTo>
                      <a:pt x="74" y="60"/>
                    </a:lnTo>
                    <a:lnTo>
                      <a:pt x="71" y="72"/>
                    </a:lnTo>
                    <a:lnTo>
                      <a:pt x="66" y="83"/>
                    </a:lnTo>
                    <a:lnTo>
                      <a:pt x="58" y="93"/>
                    </a:lnTo>
                    <a:lnTo>
                      <a:pt x="49" y="101"/>
                    </a:lnTo>
                    <a:lnTo>
                      <a:pt x="38" y="107"/>
                    </a:lnTo>
                    <a:lnTo>
                      <a:pt x="25" y="110"/>
                    </a:lnTo>
                    <a:lnTo>
                      <a:pt x="12" y="110"/>
                    </a:lnTo>
                    <a:lnTo>
                      <a:pt x="0" y="108"/>
                    </a:lnTo>
                    <a:lnTo>
                      <a:pt x="18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0" name="Freeform 747">
                <a:extLst>
                  <a:ext uri="{FF2B5EF4-FFF2-40B4-BE49-F238E27FC236}">
                    <a16:creationId xmlns:a16="http://schemas.microsoft.com/office/drawing/2014/main" id="{FEFEDCE5-DDB4-BB74-7ABB-6E67072E5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" y="3269"/>
                <a:ext cx="13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36" y="0"/>
                    </a:moveTo>
                    <a:lnTo>
                      <a:pt x="47" y="6"/>
                    </a:lnTo>
                    <a:lnTo>
                      <a:pt x="57" y="14"/>
                    </a:lnTo>
                    <a:lnTo>
                      <a:pt x="65" y="23"/>
                    </a:lnTo>
                    <a:lnTo>
                      <a:pt x="70" y="34"/>
                    </a:lnTo>
                    <a:lnTo>
                      <a:pt x="74" y="46"/>
                    </a:lnTo>
                    <a:lnTo>
                      <a:pt x="74" y="60"/>
                    </a:lnTo>
                    <a:lnTo>
                      <a:pt x="71" y="72"/>
                    </a:lnTo>
                    <a:lnTo>
                      <a:pt x="66" y="83"/>
                    </a:lnTo>
                    <a:lnTo>
                      <a:pt x="58" y="93"/>
                    </a:lnTo>
                    <a:lnTo>
                      <a:pt x="49" y="101"/>
                    </a:lnTo>
                    <a:lnTo>
                      <a:pt x="38" y="107"/>
                    </a:lnTo>
                    <a:lnTo>
                      <a:pt x="25" y="110"/>
                    </a:lnTo>
                    <a:lnTo>
                      <a:pt x="12" y="110"/>
                    </a:lnTo>
                    <a:lnTo>
                      <a:pt x="0" y="10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1" name="Freeform 748">
                <a:extLst>
                  <a:ext uri="{FF2B5EF4-FFF2-40B4-BE49-F238E27FC236}">
                    <a16:creationId xmlns:a16="http://schemas.microsoft.com/office/drawing/2014/main" id="{0D8CDDE9-1800-DDDD-3B07-2B8675263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219"/>
                <a:ext cx="163" cy="68"/>
              </a:xfrm>
              <a:custGeom>
                <a:avLst/>
                <a:gdLst>
                  <a:gd name="T0" fmla="*/ 0 w 966"/>
                  <a:gd name="T1" fmla="*/ 0 h 411"/>
                  <a:gd name="T2" fmla="*/ 0 w 966"/>
                  <a:gd name="T3" fmla="*/ 0 h 411"/>
                  <a:gd name="T4" fmla="*/ 0 w 966"/>
                  <a:gd name="T5" fmla="*/ 0 h 411"/>
                  <a:gd name="T6" fmla="*/ 0 w 966"/>
                  <a:gd name="T7" fmla="*/ 0 h 411"/>
                  <a:gd name="T8" fmla="*/ 0 w 966"/>
                  <a:gd name="T9" fmla="*/ 0 h 411"/>
                  <a:gd name="T10" fmla="*/ 0 w 966"/>
                  <a:gd name="T11" fmla="*/ 0 h 411"/>
                  <a:gd name="T12" fmla="*/ 0 w 966"/>
                  <a:gd name="T13" fmla="*/ 0 h 4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1"/>
                  <a:gd name="T23" fmla="*/ 966 w 966"/>
                  <a:gd name="T24" fmla="*/ 411 h 4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1">
                    <a:moveTo>
                      <a:pt x="930" y="411"/>
                    </a:moveTo>
                    <a:lnTo>
                      <a:pt x="948" y="357"/>
                    </a:lnTo>
                    <a:lnTo>
                      <a:pt x="966" y="303"/>
                    </a:lnTo>
                    <a:lnTo>
                      <a:pt x="36" y="0"/>
                    </a:lnTo>
                    <a:lnTo>
                      <a:pt x="18" y="54"/>
                    </a:lnTo>
                    <a:lnTo>
                      <a:pt x="0" y="108"/>
                    </a:lnTo>
                    <a:lnTo>
                      <a:pt x="930" y="4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2" name="Freeform 749">
                <a:extLst>
                  <a:ext uri="{FF2B5EF4-FFF2-40B4-BE49-F238E27FC236}">
                    <a16:creationId xmlns:a16="http://schemas.microsoft.com/office/drawing/2014/main" id="{E6AD51CF-E522-A842-EA64-2F2E3CA51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3219"/>
                <a:ext cx="163" cy="68"/>
              </a:xfrm>
              <a:custGeom>
                <a:avLst/>
                <a:gdLst>
                  <a:gd name="T0" fmla="*/ 0 w 966"/>
                  <a:gd name="T1" fmla="*/ 0 h 411"/>
                  <a:gd name="T2" fmla="*/ 0 w 966"/>
                  <a:gd name="T3" fmla="*/ 0 h 411"/>
                  <a:gd name="T4" fmla="*/ 0 w 966"/>
                  <a:gd name="T5" fmla="*/ 0 h 411"/>
                  <a:gd name="T6" fmla="*/ 0 w 966"/>
                  <a:gd name="T7" fmla="*/ 0 h 411"/>
                  <a:gd name="T8" fmla="*/ 0 w 966"/>
                  <a:gd name="T9" fmla="*/ 0 h 411"/>
                  <a:gd name="T10" fmla="*/ 0 w 966"/>
                  <a:gd name="T11" fmla="*/ 0 h 411"/>
                  <a:gd name="T12" fmla="*/ 0 w 966"/>
                  <a:gd name="T13" fmla="*/ 0 h 4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66"/>
                  <a:gd name="T22" fmla="*/ 0 h 411"/>
                  <a:gd name="T23" fmla="*/ 966 w 966"/>
                  <a:gd name="T24" fmla="*/ 411 h 4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66" h="411">
                    <a:moveTo>
                      <a:pt x="930" y="411"/>
                    </a:moveTo>
                    <a:lnTo>
                      <a:pt x="948" y="357"/>
                    </a:lnTo>
                    <a:lnTo>
                      <a:pt x="966" y="303"/>
                    </a:lnTo>
                    <a:lnTo>
                      <a:pt x="36" y="0"/>
                    </a:lnTo>
                    <a:lnTo>
                      <a:pt x="18" y="54"/>
                    </a:lnTo>
                    <a:lnTo>
                      <a:pt x="0" y="108"/>
                    </a:lnTo>
                    <a:lnTo>
                      <a:pt x="930" y="411"/>
                    </a:lnTo>
                    <a:close/>
                  </a:path>
                </a:pathLst>
              </a:custGeom>
              <a:solidFill>
                <a:srgbClr val="FF33CC"/>
              </a:solidFill>
              <a:ln w="0">
                <a:solidFill>
                  <a:srgbClr val="FF33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3" name="Freeform 750">
                <a:extLst>
                  <a:ext uri="{FF2B5EF4-FFF2-40B4-BE49-F238E27FC236}">
                    <a16:creationId xmlns:a16="http://schemas.microsoft.com/office/drawing/2014/main" id="{4A5E56FB-974E-24BD-413D-16760CE57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w 74"/>
                  <a:gd name="T31" fmla="*/ 0 h 110"/>
                  <a:gd name="T32" fmla="*/ 0 w 74"/>
                  <a:gd name="T33" fmla="*/ 0 h 11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4"/>
                  <a:gd name="T52" fmla="*/ 0 h 110"/>
                  <a:gd name="T53" fmla="*/ 74 w 74"/>
                  <a:gd name="T54" fmla="*/ 110 h 11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4" h="110">
                    <a:moveTo>
                      <a:pt x="56" y="56"/>
                    </a:moveTo>
                    <a:lnTo>
                      <a:pt x="38" y="110"/>
                    </a:lnTo>
                    <a:lnTo>
                      <a:pt x="27" y="104"/>
                    </a:lnTo>
                    <a:lnTo>
                      <a:pt x="17" y="97"/>
                    </a:lnTo>
                    <a:lnTo>
                      <a:pt x="9" y="88"/>
                    </a:lnTo>
                    <a:lnTo>
                      <a:pt x="4" y="76"/>
                    </a:lnTo>
                    <a:lnTo>
                      <a:pt x="0" y="64"/>
                    </a:lnTo>
                    <a:lnTo>
                      <a:pt x="0" y="51"/>
                    </a:lnTo>
                    <a:lnTo>
                      <a:pt x="3" y="38"/>
                    </a:lnTo>
                    <a:lnTo>
                      <a:pt x="8" y="27"/>
                    </a:lnTo>
                    <a:lnTo>
                      <a:pt x="16" y="17"/>
                    </a:lnTo>
                    <a:lnTo>
                      <a:pt x="25" y="9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2" y="0"/>
                    </a:lnTo>
                    <a:lnTo>
                      <a:pt x="74" y="2"/>
                    </a:lnTo>
                    <a:lnTo>
                      <a:pt x="5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4" name="Freeform 751">
                <a:extLst>
                  <a:ext uri="{FF2B5EF4-FFF2-40B4-BE49-F238E27FC236}">
                    <a16:creationId xmlns:a16="http://schemas.microsoft.com/office/drawing/2014/main" id="{2F34E894-BE97-DAFA-D585-5DB8EB708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3217"/>
                <a:ext cx="12" cy="19"/>
              </a:xfrm>
              <a:custGeom>
                <a:avLst/>
                <a:gdLst>
                  <a:gd name="T0" fmla="*/ 0 w 74"/>
                  <a:gd name="T1" fmla="*/ 0 h 110"/>
                  <a:gd name="T2" fmla="*/ 0 w 74"/>
                  <a:gd name="T3" fmla="*/ 0 h 110"/>
                  <a:gd name="T4" fmla="*/ 0 w 74"/>
                  <a:gd name="T5" fmla="*/ 0 h 110"/>
                  <a:gd name="T6" fmla="*/ 0 w 74"/>
                  <a:gd name="T7" fmla="*/ 0 h 110"/>
                  <a:gd name="T8" fmla="*/ 0 w 74"/>
                  <a:gd name="T9" fmla="*/ 0 h 110"/>
                  <a:gd name="T10" fmla="*/ 0 w 74"/>
                  <a:gd name="T11" fmla="*/ 0 h 110"/>
                  <a:gd name="T12" fmla="*/ 0 w 74"/>
                  <a:gd name="T13" fmla="*/ 0 h 110"/>
                  <a:gd name="T14" fmla="*/ 0 w 74"/>
                  <a:gd name="T15" fmla="*/ 0 h 110"/>
                  <a:gd name="T16" fmla="*/ 0 w 74"/>
                  <a:gd name="T17" fmla="*/ 0 h 110"/>
                  <a:gd name="T18" fmla="*/ 0 w 74"/>
                  <a:gd name="T19" fmla="*/ 0 h 110"/>
                  <a:gd name="T20" fmla="*/ 0 w 74"/>
                  <a:gd name="T21" fmla="*/ 0 h 110"/>
                  <a:gd name="T22" fmla="*/ 0 w 74"/>
                  <a:gd name="T23" fmla="*/ 0 h 110"/>
                  <a:gd name="T24" fmla="*/ 0 w 74"/>
                  <a:gd name="T25" fmla="*/ 0 h 110"/>
                  <a:gd name="T26" fmla="*/ 0 w 74"/>
                  <a:gd name="T27" fmla="*/ 0 h 110"/>
                  <a:gd name="T28" fmla="*/ 0 w 74"/>
                  <a:gd name="T29" fmla="*/ 0 h 11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4"/>
                  <a:gd name="T46" fmla="*/ 0 h 110"/>
                  <a:gd name="T47" fmla="*/ 74 w 74"/>
                  <a:gd name="T48" fmla="*/ 110 h 11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4" h="110">
                    <a:moveTo>
                      <a:pt x="38" y="110"/>
                    </a:moveTo>
                    <a:lnTo>
                      <a:pt x="27" y="104"/>
                    </a:lnTo>
                    <a:lnTo>
                      <a:pt x="17" y="97"/>
                    </a:lnTo>
                    <a:lnTo>
                      <a:pt x="9" y="88"/>
                    </a:lnTo>
                    <a:lnTo>
                      <a:pt x="4" y="76"/>
                    </a:lnTo>
                    <a:lnTo>
                      <a:pt x="0" y="64"/>
                    </a:lnTo>
                    <a:lnTo>
                      <a:pt x="0" y="51"/>
                    </a:lnTo>
                    <a:lnTo>
                      <a:pt x="3" y="38"/>
                    </a:lnTo>
                    <a:lnTo>
                      <a:pt x="8" y="27"/>
                    </a:lnTo>
                    <a:lnTo>
                      <a:pt x="16" y="17"/>
                    </a:lnTo>
                    <a:lnTo>
                      <a:pt x="25" y="9"/>
                    </a:lnTo>
                    <a:lnTo>
                      <a:pt x="36" y="3"/>
                    </a:lnTo>
                    <a:lnTo>
                      <a:pt x="49" y="0"/>
                    </a:lnTo>
                    <a:lnTo>
                      <a:pt x="62" y="0"/>
                    </a:lnTo>
                    <a:lnTo>
                      <a:pt x="74" y="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5" name="Freeform 752">
                <a:extLst>
                  <a:ext uri="{FF2B5EF4-FFF2-40B4-BE49-F238E27FC236}">
                    <a16:creationId xmlns:a16="http://schemas.microsoft.com/office/drawing/2014/main" id="{7AC56FC2-47F6-5DD1-F45E-02F405632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w 56"/>
                  <a:gd name="T31" fmla="*/ 0 h 114"/>
                  <a:gd name="T32" fmla="*/ 0 w 56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4"/>
                  <a:gd name="T53" fmla="*/ 56 w 56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4">
                    <a:moveTo>
                      <a:pt x="56" y="58"/>
                    </a:moveTo>
                    <a:lnTo>
                      <a:pt x="56" y="114"/>
                    </a:ln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  <a:lnTo>
                      <a:pt x="56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" name="Freeform 753">
                <a:extLst>
                  <a:ext uri="{FF2B5EF4-FFF2-40B4-BE49-F238E27FC236}">
                    <a16:creationId xmlns:a16="http://schemas.microsoft.com/office/drawing/2014/main" id="{227EFBF4-D452-F759-2575-598ABF85B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397"/>
                <a:ext cx="10" cy="19"/>
              </a:xfrm>
              <a:custGeom>
                <a:avLst/>
                <a:gdLst>
                  <a:gd name="T0" fmla="*/ 0 w 56"/>
                  <a:gd name="T1" fmla="*/ 0 h 114"/>
                  <a:gd name="T2" fmla="*/ 0 w 56"/>
                  <a:gd name="T3" fmla="*/ 0 h 114"/>
                  <a:gd name="T4" fmla="*/ 0 w 56"/>
                  <a:gd name="T5" fmla="*/ 0 h 114"/>
                  <a:gd name="T6" fmla="*/ 0 w 56"/>
                  <a:gd name="T7" fmla="*/ 0 h 114"/>
                  <a:gd name="T8" fmla="*/ 0 w 56"/>
                  <a:gd name="T9" fmla="*/ 0 h 114"/>
                  <a:gd name="T10" fmla="*/ 0 w 56"/>
                  <a:gd name="T11" fmla="*/ 0 h 114"/>
                  <a:gd name="T12" fmla="*/ 0 w 56"/>
                  <a:gd name="T13" fmla="*/ 0 h 114"/>
                  <a:gd name="T14" fmla="*/ 0 w 56"/>
                  <a:gd name="T15" fmla="*/ 0 h 114"/>
                  <a:gd name="T16" fmla="*/ 0 w 56"/>
                  <a:gd name="T17" fmla="*/ 0 h 114"/>
                  <a:gd name="T18" fmla="*/ 0 w 56"/>
                  <a:gd name="T19" fmla="*/ 0 h 114"/>
                  <a:gd name="T20" fmla="*/ 0 w 56"/>
                  <a:gd name="T21" fmla="*/ 0 h 114"/>
                  <a:gd name="T22" fmla="*/ 0 w 56"/>
                  <a:gd name="T23" fmla="*/ 0 h 114"/>
                  <a:gd name="T24" fmla="*/ 0 w 56"/>
                  <a:gd name="T25" fmla="*/ 0 h 114"/>
                  <a:gd name="T26" fmla="*/ 0 w 56"/>
                  <a:gd name="T27" fmla="*/ 0 h 114"/>
                  <a:gd name="T28" fmla="*/ 0 w 56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4"/>
                  <a:gd name="T47" fmla="*/ 56 w 56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4">
                    <a:moveTo>
                      <a:pt x="56" y="114"/>
                    </a:moveTo>
                    <a:lnTo>
                      <a:pt x="43" y="113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8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3" y="3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7" name="Freeform 754">
                <a:extLst>
                  <a:ext uri="{FF2B5EF4-FFF2-40B4-BE49-F238E27FC236}">
                    <a16:creationId xmlns:a16="http://schemas.microsoft.com/office/drawing/2014/main" id="{5F2D25A8-104A-D75D-8844-B244D355A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397"/>
                <a:ext cx="156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8" name="Freeform 755">
                <a:extLst>
                  <a:ext uri="{FF2B5EF4-FFF2-40B4-BE49-F238E27FC236}">
                    <a16:creationId xmlns:a16="http://schemas.microsoft.com/office/drawing/2014/main" id="{371A5BE1-6BBD-FB6D-00BD-A0B0A20E6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397"/>
                <a:ext cx="156" cy="19"/>
              </a:xfrm>
              <a:custGeom>
                <a:avLst/>
                <a:gdLst>
                  <a:gd name="T0" fmla="*/ 0 w 928"/>
                  <a:gd name="T1" fmla="*/ 0 h 114"/>
                  <a:gd name="T2" fmla="*/ 0 w 928"/>
                  <a:gd name="T3" fmla="*/ 0 h 114"/>
                  <a:gd name="T4" fmla="*/ 0 w 928"/>
                  <a:gd name="T5" fmla="*/ 0 h 114"/>
                  <a:gd name="T6" fmla="*/ 0 w 928"/>
                  <a:gd name="T7" fmla="*/ 0 h 114"/>
                  <a:gd name="T8" fmla="*/ 0 w 928"/>
                  <a:gd name="T9" fmla="*/ 0 h 114"/>
                  <a:gd name="T10" fmla="*/ 0 w 928"/>
                  <a:gd name="T11" fmla="*/ 0 h 114"/>
                  <a:gd name="T12" fmla="*/ 0 w 9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4"/>
                  <a:gd name="T23" fmla="*/ 928 w 9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4">
                    <a:moveTo>
                      <a:pt x="0" y="0"/>
                    </a:moveTo>
                    <a:lnTo>
                      <a:pt x="0" y="58"/>
                    </a:lnTo>
                    <a:lnTo>
                      <a:pt x="0" y="114"/>
                    </a:lnTo>
                    <a:lnTo>
                      <a:pt x="928" y="114"/>
                    </a:lnTo>
                    <a:lnTo>
                      <a:pt x="928" y="58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9" name="Freeform 756">
                <a:extLst>
                  <a:ext uri="{FF2B5EF4-FFF2-40B4-BE49-F238E27FC236}">
                    <a16:creationId xmlns:a16="http://schemas.microsoft.com/office/drawing/2014/main" id="{EEA89928-52F0-EF2B-1EC5-322565F1B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397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w 57"/>
                  <a:gd name="T31" fmla="*/ 0 h 114"/>
                  <a:gd name="T32" fmla="*/ 0 w 57"/>
                  <a:gd name="T33" fmla="*/ 0 h 11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4"/>
                  <a:gd name="T53" fmla="*/ 57 w 57"/>
                  <a:gd name="T54" fmla="*/ 114 h 11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4">
                    <a:moveTo>
                      <a:pt x="0" y="58"/>
                    </a:moveTo>
                    <a:lnTo>
                      <a:pt x="0" y="0"/>
                    </a:ln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0" name="Freeform 757">
                <a:extLst>
                  <a:ext uri="{FF2B5EF4-FFF2-40B4-BE49-F238E27FC236}">
                    <a16:creationId xmlns:a16="http://schemas.microsoft.com/office/drawing/2014/main" id="{8FE9517D-4A4E-C722-9054-9004B7CAC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397"/>
                <a:ext cx="9" cy="19"/>
              </a:xfrm>
              <a:custGeom>
                <a:avLst/>
                <a:gdLst>
                  <a:gd name="T0" fmla="*/ 0 w 57"/>
                  <a:gd name="T1" fmla="*/ 0 h 114"/>
                  <a:gd name="T2" fmla="*/ 0 w 57"/>
                  <a:gd name="T3" fmla="*/ 0 h 114"/>
                  <a:gd name="T4" fmla="*/ 0 w 57"/>
                  <a:gd name="T5" fmla="*/ 0 h 114"/>
                  <a:gd name="T6" fmla="*/ 0 w 57"/>
                  <a:gd name="T7" fmla="*/ 0 h 114"/>
                  <a:gd name="T8" fmla="*/ 0 w 57"/>
                  <a:gd name="T9" fmla="*/ 0 h 114"/>
                  <a:gd name="T10" fmla="*/ 0 w 57"/>
                  <a:gd name="T11" fmla="*/ 0 h 114"/>
                  <a:gd name="T12" fmla="*/ 0 w 57"/>
                  <a:gd name="T13" fmla="*/ 0 h 114"/>
                  <a:gd name="T14" fmla="*/ 0 w 57"/>
                  <a:gd name="T15" fmla="*/ 0 h 114"/>
                  <a:gd name="T16" fmla="*/ 0 w 57"/>
                  <a:gd name="T17" fmla="*/ 0 h 114"/>
                  <a:gd name="T18" fmla="*/ 0 w 57"/>
                  <a:gd name="T19" fmla="*/ 0 h 114"/>
                  <a:gd name="T20" fmla="*/ 0 w 57"/>
                  <a:gd name="T21" fmla="*/ 0 h 114"/>
                  <a:gd name="T22" fmla="*/ 0 w 57"/>
                  <a:gd name="T23" fmla="*/ 0 h 114"/>
                  <a:gd name="T24" fmla="*/ 0 w 57"/>
                  <a:gd name="T25" fmla="*/ 0 h 114"/>
                  <a:gd name="T26" fmla="*/ 0 w 57"/>
                  <a:gd name="T27" fmla="*/ 0 h 114"/>
                  <a:gd name="T28" fmla="*/ 0 w 57"/>
                  <a:gd name="T29" fmla="*/ 0 h 11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4"/>
                  <a:gd name="T47" fmla="*/ 57 w 57"/>
                  <a:gd name="T48" fmla="*/ 114 h 11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4">
                    <a:moveTo>
                      <a:pt x="0" y="0"/>
                    </a:moveTo>
                    <a:lnTo>
                      <a:pt x="12" y="3"/>
                    </a:lnTo>
                    <a:lnTo>
                      <a:pt x="25" y="7"/>
                    </a:lnTo>
                    <a:lnTo>
                      <a:pt x="35" y="14"/>
                    </a:lnTo>
                    <a:lnTo>
                      <a:pt x="44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8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3"/>
                    </a:lnTo>
                    <a:lnTo>
                      <a:pt x="0" y="1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1" name="Freeform 758">
                <a:extLst>
                  <a:ext uri="{FF2B5EF4-FFF2-40B4-BE49-F238E27FC236}">
                    <a16:creationId xmlns:a16="http://schemas.microsoft.com/office/drawing/2014/main" id="{3514C106-0BBE-DD4D-17FE-5357C904D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6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2" name="Freeform 759">
                <a:extLst>
                  <a:ext uri="{FF2B5EF4-FFF2-40B4-BE49-F238E27FC236}">
                    <a16:creationId xmlns:a16="http://schemas.microsoft.com/office/drawing/2014/main" id="{3AB26151-EDE9-2EAC-E172-7106343A1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3666"/>
                <a:ext cx="10" cy="19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3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7"/>
                    </a:lnTo>
                    <a:lnTo>
                      <a:pt x="43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3" name="Freeform 760">
                <a:extLst>
                  <a:ext uri="{FF2B5EF4-FFF2-40B4-BE49-F238E27FC236}">
                    <a16:creationId xmlns:a16="http://schemas.microsoft.com/office/drawing/2014/main" id="{01787764-A874-26C3-9C18-9CBDD5363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666"/>
                <a:ext cx="156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4" name="Freeform 761">
                <a:extLst>
                  <a:ext uri="{FF2B5EF4-FFF2-40B4-BE49-F238E27FC236}">
                    <a16:creationId xmlns:a16="http://schemas.microsoft.com/office/drawing/2014/main" id="{D2BB142D-0783-76EC-E623-A05042232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3666"/>
                <a:ext cx="156" cy="19"/>
              </a:xfrm>
              <a:custGeom>
                <a:avLst/>
                <a:gdLst>
                  <a:gd name="T0" fmla="*/ 0 w 928"/>
                  <a:gd name="T1" fmla="*/ 0 h 113"/>
                  <a:gd name="T2" fmla="*/ 0 w 928"/>
                  <a:gd name="T3" fmla="*/ 0 h 113"/>
                  <a:gd name="T4" fmla="*/ 0 w 928"/>
                  <a:gd name="T5" fmla="*/ 0 h 113"/>
                  <a:gd name="T6" fmla="*/ 0 w 928"/>
                  <a:gd name="T7" fmla="*/ 0 h 113"/>
                  <a:gd name="T8" fmla="*/ 0 w 928"/>
                  <a:gd name="T9" fmla="*/ 0 h 113"/>
                  <a:gd name="T10" fmla="*/ 0 w 928"/>
                  <a:gd name="T11" fmla="*/ 0 h 113"/>
                  <a:gd name="T12" fmla="*/ 0 w 928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8"/>
                  <a:gd name="T22" fmla="*/ 0 h 113"/>
                  <a:gd name="T23" fmla="*/ 928 w 928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8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928" y="113"/>
                    </a:lnTo>
                    <a:lnTo>
                      <a:pt x="928" y="57"/>
                    </a:lnTo>
                    <a:lnTo>
                      <a:pt x="928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5" name="Freeform 762">
                <a:extLst>
                  <a:ext uri="{FF2B5EF4-FFF2-40B4-BE49-F238E27FC236}">
                    <a16:creationId xmlns:a16="http://schemas.microsoft.com/office/drawing/2014/main" id="{F345DAD0-C374-B8D8-BA55-675296779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66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" name="Freeform 763">
                <a:extLst>
                  <a:ext uri="{FF2B5EF4-FFF2-40B4-BE49-F238E27FC236}">
                    <a16:creationId xmlns:a16="http://schemas.microsoft.com/office/drawing/2014/main" id="{BC69BAC2-771B-86E5-BE0A-CD3DECD37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666"/>
                <a:ext cx="9" cy="19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5" y="7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" name="Freeform 764">
                <a:extLst>
                  <a:ext uri="{FF2B5EF4-FFF2-40B4-BE49-F238E27FC236}">
                    <a16:creationId xmlns:a16="http://schemas.microsoft.com/office/drawing/2014/main" id="{F944252F-1A55-B0F5-941F-CA3248AD2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8"/>
                <a:ext cx="13" cy="18"/>
              </a:xfrm>
              <a:custGeom>
                <a:avLst/>
                <a:gdLst>
                  <a:gd name="T0" fmla="*/ 0 w 80"/>
                  <a:gd name="T1" fmla="*/ 0 h 107"/>
                  <a:gd name="T2" fmla="*/ 0 w 80"/>
                  <a:gd name="T3" fmla="*/ 0 h 107"/>
                  <a:gd name="T4" fmla="*/ 0 w 80"/>
                  <a:gd name="T5" fmla="*/ 0 h 107"/>
                  <a:gd name="T6" fmla="*/ 0 w 80"/>
                  <a:gd name="T7" fmla="*/ 0 h 107"/>
                  <a:gd name="T8" fmla="*/ 0 w 80"/>
                  <a:gd name="T9" fmla="*/ 0 h 107"/>
                  <a:gd name="T10" fmla="*/ 0 w 80"/>
                  <a:gd name="T11" fmla="*/ 0 h 107"/>
                  <a:gd name="T12" fmla="*/ 0 w 80"/>
                  <a:gd name="T13" fmla="*/ 0 h 107"/>
                  <a:gd name="T14" fmla="*/ 0 w 80"/>
                  <a:gd name="T15" fmla="*/ 0 h 107"/>
                  <a:gd name="T16" fmla="*/ 0 w 80"/>
                  <a:gd name="T17" fmla="*/ 0 h 107"/>
                  <a:gd name="T18" fmla="*/ 0 w 80"/>
                  <a:gd name="T19" fmla="*/ 0 h 107"/>
                  <a:gd name="T20" fmla="*/ 0 w 80"/>
                  <a:gd name="T21" fmla="*/ 0 h 107"/>
                  <a:gd name="T22" fmla="*/ 0 w 80"/>
                  <a:gd name="T23" fmla="*/ 0 h 107"/>
                  <a:gd name="T24" fmla="*/ 0 w 80"/>
                  <a:gd name="T25" fmla="*/ 0 h 107"/>
                  <a:gd name="T26" fmla="*/ 0 w 80"/>
                  <a:gd name="T27" fmla="*/ 0 h 107"/>
                  <a:gd name="T28" fmla="*/ 0 w 80"/>
                  <a:gd name="T29" fmla="*/ 0 h 107"/>
                  <a:gd name="T30" fmla="*/ 0 w 80"/>
                  <a:gd name="T31" fmla="*/ 0 h 107"/>
                  <a:gd name="T32" fmla="*/ 0 w 80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"/>
                  <a:gd name="T52" fmla="*/ 0 h 107"/>
                  <a:gd name="T53" fmla="*/ 80 w 80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" h="107">
                    <a:moveTo>
                      <a:pt x="56" y="51"/>
                    </a:moveTo>
                    <a:lnTo>
                      <a:pt x="80" y="101"/>
                    </a:lnTo>
                    <a:lnTo>
                      <a:pt x="68" y="106"/>
                    </a:lnTo>
                    <a:lnTo>
                      <a:pt x="56" y="107"/>
                    </a:lnTo>
                    <a:lnTo>
                      <a:pt x="43" y="106"/>
                    </a:lnTo>
                    <a:lnTo>
                      <a:pt x="31" y="102"/>
                    </a:lnTo>
                    <a:lnTo>
                      <a:pt x="21" y="96"/>
                    </a:lnTo>
                    <a:lnTo>
                      <a:pt x="12" y="87"/>
                    </a:lnTo>
                    <a:lnTo>
                      <a:pt x="5" y="75"/>
                    </a:lnTo>
                    <a:lnTo>
                      <a:pt x="1" y="63"/>
                    </a:lnTo>
                    <a:lnTo>
                      <a:pt x="0" y="51"/>
                    </a:lnTo>
                    <a:lnTo>
                      <a:pt x="1" y="38"/>
                    </a:lnTo>
                    <a:lnTo>
                      <a:pt x="4" y="26"/>
                    </a:lnTo>
                    <a:lnTo>
                      <a:pt x="11" y="16"/>
                    </a:lnTo>
                    <a:lnTo>
                      <a:pt x="20" y="7"/>
                    </a:lnTo>
                    <a:lnTo>
                      <a:pt x="31" y="0"/>
                    </a:lnTo>
                    <a:lnTo>
                      <a:pt x="56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" name="Freeform 765">
                <a:extLst>
                  <a:ext uri="{FF2B5EF4-FFF2-40B4-BE49-F238E27FC236}">
                    <a16:creationId xmlns:a16="http://schemas.microsoft.com/office/drawing/2014/main" id="{A903722E-A8BF-8B6F-9EA7-A76F6C3F1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398"/>
                <a:ext cx="13" cy="18"/>
              </a:xfrm>
              <a:custGeom>
                <a:avLst/>
                <a:gdLst>
                  <a:gd name="T0" fmla="*/ 0 w 80"/>
                  <a:gd name="T1" fmla="*/ 0 h 107"/>
                  <a:gd name="T2" fmla="*/ 0 w 80"/>
                  <a:gd name="T3" fmla="*/ 0 h 107"/>
                  <a:gd name="T4" fmla="*/ 0 w 80"/>
                  <a:gd name="T5" fmla="*/ 0 h 107"/>
                  <a:gd name="T6" fmla="*/ 0 w 80"/>
                  <a:gd name="T7" fmla="*/ 0 h 107"/>
                  <a:gd name="T8" fmla="*/ 0 w 80"/>
                  <a:gd name="T9" fmla="*/ 0 h 107"/>
                  <a:gd name="T10" fmla="*/ 0 w 80"/>
                  <a:gd name="T11" fmla="*/ 0 h 107"/>
                  <a:gd name="T12" fmla="*/ 0 w 80"/>
                  <a:gd name="T13" fmla="*/ 0 h 107"/>
                  <a:gd name="T14" fmla="*/ 0 w 80"/>
                  <a:gd name="T15" fmla="*/ 0 h 107"/>
                  <a:gd name="T16" fmla="*/ 0 w 80"/>
                  <a:gd name="T17" fmla="*/ 0 h 107"/>
                  <a:gd name="T18" fmla="*/ 0 w 80"/>
                  <a:gd name="T19" fmla="*/ 0 h 107"/>
                  <a:gd name="T20" fmla="*/ 0 w 80"/>
                  <a:gd name="T21" fmla="*/ 0 h 107"/>
                  <a:gd name="T22" fmla="*/ 0 w 80"/>
                  <a:gd name="T23" fmla="*/ 0 h 107"/>
                  <a:gd name="T24" fmla="*/ 0 w 80"/>
                  <a:gd name="T25" fmla="*/ 0 h 107"/>
                  <a:gd name="T26" fmla="*/ 0 w 80"/>
                  <a:gd name="T27" fmla="*/ 0 h 107"/>
                  <a:gd name="T28" fmla="*/ 0 w 80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0"/>
                  <a:gd name="T46" fmla="*/ 0 h 107"/>
                  <a:gd name="T47" fmla="*/ 80 w 80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0" h="107">
                    <a:moveTo>
                      <a:pt x="80" y="101"/>
                    </a:moveTo>
                    <a:lnTo>
                      <a:pt x="68" y="106"/>
                    </a:lnTo>
                    <a:lnTo>
                      <a:pt x="56" y="107"/>
                    </a:lnTo>
                    <a:lnTo>
                      <a:pt x="43" y="106"/>
                    </a:lnTo>
                    <a:lnTo>
                      <a:pt x="31" y="102"/>
                    </a:lnTo>
                    <a:lnTo>
                      <a:pt x="21" y="96"/>
                    </a:lnTo>
                    <a:lnTo>
                      <a:pt x="12" y="87"/>
                    </a:lnTo>
                    <a:lnTo>
                      <a:pt x="5" y="75"/>
                    </a:lnTo>
                    <a:lnTo>
                      <a:pt x="1" y="63"/>
                    </a:lnTo>
                    <a:lnTo>
                      <a:pt x="0" y="51"/>
                    </a:lnTo>
                    <a:lnTo>
                      <a:pt x="1" y="38"/>
                    </a:lnTo>
                    <a:lnTo>
                      <a:pt x="4" y="26"/>
                    </a:lnTo>
                    <a:lnTo>
                      <a:pt x="11" y="16"/>
                    </a:lnTo>
                    <a:lnTo>
                      <a:pt x="20" y="7"/>
                    </a:lnTo>
                    <a:lnTo>
                      <a:pt x="31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" name="Freeform 766">
                <a:extLst>
                  <a:ext uri="{FF2B5EF4-FFF2-40B4-BE49-F238E27FC236}">
                    <a16:creationId xmlns:a16="http://schemas.microsoft.com/office/drawing/2014/main" id="{A33043C4-5DC3-22B1-F2E1-A2BD88A22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300"/>
                <a:ext cx="211" cy="115"/>
              </a:xfrm>
              <a:custGeom>
                <a:avLst/>
                <a:gdLst>
                  <a:gd name="T0" fmla="*/ 0 w 1245"/>
                  <a:gd name="T1" fmla="*/ 0 h 678"/>
                  <a:gd name="T2" fmla="*/ 0 w 1245"/>
                  <a:gd name="T3" fmla="*/ 0 h 678"/>
                  <a:gd name="T4" fmla="*/ 0 w 1245"/>
                  <a:gd name="T5" fmla="*/ 0 h 678"/>
                  <a:gd name="T6" fmla="*/ 0 w 1245"/>
                  <a:gd name="T7" fmla="*/ 0 h 678"/>
                  <a:gd name="T8" fmla="*/ 0 w 1245"/>
                  <a:gd name="T9" fmla="*/ 0 h 678"/>
                  <a:gd name="T10" fmla="*/ 0 w 1245"/>
                  <a:gd name="T11" fmla="*/ 0 h 678"/>
                  <a:gd name="T12" fmla="*/ 0 w 1245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8"/>
                  <a:gd name="T23" fmla="*/ 1245 w 1245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8">
                    <a:moveTo>
                      <a:pt x="0" y="577"/>
                    </a:moveTo>
                    <a:lnTo>
                      <a:pt x="25" y="628"/>
                    </a:lnTo>
                    <a:lnTo>
                      <a:pt x="49" y="678"/>
                    </a:lnTo>
                    <a:lnTo>
                      <a:pt x="1245" y="101"/>
                    </a:lnTo>
                    <a:lnTo>
                      <a:pt x="1220" y="51"/>
                    </a:lnTo>
                    <a:lnTo>
                      <a:pt x="1195" y="0"/>
                    </a:lnTo>
                    <a:lnTo>
                      <a:pt x="0" y="5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" name="Freeform 767">
                <a:extLst>
                  <a:ext uri="{FF2B5EF4-FFF2-40B4-BE49-F238E27FC236}">
                    <a16:creationId xmlns:a16="http://schemas.microsoft.com/office/drawing/2014/main" id="{6B92335A-9AA9-1F8D-8072-704157F96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300"/>
                <a:ext cx="211" cy="115"/>
              </a:xfrm>
              <a:custGeom>
                <a:avLst/>
                <a:gdLst>
                  <a:gd name="T0" fmla="*/ 0 w 1245"/>
                  <a:gd name="T1" fmla="*/ 0 h 678"/>
                  <a:gd name="T2" fmla="*/ 0 w 1245"/>
                  <a:gd name="T3" fmla="*/ 0 h 678"/>
                  <a:gd name="T4" fmla="*/ 0 w 1245"/>
                  <a:gd name="T5" fmla="*/ 0 h 678"/>
                  <a:gd name="T6" fmla="*/ 0 w 1245"/>
                  <a:gd name="T7" fmla="*/ 0 h 678"/>
                  <a:gd name="T8" fmla="*/ 0 w 1245"/>
                  <a:gd name="T9" fmla="*/ 0 h 678"/>
                  <a:gd name="T10" fmla="*/ 0 w 1245"/>
                  <a:gd name="T11" fmla="*/ 0 h 678"/>
                  <a:gd name="T12" fmla="*/ 0 w 1245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8"/>
                  <a:gd name="T23" fmla="*/ 1245 w 1245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8">
                    <a:moveTo>
                      <a:pt x="0" y="577"/>
                    </a:moveTo>
                    <a:lnTo>
                      <a:pt x="25" y="628"/>
                    </a:lnTo>
                    <a:lnTo>
                      <a:pt x="49" y="678"/>
                    </a:lnTo>
                    <a:lnTo>
                      <a:pt x="1245" y="101"/>
                    </a:lnTo>
                    <a:lnTo>
                      <a:pt x="1220" y="51"/>
                    </a:lnTo>
                    <a:lnTo>
                      <a:pt x="1195" y="0"/>
                    </a:lnTo>
                    <a:lnTo>
                      <a:pt x="0" y="5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" name="Freeform 768">
                <a:extLst>
                  <a:ext uri="{FF2B5EF4-FFF2-40B4-BE49-F238E27FC236}">
                    <a16:creationId xmlns:a16="http://schemas.microsoft.com/office/drawing/2014/main" id="{C8F3EA3C-A9DC-5EBC-326E-5B5EF3479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299"/>
                <a:ext cx="13" cy="19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w 82"/>
                  <a:gd name="T31" fmla="*/ 0 h 107"/>
                  <a:gd name="T32" fmla="*/ 0 w 82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7"/>
                  <a:gd name="T53" fmla="*/ 82 w 82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7">
                    <a:moveTo>
                      <a:pt x="25" y="57"/>
                    </a:moveTo>
                    <a:lnTo>
                      <a:pt x="0" y="6"/>
                    </a:lnTo>
                    <a:lnTo>
                      <a:pt x="13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50" y="5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2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69"/>
                    </a:lnTo>
                    <a:lnTo>
                      <a:pt x="77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50" y="107"/>
                    </a:lnTo>
                    <a:lnTo>
                      <a:pt x="2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" name="Freeform 769">
                <a:extLst>
                  <a:ext uri="{FF2B5EF4-FFF2-40B4-BE49-F238E27FC236}">
                    <a16:creationId xmlns:a16="http://schemas.microsoft.com/office/drawing/2014/main" id="{70A8DC72-1256-9852-081E-A7F0023DC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299"/>
                <a:ext cx="13" cy="19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7"/>
                  <a:gd name="T47" fmla="*/ 82 w 82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7">
                    <a:moveTo>
                      <a:pt x="0" y="6"/>
                    </a:moveTo>
                    <a:lnTo>
                      <a:pt x="13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50" y="5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2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69"/>
                    </a:lnTo>
                    <a:lnTo>
                      <a:pt x="77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50" y="10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" name="Freeform 770">
                <a:extLst>
                  <a:ext uri="{FF2B5EF4-FFF2-40B4-BE49-F238E27FC236}">
                    <a16:creationId xmlns:a16="http://schemas.microsoft.com/office/drawing/2014/main" id="{343C82AC-FE30-0671-A672-47A8328DF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3" cy="19"/>
              </a:xfrm>
              <a:custGeom>
                <a:avLst/>
                <a:gdLst>
                  <a:gd name="T0" fmla="*/ 0 w 81"/>
                  <a:gd name="T1" fmla="*/ 0 h 107"/>
                  <a:gd name="T2" fmla="*/ 0 w 81"/>
                  <a:gd name="T3" fmla="*/ 0 h 107"/>
                  <a:gd name="T4" fmla="*/ 0 w 81"/>
                  <a:gd name="T5" fmla="*/ 0 h 107"/>
                  <a:gd name="T6" fmla="*/ 0 w 81"/>
                  <a:gd name="T7" fmla="*/ 0 h 107"/>
                  <a:gd name="T8" fmla="*/ 0 w 81"/>
                  <a:gd name="T9" fmla="*/ 0 h 107"/>
                  <a:gd name="T10" fmla="*/ 0 w 81"/>
                  <a:gd name="T11" fmla="*/ 0 h 107"/>
                  <a:gd name="T12" fmla="*/ 0 w 81"/>
                  <a:gd name="T13" fmla="*/ 0 h 107"/>
                  <a:gd name="T14" fmla="*/ 0 w 81"/>
                  <a:gd name="T15" fmla="*/ 0 h 107"/>
                  <a:gd name="T16" fmla="*/ 0 w 81"/>
                  <a:gd name="T17" fmla="*/ 0 h 107"/>
                  <a:gd name="T18" fmla="*/ 0 w 81"/>
                  <a:gd name="T19" fmla="*/ 0 h 107"/>
                  <a:gd name="T20" fmla="*/ 0 w 81"/>
                  <a:gd name="T21" fmla="*/ 0 h 107"/>
                  <a:gd name="T22" fmla="*/ 0 w 81"/>
                  <a:gd name="T23" fmla="*/ 0 h 107"/>
                  <a:gd name="T24" fmla="*/ 0 w 81"/>
                  <a:gd name="T25" fmla="*/ 0 h 107"/>
                  <a:gd name="T26" fmla="*/ 0 w 81"/>
                  <a:gd name="T27" fmla="*/ 0 h 107"/>
                  <a:gd name="T28" fmla="*/ 0 w 81"/>
                  <a:gd name="T29" fmla="*/ 0 h 107"/>
                  <a:gd name="T30" fmla="*/ 0 w 81"/>
                  <a:gd name="T31" fmla="*/ 0 h 107"/>
                  <a:gd name="T32" fmla="*/ 0 w 81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107"/>
                  <a:gd name="T53" fmla="*/ 81 w 81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107">
                    <a:moveTo>
                      <a:pt x="57" y="57"/>
                    </a:moveTo>
                    <a:lnTo>
                      <a:pt x="32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2" y="69"/>
                    </a:ln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1"/>
                    </a:lnTo>
                    <a:lnTo>
                      <a:pt x="22" y="12"/>
                    </a:lnTo>
                    <a:lnTo>
                      <a:pt x="32" y="5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" name="Freeform 771">
                <a:extLst>
                  <a:ext uri="{FF2B5EF4-FFF2-40B4-BE49-F238E27FC236}">
                    <a16:creationId xmlns:a16="http://schemas.microsoft.com/office/drawing/2014/main" id="{6FD39A13-1A78-2CC6-13F4-134CE4017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299"/>
                <a:ext cx="13" cy="19"/>
              </a:xfrm>
              <a:custGeom>
                <a:avLst/>
                <a:gdLst>
                  <a:gd name="T0" fmla="*/ 0 w 81"/>
                  <a:gd name="T1" fmla="*/ 0 h 107"/>
                  <a:gd name="T2" fmla="*/ 0 w 81"/>
                  <a:gd name="T3" fmla="*/ 0 h 107"/>
                  <a:gd name="T4" fmla="*/ 0 w 81"/>
                  <a:gd name="T5" fmla="*/ 0 h 107"/>
                  <a:gd name="T6" fmla="*/ 0 w 81"/>
                  <a:gd name="T7" fmla="*/ 0 h 107"/>
                  <a:gd name="T8" fmla="*/ 0 w 81"/>
                  <a:gd name="T9" fmla="*/ 0 h 107"/>
                  <a:gd name="T10" fmla="*/ 0 w 81"/>
                  <a:gd name="T11" fmla="*/ 0 h 107"/>
                  <a:gd name="T12" fmla="*/ 0 w 81"/>
                  <a:gd name="T13" fmla="*/ 0 h 107"/>
                  <a:gd name="T14" fmla="*/ 0 w 81"/>
                  <a:gd name="T15" fmla="*/ 0 h 107"/>
                  <a:gd name="T16" fmla="*/ 0 w 81"/>
                  <a:gd name="T17" fmla="*/ 0 h 107"/>
                  <a:gd name="T18" fmla="*/ 0 w 81"/>
                  <a:gd name="T19" fmla="*/ 0 h 107"/>
                  <a:gd name="T20" fmla="*/ 0 w 81"/>
                  <a:gd name="T21" fmla="*/ 0 h 107"/>
                  <a:gd name="T22" fmla="*/ 0 w 81"/>
                  <a:gd name="T23" fmla="*/ 0 h 107"/>
                  <a:gd name="T24" fmla="*/ 0 w 81"/>
                  <a:gd name="T25" fmla="*/ 0 h 107"/>
                  <a:gd name="T26" fmla="*/ 0 w 81"/>
                  <a:gd name="T27" fmla="*/ 0 h 107"/>
                  <a:gd name="T28" fmla="*/ 0 w 81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1"/>
                  <a:gd name="T46" fmla="*/ 0 h 107"/>
                  <a:gd name="T47" fmla="*/ 81 w 81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1" h="107">
                    <a:moveTo>
                      <a:pt x="32" y="107"/>
                    </a:move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2" y="69"/>
                    </a:lnTo>
                    <a:lnTo>
                      <a:pt x="0" y="57"/>
                    </a:lnTo>
                    <a:lnTo>
                      <a:pt x="2" y="45"/>
                    </a:lnTo>
                    <a:lnTo>
                      <a:pt x="6" y="32"/>
                    </a:lnTo>
                    <a:lnTo>
                      <a:pt x="13" y="21"/>
                    </a:lnTo>
                    <a:lnTo>
                      <a:pt x="22" y="12"/>
                    </a:lnTo>
                    <a:lnTo>
                      <a:pt x="32" y="5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" name="Freeform 772">
                <a:extLst>
                  <a:ext uri="{FF2B5EF4-FFF2-40B4-BE49-F238E27FC236}">
                    <a16:creationId xmlns:a16="http://schemas.microsoft.com/office/drawing/2014/main" id="{615E57D1-2B58-250A-8D6A-326769AD1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300"/>
                <a:ext cx="210" cy="115"/>
              </a:xfrm>
              <a:custGeom>
                <a:avLst/>
                <a:gdLst>
                  <a:gd name="T0" fmla="*/ 0 w 1244"/>
                  <a:gd name="T1" fmla="*/ 0 h 678"/>
                  <a:gd name="T2" fmla="*/ 0 w 1244"/>
                  <a:gd name="T3" fmla="*/ 0 h 678"/>
                  <a:gd name="T4" fmla="*/ 0 w 1244"/>
                  <a:gd name="T5" fmla="*/ 0 h 678"/>
                  <a:gd name="T6" fmla="*/ 0 w 1244"/>
                  <a:gd name="T7" fmla="*/ 0 h 678"/>
                  <a:gd name="T8" fmla="*/ 0 w 1244"/>
                  <a:gd name="T9" fmla="*/ 0 h 678"/>
                  <a:gd name="T10" fmla="*/ 0 w 1244"/>
                  <a:gd name="T11" fmla="*/ 0 h 678"/>
                  <a:gd name="T12" fmla="*/ 0 w 1244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8"/>
                  <a:gd name="T23" fmla="*/ 1244 w 1244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8">
                    <a:moveTo>
                      <a:pt x="49" y="0"/>
                    </a:moveTo>
                    <a:lnTo>
                      <a:pt x="25" y="51"/>
                    </a:lnTo>
                    <a:lnTo>
                      <a:pt x="0" y="101"/>
                    </a:lnTo>
                    <a:lnTo>
                      <a:pt x="1195" y="678"/>
                    </a:lnTo>
                    <a:lnTo>
                      <a:pt x="1220" y="628"/>
                    </a:lnTo>
                    <a:lnTo>
                      <a:pt x="1244" y="577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" name="Freeform 773">
                <a:extLst>
                  <a:ext uri="{FF2B5EF4-FFF2-40B4-BE49-F238E27FC236}">
                    <a16:creationId xmlns:a16="http://schemas.microsoft.com/office/drawing/2014/main" id="{7221DC32-14C3-0D99-B6AA-0B9BC5C97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300"/>
                <a:ext cx="210" cy="115"/>
              </a:xfrm>
              <a:custGeom>
                <a:avLst/>
                <a:gdLst>
                  <a:gd name="T0" fmla="*/ 0 w 1244"/>
                  <a:gd name="T1" fmla="*/ 0 h 678"/>
                  <a:gd name="T2" fmla="*/ 0 w 1244"/>
                  <a:gd name="T3" fmla="*/ 0 h 678"/>
                  <a:gd name="T4" fmla="*/ 0 w 1244"/>
                  <a:gd name="T5" fmla="*/ 0 h 678"/>
                  <a:gd name="T6" fmla="*/ 0 w 1244"/>
                  <a:gd name="T7" fmla="*/ 0 h 678"/>
                  <a:gd name="T8" fmla="*/ 0 w 1244"/>
                  <a:gd name="T9" fmla="*/ 0 h 678"/>
                  <a:gd name="T10" fmla="*/ 0 w 1244"/>
                  <a:gd name="T11" fmla="*/ 0 h 678"/>
                  <a:gd name="T12" fmla="*/ 0 w 1244"/>
                  <a:gd name="T13" fmla="*/ 0 h 6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8"/>
                  <a:gd name="T23" fmla="*/ 1244 w 1244"/>
                  <a:gd name="T24" fmla="*/ 678 h 6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8">
                    <a:moveTo>
                      <a:pt x="49" y="0"/>
                    </a:moveTo>
                    <a:lnTo>
                      <a:pt x="25" y="51"/>
                    </a:lnTo>
                    <a:lnTo>
                      <a:pt x="0" y="101"/>
                    </a:lnTo>
                    <a:lnTo>
                      <a:pt x="1195" y="678"/>
                    </a:lnTo>
                    <a:lnTo>
                      <a:pt x="1220" y="628"/>
                    </a:lnTo>
                    <a:lnTo>
                      <a:pt x="1244" y="577"/>
                    </a:lnTo>
                    <a:lnTo>
                      <a:pt x="4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" name="Freeform 774">
                <a:extLst>
                  <a:ext uri="{FF2B5EF4-FFF2-40B4-BE49-F238E27FC236}">
                    <a16:creationId xmlns:a16="http://schemas.microsoft.com/office/drawing/2014/main" id="{F4744714-0A6A-78DE-4D74-E9BA01754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398"/>
                <a:ext cx="14" cy="18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w 82"/>
                  <a:gd name="T31" fmla="*/ 0 h 107"/>
                  <a:gd name="T32" fmla="*/ 0 w 82"/>
                  <a:gd name="T33" fmla="*/ 0 h 10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7"/>
                  <a:gd name="T53" fmla="*/ 82 w 82"/>
                  <a:gd name="T54" fmla="*/ 107 h 10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7">
                    <a:moveTo>
                      <a:pt x="25" y="51"/>
                    </a:moveTo>
                    <a:lnTo>
                      <a:pt x="49" y="0"/>
                    </a:lnTo>
                    <a:lnTo>
                      <a:pt x="61" y="7"/>
                    </a:lnTo>
                    <a:lnTo>
                      <a:pt x="70" y="16"/>
                    </a:lnTo>
                    <a:lnTo>
                      <a:pt x="76" y="26"/>
                    </a:lnTo>
                    <a:lnTo>
                      <a:pt x="80" y="38"/>
                    </a:lnTo>
                    <a:lnTo>
                      <a:pt x="82" y="51"/>
                    </a:lnTo>
                    <a:lnTo>
                      <a:pt x="80" y="63"/>
                    </a:lnTo>
                    <a:lnTo>
                      <a:pt x="75" y="75"/>
                    </a:lnTo>
                    <a:lnTo>
                      <a:pt x="69" y="87"/>
                    </a:lnTo>
                    <a:lnTo>
                      <a:pt x="60" y="96"/>
                    </a:lnTo>
                    <a:lnTo>
                      <a:pt x="49" y="102"/>
                    </a:lnTo>
                    <a:lnTo>
                      <a:pt x="37" y="106"/>
                    </a:lnTo>
                    <a:lnTo>
                      <a:pt x="25" y="107"/>
                    </a:lnTo>
                    <a:lnTo>
                      <a:pt x="12" y="106"/>
                    </a:lnTo>
                    <a:lnTo>
                      <a:pt x="0" y="101"/>
                    </a:lnTo>
                    <a:lnTo>
                      <a:pt x="25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" name="Freeform 775">
                <a:extLst>
                  <a:ext uri="{FF2B5EF4-FFF2-40B4-BE49-F238E27FC236}">
                    <a16:creationId xmlns:a16="http://schemas.microsoft.com/office/drawing/2014/main" id="{4BF4A039-8278-3B7D-2F66-152FDB472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398"/>
                <a:ext cx="14" cy="18"/>
              </a:xfrm>
              <a:custGeom>
                <a:avLst/>
                <a:gdLst>
                  <a:gd name="T0" fmla="*/ 0 w 82"/>
                  <a:gd name="T1" fmla="*/ 0 h 107"/>
                  <a:gd name="T2" fmla="*/ 0 w 82"/>
                  <a:gd name="T3" fmla="*/ 0 h 107"/>
                  <a:gd name="T4" fmla="*/ 0 w 82"/>
                  <a:gd name="T5" fmla="*/ 0 h 107"/>
                  <a:gd name="T6" fmla="*/ 0 w 82"/>
                  <a:gd name="T7" fmla="*/ 0 h 107"/>
                  <a:gd name="T8" fmla="*/ 0 w 82"/>
                  <a:gd name="T9" fmla="*/ 0 h 107"/>
                  <a:gd name="T10" fmla="*/ 0 w 82"/>
                  <a:gd name="T11" fmla="*/ 0 h 107"/>
                  <a:gd name="T12" fmla="*/ 0 w 82"/>
                  <a:gd name="T13" fmla="*/ 0 h 107"/>
                  <a:gd name="T14" fmla="*/ 0 w 82"/>
                  <a:gd name="T15" fmla="*/ 0 h 107"/>
                  <a:gd name="T16" fmla="*/ 0 w 82"/>
                  <a:gd name="T17" fmla="*/ 0 h 107"/>
                  <a:gd name="T18" fmla="*/ 0 w 82"/>
                  <a:gd name="T19" fmla="*/ 0 h 107"/>
                  <a:gd name="T20" fmla="*/ 0 w 82"/>
                  <a:gd name="T21" fmla="*/ 0 h 107"/>
                  <a:gd name="T22" fmla="*/ 0 w 82"/>
                  <a:gd name="T23" fmla="*/ 0 h 107"/>
                  <a:gd name="T24" fmla="*/ 0 w 82"/>
                  <a:gd name="T25" fmla="*/ 0 h 107"/>
                  <a:gd name="T26" fmla="*/ 0 w 82"/>
                  <a:gd name="T27" fmla="*/ 0 h 107"/>
                  <a:gd name="T28" fmla="*/ 0 w 82"/>
                  <a:gd name="T29" fmla="*/ 0 h 10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7"/>
                  <a:gd name="T47" fmla="*/ 82 w 82"/>
                  <a:gd name="T48" fmla="*/ 107 h 10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7">
                    <a:moveTo>
                      <a:pt x="49" y="0"/>
                    </a:moveTo>
                    <a:lnTo>
                      <a:pt x="61" y="7"/>
                    </a:lnTo>
                    <a:lnTo>
                      <a:pt x="70" y="16"/>
                    </a:lnTo>
                    <a:lnTo>
                      <a:pt x="76" y="26"/>
                    </a:lnTo>
                    <a:lnTo>
                      <a:pt x="80" y="38"/>
                    </a:lnTo>
                    <a:lnTo>
                      <a:pt x="82" y="51"/>
                    </a:lnTo>
                    <a:lnTo>
                      <a:pt x="80" y="63"/>
                    </a:lnTo>
                    <a:lnTo>
                      <a:pt x="75" y="75"/>
                    </a:lnTo>
                    <a:lnTo>
                      <a:pt x="69" y="87"/>
                    </a:lnTo>
                    <a:lnTo>
                      <a:pt x="60" y="96"/>
                    </a:lnTo>
                    <a:lnTo>
                      <a:pt x="49" y="102"/>
                    </a:lnTo>
                    <a:lnTo>
                      <a:pt x="37" y="106"/>
                    </a:lnTo>
                    <a:lnTo>
                      <a:pt x="25" y="107"/>
                    </a:lnTo>
                    <a:lnTo>
                      <a:pt x="12" y="106"/>
                    </a:lnTo>
                    <a:lnTo>
                      <a:pt x="0" y="10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" name="Freeform 776">
                <a:extLst>
                  <a:ext uri="{FF2B5EF4-FFF2-40B4-BE49-F238E27FC236}">
                    <a16:creationId xmlns:a16="http://schemas.microsoft.com/office/drawing/2014/main" id="{A61D97B7-8EDC-C3A8-2AAD-2532F24CE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666"/>
                <a:ext cx="14" cy="18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w 82"/>
                  <a:gd name="T25" fmla="*/ 0 h 108"/>
                  <a:gd name="T26" fmla="*/ 0 w 82"/>
                  <a:gd name="T27" fmla="*/ 0 h 108"/>
                  <a:gd name="T28" fmla="*/ 0 w 82"/>
                  <a:gd name="T29" fmla="*/ 0 h 108"/>
                  <a:gd name="T30" fmla="*/ 0 w 82"/>
                  <a:gd name="T31" fmla="*/ 0 h 108"/>
                  <a:gd name="T32" fmla="*/ 0 w 82"/>
                  <a:gd name="T33" fmla="*/ 0 h 10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8"/>
                  <a:gd name="T53" fmla="*/ 82 w 82"/>
                  <a:gd name="T54" fmla="*/ 108 h 10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8">
                    <a:moveTo>
                      <a:pt x="25" y="57"/>
                    </a:moveTo>
                    <a:lnTo>
                      <a:pt x="0" y="7"/>
                    </a:lnTo>
                    <a:lnTo>
                      <a:pt x="12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49" y="6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3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70"/>
                    </a:lnTo>
                    <a:lnTo>
                      <a:pt x="76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49" y="108"/>
                    </a:lnTo>
                    <a:lnTo>
                      <a:pt x="25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" name="Freeform 777">
                <a:extLst>
                  <a:ext uri="{FF2B5EF4-FFF2-40B4-BE49-F238E27FC236}">
                    <a16:creationId xmlns:a16="http://schemas.microsoft.com/office/drawing/2014/main" id="{D3804A81-1026-A545-790F-1C82E0E2A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" y="3666"/>
                <a:ext cx="14" cy="18"/>
              </a:xfrm>
              <a:custGeom>
                <a:avLst/>
                <a:gdLst>
                  <a:gd name="T0" fmla="*/ 0 w 82"/>
                  <a:gd name="T1" fmla="*/ 0 h 108"/>
                  <a:gd name="T2" fmla="*/ 0 w 82"/>
                  <a:gd name="T3" fmla="*/ 0 h 108"/>
                  <a:gd name="T4" fmla="*/ 0 w 82"/>
                  <a:gd name="T5" fmla="*/ 0 h 108"/>
                  <a:gd name="T6" fmla="*/ 0 w 82"/>
                  <a:gd name="T7" fmla="*/ 0 h 108"/>
                  <a:gd name="T8" fmla="*/ 0 w 82"/>
                  <a:gd name="T9" fmla="*/ 0 h 108"/>
                  <a:gd name="T10" fmla="*/ 0 w 82"/>
                  <a:gd name="T11" fmla="*/ 0 h 108"/>
                  <a:gd name="T12" fmla="*/ 0 w 82"/>
                  <a:gd name="T13" fmla="*/ 0 h 108"/>
                  <a:gd name="T14" fmla="*/ 0 w 82"/>
                  <a:gd name="T15" fmla="*/ 0 h 108"/>
                  <a:gd name="T16" fmla="*/ 0 w 82"/>
                  <a:gd name="T17" fmla="*/ 0 h 108"/>
                  <a:gd name="T18" fmla="*/ 0 w 82"/>
                  <a:gd name="T19" fmla="*/ 0 h 108"/>
                  <a:gd name="T20" fmla="*/ 0 w 82"/>
                  <a:gd name="T21" fmla="*/ 0 h 108"/>
                  <a:gd name="T22" fmla="*/ 0 w 82"/>
                  <a:gd name="T23" fmla="*/ 0 h 108"/>
                  <a:gd name="T24" fmla="*/ 0 w 82"/>
                  <a:gd name="T25" fmla="*/ 0 h 108"/>
                  <a:gd name="T26" fmla="*/ 0 w 82"/>
                  <a:gd name="T27" fmla="*/ 0 h 108"/>
                  <a:gd name="T28" fmla="*/ 0 w 82"/>
                  <a:gd name="T29" fmla="*/ 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8"/>
                  <a:gd name="T47" fmla="*/ 82 w 82"/>
                  <a:gd name="T48" fmla="*/ 108 h 1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8">
                    <a:moveTo>
                      <a:pt x="0" y="7"/>
                    </a:moveTo>
                    <a:lnTo>
                      <a:pt x="12" y="2"/>
                    </a:lnTo>
                    <a:lnTo>
                      <a:pt x="25" y="0"/>
                    </a:lnTo>
                    <a:lnTo>
                      <a:pt x="37" y="2"/>
                    </a:lnTo>
                    <a:lnTo>
                      <a:pt x="49" y="6"/>
                    </a:lnTo>
                    <a:lnTo>
                      <a:pt x="60" y="12"/>
                    </a:lnTo>
                    <a:lnTo>
                      <a:pt x="69" y="21"/>
                    </a:lnTo>
                    <a:lnTo>
                      <a:pt x="75" y="33"/>
                    </a:lnTo>
                    <a:lnTo>
                      <a:pt x="80" y="45"/>
                    </a:lnTo>
                    <a:lnTo>
                      <a:pt x="82" y="57"/>
                    </a:lnTo>
                    <a:lnTo>
                      <a:pt x="80" y="70"/>
                    </a:lnTo>
                    <a:lnTo>
                      <a:pt x="76" y="82"/>
                    </a:lnTo>
                    <a:lnTo>
                      <a:pt x="70" y="92"/>
                    </a:lnTo>
                    <a:lnTo>
                      <a:pt x="61" y="101"/>
                    </a:lnTo>
                    <a:lnTo>
                      <a:pt x="49" y="108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" name="Freeform 778">
                <a:extLst>
                  <a:ext uri="{FF2B5EF4-FFF2-40B4-BE49-F238E27FC236}">
                    <a16:creationId xmlns:a16="http://schemas.microsoft.com/office/drawing/2014/main" id="{D1EA32D8-4AF0-5795-016C-AEA4032A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667"/>
                <a:ext cx="210" cy="114"/>
              </a:xfrm>
              <a:custGeom>
                <a:avLst/>
                <a:gdLst>
                  <a:gd name="T0" fmla="*/ 0 w 1244"/>
                  <a:gd name="T1" fmla="*/ 0 h 677"/>
                  <a:gd name="T2" fmla="*/ 0 w 1244"/>
                  <a:gd name="T3" fmla="*/ 0 h 677"/>
                  <a:gd name="T4" fmla="*/ 0 w 1244"/>
                  <a:gd name="T5" fmla="*/ 0 h 677"/>
                  <a:gd name="T6" fmla="*/ 0 w 1244"/>
                  <a:gd name="T7" fmla="*/ 0 h 677"/>
                  <a:gd name="T8" fmla="*/ 0 w 1244"/>
                  <a:gd name="T9" fmla="*/ 0 h 677"/>
                  <a:gd name="T10" fmla="*/ 0 w 1244"/>
                  <a:gd name="T11" fmla="*/ 0 h 677"/>
                  <a:gd name="T12" fmla="*/ 0 w 1244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7"/>
                  <a:gd name="T23" fmla="*/ 1244 w 1244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7">
                    <a:moveTo>
                      <a:pt x="1244" y="101"/>
                    </a:moveTo>
                    <a:lnTo>
                      <a:pt x="1220" y="50"/>
                    </a:lnTo>
                    <a:lnTo>
                      <a:pt x="1195" y="0"/>
                    </a:lnTo>
                    <a:lnTo>
                      <a:pt x="0" y="577"/>
                    </a:lnTo>
                    <a:lnTo>
                      <a:pt x="25" y="627"/>
                    </a:lnTo>
                    <a:lnTo>
                      <a:pt x="49" y="677"/>
                    </a:lnTo>
                    <a:lnTo>
                      <a:pt x="1244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" name="Freeform 779">
                <a:extLst>
                  <a:ext uri="{FF2B5EF4-FFF2-40B4-BE49-F238E27FC236}">
                    <a16:creationId xmlns:a16="http://schemas.microsoft.com/office/drawing/2014/main" id="{BEE260FB-AB53-5984-AF74-7F8479816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5" y="3667"/>
                <a:ext cx="210" cy="114"/>
              </a:xfrm>
              <a:custGeom>
                <a:avLst/>
                <a:gdLst>
                  <a:gd name="T0" fmla="*/ 0 w 1244"/>
                  <a:gd name="T1" fmla="*/ 0 h 677"/>
                  <a:gd name="T2" fmla="*/ 0 w 1244"/>
                  <a:gd name="T3" fmla="*/ 0 h 677"/>
                  <a:gd name="T4" fmla="*/ 0 w 1244"/>
                  <a:gd name="T5" fmla="*/ 0 h 677"/>
                  <a:gd name="T6" fmla="*/ 0 w 1244"/>
                  <a:gd name="T7" fmla="*/ 0 h 677"/>
                  <a:gd name="T8" fmla="*/ 0 w 1244"/>
                  <a:gd name="T9" fmla="*/ 0 h 677"/>
                  <a:gd name="T10" fmla="*/ 0 w 1244"/>
                  <a:gd name="T11" fmla="*/ 0 h 677"/>
                  <a:gd name="T12" fmla="*/ 0 w 1244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4"/>
                  <a:gd name="T22" fmla="*/ 0 h 677"/>
                  <a:gd name="T23" fmla="*/ 1244 w 1244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4" h="677">
                    <a:moveTo>
                      <a:pt x="1244" y="101"/>
                    </a:moveTo>
                    <a:lnTo>
                      <a:pt x="1220" y="50"/>
                    </a:lnTo>
                    <a:lnTo>
                      <a:pt x="1195" y="0"/>
                    </a:lnTo>
                    <a:lnTo>
                      <a:pt x="0" y="577"/>
                    </a:lnTo>
                    <a:lnTo>
                      <a:pt x="25" y="627"/>
                    </a:lnTo>
                    <a:lnTo>
                      <a:pt x="49" y="677"/>
                    </a:lnTo>
                    <a:lnTo>
                      <a:pt x="1244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" name="Freeform 780">
                <a:extLst>
                  <a:ext uri="{FF2B5EF4-FFF2-40B4-BE49-F238E27FC236}">
                    <a16:creationId xmlns:a16="http://schemas.microsoft.com/office/drawing/2014/main" id="{DBCB33B9-84C1-6D6E-8520-A02C37683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64"/>
                <a:ext cx="13" cy="18"/>
              </a:xfrm>
              <a:custGeom>
                <a:avLst/>
                <a:gdLst>
                  <a:gd name="T0" fmla="*/ 0 w 81"/>
                  <a:gd name="T1" fmla="*/ 0 h 106"/>
                  <a:gd name="T2" fmla="*/ 0 w 81"/>
                  <a:gd name="T3" fmla="*/ 0 h 106"/>
                  <a:gd name="T4" fmla="*/ 0 w 81"/>
                  <a:gd name="T5" fmla="*/ 0 h 106"/>
                  <a:gd name="T6" fmla="*/ 0 w 81"/>
                  <a:gd name="T7" fmla="*/ 0 h 106"/>
                  <a:gd name="T8" fmla="*/ 0 w 81"/>
                  <a:gd name="T9" fmla="*/ 0 h 106"/>
                  <a:gd name="T10" fmla="*/ 0 w 81"/>
                  <a:gd name="T11" fmla="*/ 0 h 106"/>
                  <a:gd name="T12" fmla="*/ 0 w 81"/>
                  <a:gd name="T13" fmla="*/ 0 h 106"/>
                  <a:gd name="T14" fmla="*/ 0 w 81"/>
                  <a:gd name="T15" fmla="*/ 0 h 106"/>
                  <a:gd name="T16" fmla="*/ 0 w 81"/>
                  <a:gd name="T17" fmla="*/ 0 h 106"/>
                  <a:gd name="T18" fmla="*/ 0 w 81"/>
                  <a:gd name="T19" fmla="*/ 0 h 106"/>
                  <a:gd name="T20" fmla="*/ 0 w 81"/>
                  <a:gd name="T21" fmla="*/ 0 h 106"/>
                  <a:gd name="T22" fmla="*/ 0 w 81"/>
                  <a:gd name="T23" fmla="*/ 0 h 106"/>
                  <a:gd name="T24" fmla="*/ 0 w 81"/>
                  <a:gd name="T25" fmla="*/ 0 h 106"/>
                  <a:gd name="T26" fmla="*/ 0 w 81"/>
                  <a:gd name="T27" fmla="*/ 0 h 106"/>
                  <a:gd name="T28" fmla="*/ 0 w 81"/>
                  <a:gd name="T29" fmla="*/ 0 h 106"/>
                  <a:gd name="T30" fmla="*/ 0 w 81"/>
                  <a:gd name="T31" fmla="*/ 0 h 106"/>
                  <a:gd name="T32" fmla="*/ 0 w 81"/>
                  <a:gd name="T33" fmla="*/ 0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1"/>
                  <a:gd name="T52" fmla="*/ 0 h 106"/>
                  <a:gd name="T53" fmla="*/ 81 w 81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1" h="106">
                    <a:moveTo>
                      <a:pt x="57" y="50"/>
                    </a:moveTo>
                    <a:lnTo>
                      <a:pt x="81" y="100"/>
                    </a:lnTo>
                    <a:lnTo>
                      <a:pt x="69" y="105"/>
                    </a:lnTo>
                    <a:lnTo>
                      <a:pt x="57" y="106"/>
                    </a:lnTo>
                    <a:lnTo>
                      <a:pt x="44" y="105"/>
                    </a:lnTo>
                    <a:lnTo>
                      <a:pt x="32" y="102"/>
                    </a:lnTo>
                    <a:lnTo>
                      <a:pt x="22" y="95"/>
                    </a:lnTo>
                    <a:lnTo>
                      <a:pt x="13" y="86"/>
                    </a:lnTo>
                    <a:lnTo>
                      <a:pt x="6" y="75"/>
                    </a:lnTo>
                    <a:lnTo>
                      <a:pt x="2" y="62"/>
                    </a:lnTo>
                    <a:lnTo>
                      <a:pt x="0" y="50"/>
                    </a:lnTo>
                    <a:lnTo>
                      <a:pt x="2" y="38"/>
                    </a:lnTo>
                    <a:lnTo>
                      <a:pt x="5" y="25"/>
                    </a:lnTo>
                    <a:lnTo>
                      <a:pt x="12" y="15"/>
                    </a:lnTo>
                    <a:lnTo>
                      <a:pt x="21" y="6"/>
                    </a:lnTo>
                    <a:lnTo>
                      <a:pt x="32" y="0"/>
                    </a:lnTo>
                    <a:lnTo>
                      <a:pt x="57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" name="Freeform 781">
                <a:extLst>
                  <a:ext uri="{FF2B5EF4-FFF2-40B4-BE49-F238E27FC236}">
                    <a16:creationId xmlns:a16="http://schemas.microsoft.com/office/drawing/2014/main" id="{43F98995-4E2C-1891-5554-52706F8BF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3764"/>
                <a:ext cx="13" cy="18"/>
              </a:xfrm>
              <a:custGeom>
                <a:avLst/>
                <a:gdLst>
                  <a:gd name="T0" fmla="*/ 0 w 81"/>
                  <a:gd name="T1" fmla="*/ 0 h 106"/>
                  <a:gd name="T2" fmla="*/ 0 w 81"/>
                  <a:gd name="T3" fmla="*/ 0 h 106"/>
                  <a:gd name="T4" fmla="*/ 0 w 81"/>
                  <a:gd name="T5" fmla="*/ 0 h 106"/>
                  <a:gd name="T6" fmla="*/ 0 w 81"/>
                  <a:gd name="T7" fmla="*/ 0 h 106"/>
                  <a:gd name="T8" fmla="*/ 0 w 81"/>
                  <a:gd name="T9" fmla="*/ 0 h 106"/>
                  <a:gd name="T10" fmla="*/ 0 w 81"/>
                  <a:gd name="T11" fmla="*/ 0 h 106"/>
                  <a:gd name="T12" fmla="*/ 0 w 81"/>
                  <a:gd name="T13" fmla="*/ 0 h 106"/>
                  <a:gd name="T14" fmla="*/ 0 w 81"/>
                  <a:gd name="T15" fmla="*/ 0 h 106"/>
                  <a:gd name="T16" fmla="*/ 0 w 81"/>
                  <a:gd name="T17" fmla="*/ 0 h 106"/>
                  <a:gd name="T18" fmla="*/ 0 w 81"/>
                  <a:gd name="T19" fmla="*/ 0 h 106"/>
                  <a:gd name="T20" fmla="*/ 0 w 81"/>
                  <a:gd name="T21" fmla="*/ 0 h 106"/>
                  <a:gd name="T22" fmla="*/ 0 w 81"/>
                  <a:gd name="T23" fmla="*/ 0 h 106"/>
                  <a:gd name="T24" fmla="*/ 0 w 81"/>
                  <a:gd name="T25" fmla="*/ 0 h 106"/>
                  <a:gd name="T26" fmla="*/ 0 w 81"/>
                  <a:gd name="T27" fmla="*/ 0 h 106"/>
                  <a:gd name="T28" fmla="*/ 0 w 81"/>
                  <a:gd name="T29" fmla="*/ 0 h 10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1"/>
                  <a:gd name="T46" fmla="*/ 0 h 106"/>
                  <a:gd name="T47" fmla="*/ 81 w 81"/>
                  <a:gd name="T48" fmla="*/ 106 h 10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1" h="106">
                    <a:moveTo>
                      <a:pt x="81" y="100"/>
                    </a:moveTo>
                    <a:lnTo>
                      <a:pt x="69" y="105"/>
                    </a:lnTo>
                    <a:lnTo>
                      <a:pt x="57" y="106"/>
                    </a:lnTo>
                    <a:lnTo>
                      <a:pt x="44" y="105"/>
                    </a:lnTo>
                    <a:lnTo>
                      <a:pt x="32" y="102"/>
                    </a:lnTo>
                    <a:lnTo>
                      <a:pt x="22" y="95"/>
                    </a:lnTo>
                    <a:lnTo>
                      <a:pt x="13" y="86"/>
                    </a:lnTo>
                    <a:lnTo>
                      <a:pt x="6" y="75"/>
                    </a:lnTo>
                    <a:lnTo>
                      <a:pt x="2" y="62"/>
                    </a:lnTo>
                    <a:lnTo>
                      <a:pt x="0" y="50"/>
                    </a:lnTo>
                    <a:lnTo>
                      <a:pt x="2" y="38"/>
                    </a:lnTo>
                    <a:lnTo>
                      <a:pt x="5" y="25"/>
                    </a:lnTo>
                    <a:lnTo>
                      <a:pt x="12" y="15"/>
                    </a:lnTo>
                    <a:lnTo>
                      <a:pt x="21" y="6"/>
                    </a:lnTo>
                    <a:lnTo>
                      <a:pt x="3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" name="Freeform 782">
                <a:extLst>
                  <a:ext uri="{FF2B5EF4-FFF2-40B4-BE49-F238E27FC236}">
                    <a16:creationId xmlns:a16="http://schemas.microsoft.com/office/drawing/2014/main" id="{DD434002-7142-3B3D-467A-9ACCD378C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764"/>
                <a:ext cx="13" cy="18"/>
              </a:xfrm>
              <a:custGeom>
                <a:avLst/>
                <a:gdLst>
                  <a:gd name="T0" fmla="*/ 0 w 82"/>
                  <a:gd name="T1" fmla="*/ 0 h 106"/>
                  <a:gd name="T2" fmla="*/ 0 w 82"/>
                  <a:gd name="T3" fmla="*/ 0 h 106"/>
                  <a:gd name="T4" fmla="*/ 0 w 82"/>
                  <a:gd name="T5" fmla="*/ 0 h 106"/>
                  <a:gd name="T6" fmla="*/ 0 w 82"/>
                  <a:gd name="T7" fmla="*/ 0 h 106"/>
                  <a:gd name="T8" fmla="*/ 0 w 82"/>
                  <a:gd name="T9" fmla="*/ 0 h 106"/>
                  <a:gd name="T10" fmla="*/ 0 w 82"/>
                  <a:gd name="T11" fmla="*/ 0 h 106"/>
                  <a:gd name="T12" fmla="*/ 0 w 82"/>
                  <a:gd name="T13" fmla="*/ 0 h 106"/>
                  <a:gd name="T14" fmla="*/ 0 w 82"/>
                  <a:gd name="T15" fmla="*/ 0 h 106"/>
                  <a:gd name="T16" fmla="*/ 0 w 82"/>
                  <a:gd name="T17" fmla="*/ 0 h 106"/>
                  <a:gd name="T18" fmla="*/ 0 w 82"/>
                  <a:gd name="T19" fmla="*/ 0 h 106"/>
                  <a:gd name="T20" fmla="*/ 0 w 82"/>
                  <a:gd name="T21" fmla="*/ 0 h 106"/>
                  <a:gd name="T22" fmla="*/ 0 w 82"/>
                  <a:gd name="T23" fmla="*/ 0 h 106"/>
                  <a:gd name="T24" fmla="*/ 0 w 82"/>
                  <a:gd name="T25" fmla="*/ 0 h 106"/>
                  <a:gd name="T26" fmla="*/ 0 w 82"/>
                  <a:gd name="T27" fmla="*/ 0 h 106"/>
                  <a:gd name="T28" fmla="*/ 0 w 82"/>
                  <a:gd name="T29" fmla="*/ 0 h 106"/>
                  <a:gd name="T30" fmla="*/ 0 w 82"/>
                  <a:gd name="T31" fmla="*/ 0 h 106"/>
                  <a:gd name="T32" fmla="*/ 0 w 82"/>
                  <a:gd name="T33" fmla="*/ 0 h 1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106"/>
                  <a:gd name="T53" fmla="*/ 82 w 82"/>
                  <a:gd name="T54" fmla="*/ 106 h 1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106">
                    <a:moveTo>
                      <a:pt x="25" y="50"/>
                    </a:moveTo>
                    <a:lnTo>
                      <a:pt x="50" y="0"/>
                    </a:lnTo>
                    <a:lnTo>
                      <a:pt x="61" y="6"/>
                    </a:lnTo>
                    <a:lnTo>
                      <a:pt x="70" y="15"/>
                    </a:lnTo>
                    <a:lnTo>
                      <a:pt x="77" y="25"/>
                    </a:lnTo>
                    <a:lnTo>
                      <a:pt x="80" y="38"/>
                    </a:lnTo>
                    <a:lnTo>
                      <a:pt x="82" y="50"/>
                    </a:lnTo>
                    <a:lnTo>
                      <a:pt x="80" y="62"/>
                    </a:lnTo>
                    <a:lnTo>
                      <a:pt x="75" y="75"/>
                    </a:lnTo>
                    <a:lnTo>
                      <a:pt x="69" y="86"/>
                    </a:lnTo>
                    <a:lnTo>
                      <a:pt x="60" y="95"/>
                    </a:lnTo>
                    <a:lnTo>
                      <a:pt x="50" y="102"/>
                    </a:lnTo>
                    <a:lnTo>
                      <a:pt x="37" y="105"/>
                    </a:lnTo>
                    <a:lnTo>
                      <a:pt x="25" y="106"/>
                    </a:lnTo>
                    <a:lnTo>
                      <a:pt x="13" y="105"/>
                    </a:lnTo>
                    <a:lnTo>
                      <a:pt x="0" y="100"/>
                    </a:lnTo>
                    <a:lnTo>
                      <a:pt x="25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6" name="Freeform 783">
                <a:extLst>
                  <a:ext uri="{FF2B5EF4-FFF2-40B4-BE49-F238E27FC236}">
                    <a16:creationId xmlns:a16="http://schemas.microsoft.com/office/drawing/2014/main" id="{A08A682F-FDC1-8705-3664-FAE4D6E5D8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3764"/>
                <a:ext cx="13" cy="18"/>
              </a:xfrm>
              <a:custGeom>
                <a:avLst/>
                <a:gdLst>
                  <a:gd name="T0" fmla="*/ 0 w 82"/>
                  <a:gd name="T1" fmla="*/ 0 h 106"/>
                  <a:gd name="T2" fmla="*/ 0 w 82"/>
                  <a:gd name="T3" fmla="*/ 0 h 106"/>
                  <a:gd name="T4" fmla="*/ 0 w 82"/>
                  <a:gd name="T5" fmla="*/ 0 h 106"/>
                  <a:gd name="T6" fmla="*/ 0 w 82"/>
                  <a:gd name="T7" fmla="*/ 0 h 106"/>
                  <a:gd name="T8" fmla="*/ 0 w 82"/>
                  <a:gd name="T9" fmla="*/ 0 h 106"/>
                  <a:gd name="T10" fmla="*/ 0 w 82"/>
                  <a:gd name="T11" fmla="*/ 0 h 106"/>
                  <a:gd name="T12" fmla="*/ 0 w 82"/>
                  <a:gd name="T13" fmla="*/ 0 h 106"/>
                  <a:gd name="T14" fmla="*/ 0 w 82"/>
                  <a:gd name="T15" fmla="*/ 0 h 106"/>
                  <a:gd name="T16" fmla="*/ 0 w 82"/>
                  <a:gd name="T17" fmla="*/ 0 h 106"/>
                  <a:gd name="T18" fmla="*/ 0 w 82"/>
                  <a:gd name="T19" fmla="*/ 0 h 106"/>
                  <a:gd name="T20" fmla="*/ 0 w 82"/>
                  <a:gd name="T21" fmla="*/ 0 h 106"/>
                  <a:gd name="T22" fmla="*/ 0 w 82"/>
                  <a:gd name="T23" fmla="*/ 0 h 106"/>
                  <a:gd name="T24" fmla="*/ 0 w 82"/>
                  <a:gd name="T25" fmla="*/ 0 h 106"/>
                  <a:gd name="T26" fmla="*/ 0 w 82"/>
                  <a:gd name="T27" fmla="*/ 0 h 106"/>
                  <a:gd name="T28" fmla="*/ 0 w 82"/>
                  <a:gd name="T29" fmla="*/ 0 h 10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"/>
                  <a:gd name="T46" fmla="*/ 0 h 106"/>
                  <a:gd name="T47" fmla="*/ 82 w 82"/>
                  <a:gd name="T48" fmla="*/ 106 h 10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" h="106">
                    <a:moveTo>
                      <a:pt x="50" y="0"/>
                    </a:moveTo>
                    <a:lnTo>
                      <a:pt x="61" y="6"/>
                    </a:lnTo>
                    <a:lnTo>
                      <a:pt x="70" y="15"/>
                    </a:lnTo>
                    <a:lnTo>
                      <a:pt x="77" y="25"/>
                    </a:lnTo>
                    <a:lnTo>
                      <a:pt x="80" y="38"/>
                    </a:lnTo>
                    <a:lnTo>
                      <a:pt x="82" y="50"/>
                    </a:lnTo>
                    <a:lnTo>
                      <a:pt x="80" y="62"/>
                    </a:lnTo>
                    <a:lnTo>
                      <a:pt x="75" y="75"/>
                    </a:lnTo>
                    <a:lnTo>
                      <a:pt x="69" y="86"/>
                    </a:lnTo>
                    <a:lnTo>
                      <a:pt x="60" y="95"/>
                    </a:lnTo>
                    <a:lnTo>
                      <a:pt x="50" y="102"/>
                    </a:lnTo>
                    <a:lnTo>
                      <a:pt x="37" y="105"/>
                    </a:lnTo>
                    <a:lnTo>
                      <a:pt x="25" y="106"/>
                    </a:lnTo>
                    <a:lnTo>
                      <a:pt x="13" y="105"/>
                    </a:lnTo>
                    <a:lnTo>
                      <a:pt x="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" name="Freeform 784">
                <a:extLst>
                  <a:ext uri="{FF2B5EF4-FFF2-40B4-BE49-F238E27FC236}">
                    <a16:creationId xmlns:a16="http://schemas.microsoft.com/office/drawing/2014/main" id="{C4831DBA-0F1F-A961-AB7A-EC5825FCB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667"/>
                <a:ext cx="211" cy="114"/>
              </a:xfrm>
              <a:custGeom>
                <a:avLst/>
                <a:gdLst>
                  <a:gd name="T0" fmla="*/ 0 w 1245"/>
                  <a:gd name="T1" fmla="*/ 0 h 677"/>
                  <a:gd name="T2" fmla="*/ 0 w 1245"/>
                  <a:gd name="T3" fmla="*/ 0 h 677"/>
                  <a:gd name="T4" fmla="*/ 0 w 1245"/>
                  <a:gd name="T5" fmla="*/ 0 h 677"/>
                  <a:gd name="T6" fmla="*/ 0 w 1245"/>
                  <a:gd name="T7" fmla="*/ 0 h 677"/>
                  <a:gd name="T8" fmla="*/ 0 w 1245"/>
                  <a:gd name="T9" fmla="*/ 0 h 677"/>
                  <a:gd name="T10" fmla="*/ 0 w 1245"/>
                  <a:gd name="T11" fmla="*/ 0 h 677"/>
                  <a:gd name="T12" fmla="*/ 0 w 1245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7"/>
                  <a:gd name="T23" fmla="*/ 1245 w 1245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7">
                    <a:moveTo>
                      <a:pt x="1195" y="677"/>
                    </a:moveTo>
                    <a:lnTo>
                      <a:pt x="1220" y="627"/>
                    </a:lnTo>
                    <a:lnTo>
                      <a:pt x="1245" y="577"/>
                    </a:lnTo>
                    <a:lnTo>
                      <a:pt x="49" y="0"/>
                    </a:lnTo>
                    <a:lnTo>
                      <a:pt x="25" y="50"/>
                    </a:lnTo>
                    <a:lnTo>
                      <a:pt x="0" y="101"/>
                    </a:lnTo>
                    <a:lnTo>
                      <a:pt x="1195" y="6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" name="Freeform 785">
                <a:extLst>
                  <a:ext uri="{FF2B5EF4-FFF2-40B4-BE49-F238E27FC236}">
                    <a16:creationId xmlns:a16="http://schemas.microsoft.com/office/drawing/2014/main" id="{1FD3AFDA-3ABD-87B6-DC5D-1DB7D9CD3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3667"/>
                <a:ext cx="211" cy="114"/>
              </a:xfrm>
              <a:custGeom>
                <a:avLst/>
                <a:gdLst>
                  <a:gd name="T0" fmla="*/ 0 w 1245"/>
                  <a:gd name="T1" fmla="*/ 0 h 677"/>
                  <a:gd name="T2" fmla="*/ 0 w 1245"/>
                  <a:gd name="T3" fmla="*/ 0 h 677"/>
                  <a:gd name="T4" fmla="*/ 0 w 1245"/>
                  <a:gd name="T5" fmla="*/ 0 h 677"/>
                  <a:gd name="T6" fmla="*/ 0 w 1245"/>
                  <a:gd name="T7" fmla="*/ 0 h 677"/>
                  <a:gd name="T8" fmla="*/ 0 w 1245"/>
                  <a:gd name="T9" fmla="*/ 0 h 677"/>
                  <a:gd name="T10" fmla="*/ 0 w 1245"/>
                  <a:gd name="T11" fmla="*/ 0 h 677"/>
                  <a:gd name="T12" fmla="*/ 0 w 1245"/>
                  <a:gd name="T13" fmla="*/ 0 h 6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45"/>
                  <a:gd name="T22" fmla="*/ 0 h 677"/>
                  <a:gd name="T23" fmla="*/ 1245 w 1245"/>
                  <a:gd name="T24" fmla="*/ 677 h 6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45" h="677">
                    <a:moveTo>
                      <a:pt x="1195" y="677"/>
                    </a:moveTo>
                    <a:lnTo>
                      <a:pt x="1220" y="627"/>
                    </a:lnTo>
                    <a:lnTo>
                      <a:pt x="1245" y="577"/>
                    </a:lnTo>
                    <a:lnTo>
                      <a:pt x="49" y="0"/>
                    </a:lnTo>
                    <a:lnTo>
                      <a:pt x="25" y="50"/>
                    </a:lnTo>
                    <a:lnTo>
                      <a:pt x="0" y="101"/>
                    </a:lnTo>
                    <a:lnTo>
                      <a:pt x="1195" y="6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9" name="Freeform 786">
                <a:extLst>
                  <a:ext uri="{FF2B5EF4-FFF2-40B4-BE49-F238E27FC236}">
                    <a16:creationId xmlns:a16="http://schemas.microsoft.com/office/drawing/2014/main" id="{A53CA30D-E419-CF46-E757-851E38507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66"/>
                <a:ext cx="13" cy="18"/>
              </a:xfrm>
              <a:custGeom>
                <a:avLst/>
                <a:gdLst>
                  <a:gd name="T0" fmla="*/ 0 w 80"/>
                  <a:gd name="T1" fmla="*/ 0 h 108"/>
                  <a:gd name="T2" fmla="*/ 0 w 80"/>
                  <a:gd name="T3" fmla="*/ 0 h 108"/>
                  <a:gd name="T4" fmla="*/ 0 w 80"/>
                  <a:gd name="T5" fmla="*/ 0 h 108"/>
                  <a:gd name="T6" fmla="*/ 0 w 80"/>
                  <a:gd name="T7" fmla="*/ 0 h 108"/>
                  <a:gd name="T8" fmla="*/ 0 w 80"/>
                  <a:gd name="T9" fmla="*/ 0 h 108"/>
                  <a:gd name="T10" fmla="*/ 0 w 80"/>
                  <a:gd name="T11" fmla="*/ 0 h 108"/>
                  <a:gd name="T12" fmla="*/ 0 w 80"/>
                  <a:gd name="T13" fmla="*/ 0 h 108"/>
                  <a:gd name="T14" fmla="*/ 0 w 80"/>
                  <a:gd name="T15" fmla="*/ 0 h 108"/>
                  <a:gd name="T16" fmla="*/ 0 w 80"/>
                  <a:gd name="T17" fmla="*/ 0 h 108"/>
                  <a:gd name="T18" fmla="*/ 0 w 80"/>
                  <a:gd name="T19" fmla="*/ 0 h 108"/>
                  <a:gd name="T20" fmla="*/ 0 w 80"/>
                  <a:gd name="T21" fmla="*/ 0 h 108"/>
                  <a:gd name="T22" fmla="*/ 0 w 80"/>
                  <a:gd name="T23" fmla="*/ 0 h 108"/>
                  <a:gd name="T24" fmla="*/ 0 w 80"/>
                  <a:gd name="T25" fmla="*/ 0 h 108"/>
                  <a:gd name="T26" fmla="*/ 0 w 80"/>
                  <a:gd name="T27" fmla="*/ 0 h 108"/>
                  <a:gd name="T28" fmla="*/ 0 w 80"/>
                  <a:gd name="T29" fmla="*/ 0 h 108"/>
                  <a:gd name="T30" fmla="*/ 0 w 80"/>
                  <a:gd name="T31" fmla="*/ 0 h 108"/>
                  <a:gd name="T32" fmla="*/ 0 w 80"/>
                  <a:gd name="T33" fmla="*/ 0 h 10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"/>
                  <a:gd name="T52" fmla="*/ 0 h 108"/>
                  <a:gd name="T53" fmla="*/ 80 w 80"/>
                  <a:gd name="T54" fmla="*/ 108 h 10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" h="108">
                    <a:moveTo>
                      <a:pt x="56" y="57"/>
                    </a:moveTo>
                    <a:lnTo>
                      <a:pt x="31" y="108"/>
                    </a:lnTo>
                    <a:lnTo>
                      <a:pt x="20" y="101"/>
                    </a:lnTo>
                    <a:lnTo>
                      <a:pt x="11" y="92"/>
                    </a:lnTo>
                    <a:lnTo>
                      <a:pt x="4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1"/>
                    </a:lnTo>
                    <a:lnTo>
                      <a:pt x="21" y="12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0" name="Freeform 787">
                <a:extLst>
                  <a:ext uri="{FF2B5EF4-FFF2-40B4-BE49-F238E27FC236}">
                    <a16:creationId xmlns:a16="http://schemas.microsoft.com/office/drawing/2014/main" id="{6C850E50-D40D-5A00-0E34-8629E6B09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3666"/>
                <a:ext cx="13" cy="18"/>
              </a:xfrm>
              <a:custGeom>
                <a:avLst/>
                <a:gdLst>
                  <a:gd name="T0" fmla="*/ 0 w 80"/>
                  <a:gd name="T1" fmla="*/ 0 h 108"/>
                  <a:gd name="T2" fmla="*/ 0 w 80"/>
                  <a:gd name="T3" fmla="*/ 0 h 108"/>
                  <a:gd name="T4" fmla="*/ 0 w 80"/>
                  <a:gd name="T5" fmla="*/ 0 h 108"/>
                  <a:gd name="T6" fmla="*/ 0 w 80"/>
                  <a:gd name="T7" fmla="*/ 0 h 108"/>
                  <a:gd name="T8" fmla="*/ 0 w 80"/>
                  <a:gd name="T9" fmla="*/ 0 h 108"/>
                  <a:gd name="T10" fmla="*/ 0 w 80"/>
                  <a:gd name="T11" fmla="*/ 0 h 108"/>
                  <a:gd name="T12" fmla="*/ 0 w 80"/>
                  <a:gd name="T13" fmla="*/ 0 h 108"/>
                  <a:gd name="T14" fmla="*/ 0 w 80"/>
                  <a:gd name="T15" fmla="*/ 0 h 108"/>
                  <a:gd name="T16" fmla="*/ 0 w 80"/>
                  <a:gd name="T17" fmla="*/ 0 h 108"/>
                  <a:gd name="T18" fmla="*/ 0 w 80"/>
                  <a:gd name="T19" fmla="*/ 0 h 108"/>
                  <a:gd name="T20" fmla="*/ 0 w 80"/>
                  <a:gd name="T21" fmla="*/ 0 h 108"/>
                  <a:gd name="T22" fmla="*/ 0 w 80"/>
                  <a:gd name="T23" fmla="*/ 0 h 108"/>
                  <a:gd name="T24" fmla="*/ 0 w 80"/>
                  <a:gd name="T25" fmla="*/ 0 h 108"/>
                  <a:gd name="T26" fmla="*/ 0 w 80"/>
                  <a:gd name="T27" fmla="*/ 0 h 108"/>
                  <a:gd name="T28" fmla="*/ 0 w 80"/>
                  <a:gd name="T29" fmla="*/ 0 h 10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0"/>
                  <a:gd name="T46" fmla="*/ 0 h 108"/>
                  <a:gd name="T47" fmla="*/ 80 w 80"/>
                  <a:gd name="T48" fmla="*/ 108 h 10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0" h="108">
                    <a:moveTo>
                      <a:pt x="31" y="108"/>
                    </a:moveTo>
                    <a:lnTo>
                      <a:pt x="20" y="101"/>
                    </a:lnTo>
                    <a:lnTo>
                      <a:pt x="11" y="92"/>
                    </a:lnTo>
                    <a:lnTo>
                      <a:pt x="4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1"/>
                    </a:lnTo>
                    <a:lnTo>
                      <a:pt x="21" y="12"/>
                    </a:lnTo>
                    <a:lnTo>
                      <a:pt x="31" y="6"/>
                    </a:lnTo>
                    <a:lnTo>
                      <a:pt x="43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94" name="Line 788">
              <a:extLst>
                <a:ext uri="{FF2B5EF4-FFF2-40B4-BE49-F238E27FC236}">
                  <a16:creationId xmlns:a16="http://schemas.microsoft.com/office/drawing/2014/main" id="{E971B438-D015-645E-9793-0E0879D2B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100"/>
              <a:ext cx="1" cy="2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5" name="Line 789">
              <a:extLst>
                <a:ext uri="{FF2B5EF4-FFF2-40B4-BE49-F238E27FC236}">
                  <a16:creationId xmlns:a16="http://schemas.microsoft.com/office/drawing/2014/main" id="{31A81D9D-80C2-CD68-00BF-8685B7AF4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352"/>
              <a:ext cx="1" cy="2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6" name="Line 790">
              <a:extLst>
                <a:ext uri="{FF2B5EF4-FFF2-40B4-BE49-F238E27FC236}">
                  <a16:creationId xmlns:a16="http://schemas.microsoft.com/office/drawing/2014/main" id="{4B2780F9-26E0-8FA5-21E6-77E1C0A9F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399"/>
              <a:ext cx="1" cy="15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7" name="Line 791">
              <a:extLst>
                <a:ext uri="{FF2B5EF4-FFF2-40B4-BE49-F238E27FC236}">
                  <a16:creationId xmlns:a16="http://schemas.microsoft.com/office/drawing/2014/main" id="{36DA3DD0-42FD-2045-A6AB-DC610104B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092"/>
              <a:ext cx="1" cy="2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" name="Line 792">
              <a:extLst>
                <a:ext uri="{FF2B5EF4-FFF2-40B4-BE49-F238E27FC236}">
                  <a16:creationId xmlns:a16="http://schemas.microsoft.com/office/drawing/2014/main" id="{81532A23-CA17-9249-0EBE-B41E69245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344"/>
              <a:ext cx="1" cy="2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" name="Line 793">
              <a:extLst>
                <a:ext uri="{FF2B5EF4-FFF2-40B4-BE49-F238E27FC236}">
                  <a16:creationId xmlns:a16="http://schemas.microsoft.com/office/drawing/2014/main" id="{C7879583-DD42-D921-5199-DAA601CCD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391"/>
              <a:ext cx="1" cy="16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51" name="Group 794">
            <a:extLst>
              <a:ext uri="{FF2B5EF4-FFF2-40B4-BE49-F238E27FC236}">
                <a16:creationId xmlns:a16="http://schemas.microsoft.com/office/drawing/2014/main" id="{7A4CAA76-8A60-B094-E292-D1A2269C5241}"/>
              </a:ext>
            </a:extLst>
          </p:cNvPr>
          <p:cNvGrpSpPr>
            <a:grpSpLocks/>
          </p:cNvGrpSpPr>
          <p:nvPr/>
        </p:nvGrpSpPr>
        <p:grpSpPr bwMode="auto">
          <a:xfrm>
            <a:off x="6130925" y="4283335"/>
            <a:ext cx="588963" cy="471487"/>
            <a:chOff x="3286" y="2967"/>
            <a:chExt cx="371" cy="297"/>
          </a:xfrm>
        </p:grpSpPr>
        <p:sp>
          <p:nvSpPr>
            <p:cNvPr id="1352" name="Freeform 795">
              <a:extLst>
                <a:ext uri="{FF2B5EF4-FFF2-40B4-BE49-F238E27FC236}">
                  <a16:creationId xmlns:a16="http://schemas.microsoft.com/office/drawing/2014/main" id="{3DC46C29-D6A4-B11E-D0FB-6400D4F86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2971"/>
              <a:ext cx="71" cy="8"/>
            </a:xfrm>
            <a:custGeom>
              <a:avLst/>
              <a:gdLst>
                <a:gd name="T0" fmla="*/ 0 w 419"/>
                <a:gd name="T1" fmla="*/ 0 h 46"/>
                <a:gd name="T2" fmla="*/ 0 w 419"/>
                <a:gd name="T3" fmla="*/ 0 h 46"/>
                <a:gd name="T4" fmla="*/ 0 w 419"/>
                <a:gd name="T5" fmla="*/ 0 h 46"/>
                <a:gd name="T6" fmla="*/ 0 w 419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9"/>
                <a:gd name="T13" fmla="*/ 0 h 46"/>
                <a:gd name="T14" fmla="*/ 419 w 419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9" h="46">
                  <a:moveTo>
                    <a:pt x="0" y="46"/>
                  </a:moveTo>
                  <a:lnTo>
                    <a:pt x="419" y="4"/>
                  </a:lnTo>
                  <a:lnTo>
                    <a:pt x="402" y="0"/>
                  </a:lnTo>
                  <a:lnTo>
                    <a:pt x="357" y="1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3" name="Freeform 796">
              <a:extLst>
                <a:ext uri="{FF2B5EF4-FFF2-40B4-BE49-F238E27FC236}">
                  <a16:creationId xmlns:a16="http://schemas.microsoft.com/office/drawing/2014/main" id="{4DF61A4F-0A65-70AE-5E83-5207CA5D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" y="2978"/>
              <a:ext cx="48" cy="59"/>
            </a:xfrm>
            <a:custGeom>
              <a:avLst/>
              <a:gdLst>
                <a:gd name="T0" fmla="*/ 0 w 289"/>
                <a:gd name="T1" fmla="*/ 0 h 351"/>
                <a:gd name="T2" fmla="*/ 0 w 289"/>
                <a:gd name="T3" fmla="*/ 0 h 351"/>
                <a:gd name="T4" fmla="*/ 0 w 289"/>
                <a:gd name="T5" fmla="*/ 0 h 351"/>
                <a:gd name="T6" fmla="*/ 0 w 289"/>
                <a:gd name="T7" fmla="*/ 0 h 351"/>
                <a:gd name="T8" fmla="*/ 0 w 289"/>
                <a:gd name="T9" fmla="*/ 0 h 351"/>
                <a:gd name="T10" fmla="*/ 0 w 289"/>
                <a:gd name="T11" fmla="*/ 0 h 351"/>
                <a:gd name="T12" fmla="*/ 0 w 289"/>
                <a:gd name="T13" fmla="*/ 0 h 351"/>
                <a:gd name="T14" fmla="*/ 0 w 289"/>
                <a:gd name="T15" fmla="*/ 0 h 3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89"/>
                <a:gd name="T25" fmla="*/ 0 h 351"/>
                <a:gd name="T26" fmla="*/ 289 w 289"/>
                <a:gd name="T27" fmla="*/ 351 h 3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89" h="351">
                  <a:moveTo>
                    <a:pt x="289" y="0"/>
                  </a:moveTo>
                  <a:lnTo>
                    <a:pt x="264" y="66"/>
                  </a:lnTo>
                  <a:lnTo>
                    <a:pt x="220" y="133"/>
                  </a:lnTo>
                  <a:lnTo>
                    <a:pt x="167" y="203"/>
                  </a:lnTo>
                  <a:lnTo>
                    <a:pt x="126" y="245"/>
                  </a:lnTo>
                  <a:lnTo>
                    <a:pt x="78" y="290"/>
                  </a:lnTo>
                  <a:lnTo>
                    <a:pt x="40" y="321"/>
                  </a:lnTo>
                  <a:lnTo>
                    <a:pt x="0" y="35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4" name="Freeform 797">
              <a:extLst>
                <a:ext uri="{FF2B5EF4-FFF2-40B4-BE49-F238E27FC236}">
                  <a16:creationId xmlns:a16="http://schemas.microsoft.com/office/drawing/2014/main" id="{152AD9A7-1884-C752-779E-42A9FBA4A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2998"/>
              <a:ext cx="2" cy="69"/>
            </a:xfrm>
            <a:custGeom>
              <a:avLst/>
              <a:gdLst>
                <a:gd name="T0" fmla="*/ 0 w 13"/>
                <a:gd name="T1" fmla="*/ 0 h 417"/>
                <a:gd name="T2" fmla="*/ 0 w 13"/>
                <a:gd name="T3" fmla="*/ 0 h 417"/>
                <a:gd name="T4" fmla="*/ 0 w 13"/>
                <a:gd name="T5" fmla="*/ 0 h 417"/>
                <a:gd name="T6" fmla="*/ 0 w 13"/>
                <a:gd name="T7" fmla="*/ 0 h 417"/>
                <a:gd name="T8" fmla="*/ 0 w 13"/>
                <a:gd name="T9" fmla="*/ 0 h 417"/>
                <a:gd name="T10" fmla="*/ 0 w 13"/>
                <a:gd name="T11" fmla="*/ 0 h 4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"/>
                <a:gd name="T19" fmla="*/ 0 h 417"/>
                <a:gd name="T20" fmla="*/ 13 w 13"/>
                <a:gd name="T21" fmla="*/ 417 h 4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" h="417">
                  <a:moveTo>
                    <a:pt x="8" y="0"/>
                  </a:moveTo>
                  <a:lnTo>
                    <a:pt x="13" y="31"/>
                  </a:lnTo>
                  <a:lnTo>
                    <a:pt x="8" y="397"/>
                  </a:lnTo>
                  <a:lnTo>
                    <a:pt x="4" y="417"/>
                  </a:lnTo>
                  <a:lnTo>
                    <a:pt x="0" y="381"/>
                  </a:lnTo>
                  <a:lnTo>
                    <a:pt x="8" y="34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5" name="Freeform 798">
              <a:extLst>
                <a:ext uri="{FF2B5EF4-FFF2-40B4-BE49-F238E27FC236}">
                  <a16:creationId xmlns:a16="http://schemas.microsoft.com/office/drawing/2014/main" id="{F56776C2-489A-B6C7-D7BF-FF7B27356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3010"/>
              <a:ext cx="21" cy="25"/>
            </a:xfrm>
            <a:custGeom>
              <a:avLst/>
              <a:gdLst>
                <a:gd name="T0" fmla="*/ 0 w 131"/>
                <a:gd name="T1" fmla="*/ 0 h 152"/>
                <a:gd name="T2" fmla="*/ 0 w 131"/>
                <a:gd name="T3" fmla="*/ 0 h 152"/>
                <a:gd name="T4" fmla="*/ 0 w 131"/>
                <a:gd name="T5" fmla="*/ 0 h 152"/>
                <a:gd name="T6" fmla="*/ 0 w 131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1"/>
                <a:gd name="T13" fmla="*/ 0 h 152"/>
                <a:gd name="T14" fmla="*/ 131 w 131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1" h="152">
                  <a:moveTo>
                    <a:pt x="131" y="152"/>
                  </a:moveTo>
                  <a:lnTo>
                    <a:pt x="118" y="121"/>
                  </a:lnTo>
                  <a:lnTo>
                    <a:pt x="58" y="5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6" name="Freeform 799">
              <a:extLst>
                <a:ext uri="{FF2B5EF4-FFF2-40B4-BE49-F238E27FC236}">
                  <a16:creationId xmlns:a16="http://schemas.microsoft.com/office/drawing/2014/main" id="{36A0565B-48A6-BCB3-8861-7A95F39E5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967"/>
              <a:ext cx="52" cy="9"/>
            </a:xfrm>
            <a:custGeom>
              <a:avLst/>
              <a:gdLst>
                <a:gd name="T0" fmla="*/ 0 w 305"/>
                <a:gd name="T1" fmla="*/ 0 h 50"/>
                <a:gd name="T2" fmla="*/ 0 w 305"/>
                <a:gd name="T3" fmla="*/ 0 h 50"/>
                <a:gd name="T4" fmla="*/ 0 w 305"/>
                <a:gd name="T5" fmla="*/ 0 h 50"/>
                <a:gd name="T6" fmla="*/ 0 w 305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5"/>
                <a:gd name="T13" fmla="*/ 0 h 50"/>
                <a:gd name="T14" fmla="*/ 305 w 305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5" h="50">
                  <a:moveTo>
                    <a:pt x="0" y="50"/>
                  </a:moveTo>
                  <a:lnTo>
                    <a:pt x="305" y="4"/>
                  </a:lnTo>
                  <a:lnTo>
                    <a:pt x="293" y="0"/>
                  </a:lnTo>
                  <a:lnTo>
                    <a:pt x="263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7" name="Freeform 800">
              <a:extLst>
                <a:ext uri="{FF2B5EF4-FFF2-40B4-BE49-F238E27FC236}">
                  <a16:creationId xmlns:a16="http://schemas.microsoft.com/office/drawing/2014/main" id="{3311AE0F-8412-13F0-33DA-FD62DC58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973"/>
              <a:ext cx="2" cy="97"/>
            </a:xfrm>
            <a:custGeom>
              <a:avLst/>
              <a:gdLst>
                <a:gd name="T0" fmla="*/ 0 w 8"/>
                <a:gd name="T1" fmla="*/ 0 h 579"/>
                <a:gd name="T2" fmla="*/ 0 w 8"/>
                <a:gd name="T3" fmla="*/ 0 h 579"/>
                <a:gd name="T4" fmla="*/ 0 w 8"/>
                <a:gd name="T5" fmla="*/ 0 h 579"/>
                <a:gd name="T6" fmla="*/ 0 w 8"/>
                <a:gd name="T7" fmla="*/ 0 h 579"/>
                <a:gd name="T8" fmla="*/ 0 w 8"/>
                <a:gd name="T9" fmla="*/ 0 h 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579"/>
                <a:gd name="T17" fmla="*/ 8 w 8"/>
                <a:gd name="T18" fmla="*/ 579 h 5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579">
                  <a:moveTo>
                    <a:pt x="4" y="0"/>
                  </a:moveTo>
                  <a:lnTo>
                    <a:pt x="8" y="498"/>
                  </a:lnTo>
                  <a:lnTo>
                    <a:pt x="4" y="579"/>
                  </a:lnTo>
                  <a:lnTo>
                    <a:pt x="0" y="544"/>
                  </a:lnTo>
                  <a:lnTo>
                    <a:pt x="4" y="5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8" name="Freeform 801">
              <a:extLst>
                <a:ext uri="{FF2B5EF4-FFF2-40B4-BE49-F238E27FC236}">
                  <a16:creationId xmlns:a16="http://schemas.microsoft.com/office/drawing/2014/main" id="{01C73AF9-E015-7BBA-7DF9-718B0E3B3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3011"/>
              <a:ext cx="72" cy="11"/>
            </a:xfrm>
            <a:custGeom>
              <a:avLst/>
              <a:gdLst>
                <a:gd name="T0" fmla="*/ 0 w 426"/>
                <a:gd name="T1" fmla="*/ 0 h 72"/>
                <a:gd name="T2" fmla="*/ 0 w 426"/>
                <a:gd name="T3" fmla="*/ 0 h 72"/>
                <a:gd name="T4" fmla="*/ 0 w 426"/>
                <a:gd name="T5" fmla="*/ 0 h 72"/>
                <a:gd name="T6" fmla="*/ 0 w 426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6"/>
                <a:gd name="T13" fmla="*/ 0 h 72"/>
                <a:gd name="T14" fmla="*/ 426 w 426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6" h="72">
                  <a:moveTo>
                    <a:pt x="0" y="72"/>
                  </a:moveTo>
                  <a:lnTo>
                    <a:pt x="426" y="6"/>
                  </a:lnTo>
                  <a:lnTo>
                    <a:pt x="406" y="0"/>
                  </a:lnTo>
                  <a:lnTo>
                    <a:pt x="377" y="1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9" name="Freeform 802">
              <a:extLst>
                <a:ext uri="{FF2B5EF4-FFF2-40B4-BE49-F238E27FC236}">
                  <a16:creationId xmlns:a16="http://schemas.microsoft.com/office/drawing/2014/main" id="{3D1CC72E-9E74-D258-A0C6-44E125EB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2981"/>
              <a:ext cx="10" cy="27"/>
            </a:xfrm>
            <a:custGeom>
              <a:avLst/>
              <a:gdLst>
                <a:gd name="T0" fmla="*/ 0 w 60"/>
                <a:gd name="T1" fmla="*/ 0 h 163"/>
                <a:gd name="T2" fmla="*/ 0 w 60"/>
                <a:gd name="T3" fmla="*/ 0 h 163"/>
                <a:gd name="T4" fmla="*/ 0 w 60"/>
                <a:gd name="T5" fmla="*/ 0 h 163"/>
                <a:gd name="T6" fmla="*/ 0 60000 65536"/>
                <a:gd name="T7" fmla="*/ 0 60000 65536"/>
                <a:gd name="T8" fmla="*/ 0 60000 65536"/>
                <a:gd name="T9" fmla="*/ 0 w 60"/>
                <a:gd name="T10" fmla="*/ 0 h 163"/>
                <a:gd name="T11" fmla="*/ 60 w 60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63">
                  <a:moveTo>
                    <a:pt x="60" y="0"/>
                  </a:moveTo>
                  <a:lnTo>
                    <a:pt x="60" y="36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0" name="Freeform 803">
              <a:extLst>
                <a:ext uri="{FF2B5EF4-FFF2-40B4-BE49-F238E27FC236}">
                  <a16:creationId xmlns:a16="http://schemas.microsoft.com/office/drawing/2014/main" id="{7E6CFD6B-0575-819E-90A5-D8284593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987"/>
              <a:ext cx="7" cy="20"/>
            </a:xfrm>
            <a:custGeom>
              <a:avLst/>
              <a:gdLst>
                <a:gd name="T0" fmla="*/ 0 w 41"/>
                <a:gd name="T1" fmla="*/ 0 h 117"/>
                <a:gd name="T2" fmla="*/ 0 w 41"/>
                <a:gd name="T3" fmla="*/ 0 h 117"/>
                <a:gd name="T4" fmla="*/ 0 w 41"/>
                <a:gd name="T5" fmla="*/ 0 h 117"/>
                <a:gd name="T6" fmla="*/ 0 60000 65536"/>
                <a:gd name="T7" fmla="*/ 0 60000 65536"/>
                <a:gd name="T8" fmla="*/ 0 60000 65536"/>
                <a:gd name="T9" fmla="*/ 0 w 41"/>
                <a:gd name="T10" fmla="*/ 0 h 117"/>
                <a:gd name="T11" fmla="*/ 41 w 41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17">
                  <a:moveTo>
                    <a:pt x="0" y="0"/>
                  </a:moveTo>
                  <a:lnTo>
                    <a:pt x="37" y="81"/>
                  </a:lnTo>
                  <a:lnTo>
                    <a:pt x="41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1" name="Freeform 804">
              <a:extLst>
                <a:ext uri="{FF2B5EF4-FFF2-40B4-BE49-F238E27FC236}">
                  <a16:creationId xmlns:a16="http://schemas.microsoft.com/office/drawing/2014/main" id="{B8F31048-AC9B-8A69-FA51-F6EBC1784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967"/>
              <a:ext cx="25" cy="34"/>
            </a:xfrm>
            <a:custGeom>
              <a:avLst/>
              <a:gdLst>
                <a:gd name="T0" fmla="*/ 0 w 150"/>
                <a:gd name="T1" fmla="*/ 0 h 203"/>
                <a:gd name="T2" fmla="*/ 0 w 150"/>
                <a:gd name="T3" fmla="*/ 0 h 203"/>
                <a:gd name="T4" fmla="*/ 0 w 150"/>
                <a:gd name="T5" fmla="*/ 0 h 203"/>
                <a:gd name="T6" fmla="*/ 0 w 150"/>
                <a:gd name="T7" fmla="*/ 0 h 203"/>
                <a:gd name="T8" fmla="*/ 0 w 150"/>
                <a:gd name="T9" fmla="*/ 0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03"/>
                <a:gd name="T17" fmla="*/ 150 w 150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03">
                  <a:moveTo>
                    <a:pt x="150" y="0"/>
                  </a:moveTo>
                  <a:lnTo>
                    <a:pt x="105" y="66"/>
                  </a:lnTo>
                  <a:lnTo>
                    <a:pt x="69" y="121"/>
                  </a:lnTo>
                  <a:lnTo>
                    <a:pt x="24" y="177"/>
                  </a:lnTo>
                  <a:lnTo>
                    <a:pt x="0" y="2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" name="Freeform 805">
              <a:extLst>
                <a:ext uri="{FF2B5EF4-FFF2-40B4-BE49-F238E27FC236}">
                  <a16:creationId xmlns:a16="http://schemas.microsoft.com/office/drawing/2014/main" id="{A7AD751B-7548-8E12-3AB1-D049CB5B4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992"/>
              <a:ext cx="37" cy="41"/>
            </a:xfrm>
            <a:custGeom>
              <a:avLst/>
              <a:gdLst>
                <a:gd name="T0" fmla="*/ 0 w 216"/>
                <a:gd name="T1" fmla="*/ 0 h 244"/>
                <a:gd name="T2" fmla="*/ 0 w 216"/>
                <a:gd name="T3" fmla="*/ 0 h 244"/>
                <a:gd name="T4" fmla="*/ 0 w 216"/>
                <a:gd name="T5" fmla="*/ 0 h 244"/>
                <a:gd name="T6" fmla="*/ 0 w 216"/>
                <a:gd name="T7" fmla="*/ 0 h 244"/>
                <a:gd name="T8" fmla="*/ 0 w 216"/>
                <a:gd name="T9" fmla="*/ 0 h 244"/>
                <a:gd name="T10" fmla="*/ 0 w 216"/>
                <a:gd name="T11" fmla="*/ 0 h 2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"/>
                <a:gd name="T19" fmla="*/ 0 h 244"/>
                <a:gd name="T20" fmla="*/ 216 w 216"/>
                <a:gd name="T21" fmla="*/ 244 h 2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" h="244">
                  <a:moveTo>
                    <a:pt x="216" y="0"/>
                  </a:moveTo>
                  <a:lnTo>
                    <a:pt x="183" y="50"/>
                  </a:lnTo>
                  <a:lnTo>
                    <a:pt x="143" y="106"/>
                  </a:lnTo>
                  <a:lnTo>
                    <a:pt x="86" y="162"/>
                  </a:lnTo>
                  <a:lnTo>
                    <a:pt x="45" y="203"/>
                  </a:lnTo>
                  <a:lnTo>
                    <a:pt x="0" y="24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3" name="Freeform 806">
              <a:extLst>
                <a:ext uri="{FF2B5EF4-FFF2-40B4-BE49-F238E27FC236}">
                  <a16:creationId xmlns:a16="http://schemas.microsoft.com/office/drawing/2014/main" id="{AF7BEE08-A95B-3034-0D48-EF6E88404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3010"/>
              <a:ext cx="1" cy="62"/>
            </a:xfrm>
            <a:custGeom>
              <a:avLst/>
              <a:gdLst>
                <a:gd name="T0" fmla="*/ 0 w 8"/>
                <a:gd name="T1" fmla="*/ 0 h 370"/>
                <a:gd name="T2" fmla="*/ 0 w 8"/>
                <a:gd name="T3" fmla="*/ 0 h 370"/>
                <a:gd name="T4" fmla="*/ 0 w 8"/>
                <a:gd name="T5" fmla="*/ 0 h 370"/>
                <a:gd name="T6" fmla="*/ 0 w 8"/>
                <a:gd name="T7" fmla="*/ 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370"/>
                <a:gd name="T14" fmla="*/ 8 w 8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370">
                  <a:moveTo>
                    <a:pt x="8" y="0"/>
                  </a:moveTo>
                  <a:lnTo>
                    <a:pt x="8" y="370"/>
                  </a:lnTo>
                  <a:lnTo>
                    <a:pt x="0" y="335"/>
                  </a:lnTo>
                  <a:lnTo>
                    <a:pt x="8" y="26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4" name="Freeform 807">
              <a:extLst>
                <a:ext uri="{FF2B5EF4-FFF2-40B4-BE49-F238E27FC236}">
                  <a16:creationId xmlns:a16="http://schemas.microsoft.com/office/drawing/2014/main" id="{3BC06C06-E6CF-C232-5D82-17AC7832D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2974"/>
              <a:ext cx="31" cy="6"/>
            </a:xfrm>
            <a:custGeom>
              <a:avLst/>
              <a:gdLst>
                <a:gd name="T0" fmla="*/ 0 w 183"/>
                <a:gd name="T1" fmla="*/ 0 h 36"/>
                <a:gd name="T2" fmla="*/ 0 w 183"/>
                <a:gd name="T3" fmla="*/ 0 h 36"/>
                <a:gd name="T4" fmla="*/ 0 w 183"/>
                <a:gd name="T5" fmla="*/ 0 h 36"/>
                <a:gd name="T6" fmla="*/ 0 w 183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"/>
                <a:gd name="T13" fmla="*/ 0 h 36"/>
                <a:gd name="T14" fmla="*/ 183 w 183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" h="36">
                  <a:moveTo>
                    <a:pt x="0" y="36"/>
                  </a:moveTo>
                  <a:lnTo>
                    <a:pt x="183" y="6"/>
                  </a:lnTo>
                  <a:lnTo>
                    <a:pt x="163" y="0"/>
                  </a:lnTo>
                  <a:lnTo>
                    <a:pt x="139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5" name="Freeform 808">
              <a:extLst>
                <a:ext uri="{FF2B5EF4-FFF2-40B4-BE49-F238E27FC236}">
                  <a16:creationId xmlns:a16="http://schemas.microsoft.com/office/drawing/2014/main" id="{C7A101AB-58C2-6119-30C5-CF47E3F2F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999"/>
              <a:ext cx="49" cy="9"/>
            </a:xfrm>
            <a:custGeom>
              <a:avLst/>
              <a:gdLst>
                <a:gd name="T0" fmla="*/ 0 w 293"/>
                <a:gd name="T1" fmla="*/ 0 h 56"/>
                <a:gd name="T2" fmla="*/ 0 w 293"/>
                <a:gd name="T3" fmla="*/ 0 h 56"/>
                <a:gd name="T4" fmla="*/ 0 w 293"/>
                <a:gd name="T5" fmla="*/ 0 h 56"/>
                <a:gd name="T6" fmla="*/ 0 w 293"/>
                <a:gd name="T7" fmla="*/ 0 h 56"/>
                <a:gd name="T8" fmla="*/ 0 w 293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"/>
                <a:gd name="T16" fmla="*/ 0 h 56"/>
                <a:gd name="T17" fmla="*/ 293 w 293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" h="56">
                  <a:moveTo>
                    <a:pt x="0" y="56"/>
                  </a:moveTo>
                  <a:lnTo>
                    <a:pt x="293" y="10"/>
                  </a:lnTo>
                  <a:lnTo>
                    <a:pt x="272" y="6"/>
                  </a:lnTo>
                  <a:lnTo>
                    <a:pt x="276" y="0"/>
                  </a:lnTo>
                  <a:lnTo>
                    <a:pt x="256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6" name="Freeform 809">
              <a:extLst>
                <a:ext uri="{FF2B5EF4-FFF2-40B4-BE49-F238E27FC236}">
                  <a16:creationId xmlns:a16="http://schemas.microsoft.com/office/drawing/2014/main" id="{5D7526F7-6B48-F5D6-0F4A-DE4FD5FAA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3005"/>
              <a:ext cx="14" cy="68"/>
            </a:xfrm>
            <a:custGeom>
              <a:avLst/>
              <a:gdLst>
                <a:gd name="T0" fmla="*/ 0 w 82"/>
                <a:gd name="T1" fmla="*/ 0 h 407"/>
                <a:gd name="T2" fmla="*/ 0 w 82"/>
                <a:gd name="T3" fmla="*/ 0 h 407"/>
                <a:gd name="T4" fmla="*/ 0 w 82"/>
                <a:gd name="T5" fmla="*/ 0 h 407"/>
                <a:gd name="T6" fmla="*/ 0 w 82"/>
                <a:gd name="T7" fmla="*/ 0 h 407"/>
                <a:gd name="T8" fmla="*/ 0 w 82"/>
                <a:gd name="T9" fmla="*/ 0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407"/>
                <a:gd name="T17" fmla="*/ 82 w 82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407">
                  <a:moveTo>
                    <a:pt x="82" y="0"/>
                  </a:moveTo>
                  <a:lnTo>
                    <a:pt x="82" y="204"/>
                  </a:lnTo>
                  <a:lnTo>
                    <a:pt x="82" y="376"/>
                  </a:lnTo>
                  <a:lnTo>
                    <a:pt x="82" y="407"/>
                  </a:lnTo>
                  <a:lnTo>
                    <a:pt x="0" y="315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7" name="Line 810">
              <a:extLst>
                <a:ext uri="{FF2B5EF4-FFF2-40B4-BE49-F238E27FC236}">
                  <a16:creationId xmlns:a16="http://schemas.microsoft.com/office/drawing/2014/main" id="{D3498906-8DBA-B442-168F-F5040CA5B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6" y="3105"/>
              <a:ext cx="7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8" name="Line 811">
              <a:extLst>
                <a:ext uri="{FF2B5EF4-FFF2-40B4-BE49-F238E27FC236}">
                  <a16:creationId xmlns:a16="http://schemas.microsoft.com/office/drawing/2014/main" id="{99C52ACE-33D9-9215-9494-DEC17B645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3105"/>
              <a:ext cx="30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9" name="Line 812">
              <a:extLst>
                <a:ext uri="{FF2B5EF4-FFF2-40B4-BE49-F238E27FC236}">
                  <a16:creationId xmlns:a16="http://schemas.microsoft.com/office/drawing/2014/main" id="{79832738-81D4-25EE-1429-F941CB3FD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3105"/>
              <a:ext cx="82" cy="11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70" name="Group 813">
            <a:extLst>
              <a:ext uri="{FF2B5EF4-FFF2-40B4-BE49-F238E27FC236}">
                <a16:creationId xmlns:a16="http://schemas.microsoft.com/office/drawing/2014/main" id="{E0F20A5F-AA2C-EAD7-D588-768A97C89F42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4269047"/>
            <a:ext cx="785813" cy="685800"/>
            <a:chOff x="1882" y="3229"/>
            <a:chExt cx="419" cy="366"/>
          </a:xfrm>
        </p:grpSpPr>
        <p:sp>
          <p:nvSpPr>
            <p:cNvPr id="1371" name="Freeform 814">
              <a:extLst>
                <a:ext uri="{FF2B5EF4-FFF2-40B4-BE49-F238E27FC236}">
                  <a16:creationId xmlns:a16="http://schemas.microsoft.com/office/drawing/2014/main" id="{BC2DD350-18D3-E48B-57FB-F4293C58C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3236"/>
              <a:ext cx="1" cy="82"/>
            </a:xfrm>
            <a:custGeom>
              <a:avLst/>
              <a:gdLst>
                <a:gd name="T0" fmla="*/ 0 w 7"/>
                <a:gd name="T1" fmla="*/ 0 h 579"/>
                <a:gd name="T2" fmla="*/ 0 w 7"/>
                <a:gd name="T3" fmla="*/ 0 h 579"/>
                <a:gd name="T4" fmla="*/ 0 w 7"/>
                <a:gd name="T5" fmla="*/ 0 h 579"/>
                <a:gd name="T6" fmla="*/ 0 w 7"/>
                <a:gd name="T7" fmla="*/ 0 h 579"/>
                <a:gd name="T8" fmla="*/ 0 w 7"/>
                <a:gd name="T9" fmla="*/ 0 h 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"/>
                <a:gd name="T16" fmla="*/ 0 h 579"/>
                <a:gd name="T17" fmla="*/ 7 w 7"/>
                <a:gd name="T18" fmla="*/ 579 h 5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" h="579">
                  <a:moveTo>
                    <a:pt x="3" y="0"/>
                  </a:moveTo>
                  <a:lnTo>
                    <a:pt x="7" y="498"/>
                  </a:lnTo>
                  <a:lnTo>
                    <a:pt x="3" y="579"/>
                  </a:lnTo>
                  <a:lnTo>
                    <a:pt x="0" y="544"/>
                  </a:lnTo>
                  <a:lnTo>
                    <a:pt x="3" y="5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" name="Freeform 815">
              <a:extLst>
                <a:ext uri="{FF2B5EF4-FFF2-40B4-BE49-F238E27FC236}">
                  <a16:creationId xmlns:a16="http://schemas.microsoft.com/office/drawing/2014/main" id="{E8F5DEAC-8809-A6CF-3563-DF0258CF6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268"/>
              <a:ext cx="61" cy="10"/>
            </a:xfrm>
            <a:custGeom>
              <a:avLst/>
              <a:gdLst>
                <a:gd name="T0" fmla="*/ 0 w 427"/>
                <a:gd name="T1" fmla="*/ 0 h 72"/>
                <a:gd name="T2" fmla="*/ 0 w 427"/>
                <a:gd name="T3" fmla="*/ 0 h 72"/>
                <a:gd name="T4" fmla="*/ 0 w 427"/>
                <a:gd name="T5" fmla="*/ 0 h 72"/>
                <a:gd name="T6" fmla="*/ 0 w 427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7"/>
                <a:gd name="T13" fmla="*/ 0 h 72"/>
                <a:gd name="T14" fmla="*/ 427 w 427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7" h="72">
                  <a:moveTo>
                    <a:pt x="0" y="72"/>
                  </a:moveTo>
                  <a:lnTo>
                    <a:pt x="427" y="6"/>
                  </a:lnTo>
                  <a:lnTo>
                    <a:pt x="407" y="0"/>
                  </a:lnTo>
                  <a:lnTo>
                    <a:pt x="379" y="1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3" name="Freeform 816">
              <a:extLst>
                <a:ext uri="{FF2B5EF4-FFF2-40B4-BE49-F238E27FC236}">
                  <a16:creationId xmlns:a16="http://schemas.microsoft.com/office/drawing/2014/main" id="{7F5C379A-E8E1-EAA3-178D-48CEA93E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3229"/>
              <a:ext cx="6" cy="17"/>
            </a:xfrm>
            <a:custGeom>
              <a:avLst/>
              <a:gdLst>
                <a:gd name="T0" fmla="*/ 0 w 40"/>
                <a:gd name="T1" fmla="*/ 0 h 117"/>
                <a:gd name="T2" fmla="*/ 0 w 40"/>
                <a:gd name="T3" fmla="*/ 0 h 117"/>
                <a:gd name="T4" fmla="*/ 0 w 40"/>
                <a:gd name="T5" fmla="*/ 0 h 117"/>
                <a:gd name="T6" fmla="*/ 0 60000 65536"/>
                <a:gd name="T7" fmla="*/ 0 60000 65536"/>
                <a:gd name="T8" fmla="*/ 0 60000 65536"/>
                <a:gd name="T9" fmla="*/ 0 w 40"/>
                <a:gd name="T10" fmla="*/ 0 h 117"/>
                <a:gd name="T11" fmla="*/ 40 w 40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" h="117">
                  <a:moveTo>
                    <a:pt x="0" y="0"/>
                  </a:moveTo>
                  <a:lnTo>
                    <a:pt x="36" y="76"/>
                  </a:lnTo>
                  <a:lnTo>
                    <a:pt x="40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4" name="Freeform 817">
              <a:extLst>
                <a:ext uri="{FF2B5EF4-FFF2-40B4-BE49-F238E27FC236}">
                  <a16:creationId xmlns:a16="http://schemas.microsoft.com/office/drawing/2014/main" id="{AE6A8C83-50A2-73DE-5480-49CD5DF7F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3242"/>
              <a:ext cx="56" cy="80"/>
            </a:xfrm>
            <a:custGeom>
              <a:avLst/>
              <a:gdLst>
                <a:gd name="T0" fmla="*/ 0 w 394"/>
                <a:gd name="T1" fmla="*/ 0 h 554"/>
                <a:gd name="T2" fmla="*/ 0 w 394"/>
                <a:gd name="T3" fmla="*/ 0 h 554"/>
                <a:gd name="T4" fmla="*/ 0 w 394"/>
                <a:gd name="T5" fmla="*/ 0 h 554"/>
                <a:gd name="T6" fmla="*/ 0 w 394"/>
                <a:gd name="T7" fmla="*/ 0 h 554"/>
                <a:gd name="T8" fmla="*/ 0 w 394"/>
                <a:gd name="T9" fmla="*/ 0 h 554"/>
                <a:gd name="T10" fmla="*/ 0 w 394"/>
                <a:gd name="T11" fmla="*/ 0 h 554"/>
                <a:gd name="T12" fmla="*/ 0 w 394"/>
                <a:gd name="T13" fmla="*/ 0 h 554"/>
                <a:gd name="T14" fmla="*/ 0 w 394"/>
                <a:gd name="T15" fmla="*/ 0 h 554"/>
                <a:gd name="T16" fmla="*/ 0 w 394"/>
                <a:gd name="T17" fmla="*/ 0 h 554"/>
                <a:gd name="T18" fmla="*/ 0 w 394"/>
                <a:gd name="T19" fmla="*/ 0 h 554"/>
                <a:gd name="T20" fmla="*/ 0 w 394"/>
                <a:gd name="T21" fmla="*/ 0 h 554"/>
                <a:gd name="T22" fmla="*/ 0 w 394"/>
                <a:gd name="T23" fmla="*/ 0 h 554"/>
                <a:gd name="T24" fmla="*/ 0 w 394"/>
                <a:gd name="T25" fmla="*/ 0 h 554"/>
                <a:gd name="T26" fmla="*/ 0 w 394"/>
                <a:gd name="T27" fmla="*/ 0 h 5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94"/>
                <a:gd name="T43" fmla="*/ 0 h 554"/>
                <a:gd name="T44" fmla="*/ 394 w 394"/>
                <a:gd name="T45" fmla="*/ 554 h 55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94" h="554">
                  <a:moveTo>
                    <a:pt x="324" y="45"/>
                  </a:moveTo>
                  <a:lnTo>
                    <a:pt x="377" y="30"/>
                  </a:lnTo>
                  <a:lnTo>
                    <a:pt x="394" y="40"/>
                  </a:lnTo>
                  <a:lnTo>
                    <a:pt x="386" y="40"/>
                  </a:lnTo>
                  <a:lnTo>
                    <a:pt x="93" y="81"/>
                  </a:lnTo>
                  <a:lnTo>
                    <a:pt x="77" y="0"/>
                  </a:lnTo>
                  <a:lnTo>
                    <a:pt x="93" y="101"/>
                  </a:lnTo>
                  <a:lnTo>
                    <a:pt x="93" y="183"/>
                  </a:lnTo>
                  <a:lnTo>
                    <a:pt x="85" y="274"/>
                  </a:lnTo>
                  <a:lnTo>
                    <a:pt x="73" y="350"/>
                  </a:lnTo>
                  <a:lnTo>
                    <a:pt x="60" y="416"/>
                  </a:lnTo>
                  <a:lnTo>
                    <a:pt x="40" y="478"/>
                  </a:lnTo>
                  <a:lnTo>
                    <a:pt x="20" y="523"/>
                  </a:lnTo>
                  <a:lnTo>
                    <a:pt x="0" y="55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5" name="Freeform 818">
              <a:extLst>
                <a:ext uri="{FF2B5EF4-FFF2-40B4-BE49-F238E27FC236}">
                  <a16:creationId xmlns:a16="http://schemas.microsoft.com/office/drawing/2014/main" id="{9FC58CE3-3731-1392-C6C0-211D6EA07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272"/>
              <a:ext cx="7" cy="25"/>
            </a:xfrm>
            <a:custGeom>
              <a:avLst/>
              <a:gdLst>
                <a:gd name="T0" fmla="*/ 0 w 45"/>
                <a:gd name="T1" fmla="*/ 0 h 178"/>
                <a:gd name="T2" fmla="*/ 0 w 45"/>
                <a:gd name="T3" fmla="*/ 0 h 178"/>
                <a:gd name="T4" fmla="*/ 0 w 45"/>
                <a:gd name="T5" fmla="*/ 0 h 178"/>
                <a:gd name="T6" fmla="*/ 0 w 45"/>
                <a:gd name="T7" fmla="*/ 0 h 1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"/>
                <a:gd name="T13" fmla="*/ 0 h 178"/>
                <a:gd name="T14" fmla="*/ 45 w 45"/>
                <a:gd name="T15" fmla="*/ 178 h 1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" h="178">
                  <a:moveTo>
                    <a:pt x="0" y="0"/>
                  </a:moveTo>
                  <a:lnTo>
                    <a:pt x="45" y="122"/>
                  </a:lnTo>
                  <a:lnTo>
                    <a:pt x="42" y="178"/>
                  </a:lnTo>
                  <a:lnTo>
                    <a:pt x="37" y="10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6" name="Freeform 819">
              <a:extLst>
                <a:ext uri="{FF2B5EF4-FFF2-40B4-BE49-F238E27FC236}">
                  <a16:creationId xmlns:a16="http://schemas.microsoft.com/office/drawing/2014/main" id="{98232A7E-B68D-E835-2FBC-AB44A11BF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3264"/>
              <a:ext cx="6" cy="26"/>
            </a:xfrm>
            <a:custGeom>
              <a:avLst/>
              <a:gdLst>
                <a:gd name="T0" fmla="*/ 0 w 40"/>
                <a:gd name="T1" fmla="*/ 0 h 182"/>
                <a:gd name="T2" fmla="*/ 0 w 40"/>
                <a:gd name="T3" fmla="*/ 0 h 182"/>
                <a:gd name="T4" fmla="*/ 0 w 40"/>
                <a:gd name="T5" fmla="*/ 0 h 182"/>
                <a:gd name="T6" fmla="*/ 0 w 40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"/>
                <a:gd name="T13" fmla="*/ 0 h 182"/>
                <a:gd name="T14" fmla="*/ 40 w 40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" h="182">
                  <a:moveTo>
                    <a:pt x="0" y="0"/>
                  </a:moveTo>
                  <a:lnTo>
                    <a:pt x="40" y="141"/>
                  </a:lnTo>
                  <a:lnTo>
                    <a:pt x="37" y="182"/>
                  </a:lnTo>
                  <a:lnTo>
                    <a:pt x="32" y="11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7" name="Freeform 820">
              <a:extLst>
                <a:ext uri="{FF2B5EF4-FFF2-40B4-BE49-F238E27FC236}">
                  <a16:creationId xmlns:a16="http://schemas.microsoft.com/office/drawing/2014/main" id="{DDF431DB-969D-A55F-3475-2D14A14B4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260"/>
              <a:ext cx="7" cy="47"/>
            </a:xfrm>
            <a:custGeom>
              <a:avLst/>
              <a:gdLst>
                <a:gd name="T0" fmla="*/ 0 w 52"/>
                <a:gd name="T1" fmla="*/ 0 h 347"/>
                <a:gd name="T2" fmla="*/ 0 w 52"/>
                <a:gd name="T3" fmla="*/ 0 h 347"/>
                <a:gd name="T4" fmla="*/ 0 w 52"/>
                <a:gd name="T5" fmla="*/ 0 h 347"/>
                <a:gd name="T6" fmla="*/ 0 w 52"/>
                <a:gd name="T7" fmla="*/ 0 h 3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347"/>
                <a:gd name="T14" fmla="*/ 52 w 52"/>
                <a:gd name="T15" fmla="*/ 347 h 3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347">
                  <a:moveTo>
                    <a:pt x="52" y="0"/>
                  </a:moveTo>
                  <a:lnTo>
                    <a:pt x="52" y="52"/>
                  </a:lnTo>
                  <a:lnTo>
                    <a:pt x="23" y="225"/>
                  </a:lnTo>
                  <a:lnTo>
                    <a:pt x="0" y="34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8" name="Freeform 821">
              <a:extLst>
                <a:ext uri="{FF2B5EF4-FFF2-40B4-BE49-F238E27FC236}">
                  <a16:creationId xmlns:a16="http://schemas.microsoft.com/office/drawing/2014/main" id="{F1477EAB-510F-4EA0-52F2-9FD7E860C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3308"/>
              <a:ext cx="49" cy="4"/>
            </a:xfrm>
            <a:custGeom>
              <a:avLst/>
              <a:gdLst>
                <a:gd name="T0" fmla="*/ 0 w 346"/>
                <a:gd name="T1" fmla="*/ 0 h 31"/>
                <a:gd name="T2" fmla="*/ 0 w 346"/>
                <a:gd name="T3" fmla="*/ 0 h 31"/>
                <a:gd name="T4" fmla="*/ 0 w 346"/>
                <a:gd name="T5" fmla="*/ 0 h 31"/>
                <a:gd name="T6" fmla="*/ 0 w 346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6"/>
                <a:gd name="T13" fmla="*/ 0 h 31"/>
                <a:gd name="T14" fmla="*/ 346 w 346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6" h="31">
                  <a:moveTo>
                    <a:pt x="0" y="31"/>
                  </a:moveTo>
                  <a:lnTo>
                    <a:pt x="346" y="5"/>
                  </a:lnTo>
                  <a:lnTo>
                    <a:pt x="326" y="0"/>
                  </a:lnTo>
                  <a:lnTo>
                    <a:pt x="278" y="1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9" name="Freeform 822">
              <a:extLst>
                <a:ext uri="{FF2B5EF4-FFF2-40B4-BE49-F238E27FC236}">
                  <a16:creationId xmlns:a16="http://schemas.microsoft.com/office/drawing/2014/main" id="{26A0BFE6-26C1-BAF3-97E0-29EC115BF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3231"/>
              <a:ext cx="43" cy="8"/>
            </a:xfrm>
            <a:custGeom>
              <a:avLst/>
              <a:gdLst>
                <a:gd name="T0" fmla="*/ 0 w 304"/>
                <a:gd name="T1" fmla="*/ 0 h 50"/>
                <a:gd name="T2" fmla="*/ 0 w 304"/>
                <a:gd name="T3" fmla="*/ 0 h 50"/>
                <a:gd name="T4" fmla="*/ 0 w 304"/>
                <a:gd name="T5" fmla="*/ 0 h 50"/>
                <a:gd name="T6" fmla="*/ 0 w 304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50"/>
                <a:gd name="T14" fmla="*/ 304 w 304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50">
                  <a:moveTo>
                    <a:pt x="0" y="50"/>
                  </a:moveTo>
                  <a:lnTo>
                    <a:pt x="304" y="4"/>
                  </a:lnTo>
                  <a:lnTo>
                    <a:pt x="292" y="0"/>
                  </a:lnTo>
                  <a:lnTo>
                    <a:pt x="264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0" name="Freeform 823">
              <a:extLst>
                <a:ext uri="{FF2B5EF4-FFF2-40B4-BE49-F238E27FC236}">
                  <a16:creationId xmlns:a16="http://schemas.microsoft.com/office/drawing/2014/main" id="{ACF1D09C-2F39-FEE6-9FD5-FAD110270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3243"/>
              <a:ext cx="8" cy="23"/>
            </a:xfrm>
            <a:custGeom>
              <a:avLst/>
              <a:gdLst>
                <a:gd name="T0" fmla="*/ 0 w 61"/>
                <a:gd name="T1" fmla="*/ 0 h 163"/>
                <a:gd name="T2" fmla="*/ 0 w 61"/>
                <a:gd name="T3" fmla="*/ 0 h 163"/>
                <a:gd name="T4" fmla="*/ 0 w 61"/>
                <a:gd name="T5" fmla="*/ 0 h 163"/>
                <a:gd name="T6" fmla="*/ 0 60000 65536"/>
                <a:gd name="T7" fmla="*/ 0 60000 65536"/>
                <a:gd name="T8" fmla="*/ 0 60000 65536"/>
                <a:gd name="T9" fmla="*/ 0 w 61"/>
                <a:gd name="T10" fmla="*/ 0 h 163"/>
                <a:gd name="T11" fmla="*/ 61 w 61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" h="163">
                  <a:moveTo>
                    <a:pt x="61" y="0"/>
                  </a:moveTo>
                  <a:lnTo>
                    <a:pt x="61" y="36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1" name="Freeform 824">
              <a:extLst>
                <a:ext uri="{FF2B5EF4-FFF2-40B4-BE49-F238E27FC236}">
                  <a16:creationId xmlns:a16="http://schemas.microsoft.com/office/drawing/2014/main" id="{D510B04A-1B10-E05D-45D9-14AD5CC91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3248"/>
              <a:ext cx="6" cy="17"/>
            </a:xfrm>
            <a:custGeom>
              <a:avLst/>
              <a:gdLst>
                <a:gd name="T0" fmla="*/ 0 w 41"/>
                <a:gd name="T1" fmla="*/ 0 h 117"/>
                <a:gd name="T2" fmla="*/ 0 w 41"/>
                <a:gd name="T3" fmla="*/ 0 h 117"/>
                <a:gd name="T4" fmla="*/ 0 w 41"/>
                <a:gd name="T5" fmla="*/ 0 h 117"/>
                <a:gd name="T6" fmla="*/ 0 60000 65536"/>
                <a:gd name="T7" fmla="*/ 0 60000 65536"/>
                <a:gd name="T8" fmla="*/ 0 60000 65536"/>
                <a:gd name="T9" fmla="*/ 0 w 41"/>
                <a:gd name="T10" fmla="*/ 0 h 117"/>
                <a:gd name="T11" fmla="*/ 41 w 41"/>
                <a:gd name="T12" fmla="*/ 117 h 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17">
                  <a:moveTo>
                    <a:pt x="0" y="0"/>
                  </a:moveTo>
                  <a:lnTo>
                    <a:pt x="36" y="81"/>
                  </a:lnTo>
                  <a:lnTo>
                    <a:pt x="41" y="117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" name="Freeform 825">
              <a:extLst>
                <a:ext uri="{FF2B5EF4-FFF2-40B4-BE49-F238E27FC236}">
                  <a16:creationId xmlns:a16="http://schemas.microsoft.com/office/drawing/2014/main" id="{D4A9F5AD-8293-F47F-65A5-09F3EDE0B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31"/>
              <a:ext cx="22" cy="30"/>
            </a:xfrm>
            <a:custGeom>
              <a:avLst/>
              <a:gdLst>
                <a:gd name="T0" fmla="*/ 0 w 151"/>
                <a:gd name="T1" fmla="*/ 0 h 203"/>
                <a:gd name="T2" fmla="*/ 0 w 151"/>
                <a:gd name="T3" fmla="*/ 0 h 203"/>
                <a:gd name="T4" fmla="*/ 0 w 151"/>
                <a:gd name="T5" fmla="*/ 0 h 203"/>
                <a:gd name="T6" fmla="*/ 0 w 151"/>
                <a:gd name="T7" fmla="*/ 0 h 203"/>
                <a:gd name="T8" fmla="*/ 0 w 151"/>
                <a:gd name="T9" fmla="*/ 0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1"/>
                <a:gd name="T16" fmla="*/ 0 h 203"/>
                <a:gd name="T17" fmla="*/ 151 w 151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1" h="203">
                  <a:moveTo>
                    <a:pt x="151" y="0"/>
                  </a:moveTo>
                  <a:lnTo>
                    <a:pt x="107" y="66"/>
                  </a:lnTo>
                  <a:lnTo>
                    <a:pt x="70" y="121"/>
                  </a:lnTo>
                  <a:lnTo>
                    <a:pt x="25" y="177"/>
                  </a:lnTo>
                  <a:lnTo>
                    <a:pt x="0" y="20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3" name="Freeform 826">
              <a:extLst>
                <a:ext uri="{FF2B5EF4-FFF2-40B4-BE49-F238E27FC236}">
                  <a16:creationId xmlns:a16="http://schemas.microsoft.com/office/drawing/2014/main" id="{4CF1CCA3-0058-F4E7-505E-D526F3C21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3252"/>
              <a:ext cx="30" cy="35"/>
            </a:xfrm>
            <a:custGeom>
              <a:avLst/>
              <a:gdLst>
                <a:gd name="T0" fmla="*/ 0 w 215"/>
                <a:gd name="T1" fmla="*/ 0 h 244"/>
                <a:gd name="T2" fmla="*/ 0 w 215"/>
                <a:gd name="T3" fmla="*/ 0 h 244"/>
                <a:gd name="T4" fmla="*/ 0 w 215"/>
                <a:gd name="T5" fmla="*/ 0 h 244"/>
                <a:gd name="T6" fmla="*/ 0 w 215"/>
                <a:gd name="T7" fmla="*/ 0 h 244"/>
                <a:gd name="T8" fmla="*/ 0 w 215"/>
                <a:gd name="T9" fmla="*/ 0 h 244"/>
                <a:gd name="T10" fmla="*/ 0 w 215"/>
                <a:gd name="T11" fmla="*/ 0 h 2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5"/>
                <a:gd name="T19" fmla="*/ 0 h 244"/>
                <a:gd name="T20" fmla="*/ 215 w 215"/>
                <a:gd name="T21" fmla="*/ 244 h 2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5" h="244">
                  <a:moveTo>
                    <a:pt x="215" y="0"/>
                  </a:moveTo>
                  <a:lnTo>
                    <a:pt x="183" y="50"/>
                  </a:lnTo>
                  <a:lnTo>
                    <a:pt x="142" y="106"/>
                  </a:lnTo>
                  <a:lnTo>
                    <a:pt x="85" y="162"/>
                  </a:lnTo>
                  <a:lnTo>
                    <a:pt x="45" y="203"/>
                  </a:lnTo>
                  <a:lnTo>
                    <a:pt x="0" y="24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4" name="Freeform 827">
              <a:extLst>
                <a:ext uri="{FF2B5EF4-FFF2-40B4-BE49-F238E27FC236}">
                  <a16:creationId xmlns:a16="http://schemas.microsoft.com/office/drawing/2014/main" id="{4FE1B32B-9188-73A7-428C-1D1A1F7D9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3267"/>
              <a:ext cx="1" cy="53"/>
            </a:xfrm>
            <a:custGeom>
              <a:avLst/>
              <a:gdLst>
                <a:gd name="T0" fmla="*/ 0 w 8"/>
                <a:gd name="T1" fmla="*/ 0 h 370"/>
                <a:gd name="T2" fmla="*/ 0 w 8"/>
                <a:gd name="T3" fmla="*/ 0 h 370"/>
                <a:gd name="T4" fmla="*/ 0 w 8"/>
                <a:gd name="T5" fmla="*/ 0 h 370"/>
                <a:gd name="T6" fmla="*/ 0 w 8"/>
                <a:gd name="T7" fmla="*/ 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370"/>
                <a:gd name="T14" fmla="*/ 8 w 8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370">
                  <a:moveTo>
                    <a:pt x="8" y="0"/>
                  </a:moveTo>
                  <a:lnTo>
                    <a:pt x="8" y="370"/>
                  </a:lnTo>
                  <a:lnTo>
                    <a:pt x="0" y="335"/>
                  </a:lnTo>
                  <a:lnTo>
                    <a:pt x="8" y="26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5" name="Freeform 828">
              <a:extLst>
                <a:ext uri="{FF2B5EF4-FFF2-40B4-BE49-F238E27FC236}">
                  <a16:creationId xmlns:a16="http://schemas.microsoft.com/office/drawing/2014/main" id="{A5C0977F-920D-87A8-DA9E-93ECD0BC6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3237"/>
              <a:ext cx="25" cy="5"/>
            </a:xfrm>
            <a:custGeom>
              <a:avLst/>
              <a:gdLst>
                <a:gd name="T0" fmla="*/ 0 w 182"/>
                <a:gd name="T1" fmla="*/ 0 h 36"/>
                <a:gd name="T2" fmla="*/ 0 w 182"/>
                <a:gd name="T3" fmla="*/ 0 h 36"/>
                <a:gd name="T4" fmla="*/ 0 w 182"/>
                <a:gd name="T5" fmla="*/ 0 h 36"/>
                <a:gd name="T6" fmla="*/ 0 w 182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2"/>
                <a:gd name="T13" fmla="*/ 0 h 36"/>
                <a:gd name="T14" fmla="*/ 182 w 182"/>
                <a:gd name="T15" fmla="*/ 36 h 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2" h="36">
                  <a:moveTo>
                    <a:pt x="0" y="36"/>
                  </a:moveTo>
                  <a:lnTo>
                    <a:pt x="182" y="6"/>
                  </a:lnTo>
                  <a:lnTo>
                    <a:pt x="162" y="0"/>
                  </a:lnTo>
                  <a:lnTo>
                    <a:pt x="138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6" name="Freeform 829">
              <a:extLst>
                <a:ext uri="{FF2B5EF4-FFF2-40B4-BE49-F238E27FC236}">
                  <a16:creationId xmlns:a16="http://schemas.microsoft.com/office/drawing/2014/main" id="{2F230B09-6C61-FA1E-DF29-D25422E2A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3258"/>
              <a:ext cx="42" cy="8"/>
            </a:xfrm>
            <a:custGeom>
              <a:avLst/>
              <a:gdLst>
                <a:gd name="T0" fmla="*/ 0 w 293"/>
                <a:gd name="T1" fmla="*/ 0 h 56"/>
                <a:gd name="T2" fmla="*/ 0 w 293"/>
                <a:gd name="T3" fmla="*/ 0 h 56"/>
                <a:gd name="T4" fmla="*/ 0 w 293"/>
                <a:gd name="T5" fmla="*/ 0 h 56"/>
                <a:gd name="T6" fmla="*/ 0 w 293"/>
                <a:gd name="T7" fmla="*/ 0 h 56"/>
                <a:gd name="T8" fmla="*/ 0 w 293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"/>
                <a:gd name="T16" fmla="*/ 0 h 56"/>
                <a:gd name="T17" fmla="*/ 293 w 293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" h="56">
                  <a:moveTo>
                    <a:pt x="0" y="56"/>
                  </a:moveTo>
                  <a:lnTo>
                    <a:pt x="293" y="10"/>
                  </a:lnTo>
                  <a:lnTo>
                    <a:pt x="273" y="6"/>
                  </a:lnTo>
                  <a:lnTo>
                    <a:pt x="277" y="0"/>
                  </a:lnTo>
                  <a:lnTo>
                    <a:pt x="257" y="1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7" name="Freeform 830">
              <a:extLst>
                <a:ext uri="{FF2B5EF4-FFF2-40B4-BE49-F238E27FC236}">
                  <a16:creationId xmlns:a16="http://schemas.microsoft.com/office/drawing/2014/main" id="{93B49604-5F2A-FE95-B961-796F69DF2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3263"/>
              <a:ext cx="11" cy="58"/>
            </a:xfrm>
            <a:custGeom>
              <a:avLst/>
              <a:gdLst>
                <a:gd name="T0" fmla="*/ 0 w 81"/>
                <a:gd name="T1" fmla="*/ 0 h 407"/>
                <a:gd name="T2" fmla="*/ 0 w 81"/>
                <a:gd name="T3" fmla="*/ 0 h 407"/>
                <a:gd name="T4" fmla="*/ 0 w 81"/>
                <a:gd name="T5" fmla="*/ 0 h 407"/>
                <a:gd name="T6" fmla="*/ 0 w 81"/>
                <a:gd name="T7" fmla="*/ 0 h 407"/>
                <a:gd name="T8" fmla="*/ 0 w 81"/>
                <a:gd name="T9" fmla="*/ 0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407"/>
                <a:gd name="T17" fmla="*/ 81 w 81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407">
                  <a:moveTo>
                    <a:pt x="81" y="0"/>
                  </a:moveTo>
                  <a:lnTo>
                    <a:pt x="81" y="204"/>
                  </a:lnTo>
                  <a:lnTo>
                    <a:pt x="81" y="376"/>
                  </a:lnTo>
                  <a:lnTo>
                    <a:pt x="81" y="407"/>
                  </a:lnTo>
                  <a:lnTo>
                    <a:pt x="0" y="315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8" name="Line 831">
              <a:extLst>
                <a:ext uri="{FF2B5EF4-FFF2-40B4-BE49-F238E27FC236}">
                  <a16:creationId xmlns:a16="http://schemas.microsoft.com/office/drawing/2014/main" id="{37D1CEB1-4282-3E45-CD6E-833B4A9D8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2" y="3348"/>
              <a:ext cx="107" cy="14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9" name="Line 832">
              <a:extLst>
                <a:ext uri="{FF2B5EF4-FFF2-40B4-BE49-F238E27FC236}">
                  <a16:creationId xmlns:a16="http://schemas.microsoft.com/office/drawing/2014/main" id="{02FCFB40-8FE2-1043-E236-F59E074A7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256" cy="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0" name="Line 833">
              <a:extLst>
                <a:ext uri="{FF2B5EF4-FFF2-40B4-BE49-F238E27FC236}">
                  <a16:creationId xmlns:a16="http://schemas.microsoft.com/office/drawing/2014/main" id="{A4A51405-ACAE-CA0B-7B97-B4ED28867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3" cy="24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1" name="Line 834">
              <a:extLst>
                <a:ext uri="{FF2B5EF4-FFF2-40B4-BE49-F238E27FC236}">
                  <a16:creationId xmlns:a16="http://schemas.microsoft.com/office/drawing/2014/main" id="{2B085643-8670-052F-7559-C5C30B767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312" cy="165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" name="Line 835">
              <a:extLst>
                <a:ext uri="{FF2B5EF4-FFF2-40B4-BE49-F238E27FC236}">
                  <a16:creationId xmlns:a16="http://schemas.microsoft.com/office/drawing/2014/main" id="{1C9C4C87-9E66-21AA-1750-175CA8AA8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9" y="3348"/>
              <a:ext cx="70" cy="9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0841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" grpId="0" animBg="1"/>
      <p:bldP spid="564" grpId="0" animBg="1"/>
      <p:bldP spid="79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00B5F-2F79-D6DF-27E3-8A55B8AA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49371-9F00-8BF5-341F-CC965A844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线段有效交点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圆的象限点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511DAA4D-BEBD-C359-6844-4724CD75F256}"/>
              </a:ext>
            </a:extLst>
          </p:cNvPr>
          <p:cNvGrpSpPr>
            <a:grpSpLocks/>
          </p:cNvGrpSpPr>
          <p:nvPr/>
        </p:nvGrpSpPr>
        <p:grpSpPr bwMode="auto">
          <a:xfrm>
            <a:off x="10155820" y="977319"/>
            <a:ext cx="1042987" cy="1268412"/>
            <a:chOff x="4783" y="891"/>
            <a:chExt cx="657" cy="799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4855FEA0-BFCA-B021-01F9-9445D5F78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5F45D3E9-C625-EF64-B347-9F65B8E40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1B1A325F-6BD9-2576-E1BD-A57055DC9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920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208C78B7-0986-9724-3DB2-C45FB466E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920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C1DBA14C-E940-84BB-6BFB-4CF9D4EB4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B2AB412C-8780-1961-0A41-BFB7F3A69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8081377A-46A9-2391-DDC8-EBA9A997C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8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9DC927D-77CD-CCC5-EB50-018156D7B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43"/>
              <a:ext cx="8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26E85247-76D6-1780-49F5-421B3EFD9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43"/>
              <a:ext cx="640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1429005E-586C-7873-FF2C-D96F12B64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643"/>
              <a:ext cx="640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85CF2193-4814-83D4-ABFC-A7DEC527E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568F291F-2B2A-E59E-DD92-E8E6486BC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FD372DE2-90DA-2643-3B2D-911220975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276B0282-3E4B-E9B9-252C-9A160CF8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9FAC3A50-DD4F-873A-6D4C-D8E4A154F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4DA67DA9-32F0-C725-3BFE-26145D85D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C6762CF9-1468-ACA2-45BB-674C9B742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0A8AA66F-9890-2742-6572-2D25A5937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2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DA75A2B2-CAFC-A416-ACD0-286C83408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5F96ED24-ECEB-05A7-2FE6-5B551740A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0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D58AE8CF-C549-E139-509B-FF5A89BCD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9"/>
              <a:ext cx="17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26CE13FC-E673-5D16-46CB-914F60F1A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929"/>
              <a:ext cx="17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29E3B656-EEBA-0FCB-67FE-DCBC7FCB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52"/>
              <a:ext cx="17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F882C37A-1178-962D-5955-F7842F1E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652"/>
              <a:ext cx="17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308A53B5-BB86-A07D-DDD7-E4C04264C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88F71713-3A10-F174-77DE-45245DA32A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1F39483A-D338-225B-AB06-104CA4DFC9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15E8698C-863F-0371-7D66-AA6A9FFD5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A7786217-BA8C-53DB-E959-9782D19D4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1CF7357-C8BD-6B4A-1625-A052BD6AD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DB1976BA-BC01-2E3F-D03B-CE4456153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FAB28FE8-36EB-35C6-BF33-0627CD282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391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B63C0024-78B7-8F0F-DFC5-9DADA7FDE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1391"/>
              <a:ext cx="640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C1A42703-763E-3AAB-AA4A-D26819E2C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2ED3334E-BA68-6FE1-8894-1ED09B7CC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42">
              <a:extLst>
                <a:ext uri="{FF2B5EF4-FFF2-40B4-BE49-F238E27FC236}">
                  <a16:creationId xmlns:a16="http://schemas.microsoft.com/office/drawing/2014/main" id="{4F932F73-31D9-500E-ED0F-998AF97E2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43">
              <a:extLst>
                <a:ext uri="{FF2B5EF4-FFF2-40B4-BE49-F238E27FC236}">
                  <a16:creationId xmlns:a16="http://schemas.microsoft.com/office/drawing/2014/main" id="{2CD561B9-20D6-985B-22D8-83C449089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572514C3-BEE6-6135-D114-0C62BCFD0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1A4BADFB-9F8F-7D8D-5874-7E7C84C2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20C7FCC8-AC76-9B1A-374F-D7B87EEF8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349AE7FB-0A95-F54E-AF2C-E515047DB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442F8A9A-9FC6-6758-D1CE-4CC6EF122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9">
              <a:extLst>
                <a:ext uri="{FF2B5EF4-FFF2-40B4-BE49-F238E27FC236}">
                  <a16:creationId xmlns:a16="http://schemas.microsoft.com/office/drawing/2014/main" id="{1EB8FDAC-22A0-DAD9-A8A4-36A595AED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50">
              <a:extLst>
                <a:ext uri="{FF2B5EF4-FFF2-40B4-BE49-F238E27FC236}">
                  <a16:creationId xmlns:a16="http://schemas.microsoft.com/office/drawing/2014/main" id="{21BBA0ED-C2AE-E081-9FFF-E35AB542E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51">
              <a:extLst>
                <a:ext uri="{FF2B5EF4-FFF2-40B4-BE49-F238E27FC236}">
                  <a16:creationId xmlns:a16="http://schemas.microsoft.com/office/drawing/2014/main" id="{BEABBCC8-5C3E-F869-C61C-67A064D8C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52">
              <a:extLst>
                <a:ext uri="{FF2B5EF4-FFF2-40B4-BE49-F238E27FC236}">
                  <a16:creationId xmlns:a16="http://schemas.microsoft.com/office/drawing/2014/main" id="{32C61229-8C4A-3614-D95A-0236603AF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53">
              <a:extLst>
                <a:ext uri="{FF2B5EF4-FFF2-40B4-BE49-F238E27FC236}">
                  <a16:creationId xmlns:a16="http://schemas.microsoft.com/office/drawing/2014/main" id="{05EDBDC0-48E4-2DE8-7B8E-DE0B6BB6C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4">
              <a:extLst>
                <a:ext uri="{FF2B5EF4-FFF2-40B4-BE49-F238E27FC236}">
                  <a16:creationId xmlns:a16="http://schemas.microsoft.com/office/drawing/2014/main" id="{B71FF87F-9225-F7FA-A9BF-E09FB2C2D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2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5">
              <a:extLst>
                <a:ext uri="{FF2B5EF4-FFF2-40B4-BE49-F238E27FC236}">
                  <a16:creationId xmlns:a16="http://schemas.microsoft.com/office/drawing/2014/main" id="{E44025BD-ECB6-1AAB-8D10-E4E530DED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2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6">
              <a:extLst>
                <a:ext uri="{FF2B5EF4-FFF2-40B4-BE49-F238E27FC236}">
                  <a16:creationId xmlns:a16="http://schemas.microsoft.com/office/drawing/2014/main" id="{2DBD78EF-B72D-41CF-F7D0-0173C3711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7">
              <a:extLst>
                <a:ext uri="{FF2B5EF4-FFF2-40B4-BE49-F238E27FC236}">
                  <a16:creationId xmlns:a16="http://schemas.microsoft.com/office/drawing/2014/main" id="{FEEBF2FC-5051-5E11-1E5B-B241A1DD8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8">
              <a:extLst>
                <a:ext uri="{FF2B5EF4-FFF2-40B4-BE49-F238E27FC236}">
                  <a16:creationId xmlns:a16="http://schemas.microsoft.com/office/drawing/2014/main" id="{4C1EA1E1-2CCC-D671-FD9E-12A6DD4BB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5" y="33"/>
                  </a:lnTo>
                  <a:lnTo>
                    <a:pt x="86" y="42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1" y="42"/>
                  </a:lnTo>
                  <a:lnTo>
                    <a:pt x="12" y="33"/>
                  </a:lnTo>
                  <a:lnTo>
                    <a:pt x="6" y="24"/>
                  </a:lnTo>
                  <a:lnTo>
                    <a:pt x="2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9">
              <a:extLst>
                <a:ext uri="{FF2B5EF4-FFF2-40B4-BE49-F238E27FC236}">
                  <a16:creationId xmlns:a16="http://schemas.microsoft.com/office/drawing/2014/main" id="{C071E5CC-9CF4-0727-6ECD-46F235C86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5" y="33"/>
                  </a:lnTo>
                  <a:lnTo>
                    <a:pt x="86" y="42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1" y="42"/>
                  </a:lnTo>
                  <a:lnTo>
                    <a:pt x="12" y="33"/>
                  </a:lnTo>
                  <a:lnTo>
                    <a:pt x="6" y="24"/>
                  </a:lnTo>
                  <a:lnTo>
                    <a:pt x="2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60">
              <a:extLst>
                <a:ext uri="{FF2B5EF4-FFF2-40B4-BE49-F238E27FC236}">
                  <a16:creationId xmlns:a16="http://schemas.microsoft.com/office/drawing/2014/main" id="{8EF49DCE-8EBA-9A30-3307-345BE8FC3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61">
              <a:extLst>
                <a:ext uri="{FF2B5EF4-FFF2-40B4-BE49-F238E27FC236}">
                  <a16:creationId xmlns:a16="http://schemas.microsoft.com/office/drawing/2014/main" id="{B0437D30-5C91-02BB-AF47-DA79EB3C9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62">
              <a:extLst>
                <a:ext uri="{FF2B5EF4-FFF2-40B4-BE49-F238E27FC236}">
                  <a16:creationId xmlns:a16="http://schemas.microsoft.com/office/drawing/2014/main" id="{B237C1C9-24DB-E0FD-AC2C-B19030208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663FAE94-5594-0FFA-3023-B2BCC42B6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4">
              <a:extLst>
                <a:ext uri="{FF2B5EF4-FFF2-40B4-BE49-F238E27FC236}">
                  <a16:creationId xmlns:a16="http://schemas.microsoft.com/office/drawing/2014/main" id="{ACF438DE-41B7-D340-82BB-F6583D9BE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5">
              <a:extLst>
                <a:ext uri="{FF2B5EF4-FFF2-40B4-BE49-F238E27FC236}">
                  <a16:creationId xmlns:a16="http://schemas.microsoft.com/office/drawing/2014/main" id="{3559F949-74A6-238E-39B4-4711D89A0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" name="Group 66">
            <a:extLst>
              <a:ext uri="{FF2B5EF4-FFF2-40B4-BE49-F238E27FC236}">
                <a16:creationId xmlns:a16="http://schemas.microsoft.com/office/drawing/2014/main" id="{DE8474AF-9ADF-8B6E-D0B3-64AB4921F594}"/>
              </a:ext>
            </a:extLst>
          </p:cNvPr>
          <p:cNvGrpSpPr>
            <a:grpSpLocks/>
          </p:cNvGrpSpPr>
          <p:nvPr/>
        </p:nvGrpSpPr>
        <p:grpSpPr bwMode="auto">
          <a:xfrm>
            <a:off x="5977520" y="1815519"/>
            <a:ext cx="2446337" cy="1712912"/>
            <a:chOff x="2151" y="1419"/>
            <a:chExt cx="1541" cy="1079"/>
          </a:xfrm>
        </p:grpSpPr>
        <p:sp>
          <p:nvSpPr>
            <p:cNvPr id="65" name="Line 67">
              <a:extLst>
                <a:ext uri="{FF2B5EF4-FFF2-40B4-BE49-F238E27FC236}">
                  <a16:creationId xmlns:a16="http://schemas.microsoft.com/office/drawing/2014/main" id="{B415DA0B-CB1D-EB1F-006D-244496A57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3" y="1858"/>
              <a:ext cx="639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" name="Group 68">
              <a:extLst>
                <a:ext uri="{FF2B5EF4-FFF2-40B4-BE49-F238E27FC236}">
                  <a16:creationId xmlns:a16="http://schemas.microsoft.com/office/drawing/2014/main" id="{324FCA5B-187E-E7CE-F2DC-CA2333D23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1" y="1419"/>
              <a:ext cx="1338" cy="865"/>
              <a:chOff x="2151" y="1419"/>
              <a:chExt cx="1338" cy="865"/>
            </a:xfrm>
          </p:grpSpPr>
          <p:grpSp>
            <p:nvGrpSpPr>
              <p:cNvPr id="67" name="Group 69">
                <a:extLst>
                  <a:ext uri="{FF2B5EF4-FFF2-40B4-BE49-F238E27FC236}">
                    <a16:creationId xmlns:a16="http://schemas.microsoft.com/office/drawing/2014/main" id="{A569E6C6-6C0C-A7CE-6DCA-42812877A5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1" y="1858"/>
                <a:ext cx="1338" cy="426"/>
                <a:chOff x="2151" y="1858"/>
                <a:chExt cx="1338" cy="426"/>
              </a:xfrm>
            </p:grpSpPr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D92F209D-56F2-4D03-7759-E85584B7C3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1" y="2072"/>
                  <a:ext cx="1109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" name="Line 71">
                  <a:extLst>
                    <a:ext uri="{FF2B5EF4-FFF2-40B4-BE49-F238E27FC236}">
                      <a16:creationId xmlns:a16="http://schemas.microsoft.com/office/drawing/2014/main" id="{3C87D7BA-9417-8D10-88EB-D9132A816F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1" y="2284"/>
                  <a:ext cx="1338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" name="Line 72">
                  <a:extLst>
                    <a:ext uri="{FF2B5EF4-FFF2-40B4-BE49-F238E27FC236}">
                      <a16:creationId xmlns:a16="http://schemas.microsoft.com/office/drawing/2014/main" id="{3A8F3225-E7E6-8E65-7CA9-51834B626D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3" y="1858"/>
                  <a:ext cx="223" cy="0"/>
                </a:xfrm>
                <a:prstGeom prst="line">
                  <a:avLst/>
                </a:prstGeom>
                <a:noFill/>
                <a:ln w="0">
                  <a:solidFill>
                    <a:srgbClr val="99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8" name="Line 73">
                <a:extLst>
                  <a:ext uri="{FF2B5EF4-FFF2-40B4-BE49-F238E27FC236}">
                    <a16:creationId xmlns:a16="http://schemas.microsoft.com/office/drawing/2014/main" id="{7161BD1B-2D20-0D93-B328-FD3295C1D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3" y="1652"/>
                <a:ext cx="1" cy="206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74">
                <a:extLst>
                  <a:ext uri="{FF2B5EF4-FFF2-40B4-BE49-F238E27FC236}">
                    <a16:creationId xmlns:a16="http://schemas.microsoft.com/office/drawing/2014/main" id="{6404E5F1-1934-1815-34C4-2E9C87E79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1419"/>
                <a:ext cx="1" cy="865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75">
                <a:extLst>
                  <a:ext uri="{FF2B5EF4-FFF2-40B4-BE49-F238E27FC236}">
                    <a16:creationId xmlns:a16="http://schemas.microsoft.com/office/drawing/2014/main" id="{A961A6EF-12D2-04AF-2870-FC3EF0EF0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6" y="1419"/>
                <a:ext cx="1" cy="653"/>
              </a:xfrm>
              <a:prstGeom prst="line">
                <a:avLst/>
              </a:prstGeom>
              <a:noFill/>
              <a:ln w="0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4" name="Group 76">
            <a:extLst>
              <a:ext uri="{FF2B5EF4-FFF2-40B4-BE49-F238E27FC236}">
                <a16:creationId xmlns:a16="http://schemas.microsoft.com/office/drawing/2014/main" id="{3888F11A-D3C4-A99C-370A-B19D8683B69D}"/>
              </a:ext>
            </a:extLst>
          </p:cNvPr>
          <p:cNvGrpSpPr>
            <a:grpSpLocks/>
          </p:cNvGrpSpPr>
          <p:nvPr/>
        </p:nvGrpSpPr>
        <p:grpSpPr bwMode="auto">
          <a:xfrm>
            <a:off x="5223457" y="1023356"/>
            <a:ext cx="1881188" cy="2519363"/>
            <a:chOff x="1132" y="992"/>
            <a:chExt cx="1185" cy="1587"/>
          </a:xfrm>
        </p:grpSpPr>
        <p:sp>
          <p:nvSpPr>
            <p:cNvPr id="75" name="Freeform 77">
              <a:extLst>
                <a:ext uri="{FF2B5EF4-FFF2-40B4-BE49-F238E27FC236}">
                  <a16:creationId xmlns:a16="http://schemas.microsoft.com/office/drawing/2014/main" id="{972C63CE-3436-84D7-363D-6A079708E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8">
              <a:extLst>
                <a:ext uri="{FF2B5EF4-FFF2-40B4-BE49-F238E27FC236}">
                  <a16:creationId xmlns:a16="http://schemas.microsoft.com/office/drawing/2014/main" id="{32611BD9-D5D7-601F-DCEE-B3F829DB4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9">
              <a:extLst>
                <a:ext uri="{FF2B5EF4-FFF2-40B4-BE49-F238E27FC236}">
                  <a16:creationId xmlns:a16="http://schemas.microsoft.com/office/drawing/2014/main" id="{B12E0F86-E457-94B1-E1FB-048AFFFB0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80">
              <a:extLst>
                <a:ext uri="{FF2B5EF4-FFF2-40B4-BE49-F238E27FC236}">
                  <a16:creationId xmlns:a16="http://schemas.microsoft.com/office/drawing/2014/main" id="{2E7CBCCF-EB87-470D-5FBB-C832888B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81">
              <a:extLst>
                <a:ext uri="{FF2B5EF4-FFF2-40B4-BE49-F238E27FC236}">
                  <a16:creationId xmlns:a16="http://schemas.microsoft.com/office/drawing/2014/main" id="{88DB4C1C-E7D0-51A1-EFA7-CA2364981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82">
              <a:extLst>
                <a:ext uri="{FF2B5EF4-FFF2-40B4-BE49-F238E27FC236}">
                  <a16:creationId xmlns:a16="http://schemas.microsoft.com/office/drawing/2014/main" id="{AC58B13E-B57F-2BC1-E8B9-4712DBD4E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2418E4B2-DE30-07B7-F9EC-B19504C6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68116C78-2A3F-0900-9E56-2425D779B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5">
              <a:extLst>
                <a:ext uri="{FF2B5EF4-FFF2-40B4-BE49-F238E27FC236}">
                  <a16:creationId xmlns:a16="http://schemas.microsoft.com/office/drawing/2014/main" id="{6E617FCF-6FC5-B16E-6712-6B699C07C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01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6">
              <a:extLst>
                <a:ext uri="{FF2B5EF4-FFF2-40B4-BE49-F238E27FC236}">
                  <a16:creationId xmlns:a16="http://schemas.microsoft.com/office/drawing/2014/main" id="{E98E663C-BA5D-F8FD-D6D2-6182C4593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001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7">
              <a:extLst>
                <a:ext uri="{FF2B5EF4-FFF2-40B4-BE49-F238E27FC236}">
                  <a16:creationId xmlns:a16="http://schemas.microsoft.com/office/drawing/2014/main" id="{7DDB14DE-FA0C-8961-F7A6-8CCA5747F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99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8">
              <a:extLst>
                <a:ext uri="{FF2B5EF4-FFF2-40B4-BE49-F238E27FC236}">
                  <a16:creationId xmlns:a16="http://schemas.microsoft.com/office/drawing/2014/main" id="{0DF963E3-9BB9-3075-F84C-4ACC714EC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99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9">
              <a:extLst>
                <a:ext uri="{FF2B5EF4-FFF2-40B4-BE49-F238E27FC236}">
                  <a16:creationId xmlns:a16="http://schemas.microsoft.com/office/drawing/2014/main" id="{06AADCA7-1DD6-0E67-CA00-8E7C7442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99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90">
              <a:extLst>
                <a:ext uri="{FF2B5EF4-FFF2-40B4-BE49-F238E27FC236}">
                  <a16:creationId xmlns:a16="http://schemas.microsoft.com/office/drawing/2014/main" id="{E1D6D4CF-14EA-5D5C-3C18-5F29A7F64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99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91">
              <a:extLst>
                <a:ext uri="{FF2B5EF4-FFF2-40B4-BE49-F238E27FC236}">
                  <a16:creationId xmlns:a16="http://schemas.microsoft.com/office/drawing/2014/main" id="{6358475D-059D-B968-ABD1-2BADEC439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992"/>
              <a:ext cx="217" cy="18"/>
            </a:xfrm>
            <a:custGeom>
              <a:avLst/>
              <a:gdLst>
                <a:gd name="T0" fmla="*/ 0 w 1300"/>
                <a:gd name="T1" fmla="*/ 0 h 107"/>
                <a:gd name="T2" fmla="*/ 0 w 1300"/>
                <a:gd name="T3" fmla="*/ 0 h 107"/>
                <a:gd name="T4" fmla="*/ 0 w 1300"/>
                <a:gd name="T5" fmla="*/ 0 h 107"/>
                <a:gd name="T6" fmla="*/ 0 w 1300"/>
                <a:gd name="T7" fmla="*/ 0 h 107"/>
                <a:gd name="T8" fmla="*/ 0 w 1300"/>
                <a:gd name="T9" fmla="*/ 0 h 107"/>
                <a:gd name="T10" fmla="*/ 0 w 1300"/>
                <a:gd name="T11" fmla="*/ 0 h 107"/>
                <a:gd name="T12" fmla="*/ 0 w 130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0"/>
                <a:gd name="T22" fmla="*/ 0 h 107"/>
                <a:gd name="T23" fmla="*/ 1300 w 130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0" h="107">
                  <a:moveTo>
                    <a:pt x="1300" y="107"/>
                  </a:moveTo>
                  <a:lnTo>
                    <a:pt x="1300" y="54"/>
                  </a:lnTo>
                  <a:lnTo>
                    <a:pt x="130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300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92">
              <a:extLst>
                <a:ext uri="{FF2B5EF4-FFF2-40B4-BE49-F238E27FC236}">
                  <a16:creationId xmlns:a16="http://schemas.microsoft.com/office/drawing/2014/main" id="{3805EEBD-FE7F-33B4-742B-537C26690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992"/>
              <a:ext cx="217" cy="18"/>
            </a:xfrm>
            <a:custGeom>
              <a:avLst/>
              <a:gdLst>
                <a:gd name="T0" fmla="*/ 0 w 1300"/>
                <a:gd name="T1" fmla="*/ 0 h 107"/>
                <a:gd name="T2" fmla="*/ 0 w 1300"/>
                <a:gd name="T3" fmla="*/ 0 h 107"/>
                <a:gd name="T4" fmla="*/ 0 w 1300"/>
                <a:gd name="T5" fmla="*/ 0 h 107"/>
                <a:gd name="T6" fmla="*/ 0 w 1300"/>
                <a:gd name="T7" fmla="*/ 0 h 107"/>
                <a:gd name="T8" fmla="*/ 0 w 1300"/>
                <a:gd name="T9" fmla="*/ 0 h 107"/>
                <a:gd name="T10" fmla="*/ 0 w 1300"/>
                <a:gd name="T11" fmla="*/ 0 h 107"/>
                <a:gd name="T12" fmla="*/ 0 w 130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00"/>
                <a:gd name="T22" fmla="*/ 0 h 107"/>
                <a:gd name="T23" fmla="*/ 1300 w 130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00" h="107">
                  <a:moveTo>
                    <a:pt x="1300" y="107"/>
                  </a:moveTo>
                  <a:lnTo>
                    <a:pt x="1300" y="54"/>
                  </a:lnTo>
                  <a:lnTo>
                    <a:pt x="130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30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93">
              <a:extLst>
                <a:ext uri="{FF2B5EF4-FFF2-40B4-BE49-F238E27FC236}">
                  <a16:creationId xmlns:a16="http://schemas.microsoft.com/office/drawing/2014/main" id="{DD6098B0-AC27-F2F5-8467-21EDAB297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99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4">
              <a:extLst>
                <a:ext uri="{FF2B5EF4-FFF2-40B4-BE49-F238E27FC236}">
                  <a16:creationId xmlns:a16="http://schemas.microsoft.com/office/drawing/2014/main" id="{2149056B-36EA-C3B1-60E7-4D4450525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99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5">
              <a:extLst>
                <a:ext uri="{FF2B5EF4-FFF2-40B4-BE49-F238E27FC236}">
                  <a16:creationId xmlns:a16="http://schemas.microsoft.com/office/drawing/2014/main" id="{DC28D84D-89BE-5899-1017-FF14CAE3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6">
              <a:extLst>
                <a:ext uri="{FF2B5EF4-FFF2-40B4-BE49-F238E27FC236}">
                  <a16:creationId xmlns:a16="http://schemas.microsoft.com/office/drawing/2014/main" id="{F884E9AA-465A-EECC-5A99-6BA68E748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7">
              <a:extLst>
                <a:ext uri="{FF2B5EF4-FFF2-40B4-BE49-F238E27FC236}">
                  <a16:creationId xmlns:a16="http://schemas.microsoft.com/office/drawing/2014/main" id="{51C98F38-7E52-7BF4-9D2B-589EC1B15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33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8">
              <a:extLst>
                <a:ext uri="{FF2B5EF4-FFF2-40B4-BE49-F238E27FC236}">
                  <a16:creationId xmlns:a16="http://schemas.microsoft.com/office/drawing/2014/main" id="{F69C2D84-98C8-579F-02FB-5681C2EBA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33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9">
              <a:extLst>
                <a:ext uri="{FF2B5EF4-FFF2-40B4-BE49-F238E27FC236}">
                  <a16:creationId xmlns:a16="http://schemas.microsoft.com/office/drawing/2014/main" id="{56B05505-EECA-0D27-2260-DF4FD3F56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472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00">
              <a:extLst>
                <a:ext uri="{FF2B5EF4-FFF2-40B4-BE49-F238E27FC236}">
                  <a16:creationId xmlns:a16="http://schemas.microsoft.com/office/drawing/2014/main" id="{54961947-0124-B9CB-4C65-A0B637524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472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01">
              <a:extLst>
                <a:ext uri="{FF2B5EF4-FFF2-40B4-BE49-F238E27FC236}">
                  <a16:creationId xmlns:a16="http://schemas.microsoft.com/office/drawing/2014/main" id="{CAE3743D-1688-B900-C3D5-B9BA29442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02">
              <a:extLst>
                <a:ext uri="{FF2B5EF4-FFF2-40B4-BE49-F238E27FC236}">
                  <a16:creationId xmlns:a16="http://schemas.microsoft.com/office/drawing/2014/main" id="{CA3C5E83-ECA2-A1E8-9CBD-24060264B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03">
              <a:extLst>
                <a:ext uri="{FF2B5EF4-FFF2-40B4-BE49-F238E27FC236}">
                  <a16:creationId xmlns:a16="http://schemas.microsoft.com/office/drawing/2014/main" id="{59A8FF6A-0120-0093-636A-D94FE04FF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72"/>
              <a:ext cx="18" cy="252"/>
            </a:xfrm>
            <a:custGeom>
              <a:avLst/>
              <a:gdLst>
                <a:gd name="T0" fmla="*/ 0 w 107"/>
                <a:gd name="T1" fmla="*/ 0 h 1511"/>
                <a:gd name="T2" fmla="*/ 0 w 107"/>
                <a:gd name="T3" fmla="*/ 0 h 1511"/>
                <a:gd name="T4" fmla="*/ 0 w 107"/>
                <a:gd name="T5" fmla="*/ 0 h 1511"/>
                <a:gd name="T6" fmla="*/ 0 w 107"/>
                <a:gd name="T7" fmla="*/ 0 h 1511"/>
                <a:gd name="T8" fmla="*/ 0 w 107"/>
                <a:gd name="T9" fmla="*/ 0 h 1511"/>
                <a:gd name="T10" fmla="*/ 0 w 107"/>
                <a:gd name="T11" fmla="*/ 0 h 1511"/>
                <a:gd name="T12" fmla="*/ 0 w 107"/>
                <a:gd name="T13" fmla="*/ 0 h 15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11"/>
                <a:gd name="T23" fmla="*/ 107 w 107"/>
                <a:gd name="T24" fmla="*/ 1511 h 15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1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11"/>
                  </a:lnTo>
                  <a:lnTo>
                    <a:pt x="53" y="1511"/>
                  </a:lnTo>
                  <a:lnTo>
                    <a:pt x="107" y="151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4">
              <a:extLst>
                <a:ext uri="{FF2B5EF4-FFF2-40B4-BE49-F238E27FC236}">
                  <a16:creationId xmlns:a16="http://schemas.microsoft.com/office/drawing/2014/main" id="{FD88B713-4338-5F55-49EE-327273BC6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72"/>
              <a:ext cx="18" cy="252"/>
            </a:xfrm>
            <a:custGeom>
              <a:avLst/>
              <a:gdLst>
                <a:gd name="T0" fmla="*/ 0 w 107"/>
                <a:gd name="T1" fmla="*/ 0 h 1511"/>
                <a:gd name="T2" fmla="*/ 0 w 107"/>
                <a:gd name="T3" fmla="*/ 0 h 1511"/>
                <a:gd name="T4" fmla="*/ 0 w 107"/>
                <a:gd name="T5" fmla="*/ 0 h 1511"/>
                <a:gd name="T6" fmla="*/ 0 w 107"/>
                <a:gd name="T7" fmla="*/ 0 h 1511"/>
                <a:gd name="T8" fmla="*/ 0 w 107"/>
                <a:gd name="T9" fmla="*/ 0 h 1511"/>
                <a:gd name="T10" fmla="*/ 0 w 107"/>
                <a:gd name="T11" fmla="*/ 0 h 1511"/>
                <a:gd name="T12" fmla="*/ 0 w 107"/>
                <a:gd name="T13" fmla="*/ 0 h 15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11"/>
                <a:gd name="T23" fmla="*/ 107 w 107"/>
                <a:gd name="T24" fmla="*/ 1511 h 15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1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11"/>
                  </a:lnTo>
                  <a:lnTo>
                    <a:pt x="53" y="1511"/>
                  </a:lnTo>
                  <a:lnTo>
                    <a:pt x="107" y="151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5">
              <a:extLst>
                <a:ext uri="{FF2B5EF4-FFF2-40B4-BE49-F238E27FC236}">
                  <a16:creationId xmlns:a16="http://schemas.microsoft.com/office/drawing/2014/main" id="{B79B8756-E162-5C0F-7CF1-C09052BFB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6">
              <a:extLst>
                <a:ext uri="{FF2B5EF4-FFF2-40B4-BE49-F238E27FC236}">
                  <a16:creationId xmlns:a16="http://schemas.microsoft.com/office/drawing/2014/main" id="{681BD9C1-5F84-2518-D169-2E1AC545D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24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7">
              <a:extLst>
                <a:ext uri="{FF2B5EF4-FFF2-40B4-BE49-F238E27FC236}">
                  <a16:creationId xmlns:a16="http://schemas.microsoft.com/office/drawing/2014/main" id="{A784A363-451B-D7C0-815B-D1DE1ECA0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8">
              <a:extLst>
                <a:ext uri="{FF2B5EF4-FFF2-40B4-BE49-F238E27FC236}">
                  <a16:creationId xmlns:a16="http://schemas.microsoft.com/office/drawing/2014/main" id="{EBA45477-53F4-23EE-AEE7-A1D0F0F57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9">
              <a:extLst>
                <a:ext uri="{FF2B5EF4-FFF2-40B4-BE49-F238E27FC236}">
                  <a16:creationId xmlns:a16="http://schemas.microsoft.com/office/drawing/2014/main" id="{742F42CB-BCFA-843B-DA2C-D232E827D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10">
              <a:extLst>
                <a:ext uri="{FF2B5EF4-FFF2-40B4-BE49-F238E27FC236}">
                  <a16:creationId xmlns:a16="http://schemas.microsoft.com/office/drawing/2014/main" id="{8AD80DCD-7F6A-6723-6ECF-5CC1474E3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11">
              <a:extLst>
                <a:ext uri="{FF2B5EF4-FFF2-40B4-BE49-F238E27FC236}">
                  <a16:creationId xmlns:a16="http://schemas.microsoft.com/office/drawing/2014/main" id="{06681573-A71F-F678-0D15-D924F702D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12">
              <a:extLst>
                <a:ext uri="{FF2B5EF4-FFF2-40B4-BE49-F238E27FC236}">
                  <a16:creationId xmlns:a16="http://schemas.microsoft.com/office/drawing/2014/main" id="{9DEE8C6E-47F8-8D4A-0562-B50CD8E01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13">
              <a:extLst>
                <a:ext uri="{FF2B5EF4-FFF2-40B4-BE49-F238E27FC236}">
                  <a16:creationId xmlns:a16="http://schemas.microsoft.com/office/drawing/2014/main" id="{614381C9-613D-E9C3-1287-EE97ADE4D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15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4">
              <a:extLst>
                <a:ext uri="{FF2B5EF4-FFF2-40B4-BE49-F238E27FC236}">
                  <a16:creationId xmlns:a16="http://schemas.microsoft.com/office/drawing/2014/main" id="{531448F4-6605-B963-625C-0BFE93BF6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715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15">
              <a:extLst>
                <a:ext uri="{FF2B5EF4-FFF2-40B4-BE49-F238E27FC236}">
                  <a16:creationId xmlns:a16="http://schemas.microsoft.com/office/drawing/2014/main" id="{0217EE09-0734-06AC-A324-2EAED9B7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715"/>
              <a:ext cx="1108" cy="17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116">
              <a:extLst>
                <a:ext uri="{FF2B5EF4-FFF2-40B4-BE49-F238E27FC236}">
                  <a16:creationId xmlns:a16="http://schemas.microsoft.com/office/drawing/2014/main" id="{89E09114-04DC-9D54-04CF-087C9A703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715"/>
              <a:ext cx="1108" cy="17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117">
              <a:extLst>
                <a:ext uri="{FF2B5EF4-FFF2-40B4-BE49-F238E27FC236}">
                  <a16:creationId xmlns:a16="http://schemas.microsoft.com/office/drawing/2014/main" id="{558AC408-BF58-59C7-E0B1-1665C85DA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715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Freeform 118">
              <a:extLst>
                <a:ext uri="{FF2B5EF4-FFF2-40B4-BE49-F238E27FC236}">
                  <a16:creationId xmlns:a16="http://schemas.microsoft.com/office/drawing/2014/main" id="{DD0E5A2A-F197-4CF4-519B-10E1337C4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715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119">
              <a:extLst>
                <a:ext uri="{FF2B5EF4-FFF2-40B4-BE49-F238E27FC236}">
                  <a16:creationId xmlns:a16="http://schemas.microsoft.com/office/drawing/2014/main" id="{113C4C30-6E7E-7D83-5058-7DF7E92FB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6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120">
              <a:extLst>
                <a:ext uri="{FF2B5EF4-FFF2-40B4-BE49-F238E27FC236}">
                  <a16:creationId xmlns:a16="http://schemas.microsoft.com/office/drawing/2014/main" id="{DC562778-3729-C7B3-A416-922958A49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256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121">
              <a:extLst>
                <a:ext uri="{FF2B5EF4-FFF2-40B4-BE49-F238E27FC236}">
                  <a16:creationId xmlns:a16="http://schemas.microsoft.com/office/drawing/2014/main" id="{A9ECDBFB-C902-F9FC-6EFF-9B7044EC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256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Freeform 122">
              <a:extLst>
                <a:ext uri="{FF2B5EF4-FFF2-40B4-BE49-F238E27FC236}">
                  <a16:creationId xmlns:a16="http://schemas.microsoft.com/office/drawing/2014/main" id="{E63383F8-D49E-10F4-9F14-C720C5D62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256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123">
              <a:extLst>
                <a:ext uri="{FF2B5EF4-FFF2-40B4-BE49-F238E27FC236}">
                  <a16:creationId xmlns:a16="http://schemas.microsoft.com/office/drawing/2014/main" id="{5A479BEF-2C63-C067-CE7A-E16DE9BB3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6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124">
              <a:extLst>
                <a:ext uri="{FF2B5EF4-FFF2-40B4-BE49-F238E27FC236}">
                  <a16:creationId xmlns:a16="http://schemas.microsoft.com/office/drawing/2014/main" id="{D9231B6F-71DE-7C0E-C61F-20B87A32B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56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Freeform 125">
              <a:extLst>
                <a:ext uri="{FF2B5EF4-FFF2-40B4-BE49-F238E27FC236}">
                  <a16:creationId xmlns:a16="http://schemas.microsoft.com/office/drawing/2014/main" id="{B681E199-3737-B459-2DD6-EAF2012BD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92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Freeform 126">
              <a:extLst>
                <a:ext uri="{FF2B5EF4-FFF2-40B4-BE49-F238E27FC236}">
                  <a16:creationId xmlns:a16="http://schemas.microsoft.com/office/drawing/2014/main" id="{49C411BF-60E0-FEA6-8DB2-87B05C642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92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Freeform 127">
              <a:extLst>
                <a:ext uri="{FF2B5EF4-FFF2-40B4-BE49-F238E27FC236}">
                  <a16:creationId xmlns:a16="http://schemas.microsoft.com/office/drawing/2014/main" id="{C695433B-8D10-6C23-716E-27600993C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92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6646" y="107"/>
                  </a:move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128">
              <a:extLst>
                <a:ext uri="{FF2B5EF4-FFF2-40B4-BE49-F238E27FC236}">
                  <a16:creationId xmlns:a16="http://schemas.microsoft.com/office/drawing/2014/main" id="{56780A8E-AC8D-A362-2EE4-58D0EF719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921"/>
              <a:ext cx="1108" cy="18"/>
            </a:xfrm>
            <a:custGeom>
              <a:avLst/>
              <a:gdLst>
                <a:gd name="T0" fmla="*/ 0 w 6646"/>
                <a:gd name="T1" fmla="*/ 0 h 107"/>
                <a:gd name="T2" fmla="*/ 0 w 6646"/>
                <a:gd name="T3" fmla="*/ 0 h 107"/>
                <a:gd name="T4" fmla="*/ 0 w 6646"/>
                <a:gd name="T5" fmla="*/ 0 h 107"/>
                <a:gd name="T6" fmla="*/ 0 w 6646"/>
                <a:gd name="T7" fmla="*/ 0 h 107"/>
                <a:gd name="T8" fmla="*/ 0 w 6646"/>
                <a:gd name="T9" fmla="*/ 0 h 107"/>
                <a:gd name="T10" fmla="*/ 0 w 6646"/>
                <a:gd name="T11" fmla="*/ 0 h 107"/>
                <a:gd name="T12" fmla="*/ 0 w 664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646"/>
                <a:gd name="T22" fmla="*/ 0 h 107"/>
                <a:gd name="T23" fmla="*/ 6646 w 664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646" h="107">
                  <a:moveTo>
                    <a:pt x="6646" y="107"/>
                  </a:moveTo>
                  <a:lnTo>
                    <a:pt x="6646" y="54"/>
                  </a:lnTo>
                  <a:lnTo>
                    <a:pt x="6646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6646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129">
              <a:extLst>
                <a:ext uri="{FF2B5EF4-FFF2-40B4-BE49-F238E27FC236}">
                  <a16:creationId xmlns:a16="http://schemas.microsoft.com/office/drawing/2014/main" id="{BA6D96C9-0D29-55E2-6656-0BA379F40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130">
              <a:extLst>
                <a:ext uri="{FF2B5EF4-FFF2-40B4-BE49-F238E27FC236}">
                  <a16:creationId xmlns:a16="http://schemas.microsoft.com/office/drawing/2014/main" id="{58DEDA44-FDFE-2482-4556-67A14296A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92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31">
              <a:extLst>
                <a:ext uri="{FF2B5EF4-FFF2-40B4-BE49-F238E27FC236}">
                  <a16:creationId xmlns:a16="http://schemas.microsoft.com/office/drawing/2014/main" id="{77C21CFE-9BEC-1957-D861-68226C992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250"/>
              <a:ext cx="155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32">
              <a:extLst>
                <a:ext uri="{FF2B5EF4-FFF2-40B4-BE49-F238E27FC236}">
                  <a16:creationId xmlns:a16="http://schemas.microsoft.com/office/drawing/2014/main" id="{6B23BD18-65EC-7388-9D42-6994F8D96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250"/>
              <a:ext cx="2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33">
              <a:extLst>
                <a:ext uri="{FF2B5EF4-FFF2-40B4-BE49-F238E27FC236}">
                  <a16:creationId xmlns:a16="http://schemas.microsoft.com/office/drawing/2014/main" id="{08881400-7846-CDC9-BF0A-050D467A9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4" y="2250"/>
              <a:ext cx="30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34">
              <a:extLst>
                <a:ext uri="{FF2B5EF4-FFF2-40B4-BE49-F238E27FC236}">
                  <a16:creationId xmlns:a16="http://schemas.microsoft.com/office/drawing/2014/main" id="{383FCA18-9690-1C92-292A-7B16B1667D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250"/>
              <a:ext cx="2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35">
              <a:extLst>
                <a:ext uri="{FF2B5EF4-FFF2-40B4-BE49-F238E27FC236}">
                  <a16:creationId xmlns:a16="http://schemas.microsoft.com/office/drawing/2014/main" id="{72D4B79E-442A-6090-12E1-7B850F75F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8" y="2250"/>
              <a:ext cx="30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136">
              <a:extLst>
                <a:ext uri="{FF2B5EF4-FFF2-40B4-BE49-F238E27FC236}">
                  <a16:creationId xmlns:a16="http://schemas.microsoft.com/office/drawing/2014/main" id="{FEF560F9-B988-4E2D-E864-343BCBBB1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250"/>
              <a:ext cx="28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37">
              <a:extLst>
                <a:ext uri="{FF2B5EF4-FFF2-40B4-BE49-F238E27FC236}">
                  <a16:creationId xmlns:a16="http://schemas.microsoft.com/office/drawing/2014/main" id="{24BD0D45-575F-6256-0941-C8984B102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250"/>
              <a:ext cx="155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138">
              <a:extLst>
                <a:ext uri="{FF2B5EF4-FFF2-40B4-BE49-F238E27FC236}">
                  <a16:creationId xmlns:a16="http://schemas.microsoft.com/office/drawing/2014/main" id="{67F540E9-9321-243F-F73F-AFD32B62B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139">
              <a:extLst>
                <a:ext uri="{FF2B5EF4-FFF2-40B4-BE49-F238E27FC236}">
                  <a16:creationId xmlns:a16="http://schemas.microsoft.com/office/drawing/2014/main" id="{696BA46C-6EB3-8207-F1B0-FD6DFD953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1124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140">
              <a:extLst>
                <a:ext uri="{FF2B5EF4-FFF2-40B4-BE49-F238E27FC236}">
                  <a16:creationId xmlns:a16="http://schemas.microsoft.com/office/drawing/2014/main" id="{C932F8C1-C6BF-A86B-D267-60C60921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124"/>
              <a:ext cx="571" cy="18"/>
            </a:xfrm>
            <a:custGeom>
              <a:avLst/>
              <a:gdLst>
                <a:gd name="T0" fmla="*/ 0 w 3426"/>
                <a:gd name="T1" fmla="*/ 0 h 107"/>
                <a:gd name="T2" fmla="*/ 0 w 3426"/>
                <a:gd name="T3" fmla="*/ 0 h 107"/>
                <a:gd name="T4" fmla="*/ 0 w 3426"/>
                <a:gd name="T5" fmla="*/ 0 h 107"/>
                <a:gd name="T6" fmla="*/ 0 w 3426"/>
                <a:gd name="T7" fmla="*/ 0 h 107"/>
                <a:gd name="T8" fmla="*/ 0 w 3426"/>
                <a:gd name="T9" fmla="*/ 0 h 107"/>
                <a:gd name="T10" fmla="*/ 0 w 3426"/>
                <a:gd name="T11" fmla="*/ 0 h 107"/>
                <a:gd name="T12" fmla="*/ 0 w 342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26"/>
                <a:gd name="T22" fmla="*/ 0 h 107"/>
                <a:gd name="T23" fmla="*/ 3426 w 342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2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426" y="107"/>
                  </a:lnTo>
                  <a:lnTo>
                    <a:pt x="3426" y="54"/>
                  </a:lnTo>
                  <a:lnTo>
                    <a:pt x="34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141">
              <a:extLst>
                <a:ext uri="{FF2B5EF4-FFF2-40B4-BE49-F238E27FC236}">
                  <a16:creationId xmlns:a16="http://schemas.microsoft.com/office/drawing/2014/main" id="{3D5EF807-FED9-0B10-93F2-1A22A0962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124"/>
              <a:ext cx="571" cy="18"/>
            </a:xfrm>
            <a:custGeom>
              <a:avLst/>
              <a:gdLst>
                <a:gd name="T0" fmla="*/ 0 w 3426"/>
                <a:gd name="T1" fmla="*/ 0 h 107"/>
                <a:gd name="T2" fmla="*/ 0 w 3426"/>
                <a:gd name="T3" fmla="*/ 0 h 107"/>
                <a:gd name="T4" fmla="*/ 0 w 3426"/>
                <a:gd name="T5" fmla="*/ 0 h 107"/>
                <a:gd name="T6" fmla="*/ 0 w 3426"/>
                <a:gd name="T7" fmla="*/ 0 h 107"/>
                <a:gd name="T8" fmla="*/ 0 w 3426"/>
                <a:gd name="T9" fmla="*/ 0 h 107"/>
                <a:gd name="T10" fmla="*/ 0 w 3426"/>
                <a:gd name="T11" fmla="*/ 0 h 107"/>
                <a:gd name="T12" fmla="*/ 0 w 342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426"/>
                <a:gd name="T22" fmla="*/ 0 h 107"/>
                <a:gd name="T23" fmla="*/ 3426 w 342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42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426" y="107"/>
                  </a:lnTo>
                  <a:lnTo>
                    <a:pt x="3426" y="54"/>
                  </a:lnTo>
                  <a:lnTo>
                    <a:pt x="342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142">
              <a:extLst>
                <a:ext uri="{FF2B5EF4-FFF2-40B4-BE49-F238E27FC236}">
                  <a16:creationId xmlns:a16="http://schemas.microsoft.com/office/drawing/2014/main" id="{BE8F8DA0-D57A-8215-2365-5FBC02C2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24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143">
              <a:extLst>
                <a:ext uri="{FF2B5EF4-FFF2-40B4-BE49-F238E27FC236}">
                  <a16:creationId xmlns:a16="http://schemas.microsoft.com/office/drawing/2014/main" id="{1445F26B-B0A6-9DCF-87D1-06D547302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124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144">
              <a:extLst>
                <a:ext uri="{FF2B5EF4-FFF2-40B4-BE49-F238E27FC236}">
                  <a16:creationId xmlns:a16="http://schemas.microsoft.com/office/drawing/2014/main" id="{8E94DFDD-BF0A-6C8E-CBE1-33DEE9AED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992"/>
              <a:ext cx="15" cy="16"/>
            </a:xfrm>
            <a:custGeom>
              <a:avLst/>
              <a:gdLst>
                <a:gd name="T0" fmla="*/ 0 w 91"/>
                <a:gd name="T1" fmla="*/ 0 h 92"/>
                <a:gd name="T2" fmla="*/ 0 w 91"/>
                <a:gd name="T3" fmla="*/ 0 h 92"/>
                <a:gd name="T4" fmla="*/ 0 w 91"/>
                <a:gd name="T5" fmla="*/ 0 h 92"/>
                <a:gd name="T6" fmla="*/ 0 w 91"/>
                <a:gd name="T7" fmla="*/ 0 h 92"/>
                <a:gd name="T8" fmla="*/ 0 w 91"/>
                <a:gd name="T9" fmla="*/ 0 h 92"/>
                <a:gd name="T10" fmla="*/ 0 w 91"/>
                <a:gd name="T11" fmla="*/ 0 h 92"/>
                <a:gd name="T12" fmla="*/ 0 w 91"/>
                <a:gd name="T13" fmla="*/ 0 h 92"/>
                <a:gd name="T14" fmla="*/ 0 w 91"/>
                <a:gd name="T15" fmla="*/ 0 h 92"/>
                <a:gd name="T16" fmla="*/ 0 w 91"/>
                <a:gd name="T17" fmla="*/ 0 h 92"/>
                <a:gd name="T18" fmla="*/ 0 w 91"/>
                <a:gd name="T19" fmla="*/ 0 h 92"/>
                <a:gd name="T20" fmla="*/ 0 w 91"/>
                <a:gd name="T21" fmla="*/ 0 h 92"/>
                <a:gd name="T22" fmla="*/ 0 w 91"/>
                <a:gd name="T23" fmla="*/ 0 h 92"/>
                <a:gd name="T24" fmla="*/ 0 w 91"/>
                <a:gd name="T25" fmla="*/ 0 h 92"/>
                <a:gd name="T26" fmla="*/ 0 w 91"/>
                <a:gd name="T27" fmla="*/ 0 h 92"/>
                <a:gd name="T28" fmla="*/ 0 w 91"/>
                <a:gd name="T29" fmla="*/ 0 h 92"/>
                <a:gd name="T30" fmla="*/ 0 w 91"/>
                <a:gd name="T31" fmla="*/ 0 h 92"/>
                <a:gd name="T32" fmla="*/ 0 w 91"/>
                <a:gd name="T33" fmla="*/ 0 h 9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1"/>
                <a:gd name="T52" fmla="*/ 0 h 92"/>
                <a:gd name="T53" fmla="*/ 91 w 91"/>
                <a:gd name="T54" fmla="*/ 92 h 9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1" h="92">
                  <a:moveTo>
                    <a:pt x="38" y="53"/>
                  </a:moveTo>
                  <a:lnTo>
                    <a:pt x="0" y="15"/>
                  </a:lnTo>
                  <a:lnTo>
                    <a:pt x="9" y="8"/>
                  </a:lnTo>
                  <a:lnTo>
                    <a:pt x="20" y="3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56" y="3"/>
                  </a:lnTo>
                  <a:lnTo>
                    <a:pt x="66" y="8"/>
                  </a:lnTo>
                  <a:lnTo>
                    <a:pt x="76" y="15"/>
                  </a:lnTo>
                  <a:lnTo>
                    <a:pt x="83" y="25"/>
                  </a:lnTo>
                  <a:lnTo>
                    <a:pt x="88" y="35"/>
                  </a:lnTo>
                  <a:lnTo>
                    <a:pt x="91" y="48"/>
                  </a:lnTo>
                  <a:lnTo>
                    <a:pt x="91" y="60"/>
                  </a:lnTo>
                  <a:lnTo>
                    <a:pt x="88" y="71"/>
                  </a:lnTo>
                  <a:lnTo>
                    <a:pt x="83" y="82"/>
                  </a:lnTo>
                  <a:lnTo>
                    <a:pt x="76" y="92"/>
                  </a:lnTo>
                  <a:lnTo>
                    <a:pt x="38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45">
              <a:extLst>
                <a:ext uri="{FF2B5EF4-FFF2-40B4-BE49-F238E27FC236}">
                  <a16:creationId xmlns:a16="http://schemas.microsoft.com/office/drawing/2014/main" id="{B92B1F48-9415-7992-1BBB-42EAB10EA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992"/>
              <a:ext cx="15" cy="16"/>
            </a:xfrm>
            <a:custGeom>
              <a:avLst/>
              <a:gdLst>
                <a:gd name="T0" fmla="*/ 0 w 91"/>
                <a:gd name="T1" fmla="*/ 0 h 92"/>
                <a:gd name="T2" fmla="*/ 0 w 91"/>
                <a:gd name="T3" fmla="*/ 0 h 92"/>
                <a:gd name="T4" fmla="*/ 0 w 91"/>
                <a:gd name="T5" fmla="*/ 0 h 92"/>
                <a:gd name="T6" fmla="*/ 0 w 91"/>
                <a:gd name="T7" fmla="*/ 0 h 92"/>
                <a:gd name="T8" fmla="*/ 0 w 91"/>
                <a:gd name="T9" fmla="*/ 0 h 92"/>
                <a:gd name="T10" fmla="*/ 0 w 91"/>
                <a:gd name="T11" fmla="*/ 0 h 92"/>
                <a:gd name="T12" fmla="*/ 0 w 91"/>
                <a:gd name="T13" fmla="*/ 0 h 92"/>
                <a:gd name="T14" fmla="*/ 0 w 91"/>
                <a:gd name="T15" fmla="*/ 0 h 92"/>
                <a:gd name="T16" fmla="*/ 0 w 91"/>
                <a:gd name="T17" fmla="*/ 0 h 92"/>
                <a:gd name="T18" fmla="*/ 0 w 91"/>
                <a:gd name="T19" fmla="*/ 0 h 92"/>
                <a:gd name="T20" fmla="*/ 0 w 91"/>
                <a:gd name="T21" fmla="*/ 0 h 92"/>
                <a:gd name="T22" fmla="*/ 0 w 91"/>
                <a:gd name="T23" fmla="*/ 0 h 92"/>
                <a:gd name="T24" fmla="*/ 0 w 91"/>
                <a:gd name="T25" fmla="*/ 0 h 92"/>
                <a:gd name="T26" fmla="*/ 0 w 91"/>
                <a:gd name="T27" fmla="*/ 0 h 92"/>
                <a:gd name="T28" fmla="*/ 0 w 91"/>
                <a:gd name="T29" fmla="*/ 0 h 9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1"/>
                <a:gd name="T46" fmla="*/ 0 h 92"/>
                <a:gd name="T47" fmla="*/ 91 w 91"/>
                <a:gd name="T48" fmla="*/ 92 h 9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1" h="92">
                  <a:moveTo>
                    <a:pt x="0" y="15"/>
                  </a:moveTo>
                  <a:lnTo>
                    <a:pt x="9" y="8"/>
                  </a:lnTo>
                  <a:lnTo>
                    <a:pt x="20" y="3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56" y="3"/>
                  </a:lnTo>
                  <a:lnTo>
                    <a:pt x="66" y="8"/>
                  </a:lnTo>
                  <a:lnTo>
                    <a:pt x="76" y="15"/>
                  </a:lnTo>
                  <a:lnTo>
                    <a:pt x="83" y="25"/>
                  </a:lnTo>
                  <a:lnTo>
                    <a:pt x="88" y="35"/>
                  </a:lnTo>
                  <a:lnTo>
                    <a:pt x="91" y="48"/>
                  </a:lnTo>
                  <a:lnTo>
                    <a:pt x="91" y="60"/>
                  </a:lnTo>
                  <a:lnTo>
                    <a:pt x="88" y="71"/>
                  </a:lnTo>
                  <a:lnTo>
                    <a:pt x="83" y="82"/>
                  </a:lnTo>
                  <a:lnTo>
                    <a:pt x="76" y="9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46">
              <a:extLst>
                <a:ext uri="{FF2B5EF4-FFF2-40B4-BE49-F238E27FC236}">
                  <a16:creationId xmlns:a16="http://schemas.microsoft.com/office/drawing/2014/main" id="{E656602F-175D-954E-1BC4-0BADEC0A7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995"/>
              <a:ext cx="486" cy="483"/>
            </a:xfrm>
            <a:custGeom>
              <a:avLst/>
              <a:gdLst>
                <a:gd name="T0" fmla="*/ 0 w 2919"/>
                <a:gd name="T1" fmla="*/ 0 h 2899"/>
                <a:gd name="T2" fmla="*/ 0 w 2919"/>
                <a:gd name="T3" fmla="*/ 0 h 2899"/>
                <a:gd name="T4" fmla="*/ 0 w 2919"/>
                <a:gd name="T5" fmla="*/ 0 h 2899"/>
                <a:gd name="T6" fmla="*/ 0 w 2919"/>
                <a:gd name="T7" fmla="*/ 0 h 2899"/>
                <a:gd name="T8" fmla="*/ 0 w 2919"/>
                <a:gd name="T9" fmla="*/ 0 h 2899"/>
                <a:gd name="T10" fmla="*/ 0 w 2919"/>
                <a:gd name="T11" fmla="*/ 0 h 2899"/>
                <a:gd name="T12" fmla="*/ 0 w 2919"/>
                <a:gd name="T13" fmla="*/ 0 h 28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19"/>
                <a:gd name="T22" fmla="*/ 0 h 2899"/>
                <a:gd name="T23" fmla="*/ 2919 w 2919"/>
                <a:gd name="T24" fmla="*/ 2899 h 28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19" h="2899">
                  <a:moveTo>
                    <a:pt x="2919" y="77"/>
                  </a:moveTo>
                  <a:lnTo>
                    <a:pt x="2881" y="38"/>
                  </a:lnTo>
                  <a:lnTo>
                    <a:pt x="2843" y="0"/>
                  </a:lnTo>
                  <a:lnTo>
                    <a:pt x="0" y="2823"/>
                  </a:lnTo>
                  <a:lnTo>
                    <a:pt x="38" y="2861"/>
                  </a:lnTo>
                  <a:lnTo>
                    <a:pt x="76" y="2899"/>
                  </a:lnTo>
                  <a:lnTo>
                    <a:pt x="2919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147">
              <a:extLst>
                <a:ext uri="{FF2B5EF4-FFF2-40B4-BE49-F238E27FC236}">
                  <a16:creationId xmlns:a16="http://schemas.microsoft.com/office/drawing/2014/main" id="{ABD24F76-4077-D955-E614-E4E1535A0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995"/>
              <a:ext cx="486" cy="483"/>
            </a:xfrm>
            <a:custGeom>
              <a:avLst/>
              <a:gdLst>
                <a:gd name="T0" fmla="*/ 0 w 2919"/>
                <a:gd name="T1" fmla="*/ 0 h 2899"/>
                <a:gd name="T2" fmla="*/ 0 w 2919"/>
                <a:gd name="T3" fmla="*/ 0 h 2899"/>
                <a:gd name="T4" fmla="*/ 0 w 2919"/>
                <a:gd name="T5" fmla="*/ 0 h 2899"/>
                <a:gd name="T6" fmla="*/ 0 w 2919"/>
                <a:gd name="T7" fmla="*/ 0 h 2899"/>
                <a:gd name="T8" fmla="*/ 0 w 2919"/>
                <a:gd name="T9" fmla="*/ 0 h 2899"/>
                <a:gd name="T10" fmla="*/ 0 w 2919"/>
                <a:gd name="T11" fmla="*/ 0 h 2899"/>
                <a:gd name="T12" fmla="*/ 0 w 2919"/>
                <a:gd name="T13" fmla="*/ 0 h 28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19"/>
                <a:gd name="T22" fmla="*/ 0 h 2899"/>
                <a:gd name="T23" fmla="*/ 2919 w 2919"/>
                <a:gd name="T24" fmla="*/ 2899 h 28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19" h="2899">
                  <a:moveTo>
                    <a:pt x="2919" y="77"/>
                  </a:moveTo>
                  <a:lnTo>
                    <a:pt x="2881" y="38"/>
                  </a:lnTo>
                  <a:lnTo>
                    <a:pt x="2843" y="0"/>
                  </a:lnTo>
                  <a:lnTo>
                    <a:pt x="0" y="2823"/>
                  </a:lnTo>
                  <a:lnTo>
                    <a:pt x="38" y="2861"/>
                  </a:lnTo>
                  <a:lnTo>
                    <a:pt x="76" y="2899"/>
                  </a:lnTo>
                  <a:lnTo>
                    <a:pt x="2919" y="7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48">
              <a:extLst>
                <a:ext uri="{FF2B5EF4-FFF2-40B4-BE49-F238E27FC236}">
                  <a16:creationId xmlns:a16="http://schemas.microsoft.com/office/drawing/2014/main" id="{E8791DE3-22C9-3D8C-59C5-C2478AFA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465"/>
              <a:ext cx="15" cy="16"/>
            </a:xfrm>
            <a:custGeom>
              <a:avLst/>
              <a:gdLst>
                <a:gd name="T0" fmla="*/ 0 w 91"/>
                <a:gd name="T1" fmla="*/ 0 h 91"/>
                <a:gd name="T2" fmla="*/ 0 w 91"/>
                <a:gd name="T3" fmla="*/ 0 h 91"/>
                <a:gd name="T4" fmla="*/ 0 w 91"/>
                <a:gd name="T5" fmla="*/ 0 h 91"/>
                <a:gd name="T6" fmla="*/ 0 w 91"/>
                <a:gd name="T7" fmla="*/ 0 h 91"/>
                <a:gd name="T8" fmla="*/ 0 w 91"/>
                <a:gd name="T9" fmla="*/ 0 h 91"/>
                <a:gd name="T10" fmla="*/ 0 w 91"/>
                <a:gd name="T11" fmla="*/ 0 h 91"/>
                <a:gd name="T12" fmla="*/ 0 w 91"/>
                <a:gd name="T13" fmla="*/ 0 h 91"/>
                <a:gd name="T14" fmla="*/ 0 w 91"/>
                <a:gd name="T15" fmla="*/ 0 h 91"/>
                <a:gd name="T16" fmla="*/ 0 w 91"/>
                <a:gd name="T17" fmla="*/ 0 h 91"/>
                <a:gd name="T18" fmla="*/ 0 w 91"/>
                <a:gd name="T19" fmla="*/ 0 h 91"/>
                <a:gd name="T20" fmla="*/ 0 w 91"/>
                <a:gd name="T21" fmla="*/ 0 h 91"/>
                <a:gd name="T22" fmla="*/ 0 w 91"/>
                <a:gd name="T23" fmla="*/ 0 h 91"/>
                <a:gd name="T24" fmla="*/ 0 w 91"/>
                <a:gd name="T25" fmla="*/ 0 h 91"/>
                <a:gd name="T26" fmla="*/ 0 w 91"/>
                <a:gd name="T27" fmla="*/ 0 h 91"/>
                <a:gd name="T28" fmla="*/ 0 w 91"/>
                <a:gd name="T29" fmla="*/ 0 h 91"/>
                <a:gd name="T30" fmla="*/ 0 w 91"/>
                <a:gd name="T31" fmla="*/ 0 h 91"/>
                <a:gd name="T32" fmla="*/ 0 w 91"/>
                <a:gd name="T33" fmla="*/ 0 h 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1"/>
                <a:gd name="T52" fmla="*/ 0 h 91"/>
                <a:gd name="T53" fmla="*/ 91 w 91"/>
                <a:gd name="T54" fmla="*/ 91 h 9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1" h="91">
                  <a:moveTo>
                    <a:pt x="53" y="38"/>
                  </a:moveTo>
                  <a:lnTo>
                    <a:pt x="91" y="76"/>
                  </a:lnTo>
                  <a:lnTo>
                    <a:pt x="81" y="84"/>
                  </a:lnTo>
                  <a:lnTo>
                    <a:pt x="71" y="89"/>
                  </a:lnTo>
                  <a:lnTo>
                    <a:pt x="58" y="91"/>
                  </a:lnTo>
                  <a:lnTo>
                    <a:pt x="46" y="91"/>
                  </a:lnTo>
                  <a:lnTo>
                    <a:pt x="35" y="89"/>
                  </a:lnTo>
                  <a:lnTo>
                    <a:pt x="24" y="84"/>
                  </a:lnTo>
                  <a:lnTo>
                    <a:pt x="15" y="76"/>
                  </a:lnTo>
                  <a:lnTo>
                    <a:pt x="7" y="67"/>
                  </a:lnTo>
                  <a:lnTo>
                    <a:pt x="2" y="56"/>
                  </a:lnTo>
                  <a:lnTo>
                    <a:pt x="0" y="44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7" y="10"/>
                  </a:lnTo>
                  <a:lnTo>
                    <a:pt x="15" y="0"/>
                  </a:lnTo>
                  <a:lnTo>
                    <a:pt x="53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149">
              <a:extLst>
                <a:ext uri="{FF2B5EF4-FFF2-40B4-BE49-F238E27FC236}">
                  <a16:creationId xmlns:a16="http://schemas.microsoft.com/office/drawing/2014/main" id="{547E773A-27D1-921C-BA54-7C7A267E8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465"/>
              <a:ext cx="15" cy="16"/>
            </a:xfrm>
            <a:custGeom>
              <a:avLst/>
              <a:gdLst>
                <a:gd name="T0" fmla="*/ 0 w 91"/>
                <a:gd name="T1" fmla="*/ 0 h 91"/>
                <a:gd name="T2" fmla="*/ 0 w 91"/>
                <a:gd name="T3" fmla="*/ 0 h 91"/>
                <a:gd name="T4" fmla="*/ 0 w 91"/>
                <a:gd name="T5" fmla="*/ 0 h 91"/>
                <a:gd name="T6" fmla="*/ 0 w 91"/>
                <a:gd name="T7" fmla="*/ 0 h 91"/>
                <a:gd name="T8" fmla="*/ 0 w 91"/>
                <a:gd name="T9" fmla="*/ 0 h 91"/>
                <a:gd name="T10" fmla="*/ 0 w 91"/>
                <a:gd name="T11" fmla="*/ 0 h 91"/>
                <a:gd name="T12" fmla="*/ 0 w 91"/>
                <a:gd name="T13" fmla="*/ 0 h 91"/>
                <a:gd name="T14" fmla="*/ 0 w 91"/>
                <a:gd name="T15" fmla="*/ 0 h 91"/>
                <a:gd name="T16" fmla="*/ 0 w 91"/>
                <a:gd name="T17" fmla="*/ 0 h 91"/>
                <a:gd name="T18" fmla="*/ 0 w 91"/>
                <a:gd name="T19" fmla="*/ 0 h 91"/>
                <a:gd name="T20" fmla="*/ 0 w 91"/>
                <a:gd name="T21" fmla="*/ 0 h 91"/>
                <a:gd name="T22" fmla="*/ 0 w 91"/>
                <a:gd name="T23" fmla="*/ 0 h 91"/>
                <a:gd name="T24" fmla="*/ 0 w 91"/>
                <a:gd name="T25" fmla="*/ 0 h 91"/>
                <a:gd name="T26" fmla="*/ 0 w 91"/>
                <a:gd name="T27" fmla="*/ 0 h 91"/>
                <a:gd name="T28" fmla="*/ 0 w 91"/>
                <a:gd name="T29" fmla="*/ 0 h 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1"/>
                <a:gd name="T46" fmla="*/ 0 h 91"/>
                <a:gd name="T47" fmla="*/ 91 w 91"/>
                <a:gd name="T48" fmla="*/ 91 h 9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1" h="91">
                  <a:moveTo>
                    <a:pt x="91" y="76"/>
                  </a:moveTo>
                  <a:lnTo>
                    <a:pt x="81" y="84"/>
                  </a:lnTo>
                  <a:lnTo>
                    <a:pt x="71" y="89"/>
                  </a:lnTo>
                  <a:lnTo>
                    <a:pt x="58" y="91"/>
                  </a:lnTo>
                  <a:lnTo>
                    <a:pt x="46" y="91"/>
                  </a:lnTo>
                  <a:lnTo>
                    <a:pt x="35" y="89"/>
                  </a:lnTo>
                  <a:lnTo>
                    <a:pt x="24" y="84"/>
                  </a:lnTo>
                  <a:lnTo>
                    <a:pt x="15" y="76"/>
                  </a:lnTo>
                  <a:lnTo>
                    <a:pt x="7" y="67"/>
                  </a:lnTo>
                  <a:lnTo>
                    <a:pt x="2" y="56"/>
                  </a:lnTo>
                  <a:lnTo>
                    <a:pt x="0" y="44"/>
                  </a:lnTo>
                  <a:lnTo>
                    <a:pt x="0" y="32"/>
                  </a:lnTo>
                  <a:lnTo>
                    <a:pt x="2" y="20"/>
                  </a:lnTo>
                  <a:lnTo>
                    <a:pt x="7" y="10"/>
                  </a:lnTo>
                  <a:lnTo>
                    <a:pt x="1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150">
              <a:extLst>
                <a:ext uri="{FF2B5EF4-FFF2-40B4-BE49-F238E27FC236}">
                  <a16:creationId xmlns:a16="http://schemas.microsoft.com/office/drawing/2014/main" id="{8811C9A7-FE1B-5E30-8073-C581CD399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146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151">
              <a:extLst>
                <a:ext uri="{FF2B5EF4-FFF2-40B4-BE49-F238E27FC236}">
                  <a16:creationId xmlns:a16="http://schemas.microsoft.com/office/drawing/2014/main" id="{00C47724-4886-E1AB-AF77-771F8035F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8" y="146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152">
              <a:extLst>
                <a:ext uri="{FF2B5EF4-FFF2-40B4-BE49-F238E27FC236}">
                  <a16:creationId xmlns:a16="http://schemas.microsoft.com/office/drawing/2014/main" id="{8C73532F-82A4-F69D-0EDA-97735B562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463"/>
              <a:ext cx="417" cy="18"/>
            </a:xfrm>
            <a:custGeom>
              <a:avLst/>
              <a:gdLst>
                <a:gd name="T0" fmla="*/ 0 w 2503"/>
                <a:gd name="T1" fmla="*/ 0 h 107"/>
                <a:gd name="T2" fmla="*/ 0 w 2503"/>
                <a:gd name="T3" fmla="*/ 0 h 107"/>
                <a:gd name="T4" fmla="*/ 0 w 2503"/>
                <a:gd name="T5" fmla="*/ 0 h 107"/>
                <a:gd name="T6" fmla="*/ 0 w 2503"/>
                <a:gd name="T7" fmla="*/ 0 h 107"/>
                <a:gd name="T8" fmla="*/ 0 w 2503"/>
                <a:gd name="T9" fmla="*/ 0 h 107"/>
                <a:gd name="T10" fmla="*/ 0 w 2503"/>
                <a:gd name="T11" fmla="*/ 0 h 107"/>
                <a:gd name="T12" fmla="*/ 0 w 250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03"/>
                <a:gd name="T22" fmla="*/ 0 h 107"/>
                <a:gd name="T23" fmla="*/ 2503 w 250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03" h="107">
                  <a:moveTo>
                    <a:pt x="2503" y="107"/>
                  </a:moveTo>
                  <a:lnTo>
                    <a:pt x="2503" y="54"/>
                  </a:lnTo>
                  <a:lnTo>
                    <a:pt x="2503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503" y="1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153">
              <a:extLst>
                <a:ext uri="{FF2B5EF4-FFF2-40B4-BE49-F238E27FC236}">
                  <a16:creationId xmlns:a16="http://schemas.microsoft.com/office/drawing/2014/main" id="{D45247DB-56FA-E96E-2560-3340C636A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1" y="1463"/>
              <a:ext cx="417" cy="18"/>
            </a:xfrm>
            <a:custGeom>
              <a:avLst/>
              <a:gdLst>
                <a:gd name="T0" fmla="*/ 0 w 2503"/>
                <a:gd name="T1" fmla="*/ 0 h 107"/>
                <a:gd name="T2" fmla="*/ 0 w 2503"/>
                <a:gd name="T3" fmla="*/ 0 h 107"/>
                <a:gd name="T4" fmla="*/ 0 w 2503"/>
                <a:gd name="T5" fmla="*/ 0 h 107"/>
                <a:gd name="T6" fmla="*/ 0 w 2503"/>
                <a:gd name="T7" fmla="*/ 0 h 107"/>
                <a:gd name="T8" fmla="*/ 0 w 2503"/>
                <a:gd name="T9" fmla="*/ 0 h 107"/>
                <a:gd name="T10" fmla="*/ 0 w 2503"/>
                <a:gd name="T11" fmla="*/ 0 h 107"/>
                <a:gd name="T12" fmla="*/ 0 w 250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03"/>
                <a:gd name="T22" fmla="*/ 0 h 107"/>
                <a:gd name="T23" fmla="*/ 2503 w 250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03" h="107">
                  <a:moveTo>
                    <a:pt x="2503" y="107"/>
                  </a:moveTo>
                  <a:lnTo>
                    <a:pt x="2503" y="54"/>
                  </a:lnTo>
                  <a:lnTo>
                    <a:pt x="2503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503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154">
              <a:extLst>
                <a:ext uri="{FF2B5EF4-FFF2-40B4-BE49-F238E27FC236}">
                  <a16:creationId xmlns:a16="http://schemas.microsoft.com/office/drawing/2014/main" id="{C716C861-4440-16FD-2602-34A8A6A61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155">
              <a:extLst>
                <a:ext uri="{FF2B5EF4-FFF2-40B4-BE49-F238E27FC236}">
                  <a16:creationId xmlns:a16="http://schemas.microsoft.com/office/drawing/2014/main" id="{E3485FA7-C1AF-CD44-6C22-E7BCFCBD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46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156">
              <a:extLst>
                <a:ext uri="{FF2B5EF4-FFF2-40B4-BE49-F238E27FC236}">
                  <a16:creationId xmlns:a16="http://schemas.microsoft.com/office/drawing/2014/main" id="{49B208F0-9231-EE91-D571-D3FD3AC4F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7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2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157">
              <a:extLst>
                <a:ext uri="{FF2B5EF4-FFF2-40B4-BE49-F238E27FC236}">
                  <a16:creationId xmlns:a16="http://schemas.microsoft.com/office/drawing/2014/main" id="{9188A2D1-8B9E-960D-BC5F-F81D96974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7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2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158">
              <a:extLst>
                <a:ext uri="{FF2B5EF4-FFF2-40B4-BE49-F238E27FC236}">
                  <a16:creationId xmlns:a16="http://schemas.microsoft.com/office/drawing/2014/main" id="{52CAAD1D-A47E-DB78-A01A-414604BF6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87"/>
              <a:ext cx="18" cy="527"/>
            </a:xfrm>
            <a:custGeom>
              <a:avLst/>
              <a:gdLst>
                <a:gd name="T0" fmla="*/ 0 w 107"/>
                <a:gd name="T1" fmla="*/ 0 h 3162"/>
                <a:gd name="T2" fmla="*/ 0 w 107"/>
                <a:gd name="T3" fmla="*/ 0 h 3162"/>
                <a:gd name="T4" fmla="*/ 0 w 107"/>
                <a:gd name="T5" fmla="*/ 0 h 3162"/>
                <a:gd name="T6" fmla="*/ 0 w 107"/>
                <a:gd name="T7" fmla="*/ 0 h 3162"/>
                <a:gd name="T8" fmla="*/ 0 w 107"/>
                <a:gd name="T9" fmla="*/ 0 h 3162"/>
                <a:gd name="T10" fmla="*/ 0 w 107"/>
                <a:gd name="T11" fmla="*/ 0 h 3162"/>
                <a:gd name="T12" fmla="*/ 0 w 107"/>
                <a:gd name="T13" fmla="*/ 0 h 3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162"/>
                <a:gd name="T23" fmla="*/ 107 w 107"/>
                <a:gd name="T24" fmla="*/ 3162 h 3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162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162"/>
                  </a:lnTo>
                  <a:lnTo>
                    <a:pt x="53" y="3162"/>
                  </a:lnTo>
                  <a:lnTo>
                    <a:pt x="107" y="3162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Freeform 159">
              <a:extLst>
                <a:ext uri="{FF2B5EF4-FFF2-40B4-BE49-F238E27FC236}">
                  <a16:creationId xmlns:a16="http://schemas.microsoft.com/office/drawing/2014/main" id="{10390AB1-8C4D-1CC8-585D-C30E3CF0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87"/>
              <a:ext cx="18" cy="527"/>
            </a:xfrm>
            <a:custGeom>
              <a:avLst/>
              <a:gdLst>
                <a:gd name="T0" fmla="*/ 0 w 107"/>
                <a:gd name="T1" fmla="*/ 0 h 3162"/>
                <a:gd name="T2" fmla="*/ 0 w 107"/>
                <a:gd name="T3" fmla="*/ 0 h 3162"/>
                <a:gd name="T4" fmla="*/ 0 w 107"/>
                <a:gd name="T5" fmla="*/ 0 h 3162"/>
                <a:gd name="T6" fmla="*/ 0 w 107"/>
                <a:gd name="T7" fmla="*/ 0 h 3162"/>
                <a:gd name="T8" fmla="*/ 0 w 107"/>
                <a:gd name="T9" fmla="*/ 0 h 3162"/>
                <a:gd name="T10" fmla="*/ 0 w 107"/>
                <a:gd name="T11" fmla="*/ 0 h 3162"/>
                <a:gd name="T12" fmla="*/ 0 w 107"/>
                <a:gd name="T13" fmla="*/ 0 h 3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162"/>
                <a:gd name="T23" fmla="*/ 107 w 107"/>
                <a:gd name="T24" fmla="*/ 3162 h 31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162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162"/>
                  </a:lnTo>
                  <a:lnTo>
                    <a:pt x="53" y="3162"/>
                  </a:lnTo>
                  <a:lnTo>
                    <a:pt x="107" y="3162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160">
              <a:extLst>
                <a:ext uri="{FF2B5EF4-FFF2-40B4-BE49-F238E27FC236}">
                  <a16:creationId xmlns:a16="http://schemas.microsoft.com/office/drawing/2014/main" id="{DA53F07A-7464-3129-C593-3D5210732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5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1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2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Freeform 161">
              <a:extLst>
                <a:ext uri="{FF2B5EF4-FFF2-40B4-BE49-F238E27FC236}">
                  <a16:creationId xmlns:a16="http://schemas.microsoft.com/office/drawing/2014/main" id="{29F2314A-C2AA-C03E-CBB0-D08128005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5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1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2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Freeform 162">
              <a:extLst>
                <a:ext uri="{FF2B5EF4-FFF2-40B4-BE49-F238E27FC236}">
                  <a16:creationId xmlns:a16="http://schemas.microsoft.com/office/drawing/2014/main" id="{8EC657DE-84D4-BF35-617A-C3EBFE523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163">
              <a:extLst>
                <a:ext uri="{FF2B5EF4-FFF2-40B4-BE49-F238E27FC236}">
                  <a16:creationId xmlns:a16="http://schemas.microsoft.com/office/drawing/2014/main" id="{11B8661D-DF1C-8912-B31E-2AEE47995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164">
              <a:extLst>
                <a:ext uri="{FF2B5EF4-FFF2-40B4-BE49-F238E27FC236}">
                  <a16:creationId xmlns:a16="http://schemas.microsoft.com/office/drawing/2014/main" id="{8785A133-37D4-BE02-0EA3-CE36592CB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30"/>
              <a:ext cx="18" cy="195"/>
            </a:xfrm>
            <a:custGeom>
              <a:avLst/>
              <a:gdLst>
                <a:gd name="T0" fmla="*/ 0 w 107"/>
                <a:gd name="T1" fmla="*/ 0 h 1169"/>
                <a:gd name="T2" fmla="*/ 0 w 107"/>
                <a:gd name="T3" fmla="*/ 0 h 1169"/>
                <a:gd name="T4" fmla="*/ 0 w 107"/>
                <a:gd name="T5" fmla="*/ 0 h 1169"/>
                <a:gd name="T6" fmla="*/ 0 w 107"/>
                <a:gd name="T7" fmla="*/ 0 h 1169"/>
                <a:gd name="T8" fmla="*/ 0 w 107"/>
                <a:gd name="T9" fmla="*/ 0 h 1169"/>
                <a:gd name="T10" fmla="*/ 0 w 107"/>
                <a:gd name="T11" fmla="*/ 0 h 1169"/>
                <a:gd name="T12" fmla="*/ 0 w 107"/>
                <a:gd name="T13" fmla="*/ 0 h 1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9"/>
                <a:gd name="T23" fmla="*/ 107 w 107"/>
                <a:gd name="T24" fmla="*/ 1169 h 1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9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9"/>
                  </a:lnTo>
                  <a:lnTo>
                    <a:pt x="53" y="1169"/>
                  </a:lnTo>
                  <a:lnTo>
                    <a:pt x="107" y="1169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Freeform 165">
              <a:extLst>
                <a:ext uri="{FF2B5EF4-FFF2-40B4-BE49-F238E27FC236}">
                  <a16:creationId xmlns:a16="http://schemas.microsoft.com/office/drawing/2014/main" id="{E31B8403-6A10-5C24-9F25-A56F85B36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930"/>
              <a:ext cx="18" cy="195"/>
            </a:xfrm>
            <a:custGeom>
              <a:avLst/>
              <a:gdLst>
                <a:gd name="T0" fmla="*/ 0 w 107"/>
                <a:gd name="T1" fmla="*/ 0 h 1169"/>
                <a:gd name="T2" fmla="*/ 0 w 107"/>
                <a:gd name="T3" fmla="*/ 0 h 1169"/>
                <a:gd name="T4" fmla="*/ 0 w 107"/>
                <a:gd name="T5" fmla="*/ 0 h 1169"/>
                <a:gd name="T6" fmla="*/ 0 w 107"/>
                <a:gd name="T7" fmla="*/ 0 h 1169"/>
                <a:gd name="T8" fmla="*/ 0 w 107"/>
                <a:gd name="T9" fmla="*/ 0 h 1169"/>
                <a:gd name="T10" fmla="*/ 0 w 107"/>
                <a:gd name="T11" fmla="*/ 0 h 1169"/>
                <a:gd name="T12" fmla="*/ 0 w 107"/>
                <a:gd name="T13" fmla="*/ 0 h 1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9"/>
                <a:gd name="T23" fmla="*/ 107 w 107"/>
                <a:gd name="T24" fmla="*/ 1169 h 116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9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9"/>
                  </a:lnTo>
                  <a:lnTo>
                    <a:pt x="53" y="1169"/>
                  </a:lnTo>
                  <a:lnTo>
                    <a:pt x="107" y="1169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Freeform 166">
              <a:extLst>
                <a:ext uri="{FF2B5EF4-FFF2-40B4-BE49-F238E27FC236}">
                  <a16:creationId xmlns:a16="http://schemas.microsoft.com/office/drawing/2014/main" id="{E99DBA10-FA5A-C299-A0A6-7DA6A7CBE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12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167">
              <a:extLst>
                <a:ext uri="{FF2B5EF4-FFF2-40B4-BE49-F238E27FC236}">
                  <a16:creationId xmlns:a16="http://schemas.microsoft.com/office/drawing/2014/main" id="{8427EF51-627F-7B3D-7D7E-DF4B7F996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12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Freeform 168">
              <a:extLst>
                <a:ext uri="{FF2B5EF4-FFF2-40B4-BE49-F238E27FC236}">
                  <a16:creationId xmlns:a16="http://schemas.microsoft.com/office/drawing/2014/main" id="{13503980-E734-823E-6EB9-D67BE9A46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169">
              <a:extLst>
                <a:ext uri="{FF2B5EF4-FFF2-40B4-BE49-F238E27FC236}">
                  <a16:creationId xmlns:a16="http://schemas.microsoft.com/office/drawing/2014/main" id="{7C7E9B56-ABCD-88E2-B3D6-423508766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21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170">
              <a:extLst>
                <a:ext uri="{FF2B5EF4-FFF2-40B4-BE49-F238E27FC236}">
                  <a16:creationId xmlns:a16="http://schemas.microsoft.com/office/drawing/2014/main" id="{7617C802-553C-B22E-FDCB-A97B5E6D4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Freeform 171">
              <a:extLst>
                <a:ext uri="{FF2B5EF4-FFF2-40B4-BE49-F238E27FC236}">
                  <a16:creationId xmlns:a16="http://schemas.microsoft.com/office/drawing/2014/main" id="{1A93D7FD-34B3-0FED-5844-F6CD02FD9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1930"/>
              <a:ext cx="18" cy="640"/>
            </a:xfrm>
            <a:custGeom>
              <a:avLst/>
              <a:gdLst>
                <a:gd name="T0" fmla="*/ 0 w 107"/>
                <a:gd name="T1" fmla="*/ 0 h 3841"/>
                <a:gd name="T2" fmla="*/ 0 w 107"/>
                <a:gd name="T3" fmla="*/ 0 h 3841"/>
                <a:gd name="T4" fmla="*/ 0 w 107"/>
                <a:gd name="T5" fmla="*/ 0 h 3841"/>
                <a:gd name="T6" fmla="*/ 0 w 107"/>
                <a:gd name="T7" fmla="*/ 0 h 3841"/>
                <a:gd name="T8" fmla="*/ 0 w 107"/>
                <a:gd name="T9" fmla="*/ 0 h 3841"/>
                <a:gd name="T10" fmla="*/ 0 w 107"/>
                <a:gd name="T11" fmla="*/ 0 h 3841"/>
                <a:gd name="T12" fmla="*/ 0 w 107"/>
                <a:gd name="T13" fmla="*/ 0 h 38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841"/>
                <a:gd name="T23" fmla="*/ 107 w 107"/>
                <a:gd name="T24" fmla="*/ 3841 h 38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841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841"/>
                  </a:lnTo>
                  <a:lnTo>
                    <a:pt x="53" y="3841"/>
                  </a:lnTo>
                  <a:lnTo>
                    <a:pt x="107" y="3841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Freeform 172">
              <a:extLst>
                <a:ext uri="{FF2B5EF4-FFF2-40B4-BE49-F238E27FC236}">
                  <a16:creationId xmlns:a16="http://schemas.microsoft.com/office/drawing/2014/main" id="{C404D19E-BF5A-123E-EF5B-92C330D97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Freeform 173">
              <a:extLst>
                <a:ext uri="{FF2B5EF4-FFF2-40B4-BE49-F238E27FC236}">
                  <a16:creationId xmlns:a16="http://schemas.microsoft.com/office/drawing/2014/main" id="{7FA7380B-C5F9-A824-5391-5D0B7A73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5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Freeform 174">
              <a:extLst>
                <a:ext uri="{FF2B5EF4-FFF2-40B4-BE49-F238E27FC236}">
                  <a16:creationId xmlns:a16="http://schemas.microsoft.com/office/drawing/2014/main" id="{D039549E-0362-E0F9-81FD-4DF9B7DB2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2"/>
              <a:ext cx="13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53" y="49"/>
                  </a:moveTo>
                  <a:lnTo>
                    <a:pt x="75" y="97"/>
                  </a:lnTo>
                  <a:lnTo>
                    <a:pt x="64" y="101"/>
                  </a:lnTo>
                  <a:lnTo>
                    <a:pt x="52" y="102"/>
                  </a:lnTo>
                  <a:lnTo>
                    <a:pt x="40" y="101"/>
                  </a:lnTo>
                  <a:lnTo>
                    <a:pt x="29" y="96"/>
                  </a:lnTo>
                  <a:lnTo>
                    <a:pt x="19" y="90"/>
                  </a:lnTo>
                  <a:lnTo>
                    <a:pt x="11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2" y="15"/>
                  </a:lnTo>
                  <a:lnTo>
                    <a:pt x="20" y="6"/>
                  </a:lnTo>
                  <a:lnTo>
                    <a:pt x="31" y="0"/>
                  </a:lnTo>
                  <a:lnTo>
                    <a:pt x="53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Freeform 175">
              <a:extLst>
                <a:ext uri="{FF2B5EF4-FFF2-40B4-BE49-F238E27FC236}">
                  <a16:creationId xmlns:a16="http://schemas.microsoft.com/office/drawing/2014/main" id="{F1C7B0CC-EDA9-3451-072B-C01757B3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2"/>
              <a:ext cx="13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75" y="97"/>
                  </a:moveTo>
                  <a:lnTo>
                    <a:pt x="64" y="101"/>
                  </a:lnTo>
                  <a:lnTo>
                    <a:pt x="52" y="102"/>
                  </a:lnTo>
                  <a:lnTo>
                    <a:pt x="40" y="101"/>
                  </a:lnTo>
                  <a:lnTo>
                    <a:pt x="29" y="96"/>
                  </a:lnTo>
                  <a:lnTo>
                    <a:pt x="19" y="90"/>
                  </a:lnTo>
                  <a:lnTo>
                    <a:pt x="11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2" y="15"/>
                  </a:lnTo>
                  <a:lnTo>
                    <a:pt x="20" y="6"/>
                  </a:lnTo>
                  <a:lnTo>
                    <a:pt x="3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Freeform 176">
              <a:extLst>
                <a:ext uri="{FF2B5EF4-FFF2-40B4-BE49-F238E27FC236}">
                  <a16:creationId xmlns:a16="http://schemas.microsoft.com/office/drawing/2014/main" id="{07278D30-B958-F605-DCFA-AB197F94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144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0" y="588"/>
                  </a:moveTo>
                  <a:lnTo>
                    <a:pt x="22" y="637"/>
                  </a:lnTo>
                  <a:lnTo>
                    <a:pt x="44" y="685"/>
                  </a:lnTo>
                  <a:lnTo>
                    <a:pt x="1319" y="98"/>
                  </a:lnTo>
                  <a:lnTo>
                    <a:pt x="1297" y="49"/>
                  </a:lnTo>
                  <a:lnTo>
                    <a:pt x="1275" y="0"/>
                  </a:lnTo>
                  <a:lnTo>
                    <a:pt x="0" y="5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Freeform 177">
              <a:extLst>
                <a:ext uri="{FF2B5EF4-FFF2-40B4-BE49-F238E27FC236}">
                  <a16:creationId xmlns:a16="http://schemas.microsoft.com/office/drawing/2014/main" id="{93D8A275-0716-3C53-EADD-EAE1884A7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144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0" y="588"/>
                  </a:moveTo>
                  <a:lnTo>
                    <a:pt x="22" y="637"/>
                  </a:lnTo>
                  <a:lnTo>
                    <a:pt x="44" y="685"/>
                  </a:lnTo>
                  <a:lnTo>
                    <a:pt x="1319" y="98"/>
                  </a:lnTo>
                  <a:lnTo>
                    <a:pt x="1297" y="49"/>
                  </a:lnTo>
                  <a:lnTo>
                    <a:pt x="1275" y="0"/>
                  </a:lnTo>
                  <a:lnTo>
                    <a:pt x="0" y="58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Freeform 178">
              <a:extLst>
                <a:ext uri="{FF2B5EF4-FFF2-40B4-BE49-F238E27FC236}">
                  <a16:creationId xmlns:a16="http://schemas.microsoft.com/office/drawing/2014/main" id="{D83D9DAC-046D-767C-BF1E-B293E18C3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144"/>
              <a:ext cx="12" cy="16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53"/>
                  </a:moveTo>
                  <a:lnTo>
                    <a:pt x="0" y="4"/>
                  </a:lnTo>
                  <a:lnTo>
                    <a:pt x="11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6" y="5"/>
                  </a:lnTo>
                  <a:lnTo>
                    <a:pt x="56" y="12"/>
                  </a:lnTo>
                  <a:lnTo>
                    <a:pt x="64" y="20"/>
                  </a:lnTo>
                  <a:lnTo>
                    <a:pt x="71" y="31"/>
                  </a:lnTo>
                  <a:lnTo>
                    <a:pt x="74" y="43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3" y="87"/>
                  </a:lnTo>
                  <a:lnTo>
                    <a:pt x="55" y="95"/>
                  </a:lnTo>
                  <a:lnTo>
                    <a:pt x="44" y="102"/>
                  </a:lnTo>
                  <a:lnTo>
                    <a:pt x="22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Freeform 179">
              <a:extLst>
                <a:ext uri="{FF2B5EF4-FFF2-40B4-BE49-F238E27FC236}">
                  <a16:creationId xmlns:a16="http://schemas.microsoft.com/office/drawing/2014/main" id="{DD186C33-1320-3311-895D-06DEE0EED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144"/>
              <a:ext cx="12" cy="16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0" y="4"/>
                  </a:moveTo>
                  <a:lnTo>
                    <a:pt x="11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6" y="5"/>
                  </a:lnTo>
                  <a:lnTo>
                    <a:pt x="56" y="12"/>
                  </a:lnTo>
                  <a:lnTo>
                    <a:pt x="64" y="20"/>
                  </a:lnTo>
                  <a:lnTo>
                    <a:pt x="71" y="31"/>
                  </a:lnTo>
                  <a:lnTo>
                    <a:pt x="74" y="43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3" y="87"/>
                  </a:lnTo>
                  <a:lnTo>
                    <a:pt x="55" y="95"/>
                  </a:lnTo>
                  <a:lnTo>
                    <a:pt x="44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Freeform 180">
              <a:extLst>
                <a:ext uri="{FF2B5EF4-FFF2-40B4-BE49-F238E27FC236}">
                  <a16:creationId xmlns:a16="http://schemas.microsoft.com/office/drawing/2014/main" id="{3727D8C8-952E-51D0-D408-DDDFB81C3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1"/>
              <a:ext cx="13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53" y="53"/>
                  </a:moveTo>
                  <a:lnTo>
                    <a:pt x="31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1" y="20"/>
                  </a:lnTo>
                  <a:lnTo>
                    <a:pt x="19" y="11"/>
                  </a:lnTo>
                  <a:lnTo>
                    <a:pt x="29" y="5"/>
                  </a:lnTo>
                  <a:lnTo>
                    <a:pt x="40" y="1"/>
                  </a:lnTo>
                  <a:lnTo>
                    <a:pt x="52" y="0"/>
                  </a:lnTo>
                  <a:lnTo>
                    <a:pt x="64" y="1"/>
                  </a:lnTo>
                  <a:lnTo>
                    <a:pt x="75" y="4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Freeform 181">
              <a:extLst>
                <a:ext uri="{FF2B5EF4-FFF2-40B4-BE49-F238E27FC236}">
                  <a16:creationId xmlns:a16="http://schemas.microsoft.com/office/drawing/2014/main" id="{14FFB17F-8EA7-8294-F1FC-58D144A3D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9" y="2241"/>
              <a:ext cx="13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31" y="101"/>
                  </a:move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1" y="20"/>
                  </a:lnTo>
                  <a:lnTo>
                    <a:pt x="19" y="11"/>
                  </a:lnTo>
                  <a:lnTo>
                    <a:pt x="29" y="5"/>
                  </a:lnTo>
                  <a:lnTo>
                    <a:pt x="40" y="1"/>
                  </a:lnTo>
                  <a:lnTo>
                    <a:pt x="52" y="0"/>
                  </a:lnTo>
                  <a:lnTo>
                    <a:pt x="64" y="1"/>
                  </a:lnTo>
                  <a:lnTo>
                    <a:pt x="75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Freeform 182">
              <a:extLst>
                <a:ext uri="{FF2B5EF4-FFF2-40B4-BE49-F238E27FC236}">
                  <a16:creationId xmlns:a16="http://schemas.microsoft.com/office/drawing/2014/main" id="{96F78821-E8DD-CF72-2EDE-6291E1569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242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44" y="0"/>
                  </a:moveTo>
                  <a:lnTo>
                    <a:pt x="22" y="49"/>
                  </a:lnTo>
                  <a:lnTo>
                    <a:pt x="0" y="97"/>
                  </a:lnTo>
                  <a:lnTo>
                    <a:pt x="1275" y="685"/>
                  </a:lnTo>
                  <a:lnTo>
                    <a:pt x="1297" y="636"/>
                  </a:lnTo>
                  <a:lnTo>
                    <a:pt x="1319" y="588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Freeform 183">
              <a:extLst>
                <a:ext uri="{FF2B5EF4-FFF2-40B4-BE49-F238E27FC236}">
                  <a16:creationId xmlns:a16="http://schemas.microsoft.com/office/drawing/2014/main" id="{F0791DDD-081C-8BB1-49A2-A895309DE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242"/>
              <a:ext cx="220" cy="114"/>
            </a:xfrm>
            <a:custGeom>
              <a:avLst/>
              <a:gdLst>
                <a:gd name="T0" fmla="*/ 0 w 1319"/>
                <a:gd name="T1" fmla="*/ 0 h 685"/>
                <a:gd name="T2" fmla="*/ 0 w 1319"/>
                <a:gd name="T3" fmla="*/ 0 h 685"/>
                <a:gd name="T4" fmla="*/ 0 w 1319"/>
                <a:gd name="T5" fmla="*/ 0 h 685"/>
                <a:gd name="T6" fmla="*/ 0 w 1319"/>
                <a:gd name="T7" fmla="*/ 0 h 685"/>
                <a:gd name="T8" fmla="*/ 0 w 1319"/>
                <a:gd name="T9" fmla="*/ 0 h 685"/>
                <a:gd name="T10" fmla="*/ 0 w 1319"/>
                <a:gd name="T11" fmla="*/ 0 h 685"/>
                <a:gd name="T12" fmla="*/ 0 w 1319"/>
                <a:gd name="T13" fmla="*/ 0 h 6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19"/>
                <a:gd name="T22" fmla="*/ 0 h 685"/>
                <a:gd name="T23" fmla="*/ 1319 w 1319"/>
                <a:gd name="T24" fmla="*/ 685 h 6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19" h="685">
                  <a:moveTo>
                    <a:pt x="44" y="0"/>
                  </a:moveTo>
                  <a:lnTo>
                    <a:pt x="22" y="49"/>
                  </a:lnTo>
                  <a:lnTo>
                    <a:pt x="0" y="97"/>
                  </a:lnTo>
                  <a:lnTo>
                    <a:pt x="1275" y="685"/>
                  </a:lnTo>
                  <a:lnTo>
                    <a:pt x="1297" y="636"/>
                  </a:lnTo>
                  <a:lnTo>
                    <a:pt x="1319" y="588"/>
                  </a:lnTo>
                  <a:lnTo>
                    <a:pt x="44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Freeform 184">
              <a:extLst>
                <a:ext uri="{FF2B5EF4-FFF2-40B4-BE49-F238E27FC236}">
                  <a16:creationId xmlns:a16="http://schemas.microsoft.com/office/drawing/2014/main" id="{47A8B262-BB8B-03B6-45C0-CA9DC56CB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340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22" y="48"/>
                  </a:moveTo>
                  <a:lnTo>
                    <a:pt x="44" y="0"/>
                  </a:lnTo>
                  <a:lnTo>
                    <a:pt x="55" y="6"/>
                  </a:lnTo>
                  <a:lnTo>
                    <a:pt x="63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7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4" y="81"/>
                  </a:lnTo>
                  <a:lnTo>
                    <a:pt x="56" y="90"/>
                  </a:lnTo>
                  <a:lnTo>
                    <a:pt x="46" y="96"/>
                  </a:lnTo>
                  <a:lnTo>
                    <a:pt x="35" y="100"/>
                  </a:lnTo>
                  <a:lnTo>
                    <a:pt x="23" y="101"/>
                  </a:lnTo>
                  <a:lnTo>
                    <a:pt x="11" y="100"/>
                  </a:lnTo>
                  <a:lnTo>
                    <a:pt x="0" y="97"/>
                  </a:lnTo>
                  <a:lnTo>
                    <a:pt x="22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Freeform 185">
              <a:extLst>
                <a:ext uri="{FF2B5EF4-FFF2-40B4-BE49-F238E27FC236}">
                  <a16:creationId xmlns:a16="http://schemas.microsoft.com/office/drawing/2014/main" id="{540D31C4-3A86-6535-E66D-7D7B27F9C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340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44" y="0"/>
                  </a:moveTo>
                  <a:lnTo>
                    <a:pt x="55" y="6"/>
                  </a:lnTo>
                  <a:lnTo>
                    <a:pt x="63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7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4" y="81"/>
                  </a:lnTo>
                  <a:lnTo>
                    <a:pt x="56" y="90"/>
                  </a:lnTo>
                  <a:lnTo>
                    <a:pt x="46" y="96"/>
                  </a:lnTo>
                  <a:lnTo>
                    <a:pt x="35" y="100"/>
                  </a:lnTo>
                  <a:lnTo>
                    <a:pt x="23" y="101"/>
                  </a:lnTo>
                  <a:lnTo>
                    <a:pt x="11" y="100"/>
                  </a:lnTo>
                  <a:lnTo>
                    <a:pt x="0" y="9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Freeform 186">
              <a:extLst>
                <a:ext uri="{FF2B5EF4-FFF2-40B4-BE49-F238E27FC236}">
                  <a16:creationId xmlns:a16="http://schemas.microsoft.com/office/drawing/2014/main" id="{640C9D4A-AF0C-A2B4-8843-09872151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6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Freeform 187">
              <a:extLst>
                <a:ext uri="{FF2B5EF4-FFF2-40B4-BE49-F238E27FC236}">
                  <a16:creationId xmlns:a16="http://schemas.microsoft.com/office/drawing/2014/main" id="{D9CBA66E-A456-0621-848F-42D5089DB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6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Freeform 188">
              <a:extLst>
                <a:ext uri="{FF2B5EF4-FFF2-40B4-BE49-F238E27FC236}">
                  <a16:creationId xmlns:a16="http://schemas.microsoft.com/office/drawing/2014/main" id="{A0520BD7-928B-2573-6DA5-BC1B757E0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76"/>
              <a:ext cx="18" cy="194"/>
            </a:xfrm>
            <a:custGeom>
              <a:avLst/>
              <a:gdLst>
                <a:gd name="T0" fmla="*/ 0 w 107"/>
                <a:gd name="T1" fmla="*/ 0 h 1168"/>
                <a:gd name="T2" fmla="*/ 0 w 107"/>
                <a:gd name="T3" fmla="*/ 0 h 1168"/>
                <a:gd name="T4" fmla="*/ 0 w 107"/>
                <a:gd name="T5" fmla="*/ 0 h 1168"/>
                <a:gd name="T6" fmla="*/ 0 w 107"/>
                <a:gd name="T7" fmla="*/ 0 h 1168"/>
                <a:gd name="T8" fmla="*/ 0 w 107"/>
                <a:gd name="T9" fmla="*/ 0 h 1168"/>
                <a:gd name="T10" fmla="*/ 0 w 107"/>
                <a:gd name="T11" fmla="*/ 0 h 1168"/>
                <a:gd name="T12" fmla="*/ 0 w 107"/>
                <a:gd name="T13" fmla="*/ 0 h 1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8"/>
                <a:gd name="T23" fmla="*/ 107 w 107"/>
                <a:gd name="T24" fmla="*/ 1168 h 11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8"/>
                  </a:lnTo>
                  <a:lnTo>
                    <a:pt x="53" y="1168"/>
                  </a:lnTo>
                  <a:lnTo>
                    <a:pt x="107" y="116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Freeform 189">
              <a:extLst>
                <a:ext uri="{FF2B5EF4-FFF2-40B4-BE49-F238E27FC236}">
                  <a16:creationId xmlns:a16="http://schemas.microsoft.com/office/drawing/2014/main" id="{F98965ED-E2DB-A06C-1841-6135F23B0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376"/>
              <a:ext cx="18" cy="194"/>
            </a:xfrm>
            <a:custGeom>
              <a:avLst/>
              <a:gdLst>
                <a:gd name="T0" fmla="*/ 0 w 107"/>
                <a:gd name="T1" fmla="*/ 0 h 1168"/>
                <a:gd name="T2" fmla="*/ 0 w 107"/>
                <a:gd name="T3" fmla="*/ 0 h 1168"/>
                <a:gd name="T4" fmla="*/ 0 w 107"/>
                <a:gd name="T5" fmla="*/ 0 h 1168"/>
                <a:gd name="T6" fmla="*/ 0 w 107"/>
                <a:gd name="T7" fmla="*/ 0 h 1168"/>
                <a:gd name="T8" fmla="*/ 0 w 107"/>
                <a:gd name="T9" fmla="*/ 0 h 1168"/>
                <a:gd name="T10" fmla="*/ 0 w 107"/>
                <a:gd name="T11" fmla="*/ 0 h 1168"/>
                <a:gd name="T12" fmla="*/ 0 w 107"/>
                <a:gd name="T13" fmla="*/ 0 h 11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168"/>
                <a:gd name="T23" fmla="*/ 107 w 107"/>
                <a:gd name="T24" fmla="*/ 1168 h 11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16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168"/>
                  </a:lnTo>
                  <a:lnTo>
                    <a:pt x="53" y="1168"/>
                  </a:lnTo>
                  <a:lnTo>
                    <a:pt x="107" y="116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Freeform 190">
              <a:extLst>
                <a:ext uri="{FF2B5EF4-FFF2-40B4-BE49-F238E27FC236}">
                  <a16:creationId xmlns:a16="http://schemas.microsoft.com/office/drawing/2014/main" id="{8D664080-0B02-F710-8DC6-14EB481DC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Freeform 191">
              <a:extLst>
                <a:ext uri="{FF2B5EF4-FFF2-40B4-BE49-F238E27FC236}">
                  <a16:creationId xmlns:a16="http://schemas.microsoft.com/office/drawing/2014/main" id="{25ADB521-2EB8-0F9C-1A21-9FC282F0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257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2"/>
                  </a:lnTo>
                  <a:lnTo>
                    <a:pt x="11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Freeform 192">
              <a:extLst>
                <a:ext uri="{FF2B5EF4-FFF2-40B4-BE49-F238E27FC236}">
                  <a16:creationId xmlns:a16="http://schemas.microsoft.com/office/drawing/2014/main" id="{40881CF9-7FA3-CB9A-3707-6998351D4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125"/>
              <a:ext cx="38" cy="38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5" y="80"/>
                  </a:lnTo>
                  <a:lnTo>
                    <a:pt x="209" y="48"/>
                  </a:lnTo>
                  <a:lnTo>
                    <a:pt x="183" y="22"/>
                  </a:lnTo>
                  <a:lnTo>
                    <a:pt x="151" y="6"/>
                  </a:lnTo>
                  <a:lnTo>
                    <a:pt x="116" y="0"/>
                  </a:lnTo>
                  <a:lnTo>
                    <a:pt x="80" y="6"/>
                  </a:lnTo>
                  <a:lnTo>
                    <a:pt x="48" y="22"/>
                  </a:lnTo>
                  <a:lnTo>
                    <a:pt x="21" y="48"/>
                  </a:lnTo>
                  <a:lnTo>
                    <a:pt x="6" y="80"/>
                  </a:lnTo>
                  <a:lnTo>
                    <a:pt x="0" y="115"/>
                  </a:lnTo>
                  <a:lnTo>
                    <a:pt x="6" y="151"/>
                  </a:lnTo>
                  <a:lnTo>
                    <a:pt x="21" y="183"/>
                  </a:lnTo>
                  <a:lnTo>
                    <a:pt x="48" y="210"/>
                  </a:lnTo>
                  <a:lnTo>
                    <a:pt x="80" y="226"/>
                  </a:lnTo>
                  <a:lnTo>
                    <a:pt x="116" y="231"/>
                  </a:lnTo>
                  <a:lnTo>
                    <a:pt x="151" y="226"/>
                  </a:lnTo>
                  <a:lnTo>
                    <a:pt x="183" y="210"/>
                  </a:lnTo>
                  <a:lnTo>
                    <a:pt x="209" y="183"/>
                  </a:lnTo>
                  <a:lnTo>
                    <a:pt x="225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Freeform 193">
              <a:extLst>
                <a:ext uri="{FF2B5EF4-FFF2-40B4-BE49-F238E27FC236}">
                  <a16:creationId xmlns:a16="http://schemas.microsoft.com/office/drawing/2014/main" id="{C8D2229C-9F7B-013A-808E-A8E5DCEE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337"/>
              <a:ext cx="38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5" y="79"/>
                  </a:lnTo>
                  <a:lnTo>
                    <a:pt x="209" y="47"/>
                  </a:lnTo>
                  <a:lnTo>
                    <a:pt x="183" y="22"/>
                  </a:lnTo>
                  <a:lnTo>
                    <a:pt x="151" y="5"/>
                  </a:lnTo>
                  <a:lnTo>
                    <a:pt x="116" y="0"/>
                  </a:lnTo>
                  <a:lnTo>
                    <a:pt x="80" y="5"/>
                  </a:lnTo>
                  <a:lnTo>
                    <a:pt x="48" y="22"/>
                  </a:lnTo>
                  <a:lnTo>
                    <a:pt x="21" y="47"/>
                  </a:lnTo>
                  <a:lnTo>
                    <a:pt x="6" y="79"/>
                  </a:lnTo>
                  <a:lnTo>
                    <a:pt x="0" y="115"/>
                  </a:lnTo>
                  <a:lnTo>
                    <a:pt x="6" y="150"/>
                  </a:lnTo>
                  <a:lnTo>
                    <a:pt x="21" y="183"/>
                  </a:lnTo>
                  <a:lnTo>
                    <a:pt x="48" y="208"/>
                  </a:lnTo>
                  <a:lnTo>
                    <a:pt x="80" y="225"/>
                  </a:lnTo>
                  <a:lnTo>
                    <a:pt x="116" y="231"/>
                  </a:lnTo>
                  <a:lnTo>
                    <a:pt x="151" y="225"/>
                  </a:lnTo>
                  <a:lnTo>
                    <a:pt x="183" y="208"/>
                  </a:lnTo>
                  <a:lnTo>
                    <a:pt x="209" y="183"/>
                  </a:lnTo>
                  <a:lnTo>
                    <a:pt x="225" y="150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Freeform 194">
              <a:extLst>
                <a:ext uri="{FF2B5EF4-FFF2-40B4-BE49-F238E27FC236}">
                  <a16:creationId xmlns:a16="http://schemas.microsoft.com/office/drawing/2014/main" id="{1C9DA1D2-ADF1-DC7F-FA9D-90FD87124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355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w 75"/>
                <a:gd name="T31" fmla="*/ 0 h 101"/>
                <a:gd name="T32" fmla="*/ 0 w 75"/>
                <a:gd name="T33" fmla="*/ 0 h 10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1"/>
                <a:gd name="T53" fmla="*/ 75 w 75"/>
                <a:gd name="T54" fmla="*/ 101 h 10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1">
                  <a:moveTo>
                    <a:pt x="53" y="53"/>
                  </a:moveTo>
                  <a:lnTo>
                    <a:pt x="30" y="101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0" y="20"/>
                  </a:lnTo>
                  <a:lnTo>
                    <a:pt x="19" y="11"/>
                  </a:lnTo>
                  <a:lnTo>
                    <a:pt x="28" y="5"/>
                  </a:lnTo>
                  <a:lnTo>
                    <a:pt x="40" y="1"/>
                  </a:lnTo>
                  <a:lnTo>
                    <a:pt x="51" y="0"/>
                  </a:lnTo>
                  <a:lnTo>
                    <a:pt x="63" y="1"/>
                  </a:lnTo>
                  <a:lnTo>
                    <a:pt x="75" y="4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Freeform 195">
              <a:extLst>
                <a:ext uri="{FF2B5EF4-FFF2-40B4-BE49-F238E27FC236}">
                  <a16:creationId xmlns:a16="http://schemas.microsoft.com/office/drawing/2014/main" id="{43D1B145-9490-1602-4875-17D8042F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355"/>
              <a:ext cx="12" cy="17"/>
            </a:xfrm>
            <a:custGeom>
              <a:avLst/>
              <a:gdLst>
                <a:gd name="T0" fmla="*/ 0 w 75"/>
                <a:gd name="T1" fmla="*/ 0 h 101"/>
                <a:gd name="T2" fmla="*/ 0 w 75"/>
                <a:gd name="T3" fmla="*/ 0 h 101"/>
                <a:gd name="T4" fmla="*/ 0 w 75"/>
                <a:gd name="T5" fmla="*/ 0 h 101"/>
                <a:gd name="T6" fmla="*/ 0 w 75"/>
                <a:gd name="T7" fmla="*/ 0 h 101"/>
                <a:gd name="T8" fmla="*/ 0 w 75"/>
                <a:gd name="T9" fmla="*/ 0 h 101"/>
                <a:gd name="T10" fmla="*/ 0 w 75"/>
                <a:gd name="T11" fmla="*/ 0 h 101"/>
                <a:gd name="T12" fmla="*/ 0 w 75"/>
                <a:gd name="T13" fmla="*/ 0 h 101"/>
                <a:gd name="T14" fmla="*/ 0 w 75"/>
                <a:gd name="T15" fmla="*/ 0 h 101"/>
                <a:gd name="T16" fmla="*/ 0 w 75"/>
                <a:gd name="T17" fmla="*/ 0 h 101"/>
                <a:gd name="T18" fmla="*/ 0 w 75"/>
                <a:gd name="T19" fmla="*/ 0 h 101"/>
                <a:gd name="T20" fmla="*/ 0 w 75"/>
                <a:gd name="T21" fmla="*/ 0 h 101"/>
                <a:gd name="T22" fmla="*/ 0 w 75"/>
                <a:gd name="T23" fmla="*/ 0 h 101"/>
                <a:gd name="T24" fmla="*/ 0 w 75"/>
                <a:gd name="T25" fmla="*/ 0 h 101"/>
                <a:gd name="T26" fmla="*/ 0 w 75"/>
                <a:gd name="T27" fmla="*/ 0 h 101"/>
                <a:gd name="T28" fmla="*/ 0 w 75"/>
                <a:gd name="T29" fmla="*/ 0 h 10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1"/>
                <a:gd name="T47" fmla="*/ 75 w 75"/>
                <a:gd name="T48" fmla="*/ 101 h 10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1">
                  <a:moveTo>
                    <a:pt x="30" y="101"/>
                  </a:move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4" y="31"/>
                  </a:lnTo>
                  <a:lnTo>
                    <a:pt x="10" y="20"/>
                  </a:lnTo>
                  <a:lnTo>
                    <a:pt x="19" y="11"/>
                  </a:lnTo>
                  <a:lnTo>
                    <a:pt x="28" y="5"/>
                  </a:lnTo>
                  <a:lnTo>
                    <a:pt x="40" y="1"/>
                  </a:lnTo>
                  <a:lnTo>
                    <a:pt x="51" y="0"/>
                  </a:lnTo>
                  <a:lnTo>
                    <a:pt x="63" y="1"/>
                  </a:lnTo>
                  <a:lnTo>
                    <a:pt x="75" y="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Freeform 196">
              <a:extLst>
                <a:ext uri="{FF2B5EF4-FFF2-40B4-BE49-F238E27FC236}">
                  <a16:creationId xmlns:a16="http://schemas.microsoft.com/office/drawing/2014/main" id="{B3FDC6BB-67E4-29B3-EFFE-5C60DA115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56"/>
              <a:ext cx="331" cy="166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45" y="0"/>
                  </a:moveTo>
                  <a:lnTo>
                    <a:pt x="23" y="49"/>
                  </a:lnTo>
                  <a:lnTo>
                    <a:pt x="0" y="97"/>
                  </a:lnTo>
                  <a:lnTo>
                    <a:pt x="1942" y="994"/>
                  </a:lnTo>
                  <a:lnTo>
                    <a:pt x="1964" y="946"/>
                  </a:lnTo>
                  <a:lnTo>
                    <a:pt x="1987" y="89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Freeform 197">
              <a:extLst>
                <a:ext uri="{FF2B5EF4-FFF2-40B4-BE49-F238E27FC236}">
                  <a16:creationId xmlns:a16="http://schemas.microsoft.com/office/drawing/2014/main" id="{65433F62-F347-CE39-975B-202A6547C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56"/>
              <a:ext cx="331" cy="166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45" y="0"/>
                  </a:moveTo>
                  <a:lnTo>
                    <a:pt x="23" y="49"/>
                  </a:lnTo>
                  <a:lnTo>
                    <a:pt x="0" y="97"/>
                  </a:lnTo>
                  <a:lnTo>
                    <a:pt x="1942" y="994"/>
                  </a:lnTo>
                  <a:lnTo>
                    <a:pt x="1964" y="946"/>
                  </a:lnTo>
                  <a:lnTo>
                    <a:pt x="1987" y="897"/>
                  </a:lnTo>
                  <a:lnTo>
                    <a:pt x="4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Freeform 198">
              <a:extLst>
                <a:ext uri="{FF2B5EF4-FFF2-40B4-BE49-F238E27FC236}">
                  <a16:creationId xmlns:a16="http://schemas.microsoft.com/office/drawing/2014/main" id="{9163E51B-CE5E-E227-CD30-6B60E0C17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06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49"/>
                  </a:moveTo>
                  <a:lnTo>
                    <a:pt x="45" y="0"/>
                  </a:lnTo>
                  <a:lnTo>
                    <a:pt x="55" y="6"/>
                  </a:lnTo>
                  <a:lnTo>
                    <a:pt x="64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8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5" y="81"/>
                  </a:lnTo>
                  <a:lnTo>
                    <a:pt x="56" y="90"/>
                  </a:lnTo>
                  <a:lnTo>
                    <a:pt x="47" y="96"/>
                  </a:lnTo>
                  <a:lnTo>
                    <a:pt x="35" y="100"/>
                  </a:lnTo>
                  <a:lnTo>
                    <a:pt x="23" y="102"/>
                  </a:lnTo>
                  <a:lnTo>
                    <a:pt x="12" y="100"/>
                  </a:lnTo>
                  <a:lnTo>
                    <a:pt x="0" y="97"/>
                  </a:lnTo>
                  <a:lnTo>
                    <a:pt x="22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Freeform 199">
              <a:extLst>
                <a:ext uri="{FF2B5EF4-FFF2-40B4-BE49-F238E27FC236}">
                  <a16:creationId xmlns:a16="http://schemas.microsoft.com/office/drawing/2014/main" id="{22CC116E-8287-08DE-DB8B-CC8E50CF6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2506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45" y="0"/>
                  </a:moveTo>
                  <a:lnTo>
                    <a:pt x="55" y="6"/>
                  </a:lnTo>
                  <a:lnTo>
                    <a:pt x="64" y="15"/>
                  </a:lnTo>
                  <a:lnTo>
                    <a:pt x="70" y="24"/>
                  </a:lnTo>
                  <a:lnTo>
                    <a:pt x="74" y="36"/>
                  </a:lnTo>
                  <a:lnTo>
                    <a:pt x="75" y="48"/>
                  </a:lnTo>
                  <a:lnTo>
                    <a:pt x="74" y="59"/>
                  </a:lnTo>
                  <a:lnTo>
                    <a:pt x="71" y="71"/>
                  </a:lnTo>
                  <a:lnTo>
                    <a:pt x="65" y="81"/>
                  </a:lnTo>
                  <a:lnTo>
                    <a:pt x="56" y="90"/>
                  </a:lnTo>
                  <a:lnTo>
                    <a:pt x="47" y="96"/>
                  </a:lnTo>
                  <a:lnTo>
                    <a:pt x="35" y="100"/>
                  </a:lnTo>
                  <a:lnTo>
                    <a:pt x="23" y="102"/>
                  </a:lnTo>
                  <a:lnTo>
                    <a:pt x="12" y="100"/>
                  </a:lnTo>
                  <a:lnTo>
                    <a:pt x="0" y="9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Freeform 200">
              <a:extLst>
                <a:ext uri="{FF2B5EF4-FFF2-40B4-BE49-F238E27FC236}">
                  <a16:creationId xmlns:a16="http://schemas.microsoft.com/office/drawing/2014/main" id="{AB550B6D-498F-8CEE-7D33-E967FDF0E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53" y="49"/>
                  </a:moveTo>
                  <a:lnTo>
                    <a:pt x="75" y="97"/>
                  </a:lnTo>
                  <a:lnTo>
                    <a:pt x="63" y="101"/>
                  </a:lnTo>
                  <a:lnTo>
                    <a:pt x="51" y="102"/>
                  </a:lnTo>
                  <a:lnTo>
                    <a:pt x="40" y="101"/>
                  </a:lnTo>
                  <a:lnTo>
                    <a:pt x="28" y="96"/>
                  </a:lnTo>
                  <a:lnTo>
                    <a:pt x="19" y="90"/>
                  </a:lnTo>
                  <a:lnTo>
                    <a:pt x="10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1" y="15"/>
                  </a:lnTo>
                  <a:lnTo>
                    <a:pt x="20" y="6"/>
                  </a:lnTo>
                  <a:lnTo>
                    <a:pt x="30" y="0"/>
                  </a:lnTo>
                  <a:lnTo>
                    <a:pt x="53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Freeform 201">
              <a:extLst>
                <a:ext uri="{FF2B5EF4-FFF2-40B4-BE49-F238E27FC236}">
                  <a16:creationId xmlns:a16="http://schemas.microsoft.com/office/drawing/2014/main" id="{C00EACA6-745D-9254-8B96-334B398D6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212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75" y="97"/>
                  </a:moveTo>
                  <a:lnTo>
                    <a:pt x="63" y="101"/>
                  </a:lnTo>
                  <a:lnTo>
                    <a:pt x="51" y="102"/>
                  </a:lnTo>
                  <a:lnTo>
                    <a:pt x="40" y="101"/>
                  </a:lnTo>
                  <a:lnTo>
                    <a:pt x="28" y="96"/>
                  </a:lnTo>
                  <a:lnTo>
                    <a:pt x="19" y="90"/>
                  </a:lnTo>
                  <a:lnTo>
                    <a:pt x="10" y="82"/>
                  </a:lnTo>
                  <a:lnTo>
                    <a:pt x="4" y="71"/>
                  </a:lnTo>
                  <a:lnTo>
                    <a:pt x="1" y="59"/>
                  </a:lnTo>
                  <a:lnTo>
                    <a:pt x="0" y="48"/>
                  </a:lnTo>
                  <a:lnTo>
                    <a:pt x="1" y="36"/>
                  </a:lnTo>
                  <a:lnTo>
                    <a:pt x="5" y="24"/>
                  </a:lnTo>
                  <a:lnTo>
                    <a:pt x="11" y="15"/>
                  </a:lnTo>
                  <a:lnTo>
                    <a:pt x="20" y="6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Freeform 202">
              <a:extLst>
                <a:ext uri="{FF2B5EF4-FFF2-40B4-BE49-F238E27FC236}">
                  <a16:creationId xmlns:a16="http://schemas.microsoft.com/office/drawing/2014/main" id="{29291B89-3478-09D4-5CCD-2BE5D8AA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79"/>
              <a:ext cx="331" cy="165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0" y="897"/>
                  </a:moveTo>
                  <a:lnTo>
                    <a:pt x="23" y="946"/>
                  </a:lnTo>
                  <a:lnTo>
                    <a:pt x="45" y="994"/>
                  </a:lnTo>
                  <a:lnTo>
                    <a:pt x="1987" y="98"/>
                  </a:lnTo>
                  <a:lnTo>
                    <a:pt x="1964" y="49"/>
                  </a:lnTo>
                  <a:lnTo>
                    <a:pt x="1942" y="0"/>
                  </a:lnTo>
                  <a:lnTo>
                    <a:pt x="0" y="8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Freeform 203">
              <a:extLst>
                <a:ext uri="{FF2B5EF4-FFF2-40B4-BE49-F238E27FC236}">
                  <a16:creationId xmlns:a16="http://schemas.microsoft.com/office/drawing/2014/main" id="{E47CC271-CFFA-BFD7-683A-20EF0067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979"/>
              <a:ext cx="331" cy="165"/>
            </a:xfrm>
            <a:custGeom>
              <a:avLst/>
              <a:gdLst>
                <a:gd name="T0" fmla="*/ 0 w 1987"/>
                <a:gd name="T1" fmla="*/ 0 h 994"/>
                <a:gd name="T2" fmla="*/ 0 w 1987"/>
                <a:gd name="T3" fmla="*/ 0 h 994"/>
                <a:gd name="T4" fmla="*/ 0 w 1987"/>
                <a:gd name="T5" fmla="*/ 0 h 994"/>
                <a:gd name="T6" fmla="*/ 0 w 1987"/>
                <a:gd name="T7" fmla="*/ 0 h 994"/>
                <a:gd name="T8" fmla="*/ 0 w 1987"/>
                <a:gd name="T9" fmla="*/ 0 h 994"/>
                <a:gd name="T10" fmla="*/ 0 w 1987"/>
                <a:gd name="T11" fmla="*/ 0 h 994"/>
                <a:gd name="T12" fmla="*/ 0 w 1987"/>
                <a:gd name="T13" fmla="*/ 0 h 9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87"/>
                <a:gd name="T22" fmla="*/ 0 h 994"/>
                <a:gd name="T23" fmla="*/ 1987 w 1987"/>
                <a:gd name="T24" fmla="*/ 994 h 9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87" h="994">
                  <a:moveTo>
                    <a:pt x="0" y="897"/>
                  </a:moveTo>
                  <a:lnTo>
                    <a:pt x="23" y="946"/>
                  </a:lnTo>
                  <a:lnTo>
                    <a:pt x="45" y="994"/>
                  </a:lnTo>
                  <a:lnTo>
                    <a:pt x="1987" y="98"/>
                  </a:lnTo>
                  <a:lnTo>
                    <a:pt x="1964" y="49"/>
                  </a:lnTo>
                  <a:lnTo>
                    <a:pt x="1942" y="0"/>
                  </a:lnTo>
                  <a:lnTo>
                    <a:pt x="0" y="89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Freeform 204">
              <a:extLst>
                <a:ext uri="{FF2B5EF4-FFF2-40B4-BE49-F238E27FC236}">
                  <a16:creationId xmlns:a16="http://schemas.microsoft.com/office/drawing/2014/main" id="{22E00462-39BC-370A-6B03-D29243326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97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w 75"/>
                <a:gd name="T31" fmla="*/ 0 h 102"/>
                <a:gd name="T32" fmla="*/ 0 w 75"/>
                <a:gd name="T33" fmla="*/ 0 h 1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5"/>
                <a:gd name="T52" fmla="*/ 0 h 102"/>
                <a:gd name="T53" fmla="*/ 75 w 75"/>
                <a:gd name="T54" fmla="*/ 102 h 1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5" h="102">
                  <a:moveTo>
                    <a:pt x="22" y="53"/>
                  </a:moveTo>
                  <a:lnTo>
                    <a:pt x="0" y="4"/>
                  </a:lnTo>
                  <a:lnTo>
                    <a:pt x="12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7" y="5"/>
                  </a:lnTo>
                  <a:lnTo>
                    <a:pt x="56" y="12"/>
                  </a:lnTo>
                  <a:lnTo>
                    <a:pt x="65" y="20"/>
                  </a:lnTo>
                  <a:lnTo>
                    <a:pt x="71" y="31"/>
                  </a:lnTo>
                  <a:lnTo>
                    <a:pt x="74" y="42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4" y="87"/>
                  </a:lnTo>
                  <a:lnTo>
                    <a:pt x="55" y="95"/>
                  </a:lnTo>
                  <a:lnTo>
                    <a:pt x="45" y="102"/>
                  </a:lnTo>
                  <a:lnTo>
                    <a:pt x="22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Freeform 205">
              <a:extLst>
                <a:ext uri="{FF2B5EF4-FFF2-40B4-BE49-F238E27FC236}">
                  <a16:creationId xmlns:a16="http://schemas.microsoft.com/office/drawing/2014/main" id="{AABB8EF0-E85F-62E9-588B-F1B57E574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978"/>
              <a:ext cx="12" cy="17"/>
            </a:xfrm>
            <a:custGeom>
              <a:avLst/>
              <a:gdLst>
                <a:gd name="T0" fmla="*/ 0 w 75"/>
                <a:gd name="T1" fmla="*/ 0 h 102"/>
                <a:gd name="T2" fmla="*/ 0 w 75"/>
                <a:gd name="T3" fmla="*/ 0 h 102"/>
                <a:gd name="T4" fmla="*/ 0 w 75"/>
                <a:gd name="T5" fmla="*/ 0 h 102"/>
                <a:gd name="T6" fmla="*/ 0 w 75"/>
                <a:gd name="T7" fmla="*/ 0 h 102"/>
                <a:gd name="T8" fmla="*/ 0 w 75"/>
                <a:gd name="T9" fmla="*/ 0 h 102"/>
                <a:gd name="T10" fmla="*/ 0 w 75"/>
                <a:gd name="T11" fmla="*/ 0 h 102"/>
                <a:gd name="T12" fmla="*/ 0 w 75"/>
                <a:gd name="T13" fmla="*/ 0 h 102"/>
                <a:gd name="T14" fmla="*/ 0 w 75"/>
                <a:gd name="T15" fmla="*/ 0 h 102"/>
                <a:gd name="T16" fmla="*/ 0 w 75"/>
                <a:gd name="T17" fmla="*/ 0 h 102"/>
                <a:gd name="T18" fmla="*/ 0 w 75"/>
                <a:gd name="T19" fmla="*/ 0 h 102"/>
                <a:gd name="T20" fmla="*/ 0 w 75"/>
                <a:gd name="T21" fmla="*/ 0 h 102"/>
                <a:gd name="T22" fmla="*/ 0 w 75"/>
                <a:gd name="T23" fmla="*/ 0 h 102"/>
                <a:gd name="T24" fmla="*/ 0 w 75"/>
                <a:gd name="T25" fmla="*/ 0 h 102"/>
                <a:gd name="T26" fmla="*/ 0 w 75"/>
                <a:gd name="T27" fmla="*/ 0 h 102"/>
                <a:gd name="T28" fmla="*/ 0 w 75"/>
                <a:gd name="T29" fmla="*/ 0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5"/>
                <a:gd name="T46" fmla="*/ 0 h 102"/>
                <a:gd name="T47" fmla="*/ 75 w 75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5" h="102">
                  <a:moveTo>
                    <a:pt x="0" y="4"/>
                  </a:moveTo>
                  <a:lnTo>
                    <a:pt x="12" y="1"/>
                  </a:lnTo>
                  <a:lnTo>
                    <a:pt x="23" y="0"/>
                  </a:lnTo>
                  <a:lnTo>
                    <a:pt x="35" y="1"/>
                  </a:lnTo>
                  <a:lnTo>
                    <a:pt x="47" y="5"/>
                  </a:lnTo>
                  <a:lnTo>
                    <a:pt x="56" y="12"/>
                  </a:lnTo>
                  <a:lnTo>
                    <a:pt x="65" y="20"/>
                  </a:lnTo>
                  <a:lnTo>
                    <a:pt x="71" y="31"/>
                  </a:lnTo>
                  <a:lnTo>
                    <a:pt x="74" y="42"/>
                  </a:lnTo>
                  <a:lnTo>
                    <a:pt x="75" y="54"/>
                  </a:lnTo>
                  <a:lnTo>
                    <a:pt x="74" y="66"/>
                  </a:lnTo>
                  <a:lnTo>
                    <a:pt x="70" y="77"/>
                  </a:lnTo>
                  <a:lnTo>
                    <a:pt x="64" y="87"/>
                  </a:lnTo>
                  <a:lnTo>
                    <a:pt x="55" y="95"/>
                  </a:lnTo>
                  <a:lnTo>
                    <a:pt x="45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" name="Group 206">
            <a:extLst>
              <a:ext uri="{FF2B5EF4-FFF2-40B4-BE49-F238E27FC236}">
                <a16:creationId xmlns:a16="http://schemas.microsoft.com/office/drawing/2014/main" id="{78B0A723-11A5-6010-2241-373470AE4ACE}"/>
              </a:ext>
            </a:extLst>
          </p:cNvPr>
          <p:cNvGrpSpPr>
            <a:grpSpLocks/>
          </p:cNvGrpSpPr>
          <p:nvPr/>
        </p:nvGrpSpPr>
        <p:grpSpPr bwMode="auto">
          <a:xfrm>
            <a:off x="7395157" y="977319"/>
            <a:ext cx="1042988" cy="1268412"/>
            <a:chOff x="3044" y="891"/>
            <a:chExt cx="657" cy="799"/>
          </a:xfrm>
        </p:grpSpPr>
        <p:sp>
          <p:nvSpPr>
            <p:cNvPr id="205" name="Freeform 207">
              <a:extLst>
                <a:ext uri="{FF2B5EF4-FFF2-40B4-BE49-F238E27FC236}">
                  <a16:creationId xmlns:a16="http://schemas.microsoft.com/office/drawing/2014/main" id="{0AE3555C-B6D8-3B54-3C68-2EDC807FD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Freeform 208">
              <a:extLst>
                <a:ext uri="{FF2B5EF4-FFF2-40B4-BE49-F238E27FC236}">
                  <a16:creationId xmlns:a16="http://schemas.microsoft.com/office/drawing/2014/main" id="{F4721034-1E33-F979-6AEF-78C7B3E0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Freeform 209">
              <a:extLst>
                <a:ext uri="{FF2B5EF4-FFF2-40B4-BE49-F238E27FC236}">
                  <a16:creationId xmlns:a16="http://schemas.microsoft.com/office/drawing/2014/main" id="{287B633A-3D7F-6BE7-F8EE-BD9ADD78E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920"/>
              <a:ext cx="639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Freeform 210">
              <a:extLst>
                <a:ext uri="{FF2B5EF4-FFF2-40B4-BE49-F238E27FC236}">
                  <a16:creationId xmlns:a16="http://schemas.microsoft.com/office/drawing/2014/main" id="{94FBC540-340E-F979-A139-7DE2BA402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920"/>
              <a:ext cx="639" cy="18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Freeform 211">
              <a:extLst>
                <a:ext uri="{FF2B5EF4-FFF2-40B4-BE49-F238E27FC236}">
                  <a16:creationId xmlns:a16="http://schemas.microsoft.com/office/drawing/2014/main" id="{6949EAC1-D4BA-B953-9055-64C981761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Freeform 212">
              <a:extLst>
                <a:ext uri="{FF2B5EF4-FFF2-40B4-BE49-F238E27FC236}">
                  <a16:creationId xmlns:a16="http://schemas.microsoft.com/office/drawing/2014/main" id="{FB175293-21A1-88C5-1664-E0B2C2459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Freeform 213">
              <a:extLst>
                <a:ext uri="{FF2B5EF4-FFF2-40B4-BE49-F238E27FC236}">
                  <a16:creationId xmlns:a16="http://schemas.microsoft.com/office/drawing/2014/main" id="{08F21561-6D67-7D9A-3CC5-43F38129E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Freeform 214">
              <a:extLst>
                <a:ext uri="{FF2B5EF4-FFF2-40B4-BE49-F238E27FC236}">
                  <a16:creationId xmlns:a16="http://schemas.microsoft.com/office/drawing/2014/main" id="{8312CB9E-604B-F74E-5A16-D33115497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Freeform 215">
              <a:extLst>
                <a:ext uri="{FF2B5EF4-FFF2-40B4-BE49-F238E27FC236}">
                  <a16:creationId xmlns:a16="http://schemas.microsoft.com/office/drawing/2014/main" id="{26E213D2-2EEA-579A-710D-F4387664F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643"/>
              <a:ext cx="639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216">
              <a:extLst>
                <a:ext uri="{FF2B5EF4-FFF2-40B4-BE49-F238E27FC236}">
                  <a16:creationId xmlns:a16="http://schemas.microsoft.com/office/drawing/2014/main" id="{1EBDA466-22B5-671D-A461-28B7F9664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643"/>
              <a:ext cx="639" cy="17"/>
            </a:xfrm>
            <a:custGeom>
              <a:avLst/>
              <a:gdLst>
                <a:gd name="T0" fmla="*/ 0 w 3836"/>
                <a:gd name="T1" fmla="*/ 0 h 107"/>
                <a:gd name="T2" fmla="*/ 0 w 3836"/>
                <a:gd name="T3" fmla="*/ 0 h 107"/>
                <a:gd name="T4" fmla="*/ 0 w 3836"/>
                <a:gd name="T5" fmla="*/ 0 h 107"/>
                <a:gd name="T6" fmla="*/ 0 w 3836"/>
                <a:gd name="T7" fmla="*/ 0 h 107"/>
                <a:gd name="T8" fmla="*/ 0 w 3836"/>
                <a:gd name="T9" fmla="*/ 0 h 107"/>
                <a:gd name="T10" fmla="*/ 0 w 3836"/>
                <a:gd name="T11" fmla="*/ 0 h 107"/>
                <a:gd name="T12" fmla="*/ 0 w 383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6"/>
                <a:gd name="T22" fmla="*/ 0 h 107"/>
                <a:gd name="T23" fmla="*/ 3836 w 383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6" y="107"/>
                  </a:lnTo>
                  <a:lnTo>
                    <a:pt x="3836" y="54"/>
                  </a:lnTo>
                  <a:lnTo>
                    <a:pt x="383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Freeform 217">
              <a:extLst>
                <a:ext uri="{FF2B5EF4-FFF2-40B4-BE49-F238E27FC236}">
                  <a16:creationId xmlns:a16="http://schemas.microsoft.com/office/drawing/2014/main" id="{ECC32436-4886-F70C-26B9-34100BDC4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Freeform 218">
              <a:extLst>
                <a:ext uri="{FF2B5EF4-FFF2-40B4-BE49-F238E27FC236}">
                  <a16:creationId xmlns:a16="http://schemas.microsoft.com/office/drawing/2014/main" id="{2E703EFA-969A-2590-BB5A-B5438A11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Freeform 219">
              <a:extLst>
                <a:ext uri="{FF2B5EF4-FFF2-40B4-BE49-F238E27FC236}">
                  <a16:creationId xmlns:a16="http://schemas.microsoft.com/office/drawing/2014/main" id="{62C6464A-504F-46E7-8E70-58E47A0EC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Freeform 220">
              <a:extLst>
                <a:ext uri="{FF2B5EF4-FFF2-40B4-BE49-F238E27FC236}">
                  <a16:creationId xmlns:a16="http://schemas.microsoft.com/office/drawing/2014/main" id="{2062319F-A337-2416-4610-ED296FBAC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Freeform 221">
              <a:extLst>
                <a:ext uri="{FF2B5EF4-FFF2-40B4-BE49-F238E27FC236}">
                  <a16:creationId xmlns:a16="http://schemas.microsoft.com/office/drawing/2014/main" id="{4CF68C81-BE14-F934-4842-40DC6BC3C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Freeform 222">
              <a:extLst>
                <a:ext uri="{FF2B5EF4-FFF2-40B4-BE49-F238E27FC236}">
                  <a16:creationId xmlns:a16="http://schemas.microsoft.com/office/drawing/2014/main" id="{8E80FDF2-8C71-8101-892E-AE56E0C73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0" y="4334"/>
                  </a:move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Freeform 223">
              <a:extLst>
                <a:ext uri="{FF2B5EF4-FFF2-40B4-BE49-F238E27FC236}">
                  <a16:creationId xmlns:a16="http://schemas.microsoft.com/office/drawing/2014/main" id="{E8D4CA3B-230D-7BCC-9D58-C41D85DF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Freeform 224">
              <a:extLst>
                <a:ext uri="{FF2B5EF4-FFF2-40B4-BE49-F238E27FC236}">
                  <a16:creationId xmlns:a16="http://schemas.microsoft.com/office/drawing/2014/main" id="{26550D3E-B8B2-2846-AC82-E43191C3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Freeform 225">
              <a:extLst>
                <a:ext uri="{FF2B5EF4-FFF2-40B4-BE49-F238E27FC236}">
                  <a16:creationId xmlns:a16="http://schemas.microsoft.com/office/drawing/2014/main" id="{611283A8-9B77-B54A-1F52-1B5E998B5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Freeform 226">
              <a:extLst>
                <a:ext uri="{FF2B5EF4-FFF2-40B4-BE49-F238E27FC236}">
                  <a16:creationId xmlns:a16="http://schemas.microsoft.com/office/drawing/2014/main" id="{F67ED0CA-EF5E-0ACF-86B7-91C13BAEF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227">
              <a:extLst>
                <a:ext uri="{FF2B5EF4-FFF2-40B4-BE49-F238E27FC236}">
                  <a16:creationId xmlns:a16="http://schemas.microsoft.com/office/drawing/2014/main" id="{8E2EE992-F8A8-38C7-732F-3F1BD4B0A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Freeform 228">
              <a:extLst>
                <a:ext uri="{FF2B5EF4-FFF2-40B4-BE49-F238E27FC236}">
                  <a16:creationId xmlns:a16="http://schemas.microsoft.com/office/drawing/2014/main" id="{1B5BA98D-6480-C82A-0BB8-62A092377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Freeform 229">
              <a:extLst>
                <a:ext uri="{FF2B5EF4-FFF2-40B4-BE49-F238E27FC236}">
                  <a16:creationId xmlns:a16="http://schemas.microsoft.com/office/drawing/2014/main" id="{1A27189C-378B-9D63-76CA-D90977136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Freeform 230">
              <a:extLst>
                <a:ext uri="{FF2B5EF4-FFF2-40B4-BE49-F238E27FC236}">
                  <a16:creationId xmlns:a16="http://schemas.microsoft.com/office/drawing/2014/main" id="{5EA4B0F6-C02D-2067-98A8-771146894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31">
              <a:extLst>
                <a:ext uri="{FF2B5EF4-FFF2-40B4-BE49-F238E27FC236}">
                  <a16:creationId xmlns:a16="http://schemas.microsoft.com/office/drawing/2014/main" id="{6FD6DDE2-C106-2F6C-CF1C-283A0B021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32">
              <a:extLst>
                <a:ext uri="{FF2B5EF4-FFF2-40B4-BE49-F238E27FC236}">
                  <a16:creationId xmlns:a16="http://schemas.microsoft.com/office/drawing/2014/main" id="{73F81A96-86E4-1CD5-1E63-5E816A9B5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33">
              <a:extLst>
                <a:ext uri="{FF2B5EF4-FFF2-40B4-BE49-F238E27FC236}">
                  <a16:creationId xmlns:a16="http://schemas.microsoft.com/office/drawing/2014/main" id="{79C0D36B-04EF-41E6-0AFB-15BFB8D7D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34">
              <a:extLst>
                <a:ext uri="{FF2B5EF4-FFF2-40B4-BE49-F238E27FC236}">
                  <a16:creationId xmlns:a16="http://schemas.microsoft.com/office/drawing/2014/main" id="{3B6F0974-C330-9982-6A94-6200E9C0E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35">
              <a:extLst>
                <a:ext uri="{FF2B5EF4-FFF2-40B4-BE49-F238E27FC236}">
                  <a16:creationId xmlns:a16="http://schemas.microsoft.com/office/drawing/2014/main" id="{ACD9D611-74C0-9E55-25B7-6A862AF87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2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Freeform 236">
              <a:extLst>
                <a:ext uri="{FF2B5EF4-FFF2-40B4-BE49-F238E27FC236}">
                  <a16:creationId xmlns:a16="http://schemas.microsoft.com/office/drawing/2014/main" id="{44DE054D-6912-2F65-7F9E-B9B477D3F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237">
              <a:extLst>
                <a:ext uri="{FF2B5EF4-FFF2-40B4-BE49-F238E27FC236}">
                  <a16:creationId xmlns:a16="http://schemas.microsoft.com/office/drawing/2014/main" id="{9C7AA0B5-0644-E0D1-CF01-30644488C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6"/>
                  </a:lnTo>
                  <a:lnTo>
                    <a:pt x="11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238">
              <a:extLst>
                <a:ext uri="{FF2B5EF4-FFF2-40B4-BE49-F238E27FC236}">
                  <a16:creationId xmlns:a16="http://schemas.microsoft.com/office/drawing/2014/main" id="{479D77C1-053F-A3A2-B31B-3910DCC7F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391"/>
              <a:ext cx="194" cy="18"/>
            </a:xfrm>
            <a:custGeom>
              <a:avLst/>
              <a:gdLst>
                <a:gd name="T0" fmla="*/ 0 w 1166"/>
                <a:gd name="T1" fmla="*/ 0 h 107"/>
                <a:gd name="T2" fmla="*/ 0 w 1166"/>
                <a:gd name="T3" fmla="*/ 0 h 107"/>
                <a:gd name="T4" fmla="*/ 0 w 1166"/>
                <a:gd name="T5" fmla="*/ 0 h 107"/>
                <a:gd name="T6" fmla="*/ 0 w 1166"/>
                <a:gd name="T7" fmla="*/ 0 h 107"/>
                <a:gd name="T8" fmla="*/ 0 w 1166"/>
                <a:gd name="T9" fmla="*/ 0 h 107"/>
                <a:gd name="T10" fmla="*/ 0 w 1166"/>
                <a:gd name="T11" fmla="*/ 0 h 107"/>
                <a:gd name="T12" fmla="*/ 0 w 116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6"/>
                <a:gd name="T22" fmla="*/ 0 h 107"/>
                <a:gd name="T23" fmla="*/ 1166 w 116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6" y="107"/>
                  </a:lnTo>
                  <a:lnTo>
                    <a:pt x="1166" y="54"/>
                  </a:lnTo>
                  <a:lnTo>
                    <a:pt x="11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239">
              <a:extLst>
                <a:ext uri="{FF2B5EF4-FFF2-40B4-BE49-F238E27FC236}">
                  <a16:creationId xmlns:a16="http://schemas.microsoft.com/office/drawing/2014/main" id="{EA9748BB-CABC-78B4-6C9D-276BF4C1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391"/>
              <a:ext cx="194" cy="18"/>
            </a:xfrm>
            <a:custGeom>
              <a:avLst/>
              <a:gdLst>
                <a:gd name="T0" fmla="*/ 0 w 1166"/>
                <a:gd name="T1" fmla="*/ 0 h 107"/>
                <a:gd name="T2" fmla="*/ 0 w 1166"/>
                <a:gd name="T3" fmla="*/ 0 h 107"/>
                <a:gd name="T4" fmla="*/ 0 w 1166"/>
                <a:gd name="T5" fmla="*/ 0 h 107"/>
                <a:gd name="T6" fmla="*/ 0 w 1166"/>
                <a:gd name="T7" fmla="*/ 0 h 107"/>
                <a:gd name="T8" fmla="*/ 0 w 1166"/>
                <a:gd name="T9" fmla="*/ 0 h 107"/>
                <a:gd name="T10" fmla="*/ 0 w 1166"/>
                <a:gd name="T11" fmla="*/ 0 h 107"/>
                <a:gd name="T12" fmla="*/ 0 w 1166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6"/>
                <a:gd name="T22" fmla="*/ 0 h 107"/>
                <a:gd name="T23" fmla="*/ 1166 w 1166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6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6" y="107"/>
                  </a:lnTo>
                  <a:lnTo>
                    <a:pt x="1166" y="54"/>
                  </a:lnTo>
                  <a:lnTo>
                    <a:pt x="116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240">
              <a:extLst>
                <a:ext uri="{FF2B5EF4-FFF2-40B4-BE49-F238E27FC236}">
                  <a16:creationId xmlns:a16="http://schemas.microsoft.com/office/drawing/2014/main" id="{9135C9D4-8BC4-AC25-67FD-387970DBC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241">
              <a:extLst>
                <a:ext uri="{FF2B5EF4-FFF2-40B4-BE49-F238E27FC236}">
                  <a16:creationId xmlns:a16="http://schemas.microsoft.com/office/drawing/2014/main" id="{4F511E5A-7FBC-E104-E27E-F9456DD0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Freeform 242">
              <a:extLst>
                <a:ext uri="{FF2B5EF4-FFF2-40B4-BE49-F238E27FC236}">
                  <a16:creationId xmlns:a16="http://schemas.microsoft.com/office/drawing/2014/main" id="{8402FE27-3E72-58C2-726B-1A9B2258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1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Freeform 243">
              <a:extLst>
                <a:ext uri="{FF2B5EF4-FFF2-40B4-BE49-F238E27FC236}">
                  <a16:creationId xmlns:a16="http://schemas.microsoft.com/office/drawing/2014/main" id="{F18E7DDA-9879-EF18-C847-8B59E1DB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1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1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Freeform 244">
              <a:extLst>
                <a:ext uri="{FF2B5EF4-FFF2-40B4-BE49-F238E27FC236}">
                  <a16:creationId xmlns:a16="http://schemas.microsoft.com/office/drawing/2014/main" id="{45DEEE59-816D-71B3-8C4D-E7E9AD5EE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052"/>
              <a:ext cx="526" cy="18"/>
            </a:xfrm>
            <a:custGeom>
              <a:avLst/>
              <a:gdLst>
                <a:gd name="T0" fmla="*/ 0 w 3159"/>
                <a:gd name="T1" fmla="*/ 0 h 107"/>
                <a:gd name="T2" fmla="*/ 0 w 3159"/>
                <a:gd name="T3" fmla="*/ 0 h 107"/>
                <a:gd name="T4" fmla="*/ 0 w 3159"/>
                <a:gd name="T5" fmla="*/ 0 h 107"/>
                <a:gd name="T6" fmla="*/ 0 w 3159"/>
                <a:gd name="T7" fmla="*/ 0 h 107"/>
                <a:gd name="T8" fmla="*/ 0 w 3159"/>
                <a:gd name="T9" fmla="*/ 0 h 107"/>
                <a:gd name="T10" fmla="*/ 0 w 3159"/>
                <a:gd name="T11" fmla="*/ 0 h 107"/>
                <a:gd name="T12" fmla="*/ 0 w 315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9"/>
                <a:gd name="T22" fmla="*/ 0 h 107"/>
                <a:gd name="T23" fmla="*/ 3159 w 315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9" y="107"/>
                  </a:lnTo>
                  <a:lnTo>
                    <a:pt x="3159" y="54"/>
                  </a:lnTo>
                  <a:lnTo>
                    <a:pt x="3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245">
              <a:extLst>
                <a:ext uri="{FF2B5EF4-FFF2-40B4-BE49-F238E27FC236}">
                  <a16:creationId xmlns:a16="http://schemas.microsoft.com/office/drawing/2014/main" id="{20C43CF1-7A60-606A-A303-7D4BCFCA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1052"/>
              <a:ext cx="526" cy="18"/>
            </a:xfrm>
            <a:custGeom>
              <a:avLst/>
              <a:gdLst>
                <a:gd name="T0" fmla="*/ 0 w 3159"/>
                <a:gd name="T1" fmla="*/ 0 h 107"/>
                <a:gd name="T2" fmla="*/ 0 w 3159"/>
                <a:gd name="T3" fmla="*/ 0 h 107"/>
                <a:gd name="T4" fmla="*/ 0 w 3159"/>
                <a:gd name="T5" fmla="*/ 0 h 107"/>
                <a:gd name="T6" fmla="*/ 0 w 3159"/>
                <a:gd name="T7" fmla="*/ 0 h 107"/>
                <a:gd name="T8" fmla="*/ 0 w 3159"/>
                <a:gd name="T9" fmla="*/ 0 h 107"/>
                <a:gd name="T10" fmla="*/ 0 w 3159"/>
                <a:gd name="T11" fmla="*/ 0 h 107"/>
                <a:gd name="T12" fmla="*/ 0 w 315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9"/>
                <a:gd name="T22" fmla="*/ 0 h 107"/>
                <a:gd name="T23" fmla="*/ 3159 w 315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9" y="107"/>
                  </a:lnTo>
                  <a:lnTo>
                    <a:pt x="3159" y="54"/>
                  </a:lnTo>
                  <a:lnTo>
                    <a:pt x="315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246">
              <a:extLst>
                <a:ext uri="{FF2B5EF4-FFF2-40B4-BE49-F238E27FC236}">
                  <a16:creationId xmlns:a16="http://schemas.microsoft.com/office/drawing/2014/main" id="{F1A14107-341E-1764-EC2B-F52607702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247">
              <a:extLst>
                <a:ext uri="{FF2B5EF4-FFF2-40B4-BE49-F238E27FC236}">
                  <a16:creationId xmlns:a16="http://schemas.microsoft.com/office/drawing/2014/main" id="{8FC17EA5-E31C-2FB8-56F9-563520A56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248">
              <a:extLst>
                <a:ext uri="{FF2B5EF4-FFF2-40B4-BE49-F238E27FC236}">
                  <a16:creationId xmlns:a16="http://schemas.microsoft.com/office/drawing/2014/main" id="{38856EFC-50CE-2B82-4A18-F40A8FA69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w 102"/>
                <a:gd name="T31" fmla="*/ 0 h 76"/>
                <a:gd name="T32" fmla="*/ 0 w 102"/>
                <a:gd name="T33" fmla="*/ 0 h 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6"/>
                <a:gd name="T53" fmla="*/ 102 w 102"/>
                <a:gd name="T54" fmla="*/ 76 h 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6">
                  <a:moveTo>
                    <a:pt x="53" y="53"/>
                  </a:moveTo>
                  <a:lnTo>
                    <a:pt x="5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29"/>
                  </a:lnTo>
                  <a:lnTo>
                    <a:pt x="12" y="19"/>
                  </a:lnTo>
                  <a:lnTo>
                    <a:pt x="21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8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102" y="31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249">
              <a:extLst>
                <a:ext uri="{FF2B5EF4-FFF2-40B4-BE49-F238E27FC236}">
                  <a16:creationId xmlns:a16="http://schemas.microsoft.com/office/drawing/2014/main" id="{A34D1331-CF6F-8DCC-D243-7E502B2F1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6"/>
                <a:gd name="T47" fmla="*/ 102 w 102"/>
                <a:gd name="T48" fmla="*/ 76 h 7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6">
                  <a:moveTo>
                    <a:pt x="5" y="76"/>
                  </a:move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29"/>
                  </a:lnTo>
                  <a:lnTo>
                    <a:pt x="12" y="19"/>
                  </a:lnTo>
                  <a:lnTo>
                    <a:pt x="21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8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102" y="3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Freeform 250">
              <a:extLst>
                <a:ext uri="{FF2B5EF4-FFF2-40B4-BE49-F238E27FC236}">
                  <a16:creationId xmlns:a16="http://schemas.microsoft.com/office/drawing/2014/main" id="{9ED857D3-B28F-82EB-351B-B7E5A21E8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057"/>
              <a:ext cx="165" cy="329"/>
            </a:xfrm>
            <a:custGeom>
              <a:avLst/>
              <a:gdLst>
                <a:gd name="T0" fmla="*/ 0 w 992"/>
                <a:gd name="T1" fmla="*/ 0 h 1973"/>
                <a:gd name="T2" fmla="*/ 0 w 992"/>
                <a:gd name="T3" fmla="*/ 0 h 1973"/>
                <a:gd name="T4" fmla="*/ 0 w 992"/>
                <a:gd name="T5" fmla="*/ 0 h 1973"/>
                <a:gd name="T6" fmla="*/ 0 w 992"/>
                <a:gd name="T7" fmla="*/ 0 h 1973"/>
                <a:gd name="T8" fmla="*/ 0 w 992"/>
                <a:gd name="T9" fmla="*/ 0 h 1973"/>
                <a:gd name="T10" fmla="*/ 0 w 992"/>
                <a:gd name="T11" fmla="*/ 0 h 1973"/>
                <a:gd name="T12" fmla="*/ 0 w 992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2"/>
                <a:gd name="T22" fmla="*/ 0 h 1973"/>
                <a:gd name="T23" fmla="*/ 992 w 992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2" h="1973">
                  <a:moveTo>
                    <a:pt x="97" y="0"/>
                  </a:moveTo>
                  <a:lnTo>
                    <a:pt x="48" y="22"/>
                  </a:lnTo>
                  <a:lnTo>
                    <a:pt x="0" y="45"/>
                  </a:lnTo>
                  <a:lnTo>
                    <a:pt x="894" y="1973"/>
                  </a:lnTo>
                  <a:lnTo>
                    <a:pt x="943" y="1950"/>
                  </a:lnTo>
                  <a:lnTo>
                    <a:pt x="992" y="1928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Freeform 251">
              <a:extLst>
                <a:ext uri="{FF2B5EF4-FFF2-40B4-BE49-F238E27FC236}">
                  <a16:creationId xmlns:a16="http://schemas.microsoft.com/office/drawing/2014/main" id="{AAD10D51-74AF-E495-D90D-06FA42FE8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1" y="1057"/>
              <a:ext cx="165" cy="329"/>
            </a:xfrm>
            <a:custGeom>
              <a:avLst/>
              <a:gdLst>
                <a:gd name="T0" fmla="*/ 0 w 992"/>
                <a:gd name="T1" fmla="*/ 0 h 1973"/>
                <a:gd name="T2" fmla="*/ 0 w 992"/>
                <a:gd name="T3" fmla="*/ 0 h 1973"/>
                <a:gd name="T4" fmla="*/ 0 w 992"/>
                <a:gd name="T5" fmla="*/ 0 h 1973"/>
                <a:gd name="T6" fmla="*/ 0 w 992"/>
                <a:gd name="T7" fmla="*/ 0 h 1973"/>
                <a:gd name="T8" fmla="*/ 0 w 992"/>
                <a:gd name="T9" fmla="*/ 0 h 1973"/>
                <a:gd name="T10" fmla="*/ 0 w 992"/>
                <a:gd name="T11" fmla="*/ 0 h 1973"/>
                <a:gd name="T12" fmla="*/ 0 w 992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2"/>
                <a:gd name="T22" fmla="*/ 0 h 1973"/>
                <a:gd name="T23" fmla="*/ 992 w 992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2" h="1973">
                  <a:moveTo>
                    <a:pt x="97" y="0"/>
                  </a:moveTo>
                  <a:lnTo>
                    <a:pt x="48" y="22"/>
                  </a:lnTo>
                  <a:lnTo>
                    <a:pt x="0" y="45"/>
                  </a:lnTo>
                  <a:lnTo>
                    <a:pt x="894" y="1973"/>
                  </a:lnTo>
                  <a:lnTo>
                    <a:pt x="943" y="1950"/>
                  </a:lnTo>
                  <a:lnTo>
                    <a:pt x="992" y="1928"/>
                  </a:lnTo>
                  <a:lnTo>
                    <a:pt x="9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Freeform 252">
              <a:extLst>
                <a:ext uri="{FF2B5EF4-FFF2-40B4-BE49-F238E27FC236}">
                  <a16:creationId xmlns:a16="http://schemas.microsoft.com/office/drawing/2014/main" id="{5593C9A3-FD97-1FC9-26CB-760E29766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379"/>
              <a:ext cx="17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w 102"/>
                <a:gd name="T31" fmla="*/ 0 h 75"/>
                <a:gd name="T32" fmla="*/ 0 w 102"/>
                <a:gd name="T33" fmla="*/ 0 h 7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5"/>
                <a:gd name="T53" fmla="*/ 102 w 102"/>
                <a:gd name="T54" fmla="*/ 75 h 7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5">
                  <a:moveTo>
                    <a:pt x="49" y="22"/>
                  </a:moveTo>
                  <a:lnTo>
                    <a:pt x="98" y="0"/>
                  </a:lnTo>
                  <a:lnTo>
                    <a:pt x="101" y="11"/>
                  </a:lnTo>
                  <a:lnTo>
                    <a:pt x="102" y="23"/>
                  </a:lnTo>
                  <a:lnTo>
                    <a:pt x="101" y="35"/>
                  </a:lnTo>
                  <a:lnTo>
                    <a:pt x="97" y="47"/>
                  </a:lnTo>
                  <a:lnTo>
                    <a:pt x="90" y="56"/>
                  </a:lnTo>
                  <a:lnTo>
                    <a:pt x="82" y="65"/>
                  </a:lnTo>
                  <a:lnTo>
                    <a:pt x="71" y="71"/>
                  </a:lnTo>
                  <a:lnTo>
                    <a:pt x="61" y="74"/>
                  </a:lnTo>
                  <a:lnTo>
                    <a:pt x="48" y="75"/>
                  </a:lnTo>
                  <a:lnTo>
                    <a:pt x="36" y="74"/>
                  </a:lnTo>
                  <a:lnTo>
                    <a:pt x="25" y="70"/>
                  </a:lnTo>
                  <a:lnTo>
                    <a:pt x="15" y="64"/>
                  </a:lnTo>
                  <a:lnTo>
                    <a:pt x="7" y="55"/>
                  </a:lnTo>
                  <a:lnTo>
                    <a:pt x="0" y="45"/>
                  </a:lnTo>
                  <a:lnTo>
                    <a:pt x="49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Freeform 253">
              <a:extLst>
                <a:ext uri="{FF2B5EF4-FFF2-40B4-BE49-F238E27FC236}">
                  <a16:creationId xmlns:a16="http://schemas.microsoft.com/office/drawing/2014/main" id="{83F684E4-4F6A-0975-2A40-80DB6E479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379"/>
              <a:ext cx="17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5"/>
                <a:gd name="T47" fmla="*/ 102 w 102"/>
                <a:gd name="T48" fmla="*/ 75 h 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5">
                  <a:moveTo>
                    <a:pt x="98" y="0"/>
                  </a:moveTo>
                  <a:lnTo>
                    <a:pt x="101" y="11"/>
                  </a:lnTo>
                  <a:lnTo>
                    <a:pt x="102" y="23"/>
                  </a:lnTo>
                  <a:lnTo>
                    <a:pt x="101" y="35"/>
                  </a:lnTo>
                  <a:lnTo>
                    <a:pt x="97" y="47"/>
                  </a:lnTo>
                  <a:lnTo>
                    <a:pt x="90" y="56"/>
                  </a:lnTo>
                  <a:lnTo>
                    <a:pt x="82" y="65"/>
                  </a:lnTo>
                  <a:lnTo>
                    <a:pt x="71" y="71"/>
                  </a:lnTo>
                  <a:lnTo>
                    <a:pt x="61" y="74"/>
                  </a:lnTo>
                  <a:lnTo>
                    <a:pt x="48" y="75"/>
                  </a:lnTo>
                  <a:lnTo>
                    <a:pt x="36" y="74"/>
                  </a:lnTo>
                  <a:lnTo>
                    <a:pt x="25" y="70"/>
                  </a:lnTo>
                  <a:lnTo>
                    <a:pt x="15" y="64"/>
                  </a:lnTo>
                  <a:lnTo>
                    <a:pt x="7" y="55"/>
                  </a:lnTo>
                  <a:lnTo>
                    <a:pt x="0" y="45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Freeform 254">
              <a:extLst>
                <a:ext uri="{FF2B5EF4-FFF2-40B4-BE49-F238E27FC236}">
                  <a16:creationId xmlns:a16="http://schemas.microsoft.com/office/drawing/2014/main" id="{8B353269-6B0F-FA09-0CB8-5241FB1EC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w 102"/>
                <a:gd name="T31" fmla="*/ 0 h 76"/>
                <a:gd name="T32" fmla="*/ 0 w 102"/>
                <a:gd name="T33" fmla="*/ 0 h 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6"/>
                <a:gd name="T53" fmla="*/ 102 w 102"/>
                <a:gd name="T54" fmla="*/ 76 h 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6">
                  <a:moveTo>
                    <a:pt x="49" y="53"/>
                  </a:moveTo>
                  <a:lnTo>
                    <a:pt x="0" y="31"/>
                  </a:lnTo>
                  <a:lnTo>
                    <a:pt x="6" y="20"/>
                  </a:lnTo>
                  <a:lnTo>
                    <a:pt x="15" y="12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8" y="0"/>
                  </a:lnTo>
                  <a:lnTo>
                    <a:pt x="60" y="1"/>
                  </a:lnTo>
                  <a:lnTo>
                    <a:pt x="71" y="5"/>
                  </a:lnTo>
                  <a:lnTo>
                    <a:pt x="82" y="11"/>
                  </a:lnTo>
                  <a:lnTo>
                    <a:pt x="90" y="19"/>
                  </a:lnTo>
                  <a:lnTo>
                    <a:pt x="96" y="29"/>
                  </a:lnTo>
                  <a:lnTo>
                    <a:pt x="101" y="41"/>
                  </a:lnTo>
                  <a:lnTo>
                    <a:pt x="102" y="52"/>
                  </a:lnTo>
                  <a:lnTo>
                    <a:pt x="101" y="65"/>
                  </a:lnTo>
                  <a:lnTo>
                    <a:pt x="98" y="76"/>
                  </a:lnTo>
                  <a:lnTo>
                    <a:pt x="49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Freeform 255">
              <a:extLst>
                <a:ext uri="{FF2B5EF4-FFF2-40B4-BE49-F238E27FC236}">
                  <a16:creationId xmlns:a16="http://schemas.microsoft.com/office/drawing/2014/main" id="{2E5EC791-787F-245F-419D-2D56E8F8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1052"/>
              <a:ext cx="17" cy="13"/>
            </a:xfrm>
            <a:custGeom>
              <a:avLst/>
              <a:gdLst>
                <a:gd name="T0" fmla="*/ 0 w 102"/>
                <a:gd name="T1" fmla="*/ 0 h 76"/>
                <a:gd name="T2" fmla="*/ 0 w 102"/>
                <a:gd name="T3" fmla="*/ 0 h 76"/>
                <a:gd name="T4" fmla="*/ 0 w 102"/>
                <a:gd name="T5" fmla="*/ 0 h 76"/>
                <a:gd name="T6" fmla="*/ 0 w 102"/>
                <a:gd name="T7" fmla="*/ 0 h 76"/>
                <a:gd name="T8" fmla="*/ 0 w 102"/>
                <a:gd name="T9" fmla="*/ 0 h 76"/>
                <a:gd name="T10" fmla="*/ 0 w 102"/>
                <a:gd name="T11" fmla="*/ 0 h 76"/>
                <a:gd name="T12" fmla="*/ 0 w 102"/>
                <a:gd name="T13" fmla="*/ 0 h 76"/>
                <a:gd name="T14" fmla="*/ 0 w 102"/>
                <a:gd name="T15" fmla="*/ 0 h 76"/>
                <a:gd name="T16" fmla="*/ 0 w 102"/>
                <a:gd name="T17" fmla="*/ 0 h 76"/>
                <a:gd name="T18" fmla="*/ 0 w 102"/>
                <a:gd name="T19" fmla="*/ 0 h 76"/>
                <a:gd name="T20" fmla="*/ 0 w 102"/>
                <a:gd name="T21" fmla="*/ 0 h 76"/>
                <a:gd name="T22" fmla="*/ 0 w 102"/>
                <a:gd name="T23" fmla="*/ 0 h 76"/>
                <a:gd name="T24" fmla="*/ 0 w 102"/>
                <a:gd name="T25" fmla="*/ 0 h 76"/>
                <a:gd name="T26" fmla="*/ 0 w 102"/>
                <a:gd name="T27" fmla="*/ 0 h 76"/>
                <a:gd name="T28" fmla="*/ 0 w 102"/>
                <a:gd name="T29" fmla="*/ 0 h 7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6"/>
                <a:gd name="T47" fmla="*/ 102 w 102"/>
                <a:gd name="T48" fmla="*/ 76 h 7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6">
                  <a:moveTo>
                    <a:pt x="0" y="31"/>
                  </a:moveTo>
                  <a:lnTo>
                    <a:pt x="6" y="20"/>
                  </a:lnTo>
                  <a:lnTo>
                    <a:pt x="15" y="12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8" y="0"/>
                  </a:lnTo>
                  <a:lnTo>
                    <a:pt x="60" y="1"/>
                  </a:lnTo>
                  <a:lnTo>
                    <a:pt x="71" y="5"/>
                  </a:lnTo>
                  <a:lnTo>
                    <a:pt x="82" y="11"/>
                  </a:lnTo>
                  <a:lnTo>
                    <a:pt x="90" y="19"/>
                  </a:lnTo>
                  <a:lnTo>
                    <a:pt x="96" y="29"/>
                  </a:lnTo>
                  <a:lnTo>
                    <a:pt x="101" y="41"/>
                  </a:lnTo>
                  <a:lnTo>
                    <a:pt x="102" y="52"/>
                  </a:lnTo>
                  <a:lnTo>
                    <a:pt x="101" y="65"/>
                  </a:lnTo>
                  <a:lnTo>
                    <a:pt x="98" y="7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Freeform 256">
              <a:extLst>
                <a:ext uri="{FF2B5EF4-FFF2-40B4-BE49-F238E27FC236}">
                  <a16:creationId xmlns:a16="http://schemas.microsoft.com/office/drawing/2014/main" id="{D5849AAC-6101-1BDD-AB9B-DBE084078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057"/>
              <a:ext cx="166" cy="329"/>
            </a:xfrm>
            <a:custGeom>
              <a:avLst/>
              <a:gdLst>
                <a:gd name="T0" fmla="*/ 0 w 993"/>
                <a:gd name="T1" fmla="*/ 0 h 1973"/>
                <a:gd name="T2" fmla="*/ 0 w 993"/>
                <a:gd name="T3" fmla="*/ 0 h 1973"/>
                <a:gd name="T4" fmla="*/ 0 w 993"/>
                <a:gd name="T5" fmla="*/ 0 h 1973"/>
                <a:gd name="T6" fmla="*/ 0 w 993"/>
                <a:gd name="T7" fmla="*/ 0 h 1973"/>
                <a:gd name="T8" fmla="*/ 0 w 993"/>
                <a:gd name="T9" fmla="*/ 0 h 1973"/>
                <a:gd name="T10" fmla="*/ 0 w 993"/>
                <a:gd name="T11" fmla="*/ 0 h 1973"/>
                <a:gd name="T12" fmla="*/ 0 w 993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3"/>
                <a:gd name="T22" fmla="*/ 0 h 1973"/>
                <a:gd name="T23" fmla="*/ 993 w 993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3" h="1973">
                  <a:moveTo>
                    <a:pt x="993" y="45"/>
                  </a:moveTo>
                  <a:lnTo>
                    <a:pt x="944" y="22"/>
                  </a:lnTo>
                  <a:lnTo>
                    <a:pt x="895" y="0"/>
                  </a:lnTo>
                  <a:lnTo>
                    <a:pt x="0" y="1928"/>
                  </a:lnTo>
                  <a:lnTo>
                    <a:pt x="49" y="1950"/>
                  </a:lnTo>
                  <a:lnTo>
                    <a:pt x="98" y="1973"/>
                  </a:lnTo>
                  <a:lnTo>
                    <a:pt x="993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Freeform 257">
              <a:extLst>
                <a:ext uri="{FF2B5EF4-FFF2-40B4-BE49-F238E27FC236}">
                  <a16:creationId xmlns:a16="http://schemas.microsoft.com/office/drawing/2014/main" id="{0708E9ED-CFD4-A710-19CF-74A80C9ED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057"/>
              <a:ext cx="166" cy="329"/>
            </a:xfrm>
            <a:custGeom>
              <a:avLst/>
              <a:gdLst>
                <a:gd name="T0" fmla="*/ 0 w 993"/>
                <a:gd name="T1" fmla="*/ 0 h 1973"/>
                <a:gd name="T2" fmla="*/ 0 w 993"/>
                <a:gd name="T3" fmla="*/ 0 h 1973"/>
                <a:gd name="T4" fmla="*/ 0 w 993"/>
                <a:gd name="T5" fmla="*/ 0 h 1973"/>
                <a:gd name="T6" fmla="*/ 0 w 993"/>
                <a:gd name="T7" fmla="*/ 0 h 1973"/>
                <a:gd name="T8" fmla="*/ 0 w 993"/>
                <a:gd name="T9" fmla="*/ 0 h 1973"/>
                <a:gd name="T10" fmla="*/ 0 w 993"/>
                <a:gd name="T11" fmla="*/ 0 h 1973"/>
                <a:gd name="T12" fmla="*/ 0 w 993"/>
                <a:gd name="T13" fmla="*/ 0 h 19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93"/>
                <a:gd name="T22" fmla="*/ 0 h 1973"/>
                <a:gd name="T23" fmla="*/ 993 w 993"/>
                <a:gd name="T24" fmla="*/ 1973 h 19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93" h="1973">
                  <a:moveTo>
                    <a:pt x="993" y="45"/>
                  </a:moveTo>
                  <a:lnTo>
                    <a:pt x="944" y="22"/>
                  </a:lnTo>
                  <a:lnTo>
                    <a:pt x="895" y="0"/>
                  </a:lnTo>
                  <a:lnTo>
                    <a:pt x="0" y="1928"/>
                  </a:lnTo>
                  <a:lnTo>
                    <a:pt x="49" y="1950"/>
                  </a:lnTo>
                  <a:lnTo>
                    <a:pt x="98" y="1973"/>
                  </a:lnTo>
                  <a:lnTo>
                    <a:pt x="993" y="4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Freeform 258">
              <a:extLst>
                <a:ext uri="{FF2B5EF4-FFF2-40B4-BE49-F238E27FC236}">
                  <a16:creationId xmlns:a16="http://schemas.microsoft.com/office/drawing/2014/main" id="{A74594E0-7AE5-65CA-8665-8A2B626EE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379"/>
              <a:ext cx="16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w 102"/>
                <a:gd name="T31" fmla="*/ 0 h 75"/>
                <a:gd name="T32" fmla="*/ 0 w 102"/>
                <a:gd name="T33" fmla="*/ 0 h 7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2"/>
                <a:gd name="T52" fmla="*/ 0 h 75"/>
                <a:gd name="T53" fmla="*/ 102 w 102"/>
                <a:gd name="T54" fmla="*/ 75 h 7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2" h="75">
                  <a:moveTo>
                    <a:pt x="53" y="22"/>
                  </a:moveTo>
                  <a:lnTo>
                    <a:pt x="102" y="45"/>
                  </a:lnTo>
                  <a:lnTo>
                    <a:pt x="95" y="55"/>
                  </a:lnTo>
                  <a:lnTo>
                    <a:pt x="87" y="64"/>
                  </a:lnTo>
                  <a:lnTo>
                    <a:pt x="77" y="70"/>
                  </a:lnTo>
                  <a:lnTo>
                    <a:pt x="66" y="74"/>
                  </a:lnTo>
                  <a:lnTo>
                    <a:pt x="54" y="75"/>
                  </a:lnTo>
                  <a:lnTo>
                    <a:pt x="41" y="74"/>
                  </a:lnTo>
                  <a:lnTo>
                    <a:pt x="31" y="71"/>
                  </a:lnTo>
                  <a:lnTo>
                    <a:pt x="20" y="65"/>
                  </a:lnTo>
                  <a:lnTo>
                    <a:pt x="12" y="56"/>
                  </a:lnTo>
                  <a:lnTo>
                    <a:pt x="5" y="47"/>
                  </a:lnTo>
                  <a:lnTo>
                    <a:pt x="1" y="35"/>
                  </a:lnTo>
                  <a:lnTo>
                    <a:pt x="0" y="23"/>
                  </a:lnTo>
                  <a:lnTo>
                    <a:pt x="1" y="11"/>
                  </a:lnTo>
                  <a:lnTo>
                    <a:pt x="4" y="0"/>
                  </a:lnTo>
                  <a:lnTo>
                    <a:pt x="53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Freeform 259">
              <a:extLst>
                <a:ext uri="{FF2B5EF4-FFF2-40B4-BE49-F238E27FC236}">
                  <a16:creationId xmlns:a16="http://schemas.microsoft.com/office/drawing/2014/main" id="{56C99BA0-89A5-D278-D540-87579A85A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1379"/>
              <a:ext cx="16" cy="12"/>
            </a:xfrm>
            <a:custGeom>
              <a:avLst/>
              <a:gdLst>
                <a:gd name="T0" fmla="*/ 0 w 102"/>
                <a:gd name="T1" fmla="*/ 0 h 75"/>
                <a:gd name="T2" fmla="*/ 0 w 102"/>
                <a:gd name="T3" fmla="*/ 0 h 75"/>
                <a:gd name="T4" fmla="*/ 0 w 102"/>
                <a:gd name="T5" fmla="*/ 0 h 75"/>
                <a:gd name="T6" fmla="*/ 0 w 102"/>
                <a:gd name="T7" fmla="*/ 0 h 75"/>
                <a:gd name="T8" fmla="*/ 0 w 102"/>
                <a:gd name="T9" fmla="*/ 0 h 75"/>
                <a:gd name="T10" fmla="*/ 0 w 102"/>
                <a:gd name="T11" fmla="*/ 0 h 75"/>
                <a:gd name="T12" fmla="*/ 0 w 102"/>
                <a:gd name="T13" fmla="*/ 0 h 75"/>
                <a:gd name="T14" fmla="*/ 0 w 102"/>
                <a:gd name="T15" fmla="*/ 0 h 75"/>
                <a:gd name="T16" fmla="*/ 0 w 102"/>
                <a:gd name="T17" fmla="*/ 0 h 75"/>
                <a:gd name="T18" fmla="*/ 0 w 102"/>
                <a:gd name="T19" fmla="*/ 0 h 75"/>
                <a:gd name="T20" fmla="*/ 0 w 102"/>
                <a:gd name="T21" fmla="*/ 0 h 75"/>
                <a:gd name="T22" fmla="*/ 0 w 102"/>
                <a:gd name="T23" fmla="*/ 0 h 75"/>
                <a:gd name="T24" fmla="*/ 0 w 102"/>
                <a:gd name="T25" fmla="*/ 0 h 75"/>
                <a:gd name="T26" fmla="*/ 0 w 102"/>
                <a:gd name="T27" fmla="*/ 0 h 75"/>
                <a:gd name="T28" fmla="*/ 0 w 102"/>
                <a:gd name="T29" fmla="*/ 0 h 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2"/>
                <a:gd name="T46" fmla="*/ 0 h 75"/>
                <a:gd name="T47" fmla="*/ 102 w 102"/>
                <a:gd name="T48" fmla="*/ 75 h 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2" h="75">
                  <a:moveTo>
                    <a:pt x="102" y="45"/>
                  </a:moveTo>
                  <a:lnTo>
                    <a:pt x="95" y="55"/>
                  </a:lnTo>
                  <a:lnTo>
                    <a:pt x="87" y="64"/>
                  </a:lnTo>
                  <a:lnTo>
                    <a:pt x="77" y="70"/>
                  </a:lnTo>
                  <a:lnTo>
                    <a:pt x="66" y="74"/>
                  </a:lnTo>
                  <a:lnTo>
                    <a:pt x="54" y="75"/>
                  </a:lnTo>
                  <a:lnTo>
                    <a:pt x="41" y="74"/>
                  </a:lnTo>
                  <a:lnTo>
                    <a:pt x="31" y="71"/>
                  </a:lnTo>
                  <a:lnTo>
                    <a:pt x="20" y="65"/>
                  </a:lnTo>
                  <a:lnTo>
                    <a:pt x="12" y="56"/>
                  </a:lnTo>
                  <a:lnTo>
                    <a:pt x="5" y="47"/>
                  </a:lnTo>
                  <a:lnTo>
                    <a:pt x="1" y="35"/>
                  </a:lnTo>
                  <a:lnTo>
                    <a:pt x="0" y="23"/>
                  </a:lnTo>
                  <a:lnTo>
                    <a:pt x="1" y="11"/>
                  </a:lnTo>
                  <a:lnTo>
                    <a:pt x="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Freeform 260">
              <a:extLst>
                <a:ext uri="{FF2B5EF4-FFF2-40B4-BE49-F238E27FC236}">
                  <a16:creationId xmlns:a16="http://schemas.microsoft.com/office/drawing/2014/main" id="{5888432F-5F44-B883-7274-6433713FE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40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Freeform 261">
              <a:extLst>
                <a:ext uri="{FF2B5EF4-FFF2-40B4-BE49-F238E27FC236}">
                  <a16:creationId xmlns:a16="http://schemas.microsoft.com/office/drawing/2014/main" id="{959A39E0-E75B-5951-529F-9E6F2BD16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40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Freeform 262">
              <a:extLst>
                <a:ext uri="{FF2B5EF4-FFF2-40B4-BE49-F238E27FC236}">
                  <a16:creationId xmlns:a16="http://schemas.microsoft.com/office/drawing/2014/main" id="{F3620FAB-C519-A551-499D-27CAF9882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61"/>
              <a:ext cx="17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Freeform 263">
              <a:extLst>
                <a:ext uri="{FF2B5EF4-FFF2-40B4-BE49-F238E27FC236}">
                  <a16:creationId xmlns:a16="http://schemas.microsoft.com/office/drawing/2014/main" id="{4844F1F9-A2C2-2646-3CFD-8F644B27F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61"/>
              <a:ext cx="17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Freeform 264">
              <a:extLst>
                <a:ext uri="{FF2B5EF4-FFF2-40B4-BE49-F238E27FC236}">
                  <a16:creationId xmlns:a16="http://schemas.microsoft.com/office/drawing/2014/main" id="{999CB81B-D5A1-4DCE-37B2-FBEAA64C7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52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Freeform 265">
              <a:extLst>
                <a:ext uri="{FF2B5EF4-FFF2-40B4-BE49-F238E27FC236}">
                  <a16:creationId xmlns:a16="http://schemas.microsoft.com/office/drawing/2014/main" id="{663CA209-D622-5886-4629-5585FF64A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4" y="1052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Freeform 266">
              <a:extLst>
                <a:ext uri="{FF2B5EF4-FFF2-40B4-BE49-F238E27FC236}">
                  <a16:creationId xmlns:a16="http://schemas.microsoft.com/office/drawing/2014/main" id="{CE26D16D-17BF-D02D-CC6C-24C68E21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80"/>
              <a:ext cx="39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6" y="80"/>
                  </a:lnTo>
                  <a:lnTo>
                    <a:pt x="209" y="47"/>
                  </a:lnTo>
                  <a:lnTo>
                    <a:pt x="184" y="22"/>
                  </a:lnTo>
                  <a:lnTo>
                    <a:pt x="152" y="6"/>
                  </a:lnTo>
                  <a:lnTo>
                    <a:pt x="116" y="0"/>
                  </a:lnTo>
                  <a:lnTo>
                    <a:pt x="81" y="6"/>
                  </a:lnTo>
                  <a:lnTo>
                    <a:pt x="48" y="22"/>
                  </a:lnTo>
                  <a:lnTo>
                    <a:pt x="23" y="47"/>
                  </a:lnTo>
                  <a:lnTo>
                    <a:pt x="7" y="80"/>
                  </a:lnTo>
                  <a:lnTo>
                    <a:pt x="0" y="115"/>
                  </a:lnTo>
                  <a:lnTo>
                    <a:pt x="7" y="151"/>
                  </a:lnTo>
                  <a:lnTo>
                    <a:pt x="23" y="183"/>
                  </a:lnTo>
                  <a:lnTo>
                    <a:pt x="48" y="209"/>
                  </a:lnTo>
                  <a:lnTo>
                    <a:pt x="81" y="225"/>
                  </a:lnTo>
                  <a:lnTo>
                    <a:pt x="116" y="231"/>
                  </a:lnTo>
                  <a:lnTo>
                    <a:pt x="152" y="225"/>
                  </a:lnTo>
                  <a:lnTo>
                    <a:pt x="184" y="209"/>
                  </a:lnTo>
                  <a:lnTo>
                    <a:pt x="209" y="183"/>
                  </a:lnTo>
                  <a:lnTo>
                    <a:pt x="226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Freeform 267">
              <a:extLst>
                <a:ext uri="{FF2B5EF4-FFF2-40B4-BE49-F238E27FC236}">
                  <a16:creationId xmlns:a16="http://schemas.microsoft.com/office/drawing/2014/main" id="{D7B78CA9-A671-FDCD-7E7D-0FF8AAC9A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Freeform 268">
              <a:extLst>
                <a:ext uri="{FF2B5EF4-FFF2-40B4-BE49-F238E27FC236}">
                  <a16:creationId xmlns:a16="http://schemas.microsoft.com/office/drawing/2014/main" id="{9DA98C61-4B13-3192-B8B1-6B8771D55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Freeform 269">
              <a:extLst>
                <a:ext uri="{FF2B5EF4-FFF2-40B4-BE49-F238E27FC236}">
                  <a16:creationId xmlns:a16="http://schemas.microsoft.com/office/drawing/2014/main" id="{6FA2AEBD-E5A9-C5F4-B598-433E7C4A3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91"/>
              <a:ext cx="173" cy="18"/>
            </a:xfrm>
            <a:custGeom>
              <a:avLst/>
              <a:gdLst>
                <a:gd name="T0" fmla="*/ 0 w 1041"/>
                <a:gd name="T1" fmla="*/ 0 h 107"/>
                <a:gd name="T2" fmla="*/ 0 w 1041"/>
                <a:gd name="T3" fmla="*/ 0 h 107"/>
                <a:gd name="T4" fmla="*/ 0 w 1041"/>
                <a:gd name="T5" fmla="*/ 0 h 107"/>
                <a:gd name="T6" fmla="*/ 0 w 1041"/>
                <a:gd name="T7" fmla="*/ 0 h 107"/>
                <a:gd name="T8" fmla="*/ 0 w 1041"/>
                <a:gd name="T9" fmla="*/ 0 h 107"/>
                <a:gd name="T10" fmla="*/ 0 w 1041"/>
                <a:gd name="T11" fmla="*/ 0 h 107"/>
                <a:gd name="T12" fmla="*/ 0 w 104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1"/>
                <a:gd name="T22" fmla="*/ 0 h 107"/>
                <a:gd name="T23" fmla="*/ 1041 w 104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1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041" y="107"/>
                  </a:lnTo>
                  <a:lnTo>
                    <a:pt x="1041" y="54"/>
                  </a:lnTo>
                  <a:lnTo>
                    <a:pt x="10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Freeform 270">
              <a:extLst>
                <a:ext uri="{FF2B5EF4-FFF2-40B4-BE49-F238E27FC236}">
                  <a16:creationId xmlns:a16="http://schemas.microsoft.com/office/drawing/2014/main" id="{AB1B12E8-CE9E-BD7C-2C58-D5214057B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91"/>
              <a:ext cx="173" cy="18"/>
            </a:xfrm>
            <a:custGeom>
              <a:avLst/>
              <a:gdLst>
                <a:gd name="T0" fmla="*/ 0 w 1041"/>
                <a:gd name="T1" fmla="*/ 0 h 107"/>
                <a:gd name="T2" fmla="*/ 0 w 1041"/>
                <a:gd name="T3" fmla="*/ 0 h 107"/>
                <a:gd name="T4" fmla="*/ 0 w 1041"/>
                <a:gd name="T5" fmla="*/ 0 h 107"/>
                <a:gd name="T6" fmla="*/ 0 w 1041"/>
                <a:gd name="T7" fmla="*/ 0 h 107"/>
                <a:gd name="T8" fmla="*/ 0 w 1041"/>
                <a:gd name="T9" fmla="*/ 0 h 107"/>
                <a:gd name="T10" fmla="*/ 0 w 1041"/>
                <a:gd name="T11" fmla="*/ 0 h 107"/>
                <a:gd name="T12" fmla="*/ 0 w 104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1"/>
                <a:gd name="T22" fmla="*/ 0 h 107"/>
                <a:gd name="T23" fmla="*/ 1041 w 104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1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041" y="107"/>
                  </a:lnTo>
                  <a:lnTo>
                    <a:pt x="1041" y="54"/>
                  </a:lnTo>
                  <a:lnTo>
                    <a:pt x="104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Freeform 271">
              <a:extLst>
                <a:ext uri="{FF2B5EF4-FFF2-40B4-BE49-F238E27FC236}">
                  <a16:creationId xmlns:a16="http://schemas.microsoft.com/office/drawing/2014/main" id="{22EEF53F-76CF-9AA8-3400-345F78D81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Freeform 272">
              <a:extLst>
                <a:ext uri="{FF2B5EF4-FFF2-40B4-BE49-F238E27FC236}">
                  <a16:creationId xmlns:a16="http://schemas.microsoft.com/office/drawing/2014/main" id="{F55A32F8-117A-2C65-FF98-48C70EDD1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Freeform 273">
              <a:extLst>
                <a:ext uri="{FF2B5EF4-FFF2-40B4-BE49-F238E27FC236}">
                  <a16:creationId xmlns:a16="http://schemas.microsoft.com/office/drawing/2014/main" id="{0E8FFD20-4CD7-EB67-DE76-6FD3F19C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380"/>
              <a:ext cx="38" cy="39"/>
            </a:xfrm>
            <a:custGeom>
              <a:avLst/>
              <a:gdLst>
                <a:gd name="T0" fmla="*/ 0 w 231"/>
                <a:gd name="T1" fmla="*/ 0 h 231"/>
                <a:gd name="T2" fmla="*/ 0 w 231"/>
                <a:gd name="T3" fmla="*/ 0 h 231"/>
                <a:gd name="T4" fmla="*/ 0 w 231"/>
                <a:gd name="T5" fmla="*/ 0 h 231"/>
                <a:gd name="T6" fmla="*/ 0 w 231"/>
                <a:gd name="T7" fmla="*/ 0 h 231"/>
                <a:gd name="T8" fmla="*/ 0 w 231"/>
                <a:gd name="T9" fmla="*/ 0 h 231"/>
                <a:gd name="T10" fmla="*/ 0 w 231"/>
                <a:gd name="T11" fmla="*/ 0 h 231"/>
                <a:gd name="T12" fmla="*/ 0 w 231"/>
                <a:gd name="T13" fmla="*/ 0 h 231"/>
                <a:gd name="T14" fmla="*/ 0 w 231"/>
                <a:gd name="T15" fmla="*/ 0 h 231"/>
                <a:gd name="T16" fmla="*/ 0 w 231"/>
                <a:gd name="T17" fmla="*/ 0 h 231"/>
                <a:gd name="T18" fmla="*/ 0 w 231"/>
                <a:gd name="T19" fmla="*/ 0 h 231"/>
                <a:gd name="T20" fmla="*/ 0 w 231"/>
                <a:gd name="T21" fmla="*/ 0 h 231"/>
                <a:gd name="T22" fmla="*/ 0 w 231"/>
                <a:gd name="T23" fmla="*/ 0 h 231"/>
                <a:gd name="T24" fmla="*/ 0 w 231"/>
                <a:gd name="T25" fmla="*/ 0 h 231"/>
                <a:gd name="T26" fmla="*/ 0 w 231"/>
                <a:gd name="T27" fmla="*/ 0 h 231"/>
                <a:gd name="T28" fmla="*/ 0 w 231"/>
                <a:gd name="T29" fmla="*/ 0 h 231"/>
                <a:gd name="T30" fmla="*/ 0 w 231"/>
                <a:gd name="T31" fmla="*/ 0 h 231"/>
                <a:gd name="T32" fmla="*/ 0 w 231"/>
                <a:gd name="T33" fmla="*/ 0 h 231"/>
                <a:gd name="T34" fmla="*/ 0 w 231"/>
                <a:gd name="T35" fmla="*/ 0 h 231"/>
                <a:gd name="T36" fmla="*/ 0 w 231"/>
                <a:gd name="T37" fmla="*/ 0 h 231"/>
                <a:gd name="T38" fmla="*/ 0 w 231"/>
                <a:gd name="T39" fmla="*/ 0 h 231"/>
                <a:gd name="T40" fmla="*/ 0 w 231"/>
                <a:gd name="T41" fmla="*/ 0 h 2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1"/>
                <a:gd name="T64" fmla="*/ 0 h 231"/>
                <a:gd name="T65" fmla="*/ 231 w 231"/>
                <a:gd name="T66" fmla="*/ 231 h 2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1" h="231">
                  <a:moveTo>
                    <a:pt x="231" y="115"/>
                  </a:moveTo>
                  <a:lnTo>
                    <a:pt x="224" y="80"/>
                  </a:lnTo>
                  <a:lnTo>
                    <a:pt x="209" y="47"/>
                  </a:lnTo>
                  <a:lnTo>
                    <a:pt x="183" y="22"/>
                  </a:lnTo>
                  <a:lnTo>
                    <a:pt x="150" y="6"/>
                  </a:lnTo>
                  <a:lnTo>
                    <a:pt x="115" y="0"/>
                  </a:lnTo>
                  <a:lnTo>
                    <a:pt x="79" y="6"/>
                  </a:lnTo>
                  <a:lnTo>
                    <a:pt x="48" y="22"/>
                  </a:lnTo>
                  <a:lnTo>
                    <a:pt x="22" y="47"/>
                  </a:lnTo>
                  <a:lnTo>
                    <a:pt x="5" y="80"/>
                  </a:lnTo>
                  <a:lnTo>
                    <a:pt x="0" y="115"/>
                  </a:lnTo>
                  <a:lnTo>
                    <a:pt x="5" y="151"/>
                  </a:lnTo>
                  <a:lnTo>
                    <a:pt x="22" y="183"/>
                  </a:lnTo>
                  <a:lnTo>
                    <a:pt x="48" y="209"/>
                  </a:lnTo>
                  <a:lnTo>
                    <a:pt x="79" y="225"/>
                  </a:lnTo>
                  <a:lnTo>
                    <a:pt x="115" y="231"/>
                  </a:lnTo>
                  <a:lnTo>
                    <a:pt x="150" y="225"/>
                  </a:lnTo>
                  <a:lnTo>
                    <a:pt x="183" y="209"/>
                  </a:lnTo>
                  <a:lnTo>
                    <a:pt x="209" y="183"/>
                  </a:lnTo>
                  <a:lnTo>
                    <a:pt x="224" y="151"/>
                  </a:lnTo>
                  <a:lnTo>
                    <a:pt x="231" y="115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Freeform 274">
              <a:extLst>
                <a:ext uri="{FF2B5EF4-FFF2-40B4-BE49-F238E27FC236}">
                  <a16:creationId xmlns:a16="http://schemas.microsoft.com/office/drawing/2014/main" id="{076244B9-C644-B32E-9669-3C8DCD233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Freeform 275">
              <a:extLst>
                <a:ext uri="{FF2B5EF4-FFF2-40B4-BE49-F238E27FC236}">
                  <a16:creationId xmlns:a16="http://schemas.microsoft.com/office/drawing/2014/main" id="{8C40E581-8890-5208-5CBA-CA938418E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139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Freeform 276">
              <a:extLst>
                <a:ext uri="{FF2B5EF4-FFF2-40B4-BE49-F238E27FC236}">
                  <a16:creationId xmlns:a16="http://schemas.microsoft.com/office/drawing/2014/main" id="{30EA060E-B907-71FB-B591-CC48DA532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391"/>
              <a:ext cx="195" cy="18"/>
            </a:xfrm>
            <a:custGeom>
              <a:avLst/>
              <a:gdLst>
                <a:gd name="T0" fmla="*/ 0 w 1167"/>
                <a:gd name="T1" fmla="*/ 0 h 107"/>
                <a:gd name="T2" fmla="*/ 0 w 1167"/>
                <a:gd name="T3" fmla="*/ 0 h 107"/>
                <a:gd name="T4" fmla="*/ 0 w 1167"/>
                <a:gd name="T5" fmla="*/ 0 h 107"/>
                <a:gd name="T6" fmla="*/ 0 w 1167"/>
                <a:gd name="T7" fmla="*/ 0 h 107"/>
                <a:gd name="T8" fmla="*/ 0 w 1167"/>
                <a:gd name="T9" fmla="*/ 0 h 107"/>
                <a:gd name="T10" fmla="*/ 0 w 1167"/>
                <a:gd name="T11" fmla="*/ 0 h 107"/>
                <a:gd name="T12" fmla="*/ 0 w 116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7"/>
                <a:gd name="T22" fmla="*/ 0 h 107"/>
                <a:gd name="T23" fmla="*/ 1167 w 116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7" y="107"/>
                  </a:lnTo>
                  <a:lnTo>
                    <a:pt x="1167" y="54"/>
                  </a:lnTo>
                  <a:lnTo>
                    <a:pt x="11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Freeform 277">
              <a:extLst>
                <a:ext uri="{FF2B5EF4-FFF2-40B4-BE49-F238E27FC236}">
                  <a16:creationId xmlns:a16="http://schemas.microsoft.com/office/drawing/2014/main" id="{35068BA8-18A7-5C23-00DE-06E96198E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391"/>
              <a:ext cx="195" cy="18"/>
            </a:xfrm>
            <a:custGeom>
              <a:avLst/>
              <a:gdLst>
                <a:gd name="T0" fmla="*/ 0 w 1167"/>
                <a:gd name="T1" fmla="*/ 0 h 107"/>
                <a:gd name="T2" fmla="*/ 0 w 1167"/>
                <a:gd name="T3" fmla="*/ 0 h 107"/>
                <a:gd name="T4" fmla="*/ 0 w 1167"/>
                <a:gd name="T5" fmla="*/ 0 h 107"/>
                <a:gd name="T6" fmla="*/ 0 w 1167"/>
                <a:gd name="T7" fmla="*/ 0 h 107"/>
                <a:gd name="T8" fmla="*/ 0 w 1167"/>
                <a:gd name="T9" fmla="*/ 0 h 107"/>
                <a:gd name="T10" fmla="*/ 0 w 1167"/>
                <a:gd name="T11" fmla="*/ 0 h 107"/>
                <a:gd name="T12" fmla="*/ 0 w 116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7"/>
                <a:gd name="T22" fmla="*/ 0 h 107"/>
                <a:gd name="T23" fmla="*/ 1167 w 116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167" y="107"/>
                  </a:lnTo>
                  <a:lnTo>
                    <a:pt x="1167" y="54"/>
                  </a:lnTo>
                  <a:lnTo>
                    <a:pt x="116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Freeform 278">
              <a:extLst>
                <a:ext uri="{FF2B5EF4-FFF2-40B4-BE49-F238E27FC236}">
                  <a16:creationId xmlns:a16="http://schemas.microsoft.com/office/drawing/2014/main" id="{6646A962-ECC7-424A-525A-0F935D1D4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279">
              <a:extLst>
                <a:ext uri="{FF2B5EF4-FFF2-40B4-BE49-F238E27FC236}">
                  <a16:creationId xmlns:a16="http://schemas.microsoft.com/office/drawing/2014/main" id="{DE6C5ABE-AA48-50D3-45D3-27EF5DC70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8" name="Group 280">
            <a:extLst>
              <a:ext uri="{FF2B5EF4-FFF2-40B4-BE49-F238E27FC236}">
                <a16:creationId xmlns:a16="http://schemas.microsoft.com/office/drawing/2014/main" id="{C2BE399A-FA46-4A0C-7F6C-5396485BE501}"/>
              </a:ext>
            </a:extLst>
          </p:cNvPr>
          <p:cNvGrpSpPr>
            <a:grpSpLocks/>
          </p:cNvGrpSpPr>
          <p:nvPr/>
        </p:nvGrpSpPr>
        <p:grpSpPr bwMode="auto">
          <a:xfrm>
            <a:off x="8774695" y="977319"/>
            <a:ext cx="1042987" cy="1268412"/>
            <a:chOff x="3913" y="891"/>
            <a:chExt cx="657" cy="799"/>
          </a:xfrm>
        </p:grpSpPr>
        <p:sp>
          <p:nvSpPr>
            <p:cNvPr id="279" name="Freeform 281">
              <a:extLst>
                <a:ext uri="{FF2B5EF4-FFF2-40B4-BE49-F238E27FC236}">
                  <a16:creationId xmlns:a16="http://schemas.microsoft.com/office/drawing/2014/main" id="{F7F7393D-7F8D-F9E7-B154-C833A0C8D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Freeform 282">
              <a:extLst>
                <a:ext uri="{FF2B5EF4-FFF2-40B4-BE49-F238E27FC236}">
                  <a16:creationId xmlns:a16="http://schemas.microsoft.com/office/drawing/2014/main" id="{4D70FC0C-205C-A21F-A0D0-FC67D75E5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Freeform 283">
              <a:extLst>
                <a:ext uri="{FF2B5EF4-FFF2-40B4-BE49-F238E27FC236}">
                  <a16:creationId xmlns:a16="http://schemas.microsoft.com/office/drawing/2014/main" id="{466EB172-79EB-BCD1-78C5-B96830FAD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920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Freeform 284">
              <a:extLst>
                <a:ext uri="{FF2B5EF4-FFF2-40B4-BE49-F238E27FC236}">
                  <a16:creationId xmlns:a16="http://schemas.microsoft.com/office/drawing/2014/main" id="{E3F250B6-7CA1-274E-295D-F8EC702B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920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Freeform 285">
              <a:extLst>
                <a:ext uri="{FF2B5EF4-FFF2-40B4-BE49-F238E27FC236}">
                  <a16:creationId xmlns:a16="http://schemas.microsoft.com/office/drawing/2014/main" id="{60D7F15E-83C7-111B-76F0-6EEB9406C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286">
              <a:extLst>
                <a:ext uri="{FF2B5EF4-FFF2-40B4-BE49-F238E27FC236}">
                  <a16:creationId xmlns:a16="http://schemas.microsoft.com/office/drawing/2014/main" id="{9ED0040E-6089-27C9-C9BE-1EDF7DC52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920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Freeform 287">
              <a:extLst>
                <a:ext uri="{FF2B5EF4-FFF2-40B4-BE49-F238E27FC236}">
                  <a16:creationId xmlns:a16="http://schemas.microsoft.com/office/drawing/2014/main" id="{3DE88CA5-B97F-5DB0-400B-99B0C1CC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Freeform 288">
              <a:extLst>
                <a:ext uri="{FF2B5EF4-FFF2-40B4-BE49-F238E27FC236}">
                  <a16:creationId xmlns:a16="http://schemas.microsoft.com/office/drawing/2014/main" id="{FEB180A8-37DB-2518-9698-7D8CE13E2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43"/>
              <a:ext cx="9" cy="17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Freeform 289">
              <a:extLst>
                <a:ext uri="{FF2B5EF4-FFF2-40B4-BE49-F238E27FC236}">
                  <a16:creationId xmlns:a16="http://schemas.microsoft.com/office/drawing/2014/main" id="{09065ABB-B5D8-A210-A3B5-43DD5E57F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643"/>
              <a:ext cx="639" cy="17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Freeform 290">
              <a:extLst>
                <a:ext uri="{FF2B5EF4-FFF2-40B4-BE49-F238E27FC236}">
                  <a16:creationId xmlns:a16="http://schemas.microsoft.com/office/drawing/2014/main" id="{1966F424-131E-D2FD-CE3D-5D2039E7A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643"/>
              <a:ext cx="639" cy="17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Freeform 291">
              <a:extLst>
                <a:ext uri="{FF2B5EF4-FFF2-40B4-BE49-F238E27FC236}">
                  <a16:creationId xmlns:a16="http://schemas.microsoft.com/office/drawing/2014/main" id="{831FB5F6-5759-5278-F507-429547235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292">
              <a:extLst>
                <a:ext uri="{FF2B5EF4-FFF2-40B4-BE49-F238E27FC236}">
                  <a16:creationId xmlns:a16="http://schemas.microsoft.com/office/drawing/2014/main" id="{4228728B-FD88-7C28-538B-3A92FB14C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643"/>
              <a:ext cx="9" cy="17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Freeform 293">
              <a:extLst>
                <a:ext uri="{FF2B5EF4-FFF2-40B4-BE49-F238E27FC236}">
                  <a16:creationId xmlns:a16="http://schemas.microsoft.com/office/drawing/2014/main" id="{1B75CCEC-E582-AE76-8268-8184BC09A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652"/>
              <a:ext cx="17" cy="8"/>
            </a:xfrm>
            <a:custGeom>
              <a:avLst/>
              <a:gdLst>
                <a:gd name="T0" fmla="*/ 0 w 106"/>
                <a:gd name="T1" fmla="*/ 0 h 53"/>
                <a:gd name="T2" fmla="*/ 0 w 106"/>
                <a:gd name="T3" fmla="*/ 0 h 53"/>
                <a:gd name="T4" fmla="*/ 0 w 106"/>
                <a:gd name="T5" fmla="*/ 0 h 53"/>
                <a:gd name="T6" fmla="*/ 0 w 106"/>
                <a:gd name="T7" fmla="*/ 0 h 53"/>
                <a:gd name="T8" fmla="*/ 0 w 106"/>
                <a:gd name="T9" fmla="*/ 0 h 53"/>
                <a:gd name="T10" fmla="*/ 0 w 106"/>
                <a:gd name="T11" fmla="*/ 0 h 53"/>
                <a:gd name="T12" fmla="*/ 0 w 106"/>
                <a:gd name="T13" fmla="*/ 0 h 53"/>
                <a:gd name="T14" fmla="*/ 0 w 106"/>
                <a:gd name="T15" fmla="*/ 0 h 53"/>
                <a:gd name="T16" fmla="*/ 0 w 106"/>
                <a:gd name="T17" fmla="*/ 0 h 53"/>
                <a:gd name="T18" fmla="*/ 0 w 106"/>
                <a:gd name="T19" fmla="*/ 0 h 53"/>
                <a:gd name="T20" fmla="*/ 0 w 106"/>
                <a:gd name="T21" fmla="*/ 0 h 53"/>
                <a:gd name="T22" fmla="*/ 0 w 106"/>
                <a:gd name="T23" fmla="*/ 0 h 53"/>
                <a:gd name="T24" fmla="*/ 0 w 106"/>
                <a:gd name="T25" fmla="*/ 0 h 53"/>
                <a:gd name="T26" fmla="*/ 0 w 106"/>
                <a:gd name="T27" fmla="*/ 0 h 53"/>
                <a:gd name="T28" fmla="*/ 0 w 106"/>
                <a:gd name="T29" fmla="*/ 0 h 53"/>
                <a:gd name="T30" fmla="*/ 0 w 106"/>
                <a:gd name="T31" fmla="*/ 0 h 53"/>
                <a:gd name="T32" fmla="*/ 0 w 106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6"/>
                <a:gd name="T52" fmla="*/ 0 h 53"/>
                <a:gd name="T53" fmla="*/ 106 w 106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6" h="53">
                  <a:moveTo>
                    <a:pt x="52" y="0"/>
                  </a:moveTo>
                  <a:lnTo>
                    <a:pt x="106" y="0"/>
                  </a:ln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2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Freeform 294">
              <a:extLst>
                <a:ext uri="{FF2B5EF4-FFF2-40B4-BE49-F238E27FC236}">
                  <a16:creationId xmlns:a16="http://schemas.microsoft.com/office/drawing/2014/main" id="{B8036754-5E56-EBF3-1095-05EFE0F99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652"/>
              <a:ext cx="17" cy="8"/>
            </a:xfrm>
            <a:custGeom>
              <a:avLst/>
              <a:gdLst>
                <a:gd name="T0" fmla="*/ 0 w 106"/>
                <a:gd name="T1" fmla="*/ 0 h 53"/>
                <a:gd name="T2" fmla="*/ 0 w 106"/>
                <a:gd name="T3" fmla="*/ 0 h 53"/>
                <a:gd name="T4" fmla="*/ 0 w 106"/>
                <a:gd name="T5" fmla="*/ 0 h 53"/>
                <a:gd name="T6" fmla="*/ 0 w 106"/>
                <a:gd name="T7" fmla="*/ 0 h 53"/>
                <a:gd name="T8" fmla="*/ 0 w 106"/>
                <a:gd name="T9" fmla="*/ 0 h 53"/>
                <a:gd name="T10" fmla="*/ 0 w 106"/>
                <a:gd name="T11" fmla="*/ 0 h 53"/>
                <a:gd name="T12" fmla="*/ 0 w 106"/>
                <a:gd name="T13" fmla="*/ 0 h 53"/>
                <a:gd name="T14" fmla="*/ 0 w 106"/>
                <a:gd name="T15" fmla="*/ 0 h 53"/>
                <a:gd name="T16" fmla="*/ 0 w 106"/>
                <a:gd name="T17" fmla="*/ 0 h 53"/>
                <a:gd name="T18" fmla="*/ 0 w 106"/>
                <a:gd name="T19" fmla="*/ 0 h 53"/>
                <a:gd name="T20" fmla="*/ 0 w 106"/>
                <a:gd name="T21" fmla="*/ 0 h 53"/>
                <a:gd name="T22" fmla="*/ 0 w 106"/>
                <a:gd name="T23" fmla="*/ 0 h 53"/>
                <a:gd name="T24" fmla="*/ 0 w 106"/>
                <a:gd name="T25" fmla="*/ 0 h 53"/>
                <a:gd name="T26" fmla="*/ 0 w 106"/>
                <a:gd name="T27" fmla="*/ 0 h 53"/>
                <a:gd name="T28" fmla="*/ 0 w 106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53"/>
                <a:gd name="T47" fmla="*/ 106 w 106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53">
                  <a:moveTo>
                    <a:pt x="106" y="0"/>
                  </a:moveTo>
                  <a:lnTo>
                    <a:pt x="104" y="12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2" y="53"/>
                  </a:lnTo>
                  <a:lnTo>
                    <a:pt x="41" y="52"/>
                  </a:lnTo>
                  <a:lnTo>
                    <a:pt x="29" y="48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295">
              <a:extLst>
                <a:ext uri="{FF2B5EF4-FFF2-40B4-BE49-F238E27FC236}">
                  <a16:creationId xmlns:a16="http://schemas.microsoft.com/office/drawing/2014/main" id="{A3D183BC-EFBB-E8DC-794A-478B11702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9"/>
              <a:ext cx="17" cy="723"/>
            </a:xfrm>
            <a:custGeom>
              <a:avLst/>
              <a:gdLst>
                <a:gd name="T0" fmla="*/ 0 w 106"/>
                <a:gd name="T1" fmla="*/ 0 h 4334"/>
                <a:gd name="T2" fmla="*/ 0 w 106"/>
                <a:gd name="T3" fmla="*/ 0 h 4334"/>
                <a:gd name="T4" fmla="*/ 0 w 106"/>
                <a:gd name="T5" fmla="*/ 0 h 4334"/>
                <a:gd name="T6" fmla="*/ 0 w 106"/>
                <a:gd name="T7" fmla="*/ 0 h 4334"/>
                <a:gd name="T8" fmla="*/ 0 w 106"/>
                <a:gd name="T9" fmla="*/ 0 h 4334"/>
                <a:gd name="T10" fmla="*/ 0 w 106"/>
                <a:gd name="T11" fmla="*/ 0 h 4334"/>
                <a:gd name="T12" fmla="*/ 0 w 106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4334"/>
                <a:gd name="T23" fmla="*/ 106 w 106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4334">
                  <a:moveTo>
                    <a:pt x="0" y="4334"/>
                  </a:moveTo>
                  <a:lnTo>
                    <a:pt x="52" y="4334"/>
                  </a:lnTo>
                  <a:lnTo>
                    <a:pt x="106" y="4334"/>
                  </a:lnTo>
                  <a:lnTo>
                    <a:pt x="106" y="0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Freeform 296">
              <a:extLst>
                <a:ext uri="{FF2B5EF4-FFF2-40B4-BE49-F238E27FC236}">
                  <a16:creationId xmlns:a16="http://schemas.microsoft.com/office/drawing/2014/main" id="{722A6D4E-E5C4-91EE-5D0C-D78E72C2E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9"/>
              <a:ext cx="17" cy="723"/>
            </a:xfrm>
            <a:custGeom>
              <a:avLst/>
              <a:gdLst>
                <a:gd name="T0" fmla="*/ 0 w 106"/>
                <a:gd name="T1" fmla="*/ 0 h 4334"/>
                <a:gd name="T2" fmla="*/ 0 w 106"/>
                <a:gd name="T3" fmla="*/ 0 h 4334"/>
                <a:gd name="T4" fmla="*/ 0 w 106"/>
                <a:gd name="T5" fmla="*/ 0 h 4334"/>
                <a:gd name="T6" fmla="*/ 0 w 106"/>
                <a:gd name="T7" fmla="*/ 0 h 4334"/>
                <a:gd name="T8" fmla="*/ 0 w 106"/>
                <a:gd name="T9" fmla="*/ 0 h 4334"/>
                <a:gd name="T10" fmla="*/ 0 w 106"/>
                <a:gd name="T11" fmla="*/ 0 h 4334"/>
                <a:gd name="T12" fmla="*/ 0 w 106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"/>
                <a:gd name="T22" fmla="*/ 0 h 4334"/>
                <a:gd name="T23" fmla="*/ 106 w 106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" h="4334">
                  <a:moveTo>
                    <a:pt x="0" y="4334"/>
                  </a:moveTo>
                  <a:lnTo>
                    <a:pt x="52" y="4334"/>
                  </a:lnTo>
                  <a:lnTo>
                    <a:pt x="106" y="4334"/>
                  </a:lnTo>
                  <a:lnTo>
                    <a:pt x="106" y="0"/>
                  </a:lnTo>
                  <a:lnTo>
                    <a:pt x="52" y="0"/>
                  </a:lnTo>
                  <a:lnTo>
                    <a:pt x="0" y="0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Freeform 297">
              <a:extLst>
                <a:ext uri="{FF2B5EF4-FFF2-40B4-BE49-F238E27FC236}">
                  <a16:creationId xmlns:a16="http://schemas.microsoft.com/office/drawing/2014/main" id="{47E47ABE-D12B-8DBA-83BA-1DDC2FD61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0"/>
              <a:ext cx="17" cy="9"/>
            </a:xfrm>
            <a:custGeom>
              <a:avLst/>
              <a:gdLst>
                <a:gd name="T0" fmla="*/ 0 w 106"/>
                <a:gd name="T1" fmla="*/ 0 h 54"/>
                <a:gd name="T2" fmla="*/ 0 w 106"/>
                <a:gd name="T3" fmla="*/ 0 h 54"/>
                <a:gd name="T4" fmla="*/ 0 w 106"/>
                <a:gd name="T5" fmla="*/ 0 h 54"/>
                <a:gd name="T6" fmla="*/ 0 w 106"/>
                <a:gd name="T7" fmla="*/ 0 h 54"/>
                <a:gd name="T8" fmla="*/ 0 w 106"/>
                <a:gd name="T9" fmla="*/ 0 h 54"/>
                <a:gd name="T10" fmla="*/ 0 w 106"/>
                <a:gd name="T11" fmla="*/ 0 h 54"/>
                <a:gd name="T12" fmla="*/ 0 w 106"/>
                <a:gd name="T13" fmla="*/ 0 h 54"/>
                <a:gd name="T14" fmla="*/ 0 w 106"/>
                <a:gd name="T15" fmla="*/ 0 h 54"/>
                <a:gd name="T16" fmla="*/ 0 w 106"/>
                <a:gd name="T17" fmla="*/ 0 h 54"/>
                <a:gd name="T18" fmla="*/ 0 w 106"/>
                <a:gd name="T19" fmla="*/ 0 h 54"/>
                <a:gd name="T20" fmla="*/ 0 w 106"/>
                <a:gd name="T21" fmla="*/ 0 h 54"/>
                <a:gd name="T22" fmla="*/ 0 w 106"/>
                <a:gd name="T23" fmla="*/ 0 h 54"/>
                <a:gd name="T24" fmla="*/ 0 w 106"/>
                <a:gd name="T25" fmla="*/ 0 h 54"/>
                <a:gd name="T26" fmla="*/ 0 w 106"/>
                <a:gd name="T27" fmla="*/ 0 h 54"/>
                <a:gd name="T28" fmla="*/ 0 w 106"/>
                <a:gd name="T29" fmla="*/ 0 h 54"/>
                <a:gd name="T30" fmla="*/ 0 w 106"/>
                <a:gd name="T31" fmla="*/ 0 h 54"/>
                <a:gd name="T32" fmla="*/ 0 w 106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6"/>
                <a:gd name="T52" fmla="*/ 0 h 54"/>
                <a:gd name="T53" fmla="*/ 106 w 106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6" h="54">
                  <a:moveTo>
                    <a:pt x="52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2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6" y="54"/>
                  </a:lnTo>
                  <a:lnTo>
                    <a:pt x="52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Freeform 298">
              <a:extLst>
                <a:ext uri="{FF2B5EF4-FFF2-40B4-BE49-F238E27FC236}">
                  <a16:creationId xmlns:a16="http://schemas.microsoft.com/office/drawing/2014/main" id="{A13D8102-51D2-B8DB-0025-E0991DCC3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920"/>
              <a:ext cx="17" cy="9"/>
            </a:xfrm>
            <a:custGeom>
              <a:avLst/>
              <a:gdLst>
                <a:gd name="T0" fmla="*/ 0 w 106"/>
                <a:gd name="T1" fmla="*/ 0 h 54"/>
                <a:gd name="T2" fmla="*/ 0 w 106"/>
                <a:gd name="T3" fmla="*/ 0 h 54"/>
                <a:gd name="T4" fmla="*/ 0 w 106"/>
                <a:gd name="T5" fmla="*/ 0 h 54"/>
                <a:gd name="T6" fmla="*/ 0 w 106"/>
                <a:gd name="T7" fmla="*/ 0 h 54"/>
                <a:gd name="T8" fmla="*/ 0 w 106"/>
                <a:gd name="T9" fmla="*/ 0 h 54"/>
                <a:gd name="T10" fmla="*/ 0 w 106"/>
                <a:gd name="T11" fmla="*/ 0 h 54"/>
                <a:gd name="T12" fmla="*/ 0 w 106"/>
                <a:gd name="T13" fmla="*/ 0 h 54"/>
                <a:gd name="T14" fmla="*/ 0 w 106"/>
                <a:gd name="T15" fmla="*/ 0 h 54"/>
                <a:gd name="T16" fmla="*/ 0 w 106"/>
                <a:gd name="T17" fmla="*/ 0 h 54"/>
                <a:gd name="T18" fmla="*/ 0 w 106"/>
                <a:gd name="T19" fmla="*/ 0 h 54"/>
                <a:gd name="T20" fmla="*/ 0 w 106"/>
                <a:gd name="T21" fmla="*/ 0 h 54"/>
                <a:gd name="T22" fmla="*/ 0 w 106"/>
                <a:gd name="T23" fmla="*/ 0 h 54"/>
                <a:gd name="T24" fmla="*/ 0 w 106"/>
                <a:gd name="T25" fmla="*/ 0 h 54"/>
                <a:gd name="T26" fmla="*/ 0 w 106"/>
                <a:gd name="T27" fmla="*/ 0 h 54"/>
                <a:gd name="T28" fmla="*/ 0 w 106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6"/>
                <a:gd name="T46" fmla="*/ 0 h 54"/>
                <a:gd name="T47" fmla="*/ 106 w 106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6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2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6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Freeform 299">
              <a:extLst>
                <a:ext uri="{FF2B5EF4-FFF2-40B4-BE49-F238E27FC236}">
                  <a16:creationId xmlns:a16="http://schemas.microsoft.com/office/drawing/2014/main" id="{B654816B-C66C-905E-A9FB-CA8AB764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Freeform 300">
              <a:extLst>
                <a:ext uri="{FF2B5EF4-FFF2-40B4-BE49-F238E27FC236}">
                  <a16:creationId xmlns:a16="http://schemas.microsoft.com/office/drawing/2014/main" id="{AF612EFC-1986-8FA6-D30F-4AA225C61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0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65" y="3"/>
                  </a:lnTo>
                  <a:lnTo>
                    <a:pt x="77" y="7"/>
                  </a:lnTo>
                  <a:lnTo>
                    <a:pt x="86" y="13"/>
                  </a:lnTo>
                  <a:lnTo>
                    <a:pt x="95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Freeform 301">
              <a:extLst>
                <a:ext uri="{FF2B5EF4-FFF2-40B4-BE49-F238E27FC236}">
                  <a16:creationId xmlns:a16="http://schemas.microsoft.com/office/drawing/2014/main" id="{1A13AE27-AA0B-94B0-7095-15E9FD8F2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Freeform 302">
              <a:extLst>
                <a:ext uri="{FF2B5EF4-FFF2-40B4-BE49-F238E27FC236}">
                  <a16:creationId xmlns:a16="http://schemas.microsoft.com/office/drawing/2014/main" id="{5D922861-2B7C-F1FF-E404-D2E35A00E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929"/>
              <a:ext cx="18" cy="723"/>
            </a:xfrm>
            <a:custGeom>
              <a:avLst/>
              <a:gdLst>
                <a:gd name="T0" fmla="*/ 0 w 107"/>
                <a:gd name="T1" fmla="*/ 0 h 4334"/>
                <a:gd name="T2" fmla="*/ 0 w 107"/>
                <a:gd name="T3" fmla="*/ 0 h 4334"/>
                <a:gd name="T4" fmla="*/ 0 w 107"/>
                <a:gd name="T5" fmla="*/ 0 h 4334"/>
                <a:gd name="T6" fmla="*/ 0 w 107"/>
                <a:gd name="T7" fmla="*/ 0 h 4334"/>
                <a:gd name="T8" fmla="*/ 0 w 107"/>
                <a:gd name="T9" fmla="*/ 0 h 4334"/>
                <a:gd name="T10" fmla="*/ 0 w 107"/>
                <a:gd name="T11" fmla="*/ 0 h 4334"/>
                <a:gd name="T12" fmla="*/ 0 w 107"/>
                <a:gd name="T13" fmla="*/ 0 h 4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4334"/>
                <a:gd name="T23" fmla="*/ 107 w 107"/>
                <a:gd name="T24" fmla="*/ 4334 h 4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433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4334"/>
                  </a:lnTo>
                  <a:lnTo>
                    <a:pt x="53" y="4334"/>
                  </a:lnTo>
                  <a:lnTo>
                    <a:pt x="107" y="433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Freeform 303">
              <a:extLst>
                <a:ext uri="{FF2B5EF4-FFF2-40B4-BE49-F238E27FC236}">
                  <a16:creationId xmlns:a16="http://schemas.microsoft.com/office/drawing/2014/main" id="{C9867C8D-D4E3-2E26-AB04-8EC0CCECF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Freeform 304">
              <a:extLst>
                <a:ext uri="{FF2B5EF4-FFF2-40B4-BE49-F238E27FC236}">
                  <a16:creationId xmlns:a16="http://schemas.microsoft.com/office/drawing/2014/main" id="{69E88DFE-B1CF-C8FB-F1A5-A29A1CB71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652"/>
              <a:ext cx="18" cy="8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5" y="33"/>
                  </a:lnTo>
                  <a:lnTo>
                    <a:pt x="86" y="41"/>
                  </a:lnTo>
                  <a:lnTo>
                    <a:pt x="77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2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6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305">
              <a:extLst>
                <a:ext uri="{FF2B5EF4-FFF2-40B4-BE49-F238E27FC236}">
                  <a16:creationId xmlns:a16="http://schemas.microsoft.com/office/drawing/2014/main" id="{32609E89-C1FF-0D70-81E5-3625FE9F9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53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306">
              <a:extLst>
                <a:ext uri="{FF2B5EF4-FFF2-40B4-BE49-F238E27FC236}">
                  <a16:creationId xmlns:a16="http://schemas.microsoft.com/office/drawing/2014/main" id="{002514C3-C94F-0BB1-48B5-DE16BF384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473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307">
              <a:extLst>
                <a:ext uri="{FF2B5EF4-FFF2-40B4-BE49-F238E27FC236}">
                  <a16:creationId xmlns:a16="http://schemas.microsoft.com/office/drawing/2014/main" id="{509BE915-7F6E-31C6-7A61-D3451A62F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136"/>
              <a:ext cx="1" cy="30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308">
              <a:extLst>
                <a:ext uri="{FF2B5EF4-FFF2-40B4-BE49-F238E27FC236}">
                  <a16:creationId xmlns:a16="http://schemas.microsoft.com/office/drawing/2014/main" id="{82CC0615-5121-EB89-F76D-FB6A15E2C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1079"/>
              <a:ext cx="1" cy="2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309">
              <a:extLst>
                <a:ext uri="{FF2B5EF4-FFF2-40B4-BE49-F238E27FC236}">
                  <a16:creationId xmlns:a16="http://schemas.microsoft.com/office/drawing/2014/main" id="{364FCD96-83C1-70E4-D5B8-58487DB581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891"/>
              <a:ext cx="1" cy="1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Freeform 310">
              <a:extLst>
                <a:ext uri="{FF2B5EF4-FFF2-40B4-BE49-F238E27FC236}">
                  <a16:creationId xmlns:a16="http://schemas.microsoft.com/office/drawing/2014/main" id="{B7205AB4-885F-D4C9-3BAE-341240E85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Freeform 311">
              <a:extLst>
                <a:ext uri="{FF2B5EF4-FFF2-40B4-BE49-F238E27FC236}">
                  <a16:creationId xmlns:a16="http://schemas.microsoft.com/office/drawing/2014/main" id="{BE87094A-C7E8-848D-DEA5-F45C78B99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391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Freeform 312">
              <a:extLst>
                <a:ext uri="{FF2B5EF4-FFF2-40B4-BE49-F238E27FC236}">
                  <a16:creationId xmlns:a16="http://schemas.microsoft.com/office/drawing/2014/main" id="{638C2920-E50A-2D8B-B0A6-A166AD172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391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Freeform 313">
              <a:extLst>
                <a:ext uri="{FF2B5EF4-FFF2-40B4-BE49-F238E27FC236}">
                  <a16:creationId xmlns:a16="http://schemas.microsoft.com/office/drawing/2014/main" id="{0BE7091B-A6BA-F1FE-7BC1-32E7B4375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391"/>
              <a:ext cx="639" cy="18"/>
            </a:xfrm>
            <a:custGeom>
              <a:avLst/>
              <a:gdLst>
                <a:gd name="T0" fmla="*/ 0 w 3837"/>
                <a:gd name="T1" fmla="*/ 0 h 107"/>
                <a:gd name="T2" fmla="*/ 0 w 3837"/>
                <a:gd name="T3" fmla="*/ 0 h 107"/>
                <a:gd name="T4" fmla="*/ 0 w 3837"/>
                <a:gd name="T5" fmla="*/ 0 h 107"/>
                <a:gd name="T6" fmla="*/ 0 w 3837"/>
                <a:gd name="T7" fmla="*/ 0 h 107"/>
                <a:gd name="T8" fmla="*/ 0 w 3837"/>
                <a:gd name="T9" fmla="*/ 0 h 107"/>
                <a:gd name="T10" fmla="*/ 0 w 3837"/>
                <a:gd name="T11" fmla="*/ 0 h 107"/>
                <a:gd name="T12" fmla="*/ 0 w 383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7"/>
                <a:gd name="T22" fmla="*/ 0 h 107"/>
                <a:gd name="T23" fmla="*/ 3837 w 383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837" y="107"/>
                  </a:lnTo>
                  <a:lnTo>
                    <a:pt x="3837" y="54"/>
                  </a:lnTo>
                  <a:lnTo>
                    <a:pt x="383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Freeform 314">
              <a:extLst>
                <a:ext uri="{FF2B5EF4-FFF2-40B4-BE49-F238E27FC236}">
                  <a16:creationId xmlns:a16="http://schemas.microsoft.com/office/drawing/2014/main" id="{24E62EC2-B1CE-1C3F-DED4-9E5F1A533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315">
              <a:extLst>
                <a:ext uri="{FF2B5EF4-FFF2-40B4-BE49-F238E27FC236}">
                  <a16:creationId xmlns:a16="http://schemas.microsoft.com/office/drawing/2014/main" id="{CAC60115-E75E-CFB7-999A-D54659DF1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139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2" y="87"/>
                  </a:lnTo>
                  <a:lnTo>
                    <a:pt x="33" y="96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316">
              <a:extLst>
                <a:ext uri="{FF2B5EF4-FFF2-40B4-BE49-F238E27FC236}">
                  <a16:creationId xmlns:a16="http://schemas.microsoft.com/office/drawing/2014/main" id="{D29AB2A4-FBDD-1C9E-90AC-92A723B6B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317">
              <a:extLst>
                <a:ext uri="{FF2B5EF4-FFF2-40B4-BE49-F238E27FC236}">
                  <a16:creationId xmlns:a16="http://schemas.microsoft.com/office/drawing/2014/main" id="{71568163-C522-3988-5470-BD4377B5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Freeform 318">
              <a:extLst>
                <a:ext uri="{FF2B5EF4-FFF2-40B4-BE49-F238E27FC236}">
                  <a16:creationId xmlns:a16="http://schemas.microsoft.com/office/drawing/2014/main" id="{B3746DFE-1490-CC5D-5F56-2B41EB0F3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Freeform 319">
              <a:extLst>
                <a:ext uri="{FF2B5EF4-FFF2-40B4-BE49-F238E27FC236}">
                  <a16:creationId xmlns:a16="http://schemas.microsoft.com/office/drawing/2014/main" id="{C845A4E2-1506-4AFA-E1EB-A2A8203B7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1052"/>
              <a:ext cx="526" cy="18"/>
            </a:xfrm>
            <a:custGeom>
              <a:avLst/>
              <a:gdLst>
                <a:gd name="T0" fmla="*/ 0 w 3158"/>
                <a:gd name="T1" fmla="*/ 0 h 107"/>
                <a:gd name="T2" fmla="*/ 0 w 3158"/>
                <a:gd name="T3" fmla="*/ 0 h 107"/>
                <a:gd name="T4" fmla="*/ 0 w 3158"/>
                <a:gd name="T5" fmla="*/ 0 h 107"/>
                <a:gd name="T6" fmla="*/ 0 w 3158"/>
                <a:gd name="T7" fmla="*/ 0 h 107"/>
                <a:gd name="T8" fmla="*/ 0 w 3158"/>
                <a:gd name="T9" fmla="*/ 0 h 107"/>
                <a:gd name="T10" fmla="*/ 0 w 3158"/>
                <a:gd name="T11" fmla="*/ 0 h 107"/>
                <a:gd name="T12" fmla="*/ 0 w 315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58"/>
                <a:gd name="T22" fmla="*/ 0 h 107"/>
                <a:gd name="T23" fmla="*/ 3158 w 315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5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3158" y="107"/>
                  </a:lnTo>
                  <a:lnTo>
                    <a:pt x="3158" y="54"/>
                  </a:lnTo>
                  <a:lnTo>
                    <a:pt x="315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Freeform 320">
              <a:extLst>
                <a:ext uri="{FF2B5EF4-FFF2-40B4-BE49-F238E27FC236}">
                  <a16:creationId xmlns:a16="http://schemas.microsoft.com/office/drawing/2014/main" id="{B4D04720-8435-B755-19C1-4537731DE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Freeform 321">
              <a:extLst>
                <a:ext uri="{FF2B5EF4-FFF2-40B4-BE49-F238E27FC236}">
                  <a16:creationId xmlns:a16="http://schemas.microsoft.com/office/drawing/2014/main" id="{45A9499E-423C-2EC3-7BE3-2CA83C969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05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Freeform 322">
              <a:extLst>
                <a:ext uri="{FF2B5EF4-FFF2-40B4-BE49-F238E27FC236}">
                  <a16:creationId xmlns:a16="http://schemas.microsoft.com/office/drawing/2014/main" id="{B3757AD0-7890-94DB-66B1-E3373B4E9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w 96"/>
                <a:gd name="T31" fmla="*/ 0 h 86"/>
                <a:gd name="T32" fmla="*/ 0 w 96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6"/>
                <a:gd name="T52" fmla="*/ 0 h 86"/>
                <a:gd name="T53" fmla="*/ 96 w 96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6" h="86">
                  <a:moveTo>
                    <a:pt x="53" y="53"/>
                  </a:moveTo>
                  <a:lnTo>
                    <a:pt x="11" y="86"/>
                  </a:lnTo>
                  <a:lnTo>
                    <a:pt x="4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30"/>
                  </a:lnTo>
                  <a:lnTo>
                    <a:pt x="12" y="19"/>
                  </a:lnTo>
                  <a:lnTo>
                    <a:pt x="20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6"/>
                  </a:lnTo>
                  <a:lnTo>
                    <a:pt x="87" y="12"/>
                  </a:lnTo>
                  <a:lnTo>
                    <a:pt x="96" y="20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Freeform 323">
              <a:extLst>
                <a:ext uri="{FF2B5EF4-FFF2-40B4-BE49-F238E27FC236}">
                  <a16:creationId xmlns:a16="http://schemas.microsoft.com/office/drawing/2014/main" id="{17B9C72D-7519-ECF6-3F73-1AD623858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86"/>
                <a:gd name="T47" fmla="*/ 96 w 96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86">
                  <a:moveTo>
                    <a:pt x="11" y="86"/>
                  </a:moveTo>
                  <a:lnTo>
                    <a:pt x="4" y="76"/>
                  </a:lnTo>
                  <a:lnTo>
                    <a:pt x="1" y="65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6" y="30"/>
                  </a:lnTo>
                  <a:lnTo>
                    <a:pt x="12" y="19"/>
                  </a:lnTo>
                  <a:lnTo>
                    <a:pt x="20" y="11"/>
                  </a:lnTo>
                  <a:lnTo>
                    <a:pt x="31" y="5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6"/>
                  </a:lnTo>
                  <a:lnTo>
                    <a:pt x="87" y="12"/>
                  </a:lnTo>
                  <a:lnTo>
                    <a:pt x="96" y="2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Freeform 324">
              <a:extLst>
                <a:ext uri="{FF2B5EF4-FFF2-40B4-BE49-F238E27FC236}">
                  <a16:creationId xmlns:a16="http://schemas.microsoft.com/office/drawing/2014/main" id="{C2361669-F3BB-D05D-C040-B58E69E3C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055"/>
              <a:ext cx="278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85" y="0"/>
                  </a:moveTo>
                  <a:lnTo>
                    <a:pt x="42" y="33"/>
                  </a:lnTo>
                  <a:lnTo>
                    <a:pt x="0" y="66"/>
                  </a:lnTo>
                  <a:lnTo>
                    <a:pt x="1579" y="2099"/>
                  </a:lnTo>
                  <a:lnTo>
                    <a:pt x="1621" y="2066"/>
                  </a:lnTo>
                  <a:lnTo>
                    <a:pt x="1663" y="203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Freeform 325">
              <a:extLst>
                <a:ext uri="{FF2B5EF4-FFF2-40B4-BE49-F238E27FC236}">
                  <a16:creationId xmlns:a16="http://schemas.microsoft.com/office/drawing/2014/main" id="{271FD52C-D0F4-9307-FFE0-18CEB708D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055"/>
              <a:ext cx="278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85" y="0"/>
                  </a:moveTo>
                  <a:lnTo>
                    <a:pt x="42" y="33"/>
                  </a:lnTo>
                  <a:lnTo>
                    <a:pt x="0" y="66"/>
                  </a:lnTo>
                  <a:lnTo>
                    <a:pt x="1579" y="2099"/>
                  </a:lnTo>
                  <a:lnTo>
                    <a:pt x="1621" y="2066"/>
                  </a:lnTo>
                  <a:lnTo>
                    <a:pt x="1663" y="2033"/>
                  </a:lnTo>
                  <a:lnTo>
                    <a:pt x="8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Freeform 326">
              <a:extLst>
                <a:ext uri="{FF2B5EF4-FFF2-40B4-BE49-F238E27FC236}">
                  <a16:creationId xmlns:a16="http://schemas.microsoft.com/office/drawing/2014/main" id="{B0025423-9857-30C5-727D-F8CC2EFB2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394"/>
              <a:ext cx="15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w 95"/>
                <a:gd name="T31" fmla="*/ 0 h 86"/>
                <a:gd name="T32" fmla="*/ 0 w 95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5"/>
                <a:gd name="T52" fmla="*/ 0 h 86"/>
                <a:gd name="T53" fmla="*/ 95 w 95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5" h="86">
                  <a:moveTo>
                    <a:pt x="42" y="33"/>
                  </a:moveTo>
                  <a:lnTo>
                    <a:pt x="84" y="0"/>
                  </a:lnTo>
                  <a:lnTo>
                    <a:pt x="91" y="11"/>
                  </a:lnTo>
                  <a:lnTo>
                    <a:pt x="94" y="22"/>
                  </a:lnTo>
                  <a:lnTo>
                    <a:pt x="95" y="34"/>
                  </a:lnTo>
                  <a:lnTo>
                    <a:pt x="94" y="46"/>
                  </a:lnTo>
                  <a:lnTo>
                    <a:pt x="90" y="57"/>
                  </a:lnTo>
                  <a:lnTo>
                    <a:pt x="83" y="67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54" y="85"/>
                  </a:lnTo>
                  <a:lnTo>
                    <a:pt x="41" y="86"/>
                  </a:lnTo>
                  <a:lnTo>
                    <a:pt x="29" y="85"/>
                  </a:lnTo>
                  <a:lnTo>
                    <a:pt x="19" y="81"/>
                  </a:lnTo>
                  <a:lnTo>
                    <a:pt x="8" y="75"/>
                  </a:lnTo>
                  <a:lnTo>
                    <a:pt x="0" y="66"/>
                  </a:lnTo>
                  <a:lnTo>
                    <a:pt x="4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Freeform 327">
              <a:extLst>
                <a:ext uri="{FF2B5EF4-FFF2-40B4-BE49-F238E27FC236}">
                  <a16:creationId xmlns:a16="http://schemas.microsoft.com/office/drawing/2014/main" id="{B0DB1B4A-4CC1-CA6B-66FA-1DB574542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394"/>
              <a:ext cx="15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5"/>
                <a:gd name="T46" fmla="*/ 0 h 86"/>
                <a:gd name="T47" fmla="*/ 95 w 95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5" h="86">
                  <a:moveTo>
                    <a:pt x="84" y="0"/>
                  </a:moveTo>
                  <a:lnTo>
                    <a:pt x="91" y="11"/>
                  </a:lnTo>
                  <a:lnTo>
                    <a:pt x="94" y="22"/>
                  </a:lnTo>
                  <a:lnTo>
                    <a:pt x="95" y="34"/>
                  </a:lnTo>
                  <a:lnTo>
                    <a:pt x="94" y="46"/>
                  </a:lnTo>
                  <a:lnTo>
                    <a:pt x="90" y="57"/>
                  </a:lnTo>
                  <a:lnTo>
                    <a:pt x="83" y="67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54" y="85"/>
                  </a:lnTo>
                  <a:lnTo>
                    <a:pt x="41" y="86"/>
                  </a:lnTo>
                  <a:lnTo>
                    <a:pt x="29" y="85"/>
                  </a:lnTo>
                  <a:lnTo>
                    <a:pt x="19" y="81"/>
                  </a:lnTo>
                  <a:lnTo>
                    <a:pt x="8" y="75"/>
                  </a:lnTo>
                  <a:lnTo>
                    <a:pt x="0" y="6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Freeform 328">
              <a:extLst>
                <a:ext uri="{FF2B5EF4-FFF2-40B4-BE49-F238E27FC236}">
                  <a16:creationId xmlns:a16="http://schemas.microsoft.com/office/drawing/2014/main" id="{D8766E34-3A50-F7F8-031D-4F567F457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w 96"/>
                <a:gd name="T31" fmla="*/ 0 h 86"/>
                <a:gd name="T32" fmla="*/ 0 w 96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6"/>
                <a:gd name="T52" fmla="*/ 0 h 86"/>
                <a:gd name="T53" fmla="*/ 96 w 96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6" h="86">
                  <a:moveTo>
                    <a:pt x="43" y="53"/>
                  </a:moveTo>
                  <a:lnTo>
                    <a:pt x="0" y="20"/>
                  </a:lnTo>
                  <a:lnTo>
                    <a:pt x="9" y="12"/>
                  </a:lnTo>
                  <a:lnTo>
                    <a:pt x="19" y="6"/>
                  </a:lnTo>
                  <a:lnTo>
                    <a:pt x="30" y="1"/>
                  </a:lnTo>
                  <a:lnTo>
                    <a:pt x="42" y="0"/>
                  </a:lnTo>
                  <a:lnTo>
                    <a:pt x="54" y="1"/>
                  </a:lnTo>
                  <a:lnTo>
                    <a:pt x="65" y="5"/>
                  </a:lnTo>
                  <a:lnTo>
                    <a:pt x="75" y="11"/>
                  </a:lnTo>
                  <a:lnTo>
                    <a:pt x="84" y="19"/>
                  </a:lnTo>
                  <a:lnTo>
                    <a:pt x="90" y="30"/>
                  </a:lnTo>
                  <a:lnTo>
                    <a:pt x="94" y="41"/>
                  </a:lnTo>
                  <a:lnTo>
                    <a:pt x="96" y="52"/>
                  </a:lnTo>
                  <a:lnTo>
                    <a:pt x="94" y="65"/>
                  </a:lnTo>
                  <a:lnTo>
                    <a:pt x="91" y="76"/>
                  </a:lnTo>
                  <a:lnTo>
                    <a:pt x="85" y="86"/>
                  </a:lnTo>
                  <a:lnTo>
                    <a:pt x="43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Freeform 329">
              <a:extLst>
                <a:ext uri="{FF2B5EF4-FFF2-40B4-BE49-F238E27FC236}">
                  <a16:creationId xmlns:a16="http://schemas.microsoft.com/office/drawing/2014/main" id="{0B58C014-9B6F-019A-AE5F-32225107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052"/>
              <a:ext cx="16" cy="14"/>
            </a:xfrm>
            <a:custGeom>
              <a:avLst/>
              <a:gdLst>
                <a:gd name="T0" fmla="*/ 0 w 96"/>
                <a:gd name="T1" fmla="*/ 0 h 86"/>
                <a:gd name="T2" fmla="*/ 0 w 96"/>
                <a:gd name="T3" fmla="*/ 0 h 86"/>
                <a:gd name="T4" fmla="*/ 0 w 96"/>
                <a:gd name="T5" fmla="*/ 0 h 86"/>
                <a:gd name="T6" fmla="*/ 0 w 96"/>
                <a:gd name="T7" fmla="*/ 0 h 86"/>
                <a:gd name="T8" fmla="*/ 0 w 96"/>
                <a:gd name="T9" fmla="*/ 0 h 86"/>
                <a:gd name="T10" fmla="*/ 0 w 96"/>
                <a:gd name="T11" fmla="*/ 0 h 86"/>
                <a:gd name="T12" fmla="*/ 0 w 96"/>
                <a:gd name="T13" fmla="*/ 0 h 86"/>
                <a:gd name="T14" fmla="*/ 0 w 96"/>
                <a:gd name="T15" fmla="*/ 0 h 86"/>
                <a:gd name="T16" fmla="*/ 0 w 96"/>
                <a:gd name="T17" fmla="*/ 0 h 86"/>
                <a:gd name="T18" fmla="*/ 0 w 96"/>
                <a:gd name="T19" fmla="*/ 0 h 86"/>
                <a:gd name="T20" fmla="*/ 0 w 96"/>
                <a:gd name="T21" fmla="*/ 0 h 86"/>
                <a:gd name="T22" fmla="*/ 0 w 96"/>
                <a:gd name="T23" fmla="*/ 0 h 86"/>
                <a:gd name="T24" fmla="*/ 0 w 96"/>
                <a:gd name="T25" fmla="*/ 0 h 86"/>
                <a:gd name="T26" fmla="*/ 0 w 96"/>
                <a:gd name="T27" fmla="*/ 0 h 86"/>
                <a:gd name="T28" fmla="*/ 0 w 96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6"/>
                <a:gd name="T46" fmla="*/ 0 h 86"/>
                <a:gd name="T47" fmla="*/ 96 w 96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6" h="86">
                  <a:moveTo>
                    <a:pt x="0" y="20"/>
                  </a:moveTo>
                  <a:lnTo>
                    <a:pt x="9" y="12"/>
                  </a:lnTo>
                  <a:lnTo>
                    <a:pt x="19" y="6"/>
                  </a:lnTo>
                  <a:lnTo>
                    <a:pt x="30" y="1"/>
                  </a:lnTo>
                  <a:lnTo>
                    <a:pt x="42" y="0"/>
                  </a:lnTo>
                  <a:lnTo>
                    <a:pt x="54" y="1"/>
                  </a:lnTo>
                  <a:lnTo>
                    <a:pt x="65" y="5"/>
                  </a:lnTo>
                  <a:lnTo>
                    <a:pt x="75" y="11"/>
                  </a:lnTo>
                  <a:lnTo>
                    <a:pt x="84" y="19"/>
                  </a:lnTo>
                  <a:lnTo>
                    <a:pt x="90" y="30"/>
                  </a:lnTo>
                  <a:lnTo>
                    <a:pt x="94" y="41"/>
                  </a:lnTo>
                  <a:lnTo>
                    <a:pt x="96" y="52"/>
                  </a:lnTo>
                  <a:lnTo>
                    <a:pt x="94" y="65"/>
                  </a:lnTo>
                  <a:lnTo>
                    <a:pt x="91" y="76"/>
                  </a:lnTo>
                  <a:lnTo>
                    <a:pt x="85" y="8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Freeform 330">
              <a:extLst>
                <a:ext uri="{FF2B5EF4-FFF2-40B4-BE49-F238E27FC236}">
                  <a16:creationId xmlns:a16="http://schemas.microsoft.com/office/drawing/2014/main" id="{FA3E18C5-C903-C586-D4DB-DC72B72B0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055"/>
              <a:ext cx="277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1663" y="66"/>
                  </a:moveTo>
                  <a:lnTo>
                    <a:pt x="1621" y="33"/>
                  </a:lnTo>
                  <a:lnTo>
                    <a:pt x="1578" y="0"/>
                  </a:lnTo>
                  <a:lnTo>
                    <a:pt x="0" y="2033"/>
                  </a:lnTo>
                  <a:lnTo>
                    <a:pt x="42" y="2066"/>
                  </a:lnTo>
                  <a:lnTo>
                    <a:pt x="84" y="2099"/>
                  </a:lnTo>
                  <a:lnTo>
                    <a:pt x="1663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Freeform 331">
              <a:extLst>
                <a:ext uri="{FF2B5EF4-FFF2-40B4-BE49-F238E27FC236}">
                  <a16:creationId xmlns:a16="http://schemas.microsoft.com/office/drawing/2014/main" id="{D0A687BC-5750-3E9A-8B44-20F10AF0B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1055"/>
              <a:ext cx="277" cy="350"/>
            </a:xfrm>
            <a:custGeom>
              <a:avLst/>
              <a:gdLst>
                <a:gd name="T0" fmla="*/ 0 w 1663"/>
                <a:gd name="T1" fmla="*/ 0 h 2099"/>
                <a:gd name="T2" fmla="*/ 0 w 1663"/>
                <a:gd name="T3" fmla="*/ 0 h 2099"/>
                <a:gd name="T4" fmla="*/ 0 w 1663"/>
                <a:gd name="T5" fmla="*/ 0 h 2099"/>
                <a:gd name="T6" fmla="*/ 0 w 1663"/>
                <a:gd name="T7" fmla="*/ 0 h 2099"/>
                <a:gd name="T8" fmla="*/ 0 w 1663"/>
                <a:gd name="T9" fmla="*/ 0 h 2099"/>
                <a:gd name="T10" fmla="*/ 0 w 1663"/>
                <a:gd name="T11" fmla="*/ 0 h 2099"/>
                <a:gd name="T12" fmla="*/ 0 w 1663"/>
                <a:gd name="T13" fmla="*/ 0 h 20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3"/>
                <a:gd name="T22" fmla="*/ 0 h 2099"/>
                <a:gd name="T23" fmla="*/ 1663 w 1663"/>
                <a:gd name="T24" fmla="*/ 2099 h 20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3" h="2099">
                  <a:moveTo>
                    <a:pt x="1663" y="66"/>
                  </a:moveTo>
                  <a:lnTo>
                    <a:pt x="1621" y="33"/>
                  </a:lnTo>
                  <a:lnTo>
                    <a:pt x="1578" y="0"/>
                  </a:lnTo>
                  <a:lnTo>
                    <a:pt x="0" y="2033"/>
                  </a:lnTo>
                  <a:lnTo>
                    <a:pt x="42" y="2066"/>
                  </a:lnTo>
                  <a:lnTo>
                    <a:pt x="84" y="2099"/>
                  </a:lnTo>
                  <a:lnTo>
                    <a:pt x="1663" y="66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Freeform 332">
              <a:extLst>
                <a:ext uri="{FF2B5EF4-FFF2-40B4-BE49-F238E27FC236}">
                  <a16:creationId xmlns:a16="http://schemas.microsoft.com/office/drawing/2014/main" id="{E8A97045-3DDD-0CC1-A959-DC14C3AC0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394"/>
              <a:ext cx="16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w 95"/>
                <a:gd name="T31" fmla="*/ 0 h 86"/>
                <a:gd name="T32" fmla="*/ 0 w 95"/>
                <a:gd name="T33" fmla="*/ 0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5"/>
                <a:gd name="T52" fmla="*/ 0 h 86"/>
                <a:gd name="T53" fmla="*/ 95 w 95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5" h="86">
                  <a:moveTo>
                    <a:pt x="53" y="33"/>
                  </a:moveTo>
                  <a:lnTo>
                    <a:pt x="95" y="66"/>
                  </a:lnTo>
                  <a:lnTo>
                    <a:pt x="87" y="75"/>
                  </a:lnTo>
                  <a:lnTo>
                    <a:pt x="76" y="81"/>
                  </a:lnTo>
                  <a:lnTo>
                    <a:pt x="66" y="85"/>
                  </a:lnTo>
                  <a:lnTo>
                    <a:pt x="54" y="86"/>
                  </a:lnTo>
                  <a:lnTo>
                    <a:pt x="41" y="85"/>
                  </a:lnTo>
                  <a:lnTo>
                    <a:pt x="31" y="82"/>
                  </a:lnTo>
                  <a:lnTo>
                    <a:pt x="20" y="76"/>
                  </a:lnTo>
                  <a:lnTo>
                    <a:pt x="12" y="67"/>
                  </a:lnTo>
                  <a:lnTo>
                    <a:pt x="5" y="57"/>
                  </a:lnTo>
                  <a:lnTo>
                    <a:pt x="1" y="46"/>
                  </a:lnTo>
                  <a:lnTo>
                    <a:pt x="0" y="34"/>
                  </a:lnTo>
                  <a:lnTo>
                    <a:pt x="1" y="22"/>
                  </a:lnTo>
                  <a:lnTo>
                    <a:pt x="4" y="11"/>
                  </a:lnTo>
                  <a:lnTo>
                    <a:pt x="11" y="0"/>
                  </a:lnTo>
                  <a:lnTo>
                    <a:pt x="53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333">
              <a:extLst>
                <a:ext uri="{FF2B5EF4-FFF2-40B4-BE49-F238E27FC236}">
                  <a16:creationId xmlns:a16="http://schemas.microsoft.com/office/drawing/2014/main" id="{08CB9FD6-A7CD-3CD9-F01D-E92AD9592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394"/>
              <a:ext cx="16" cy="15"/>
            </a:xfrm>
            <a:custGeom>
              <a:avLst/>
              <a:gdLst>
                <a:gd name="T0" fmla="*/ 0 w 95"/>
                <a:gd name="T1" fmla="*/ 0 h 86"/>
                <a:gd name="T2" fmla="*/ 0 w 95"/>
                <a:gd name="T3" fmla="*/ 0 h 86"/>
                <a:gd name="T4" fmla="*/ 0 w 95"/>
                <a:gd name="T5" fmla="*/ 0 h 86"/>
                <a:gd name="T6" fmla="*/ 0 w 95"/>
                <a:gd name="T7" fmla="*/ 0 h 86"/>
                <a:gd name="T8" fmla="*/ 0 w 95"/>
                <a:gd name="T9" fmla="*/ 0 h 86"/>
                <a:gd name="T10" fmla="*/ 0 w 95"/>
                <a:gd name="T11" fmla="*/ 0 h 86"/>
                <a:gd name="T12" fmla="*/ 0 w 95"/>
                <a:gd name="T13" fmla="*/ 0 h 86"/>
                <a:gd name="T14" fmla="*/ 0 w 95"/>
                <a:gd name="T15" fmla="*/ 0 h 86"/>
                <a:gd name="T16" fmla="*/ 0 w 95"/>
                <a:gd name="T17" fmla="*/ 0 h 86"/>
                <a:gd name="T18" fmla="*/ 0 w 95"/>
                <a:gd name="T19" fmla="*/ 0 h 86"/>
                <a:gd name="T20" fmla="*/ 0 w 95"/>
                <a:gd name="T21" fmla="*/ 0 h 86"/>
                <a:gd name="T22" fmla="*/ 0 w 95"/>
                <a:gd name="T23" fmla="*/ 0 h 86"/>
                <a:gd name="T24" fmla="*/ 0 w 95"/>
                <a:gd name="T25" fmla="*/ 0 h 86"/>
                <a:gd name="T26" fmla="*/ 0 w 95"/>
                <a:gd name="T27" fmla="*/ 0 h 86"/>
                <a:gd name="T28" fmla="*/ 0 w 95"/>
                <a:gd name="T29" fmla="*/ 0 h 8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95"/>
                <a:gd name="T46" fmla="*/ 0 h 86"/>
                <a:gd name="T47" fmla="*/ 95 w 95"/>
                <a:gd name="T48" fmla="*/ 86 h 8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95" h="86">
                  <a:moveTo>
                    <a:pt x="95" y="66"/>
                  </a:moveTo>
                  <a:lnTo>
                    <a:pt x="87" y="75"/>
                  </a:lnTo>
                  <a:lnTo>
                    <a:pt x="76" y="81"/>
                  </a:lnTo>
                  <a:lnTo>
                    <a:pt x="66" y="85"/>
                  </a:lnTo>
                  <a:lnTo>
                    <a:pt x="54" y="86"/>
                  </a:lnTo>
                  <a:lnTo>
                    <a:pt x="41" y="85"/>
                  </a:lnTo>
                  <a:lnTo>
                    <a:pt x="31" y="82"/>
                  </a:lnTo>
                  <a:lnTo>
                    <a:pt x="20" y="76"/>
                  </a:lnTo>
                  <a:lnTo>
                    <a:pt x="12" y="67"/>
                  </a:lnTo>
                  <a:lnTo>
                    <a:pt x="5" y="57"/>
                  </a:lnTo>
                  <a:lnTo>
                    <a:pt x="1" y="46"/>
                  </a:lnTo>
                  <a:lnTo>
                    <a:pt x="0" y="34"/>
                  </a:lnTo>
                  <a:lnTo>
                    <a:pt x="1" y="22"/>
                  </a:lnTo>
                  <a:lnTo>
                    <a:pt x="4" y="11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334">
              <a:extLst>
                <a:ext uri="{FF2B5EF4-FFF2-40B4-BE49-F238E27FC236}">
                  <a16:creationId xmlns:a16="http://schemas.microsoft.com/office/drawing/2014/main" id="{7F86BA08-2271-A5E2-F037-31682DF56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Freeform 335">
              <a:extLst>
                <a:ext uri="{FF2B5EF4-FFF2-40B4-BE49-F238E27FC236}">
                  <a16:creationId xmlns:a16="http://schemas.microsoft.com/office/drawing/2014/main" id="{5CC45C54-EA87-1DFA-17CE-595BAB5B7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00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Freeform 336">
              <a:extLst>
                <a:ext uri="{FF2B5EF4-FFF2-40B4-BE49-F238E27FC236}">
                  <a16:creationId xmlns:a16="http://schemas.microsoft.com/office/drawing/2014/main" id="{AD125FDF-793F-7AEC-F8AC-A6926B8E4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Freeform 337">
              <a:extLst>
                <a:ext uri="{FF2B5EF4-FFF2-40B4-BE49-F238E27FC236}">
                  <a16:creationId xmlns:a16="http://schemas.microsoft.com/office/drawing/2014/main" id="{FA6561BB-6856-896D-9BCD-F40987EAA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61"/>
              <a:ext cx="18" cy="339"/>
            </a:xfrm>
            <a:custGeom>
              <a:avLst/>
              <a:gdLst>
                <a:gd name="T0" fmla="*/ 0 w 107"/>
                <a:gd name="T1" fmla="*/ 0 h 2033"/>
                <a:gd name="T2" fmla="*/ 0 w 107"/>
                <a:gd name="T3" fmla="*/ 0 h 2033"/>
                <a:gd name="T4" fmla="*/ 0 w 107"/>
                <a:gd name="T5" fmla="*/ 0 h 2033"/>
                <a:gd name="T6" fmla="*/ 0 w 107"/>
                <a:gd name="T7" fmla="*/ 0 h 2033"/>
                <a:gd name="T8" fmla="*/ 0 w 107"/>
                <a:gd name="T9" fmla="*/ 0 h 2033"/>
                <a:gd name="T10" fmla="*/ 0 w 107"/>
                <a:gd name="T11" fmla="*/ 0 h 2033"/>
                <a:gd name="T12" fmla="*/ 0 w 107"/>
                <a:gd name="T13" fmla="*/ 0 h 20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033"/>
                <a:gd name="T23" fmla="*/ 107 w 107"/>
                <a:gd name="T24" fmla="*/ 2033 h 20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033">
                  <a:moveTo>
                    <a:pt x="0" y="2033"/>
                  </a:moveTo>
                  <a:lnTo>
                    <a:pt x="53" y="2033"/>
                  </a:lnTo>
                  <a:lnTo>
                    <a:pt x="107" y="203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03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Freeform 338">
              <a:extLst>
                <a:ext uri="{FF2B5EF4-FFF2-40B4-BE49-F238E27FC236}">
                  <a16:creationId xmlns:a16="http://schemas.microsoft.com/office/drawing/2014/main" id="{4BF8CEA2-0038-D6F8-DDF3-BA5E1ADCE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Freeform 339">
              <a:extLst>
                <a:ext uri="{FF2B5EF4-FFF2-40B4-BE49-F238E27FC236}">
                  <a16:creationId xmlns:a16="http://schemas.microsoft.com/office/drawing/2014/main" id="{1F50C27A-6FFD-4500-CAD1-AB62A4343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052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8" name="Group 340">
            <a:extLst>
              <a:ext uri="{FF2B5EF4-FFF2-40B4-BE49-F238E27FC236}">
                <a16:creationId xmlns:a16="http://schemas.microsoft.com/office/drawing/2014/main" id="{69CAA46A-F799-78AA-029D-AE3E8B2C3B6C}"/>
              </a:ext>
            </a:extLst>
          </p:cNvPr>
          <p:cNvGrpSpPr>
            <a:grpSpLocks/>
          </p:cNvGrpSpPr>
          <p:nvPr/>
        </p:nvGrpSpPr>
        <p:grpSpPr bwMode="auto">
          <a:xfrm>
            <a:off x="5656845" y="3212519"/>
            <a:ext cx="1697037" cy="771525"/>
            <a:chOff x="605" y="2527"/>
            <a:chExt cx="1069" cy="486"/>
          </a:xfrm>
        </p:grpSpPr>
        <p:sp>
          <p:nvSpPr>
            <p:cNvPr id="339" name="Line 341">
              <a:extLst>
                <a:ext uri="{FF2B5EF4-FFF2-40B4-BE49-F238E27FC236}">
                  <a16:creationId xmlns:a16="http://schemas.microsoft.com/office/drawing/2014/main" id="{3EE868A2-8832-BB6F-CA1B-185049DE9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" y="2669"/>
              <a:ext cx="524" cy="34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342">
              <a:extLst>
                <a:ext uri="{FF2B5EF4-FFF2-40B4-BE49-F238E27FC236}">
                  <a16:creationId xmlns:a16="http://schemas.microsoft.com/office/drawing/2014/main" id="{02161A47-5591-D72B-70DF-781ACFA45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" y="3012"/>
              <a:ext cx="1069" cy="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343">
              <a:extLst>
                <a:ext uri="{FF2B5EF4-FFF2-40B4-BE49-F238E27FC236}">
                  <a16:creationId xmlns:a16="http://schemas.microsoft.com/office/drawing/2014/main" id="{A12C8E63-6F8A-AB84-6970-D7210DF50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5" y="2527"/>
              <a:ext cx="169" cy="48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Freeform 344">
              <a:extLst>
                <a:ext uri="{FF2B5EF4-FFF2-40B4-BE49-F238E27FC236}">
                  <a16:creationId xmlns:a16="http://schemas.microsoft.com/office/drawing/2014/main" id="{64BF69F1-683E-10B2-C03A-25372E274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2865"/>
              <a:ext cx="66" cy="5"/>
            </a:xfrm>
            <a:custGeom>
              <a:avLst/>
              <a:gdLst>
                <a:gd name="T0" fmla="*/ 0 w 461"/>
                <a:gd name="T1" fmla="*/ 0 h 39"/>
                <a:gd name="T2" fmla="*/ 0 w 461"/>
                <a:gd name="T3" fmla="*/ 0 h 39"/>
                <a:gd name="T4" fmla="*/ 0 w 461"/>
                <a:gd name="T5" fmla="*/ 0 h 39"/>
                <a:gd name="T6" fmla="*/ 0 w 461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1"/>
                <a:gd name="T13" fmla="*/ 0 h 39"/>
                <a:gd name="T14" fmla="*/ 461 w 461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1" h="39">
                  <a:moveTo>
                    <a:pt x="0" y="39"/>
                  </a:moveTo>
                  <a:lnTo>
                    <a:pt x="461" y="16"/>
                  </a:lnTo>
                  <a:lnTo>
                    <a:pt x="424" y="0"/>
                  </a:lnTo>
                  <a:lnTo>
                    <a:pt x="346" y="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345">
              <a:extLst>
                <a:ext uri="{FF2B5EF4-FFF2-40B4-BE49-F238E27FC236}">
                  <a16:creationId xmlns:a16="http://schemas.microsoft.com/office/drawing/2014/main" id="{51B3CF9B-9ED8-0697-C283-7B51C3FC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2905"/>
              <a:ext cx="47" cy="5"/>
            </a:xfrm>
            <a:custGeom>
              <a:avLst/>
              <a:gdLst>
                <a:gd name="T0" fmla="*/ 0 w 333"/>
                <a:gd name="T1" fmla="*/ 0 h 38"/>
                <a:gd name="T2" fmla="*/ 0 w 333"/>
                <a:gd name="T3" fmla="*/ 0 h 38"/>
                <a:gd name="T4" fmla="*/ 0 w 333"/>
                <a:gd name="T5" fmla="*/ 0 h 38"/>
                <a:gd name="T6" fmla="*/ 0 w 333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3"/>
                <a:gd name="T13" fmla="*/ 0 h 38"/>
                <a:gd name="T14" fmla="*/ 333 w 333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3" h="38">
                  <a:moveTo>
                    <a:pt x="273" y="15"/>
                  </a:moveTo>
                  <a:lnTo>
                    <a:pt x="314" y="0"/>
                  </a:lnTo>
                  <a:lnTo>
                    <a:pt x="333" y="8"/>
                  </a:lnTo>
                  <a:lnTo>
                    <a:pt x="0" y="3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346">
              <a:extLst>
                <a:ext uri="{FF2B5EF4-FFF2-40B4-BE49-F238E27FC236}">
                  <a16:creationId xmlns:a16="http://schemas.microsoft.com/office/drawing/2014/main" id="{4C6AB68C-8A65-E345-38D2-855D4ECE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956"/>
              <a:ext cx="87" cy="2"/>
            </a:xfrm>
            <a:custGeom>
              <a:avLst/>
              <a:gdLst>
                <a:gd name="T0" fmla="*/ 0 w 611"/>
                <a:gd name="T1" fmla="*/ 0 h 15"/>
                <a:gd name="T2" fmla="*/ 0 w 611"/>
                <a:gd name="T3" fmla="*/ 0 h 15"/>
                <a:gd name="T4" fmla="*/ 0 w 611"/>
                <a:gd name="T5" fmla="*/ 0 h 15"/>
                <a:gd name="T6" fmla="*/ 0 w 611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1"/>
                <a:gd name="T13" fmla="*/ 0 h 15"/>
                <a:gd name="T14" fmla="*/ 611 w 611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1" h="15">
                  <a:moveTo>
                    <a:pt x="0" y="15"/>
                  </a:moveTo>
                  <a:lnTo>
                    <a:pt x="611" y="8"/>
                  </a:lnTo>
                  <a:lnTo>
                    <a:pt x="587" y="0"/>
                  </a:lnTo>
                  <a:lnTo>
                    <a:pt x="520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Freeform 347">
              <a:extLst>
                <a:ext uri="{FF2B5EF4-FFF2-40B4-BE49-F238E27FC236}">
                  <a16:creationId xmlns:a16="http://schemas.microsoft.com/office/drawing/2014/main" id="{67BE5FE6-AB24-32D2-1E36-887C88926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844"/>
              <a:ext cx="57" cy="82"/>
            </a:xfrm>
            <a:custGeom>
              <a:avLst/>
              <a:gdLst>
                <a:gd name="T0" fmla="*/ 0 w 394"/>
                <a:gd name="T1" fmla="*/ 0 h 568"/>
                <a:gd name="T2" fmla="*/ 0 w 394"/>
                <a:gd name="T3" fmla="*/ 0 h 568"/>
                <a:gd name="T4" fmla="*/ 0 w 394"/>
                <a:gd name="T5" fmla="*/ 0 h 568"/>
                <a:gd name="T6" fmla="*/ 0 w 394"/>
                <a:gd name="T7" fmla="*/ 0 h 568"/>
                <a:gd name="T8" fmla="*/ 0 w 394"/>
                <a:gd name="T9" fmla="*/ 0 h 568"/>
                <a:gd name="T10" fmla="*/ 0 w 394"/>
                <a:gd name="T11" fmla="*/ 0 h 568"/>
                <a:gd name="T12" fmla="*/ 0 w 394"/>
                <a:gd name="T13" fmla="*/ 0 h 568"/>
                <a:gd name="T14" fmla="*/ 0 w 394"/>
                <a:gd name="T15" fmla="*/ 0 h 5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4"/>
                <a:gd name="T25" fmla="*/ 0 h 568"/>
                <a:gd name="T26" fmla="*/ 394 w 394"/>
                <a:gd name="T27" fmla="*/ 568 h 5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4" h="568">
                  <a:moveTo>
                    <a:pt x="394" y="0"/>
                  </a:moveTo>
                  <a:lnTo>
                    <a:pt x="394" y="45"/>
                  </a:lnTo>
                  <a:lnTo>
                    <a:pt x="339" y="159"/>
                  </a:lnTo>
                  <a:lnTo>
                    <a:pt x="266" y="280"/>
                  </a:lnTo>
                  <a:lnTo>
                    <a:pt x="200" y="371"/>
                  </a:lnTo>
                  <a:lnTo>
                    <a:pt x="127" y="454"/>
                  </a:lnTo>
                  <a:lnTo>
                    <a:pt x="66" y="515"/>
                  </a:lnTo>
                  <a:lnTo>
                    <a:pt x="0" y="5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Freeform 348">
              <a:extLst>
                <a:ext uri="{FF2B5EF4-FFF2-40B4-BE49-F238E27FC236}">
                  <a16:creationId xmlns:a16="http://schemas.microsoft.com/office/drawing/2014/main" id="{29EE3E91-936F-D189-8FDB-D308B27B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890"/>
              <a:ext cx="2" cy="92"/>
            </a:xfrm>
            <a:custGeom>
              <a:avLst/>
              <a:gdLst>
                <a:gd name="T0" fmla="*/ 0 w 12"/>
                <a:gd name="T1" fmla="*/ 0 h 644"/>
                <a:gd name="T2" fmla="*/ 0 w 12"/>
                <a:gd name="T3" fmla="*/ 0 h 644"/>
                <a:gd name="T4" fmla="*/ 0 w 12"/>
                <a:gd name="T5" fmla="*/ 0 h 644"/>
                <a:gd name="T6" fmla="*/ 0 w 12"/>
                <a:gd name="T7" fmla="*/ 0 h 644"/>
                <a:gd name="T8" fmla="*/ 0 w 12"/>
                <a:gd name="T9" fmla="*/ 0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644"/>
                <a:gd name="T17" fmla="*/ 12 w 12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644">
                  <a:moveTo>
                    <a:pt x="12" y="0"/>
                  </a:moveTo>
                  <a:lnTo>
                    <a:pt x="12" y="357"/>
                  </a:lnTo>
                  <a:lnTo>
                    <a:pt x="7" y="644"/>
                  </a:lnTo>
                  <a:lnTo>
                    <a:pt x="0" y="584"/>
                  </a:lnTo>
                  <a:lnTo>
                    <a:pt x="12" y="45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Freeform 349">
              <a:extLst>
                <a:ext uri="{FF2B5EF4-FFF2-40B4-BE49-F238E27FC236}">
                  <a16:creationId xmlns:a16="http://schemas.microsoft.com/office/drawing/2014/main" id="{D1F0CF62-892A-360F-A374-E1A024C47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864"/>
              <a:ext cx="56" cy="52"/>
            </a:xfrm>
            <a:custGeom>
              <a:avLst/>
              <a:gdLst>
                <a:gd name="T0" fmla="*/ 0 w 387"/>
                <a:gd name="T1" fmla="*/ 0 h 363"/>
                <a:gd name="T2" fmla="*/ 0 w 387"/>
                <a:gd name="T3" fmla="*/ 0 h 363"/>
                <a:gd name="T4" fmla="*/ 0 w 387"/>
                <a:gd name="T5" fmla="*/ 0 h 363"/>
                <a:gd name="T6" fmla="*/ 0 w 387"/>
                <a:gd name="T7" fmla="*/ 0 h 363"/>
                <a:gd name="T8" fmla="*/ 0 w 387"/>
                <a:gd name="T9" fmla="*/ 0 h 363"/>
                <a:gd name="T10" fmla="*/ 0 w 387"/>
                <a:gd name="T11" fmla="*/ 0 h 363"/>
                <a:gd name="T12" fmla="*/ 0 w 387"/>
                <a:gd name="T13" fmla="*/ 0 h 3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7"/>
                <a:gd name="T22" fmla="*/ 0 h 363"/>
                <a:gd name="T23" fmla="*/ 387 w 387"/>
                <a:gd name="T24" fmla="*/ 363 h 3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7" h="363">
                  <a:moveTo>
                    <a:pt x="0" y="0"/>
                  </a:moveTo>
                  <a:lnTo>
                    <a:pt x="79" y="98"/>
                  </a:lnTo>
                  <a:lnTo>
                    <a:pt x="187" y="250"/>
                  </a:lnTo>
                  <a:lnTo>
                    <a:pt x="255" y="356"/>
                  </a:lnTo>
                  <a:lnTo>
                    <a:pt x="387" y="363"/>
                  </a:lnTo>
                  <a:lnTo>
                    <a:pt x="255" y="341"/>
                  </a:lnTo>
                  <a:lnTo>
                    <a:pt x="207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Freeform 350">
              <a:extLst>
                <a:ext uri="{FF2B5EF4-FFF2-40B4-BE49-F238E27FC236}">
                  <a16:creationId xmlns:a16="http://schemas.microsoft.com/office/drawing/2014/main" id="{F1DA31B1-91CD-41EE-20CA-0C4FF7BBE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854"/>
              <a:ext cx="87" cy="8"/>
            </a:xfrm>
            <a:custGeom>
              <a:avLst/>
              <a:gdLst>
                <a:gd name="T0" fmla="*/ 0 w 612"/>
                <a:gd name="T1" fmla="*/ 0 h 53"/>
                <a:gd name="T2" fmla="*/ 0 w 612"/>
                <a:gd name="T3" fmla="*/ 0 h 53"/>
                <a:gd name="T4" fmla="*/ 0 w 612"/>
                <a:gd name="T5" fmla="*/ 0 h 53"/>
                <a:gd name="T6" fmla="*/ 0 w 61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2"/>
                <a:gd name="T13" fmla="*/ 0 h 53"/>
                <a:gd name="T14" fmla="*/ 612 w 61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2" h="53">
                  <a:moveTo>
                    <a:pt x="0" y="53"/>
                  </a:moveTo>
                  <a:lnTo>
                    <a:pt x="612" y="15"/>
                  </a:lnTo>
                  <a:lnTo>
                    <a:pt x="588" y="0"/>
                  </a:lnTo>
                  <a:lnTo>
                    <a:pt x="533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Freeform 351">
              <a:extLst>
                <a:ext uri="{FF2B5EF4-FFF2-40B4-BE49-F238E27FC236}">
                  <a16:creationId xmlns:a16="http://schemas.microsoft.com/office/drawing/2014/main" id="{28303CA6-8A4F-5851-42D8-5309100C8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861"/>
              <a:ext cx="5" cy="30"/>
            </a:xfrm>
            <a:custGeom>
              <a:avLst/>
              <a:gdLst>
                <a:gd name="T0" fmla="*/ 0 w 36"/>
                <a:gd name="T1" fmla="*/ 0 h 212"/>
                <a:gd name="T2" fmla="*/ 0 w 36"/>
                <a:gd name="T3" fmla="*/ 0 h 212"/>
                <a:gd name="T4" fmla="*/ 0 w 36"/>
                <a:gd name="T5" fmla="*/ 0 h 212"/>
                <a:gd name="T6" fmla="*/ 0 60000 65536"/>
                <a:gd name="T7" fmla="*/ 0 60000 65536"/>
                <a:gd name="T8" fmla="*/ 0 60000 65536"/>
                <a:gd name="T9" fmla="*/ 0 w 36"/>
                <a:gd name="T10" fmla="*/ 0 h 212"/>
                <a:gd name="T11" fmla="*/ 36 w 36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212">
                  <a:moveTo>
                    <a:pt x="36" y="0"/>
                  </a:moveTo>
                  <a:lnTo>
                    <a:pt x="36" y="53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Freeform 352">
              <a:extLst>
                <a:ext uri="{FF2B5EF4-FFF2-40B4-BE49-F238E27FC236}">
                  <a16:creationId xmlns:a16="http://schemas.microsoft.com/office/drawing/2014/main" id="{4E64BA03-1E62-4823-6D02-ABBD856B2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2887"/>
              <a:ext cx="54" cy="86"/>
            </a:xfrm>
            <a:custGeom>
              <a:avLst/>
              <a:gdLst>
                <a:gd name="T0" fmla="*/ 0 w 376"/>
                <a:gd name="T1" fmla="*/ 0 h 606"/>
                <a:gd name="T2" fmla="*/ 0 w 376"/>
                <a:gd name="T3" fmla="*/ 0 h 606"/>
                <a:gd name="T4" fmla="*/ 0 w 376"/>
                <a:gd name="T5" fmla="*/ 0 h 606"/>
                <a:gd name="T6" fmla="*/ 0 w 376"/>
                <a:gd name="T7" fmla="*/ 0 h 606"/>
                <a:gd name="T8" fmla="*/ 0 w 376"/>
                <a:gd name="T9" fmla="*/ 0 h 606"/>
                <a:gd name="T10" fmla="*/ 0 w 376"/>
                <a:gd name="T11" fmla="*/ 0 h 606"/>
                <a:gd name="T12" fmla="*/ 0 w 376"/>
                <a:gd name="T13" fmla="*/ 0 h 606"/>
                <a:gd name="T14" fmla="*/ 0 w 376"/>
                <a:gd name="T15" fmla="*/ 0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6"/>
                <a:gd name="T25" fmla="*/ 0 h 606"/>
                <a:gd name="T26" fmla="*/ 376 w 376"/>
                <a:gd name="T27" fmla="*/ 606 h 6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6" h="606">
                  <a:moveTo>
                    <a:pt x="0" y="0"/>
                  </a:moveTo>
                  <a:lnTo>
                    <a:pt x="12" y="61"/>
                  </a:lnTo>
                  <a:lnTo>
                    <a:pt x="25" y="416"/>
                  </a:lnTo>
                  <a:lnTo>
                    <a:pt x="30" y="606"/>
                  </a:lnTo>
                  <a:lnTo>
                    <a:pt x="18" y="545"/>
                  </a:lnTo>
                  <a:lnTo>
                    <a:pt x="376" y="507"/>
                  </a:lnTo>
                  <a:lnTo>
                    <a:pt x="357" y="500"/>
                  </a:lnTo>
                  <a:lnTo>
                    <a:pt x="327" y="5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Freeform 353">
              <a:extLst>
                <a:ext uri="{FF2B5EF4-FFF2-40B4-BE49-F238E27FC236}">
                  <a16:creationId xmlns:a16="http://schemas.microsoft.com/office/drawing/2014/main" id="{B7C44E03-C41A-C505-6C87-B4307771A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2884"/>
              <a:ext cx="66" cy="85"/>
            </a:xfrm>
            <a:custGeom>
              <a:avLst/>
              <a:gdLst>
                <a:gd name="T0" fmla="*/ 0 w 466"/>
                <a:gd name="T1" fmla="*/ 0 h 591"/>
                <a:gd name="T2" fmla="*/ 0 w 466"/>
                <a:gd name="T3" fmla="*/ 0 h 591"/>
                <a:gd name="T4" fmla="*/ 0 w 466"/>
                <a:gd name="T5" fmla="*/ 0 h 591"/>
                <a:gd name="T6" fmla="*/ 0 w 466"/>
                <a:gd name="T7" fmla="*/ 0 h 591"/>
                <a:gd name="T8" fmla="*/ 0 w 466"/>
                <a:gd name="T9" fmla="*/ 0 h 591"/>
                <a:gd name="T10" fmla="*/ 0 w 466"/>
                <a:gd name="T11" fmla="*/ 0 h 591"/>
                <a:gd name="T12" fmla="*/ 0 w 466"/>
                <a:gd name="T13" fmla="*/ 0 h 591"/>
                <a:gd name="T14" fmla="*/ 0 w 466"/>
                <a:gd name="T15" fmla="*/ 0 h 5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6"/>
                <a:gd name="T25" fmla="*/ 0 h 591"/>
                <a:gd name="T26" fmla="*/ 466 w 466"/>
                <a:gd name="T27" fmla="*/ 591 h 59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6" h="591">
                  <a:moveTo>
                    <a:pt x="370" y="522"/>
                  </a:moveTo>
                  <a:lnTo>
                    <a:pt x="418" y="591"/>
                  </a:lnTo>
                  <a:lnTo>
                    <a:pt x="425" y="552"/>
                  </a:lnTo>
                  <a:lnTo>
                    <a:pt x="436" y="303"/>
                  </a:lnTo>
                  <a:lnTo>
                    <a:pt x="448" y="0"/>
                  </a:lnTo>
                  <a:lnTo>
                    <a:pt x="466" y="15"/>
                  </a:lnTo>
                  <a:lnTo>
                    <a:pt x="195" y="45"/>
                  </a:lnTo>
                  <a:lnTo>
                    <a:pt x="0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354">
              <a:extLst>
                <a:ext uri="{FF2B5EF4-FFF2-40B4-BE49-F238E27FC236}">
                  <a16:creationId xmlns:a16="http://schemas.microsoft.com/office/drawing/2014/main" id="{62CFDF1F-D983-71B2-2F71-A8AB2F294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5" y="2893"/>
              <a:ext cx="1" cy="6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Freeform 355">
              <a:extLst>
                <a:ext uri="{FF2B5EF4-FFF2-40B4-BE49-F238E27FC236}">
                  <a16:creationId xmlns:a16="http://schemas.microsoft.com/office/drawing/2014/main" id="{BEE5EA74-06FE-62C1-FC4E-AA4204D20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2932"/>
              <a:ext cx="14" cy="3"/>
            </a:xfrm>
            <a:custGeom>
              <a:avLst/>
              <a:gdLst>
                <a:gd name="T0" fmla="*/ 0 w 98"/>
                <a:gd name="T1" fmla="*/ 0 h 22"/>
                <a:gd name="T2" fmla="*/ 0 w 98"/>
                <a:gd name="T3" fmla="*/ 0 h 22"/>
                <a:gd name="T4" fmla="*/ 0 w 98"/>
                <a:gd name="T5" fmla="*/ 0 h 22"/>
                <a:gd name="T6" fmla="*/ 0 w 98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8"/>
                <a:gd name="T13" fmla="*/ 0 h 22"/>
                <a:gd name="T14" fmla="*/ 98 w 98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8" h="22">
                  <a:moveTo>
                    <a:pt x="0" y="22"/>
                  </a:moveTo>
                  <a:lnTo>
                    <a:pt x="98" y="6"/>
                  </a:lnTo>
                  <a:lnTo>
                    <a:pt x="80" y="0"/>
                  </a:lnTo>
                  <a:lnTo>
                    <a:pt x="61" y="1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Freeform 356">
              <a:extLst>
                <a:ext uri="{FF2B5EF4-FFF2-40B4-BE49-F238E27FC236}">
                  <a16:creationId xmlns:a16="http://schemas.microsoft.com/office/drawing/2014/main" id="{FD7B506A-74EF-88B1-AFBD-A52F9941D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2910"/>
              <a:ext cx="15" cy="5"/>
            </a:xfrm>
            <a:custGeom>
              <a:avLst/>
              <a:gdLst>
                <a:gd name="T0" fmla="*/ 0 w 108"/>
                <a:gd name="T1" fmla="*/ 0 h 30"/>
                <a:gd name="T2" fmla="*/ 0 w 108"/>
                <a:gd name="T3" fmla="*/ 0 h 30"/>
                <a:gd name="T4" fmla="*/ 0 w 108"/>
                <a:gd name="T5" fmla="*/ 0 h 30"/>
                <a:gd name="T6" fmla="*/ 0 w 10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0" y="30"/>
                  </a:moveTo>
                  <a:lnTo>
                    <a:pt x="108" y="7"/>
                  </a:lnTo>
                  <a:lnTo>
                    <a:pt x="90" y="0"/>
                  </a:lnTo>
                  <a:lnTo>
                    <a:pt x="73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357">
              <a:extLst>
                <a:ext uri="{FF2B5EF4-FFF2-40B4-BE49-F238E27FC236}">
                  <a16:creationId xmlns:a16="http://schemas.microsoft.com/office/drawing/2014/main" id="{EF6CE9F0-B885-83D5-4331-CCA7F47CB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6" y="2891"/>
              <a:ext cx="3" cy="69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Freeform 358">
              <a:extLst>
                <a:ext uri="{FF2B5EF4-FFF2-40B4-BE49-F238E27FC236}">
                  <a16:creationId xmlns:a16="http://schemas.microsoft.com/office/drawing/2014/main" id="{F7E06FB9-D000-34AD-D99A-91B25BE82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848"/>
              <a:ext cx="11" cy="44"/>
            </a:xfrm>
            <a:custGeom>
              <a:avLst/>
              <a:gdLst>
                <a:gd name="T0" fmla="*/ 0 w 79"/>
                <a:gd name="T1" fmla="*/ 0 h 311"/>
                <a:gd name="T2" fmla="*/ 0 w 79"/>
                <a:gd name="T3" fmla="*/ 0 h 311"/>
                <a:gd name="T4" fmla="*/ 0 w 79"/>
                <a:gd name="T5" fmla="*/ 0 h 311"/>
                <a:gd name="T6" fmla="*/ 0 w 79"/>
                <a:gd name="T7" fmla="*/ 0 h 3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"/>
                <a:gd name="T13" fmla="*/ 0 h 311"/>
                <a:gd name="T14" fmla="*/ 79 w 79"/>
                <a:gd name="T15" fmla="*/ 311 h 3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" h="311">
                  <a:moveTo>
                    <a:pt x="79" y="0"/>
                  </a:moveTo>
                  <a:lnTo>
                    <a:pt x="66" y="69"/>
                  </a:lnTo>
                  <a:lnTo>
                    <a:pt x="25" y="220"/>
                  </a:lnTo>
                  <a:lnTo>
                    <a:pt x="0" y="31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Freeform 359">
              <a:extLst>
                <a:ext uri="{FF2B5EF4-FFF2-40B4-BE49-F238E27FC236}">
                  <a16:creationId xmlns:a16="http://schemas.microsoft.com/office/drawing/2014/main" id="{28D8D918-766E-BF1B-5AD2-241A6F895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" y="2883"/>
              <a:ext cx="35" cy="81"/>
            </a:xfrm>
            <a:custGeom>
              <a:avLst/>
              <a:gdLst>
                <a:gd name="T0" fmla="*/ 0 w 242"/>
                <a:gd name="T1" fmla="*/ 0 h 567"/>
                <a:gd name="T2" fmla="*/ 0 w 242"/>
                <a:gd name="T3" fmla="*/ 0 h 567"/>
                <a:gd name="T4" fmla="*/ 0 w 242"/>
                <a:gd name="T5" fmla="*/ 0 h 567"/>
                <a:gd name="T6" fmla="*/ 0 w 242"/>
                <a:gd name="T7" fmla="*/ 0 h 567"/>
                <a:gd name="T8" fmla="*/ 0 w 242"/>
                <a:gd name="T9" fmla="*/ 0 h 567"/>
                <a:gd name="T10" fmla="*/ 0 w 242"/>
                <a:gd name="T11" fmla="*/ 0 h 567"/>
                <a:gd name="T12" fmla="*/ 0 w 242"/>
                <a:gd name="T13" fmla="*/ 0 h 567"/>
                <a:gd name="T14" fmla="*/ 0 w 242"/>
                <a:gd name="T15" fmla="*/ 0 h 567"/>
                <a:gd name="T16" fmla="*/ 0 w 242"/>
                <a:gd name="T17" fmla="*/ 0 h 567"/>
                <a:gd name="T18" fmla="*/ 0 w 242"/>
                <a:gd name="T19" fmla="*/ 0 h 567"/>
                <a:gd name="T20" fmla="*/ 0 w 242"/>
                <a:gd name="T21" fmla="*/ 0 h 567"/>
                <a:gd name="T22" fmla="*/ 0 w 242"/>
                <a:gd name="T23" fmla="*/ 0 h 567"/>
                <a:gd name="T24" fmla="*/ 0 w 242"/>
                <a:gd name="T25" fmla="*/ 0 h 567"/>
                <a:gd name="T26" fmla="*/ 0 w 242"/>
                <a:gd name="T27" fmla="*/ 0 h 567"/>
                <a:gd name="T28" fmla="*/ 0 w 242"/>
                <a:gd name="T29" fmla="*/ 0 h 56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2"/>
                <a:gd name="T46" fmla="*/ 0 h 567"/>
                <a:gd name="T47" fmla="*/ 242 w 242"/>
                <a:gd name="T48" fmla="*/ 567 h 56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2" h="567">
                  <a:moveTo>
                    <a:pt x="0" y="0"/>
                  </a:moveTo>
                  <a:lnTo>
                    <a:pt x="18" y="68"/>
                  </a:lnTo>
                  <a:lnTo>
                    <a:pt x="24" y="256"/>
                  </a:lnTo>
                  <a:lnTo>
                    <a:pt x="18" y="416"/>
                  </a:lnTo>
                  <a:lnTo>
                    <a:pt x="24" y="567"/>
                  </a:lnTo>
                  <a:lnTo>
                    <a:pt x="12" y="499"/>
                  </a:lnTo>
                  <a:lnTo>
                    <a:pt x="157" y="484"/>
                  </a:lnTo>
                  <a:lnTo>
                    <a:pt x="194" y="529"/>
                  </a:lnTo>
                  <a:lnTo>
                    <a:pt x="199" y="559"/>
                  </a:lnTo>
                  <a:lnTo>
                    <a:pt x="205" y="347"/>
                  </a:lnTo>
                  <a:lnTo>
                    <a:pt x="217" y="38"/>
                  </a:lnTo>
                  <a:lnTo>
                    <a:pt x="217" y="0"/>
                  </a:lnTo>
                  <a:lnTo>
                    <a:pt x="242" y="30"/>
                  </a:lnTo>
                  <a:lnTo>
                    <a:pt x="194" y="44"/>
                  </a:lnTo>
                  <a:lnTo>
                    <a:pt x="24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Line 360">
              <a:extLst>
                <a:ext uri="{FF2B5EF4-FFF2-40B4-BE49-F238E27FC236}">
                  <a16:creationId xmlns:a16="http://schemas.microsoft.com/office/drawing/2014/main" id="{4BB149D4-6906-D7A1-4DBB-F0B35990F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919"/>
              <a:ext cx="19" cy="2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361">
              <a:extLst>
                <a:ext uri="{FF2B5EF4-FFF2-40B4-BE49-F238E27FC236}">
                  <a16:creationId xmlns:a16="http://schemas.microsoft.com/office/drawing/2014/main" id="{CAC1D556-E5E8-2317-0BB5-7BE4AE0C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2846"/>
              <a:ext cx="18" cy="74"/>
            </a:xfrm>
            <a:custGeom>
              <a:avLst/>
              <a:gdLst>
                <a:gd name="T0" fmla="*/ 0 w 127"/>
                <a:gd name="T1" fmla="*/ 0 h 521"/>
                <a:gd name="T2" fmla="*/ 0 w 127"/>
                <a:gd name="T3" fmla="*/ 0 h 521"/>
                <a:gd name="T4" fmla="*/ 0 w 127"/>
                <a:gd name="T5" fmla="*/ 0 h 521"/>
                <a:gd name="T6" fmla="*/ 0 w 127"/>
                <a:gd name="T7" fmla="*/ 0 h 521"/>
                <a:gd name="T8" fmla="*/ 0 w 127"/>
                <a:gd name="T9" fmla="*/ 0 h 521"/>
                <a:gd name="T10" fmla="*/ 0 w 127"/>
                <a:gd name="T11" fmla="*/ 0 h 521"/>
                <a:gd name="T12" fmla="*/ 0 w 127"/>
                <a:gd name="T13" fmla="*/ 0 h 5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7"/>
                <a:gd name="T22" fmla="*/ 0 h 521"/>
                <a:gd name="T23" fmla="*/ 127 w 127"/>
                <a:gd name="T24" fmla="*/ 521 h 5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7" h="521">
                  <a:moveTo>
                    <a:pt x="122" y="0"/>
                  </a:moveTo>
                  <a:lnTo>
                    <a:pt x="127" y="52"/>
                  </a:lnTo>
                  <a:lnTo>
                    <a:pt x="97" y="181"/>
                  </a:lnTo>
                  <a:lnTo>
                    <a:pt x="67" y="317"/>
                  </a:lnTo>
                  <a:lnTo>
                    <a:pt x="36" y="416"/>
                  </a:lnTo>
                  <a:lnTo>
                    <a:pt x="12" y="484"/>
                  </a:lnTo>
                  <a:lnTo>
                    <a:pt x="0" y="52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Freeform 362">
              <a:extLst>
                <a:ext uri="{FF2B5EF4-FFF2-40B4-BE49-F238E27FC236}">
                  <a16:creationId xmlns:a16="http://schemas.microsoft.com/office/drawing/2014/main" id="{2FCE0599-0A1C-4841-5B36-28B1D6882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2881"/>
              <a:ext cx="38" cy="100"/>
            </a:xfrm>
            <a:custGeom>
              <a:avLst/>
              <a:gdLst>
                <a:gd name="T0" fmla="*/ 0 w 266"/>
                <a:gd name="T1" fmla="*/ 0 h 697"/>
                <a:gd name="T2" fmla="*/ 0 w 266"/>
                <a:gd name="T3" fmla="*/ 0 h 697"/>
                <a:gd name="T4" fmla="*/ 0 w 266"/>
                <a:gd name="T5" fmla="*/ 0 h 697"/>
                <a:gd name="T6" fmla="*/ 0 w 266"/>
                <a:gd name="T7" fmla="*/ 0 h 697"/>
                <a:gd name="T8" fmla="*/ 0 w 266"/>
                <a:gd name="T9" fmla="*/ 0 h 697"/>
                <a:gd name="T10" fmla="*/ 0 w 266"/>
                <a:gd name="T11" fmla="*/ 0 h 697"/>
                <a:gd name="T12" fmla="*/ 0 w 266"/>
                <a:gd name="T13" fmla="*/ 0 h 697"/>
                <a:gd name="T14" fmla="*/ 0 w 266"/>
                <a:gd name="T15" fmla="*/ 0 h 697"/>
                <a:gd name="T16" fmla="*/ 0 w 266"/>
                <a:gd name="T17" fmla="*/ 0 h 697"/>
                <a:gd name="T18" fmla="*/ 0 w 266"/>
                <a:gd name="T19" fmla="*/ 0 h 697"/>
                <a:gd name="T20" fmla="*/ 0 w 266"/>
                <a:gd name="T21" fmla="*/ 0 h 697"/>
                <a:gd name="T22" fmla="*/ 0 w 266"/>
                <a:gd name="T23" fmla="*/ 0 h 697"/>
                <a:gd name="T24" fmla="*/ 0 w 266"/>
                <a:gd name="T25" fmla="*/ 0 h 697"/>
                <a:gd name="T26" fmla="*/ 0 w 266"/>
                <a:gd name="T27" fmla="*/ 0 h 6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6"/>
                <a:gd name="T43" fmla="*/ 0 h 697"/>
                <a:gd name="T44" fmla="*/ 266 w 266"/>
                <a:gd name="T45" fmla="*/ 697 h 69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6" h="697">
                  <a:moveTo>
                    <a:pt x="0" y="68"/>
                  </a:moveTo>
                  <a:lnTo>
                    <a:pt x="133" y="60"/>
                  </a:lnTo>
                  <a:lnTo>
                    <a:pt x="139" y="60"/>
                  </a:lnTo>
                  <a:lnTo>
                    <a:pt x="248" y="38"/>
                  </a:lnTo>
                  <a:lnTo>
                    <a:pt x="266" y="30"/>
                  </a:lnTo>
                  <a:lnTo>
                    <a:pt x="248" y="0"/>
                  </a:lnTo>
                  <a:lnTo>
                    <a:pt x="235" y="137"/>
                  </a:lnTo>
                  <a:lnTo>
                    <a:pt x="230" y="280"/>
                  </a:lnTo>
                  <a:lnTo>
                    <a:pt x="212" y="417"/>
                  </a:lnTo>
                  <a:lnTo>
                    <a:pt x="194" y="545"/>
                  </a:lnTo>
                  <a:lnTo>
                    <a:pt x="169" y="629"/>
                  </a:lnTo>
                  <a:lnTo>
                    <a:pt x="144" y="697"/>
                  </a:lnTo>
                  <a:lnTo>
                    <a:pt x="42" y="545"/>
                  </a:lnTo>
                  <a:lnTo>
                    <a:pt x="151" y="68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Freeform 363">
              <a:extLst>
                <a:ext uri="{FF2B5EF4-FFF2-40B4-BE49-F238E27FC236}">
                  <a16:creationId xmlns:a16="http://schemas.microsoft.com/office/drawing/2014/main" id="{67222E50-466A-1661-0E85-034E25301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910"/>
              <a:ext cx="11" cy="25"/>
            </a:xfrm>
            <a:custGeom>
              <a:avLst/>
              <a:gdLst>
                <a:gd name="T0" fmla="*/ 0 w 78"/>
                <a:gd name="T1" fmla="*/ 0 h 174"/>
                <a:gd name="T2" fmla="*/ 0 w 78"/>
                <a:gd name="T3" fmla="*/ 0 h 174"/>
                <a:gd name="T4" fmla="*/ 0 w 78"/>
                <a:gd name="T5" fmla="*/ 0 h 174"/>
                <a:gd name="T6" fmla="*/ 0 w 78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174"/>
                <a:gd name="T14" fmla="*/ 78 w 78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174">
                  <a:moveTo>
                    <a:pt x="0" y="0"/>
                  </a:moveTo>
                  <a:lnTo>
                    <a:pt x="66" y="113"/>
                  </a:lnTo>
                  <a:lnTo>
                    <a:pt x="72" y="136"/>
                  </a:lnTo>
                  <a:lnTo>
                    <a:pt x="78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Freeform 364">
              <a:extLst>
                <a:ext uri="{FF2B5EF4-FFF2-40B4-BE49-F238E27FC236}">
                  <a16:creationId xmlns:a16="http://schemas.microsoft.com/office/drawing/2014/main" id="{A1E89E35-3A8A-6A34-77BE-D1D64377A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2853"/>
              <a:ext cx="48" cy="71"/>
            </a:xfrm>
            <a:custGeom>
              <a:avLst/>
              <a:gdLst>
                <a:gd name="T0" fmla="*/ 0 w 334"/>
                <a:gd name="T1" fmla="*/ 0 h 500"/>
                <a:gd name="T2" fmla="*/ 0 w 334"/>
                <a:gd name="T3" fmla="*/ 0 h 500"/>
                <a:gd name="T4" fmla="*/ 0 w 334"/>
                <a:gd name="T5" fmla="*/ 0 h 500"/>
                <a:gd name="T6" fmla="*/ 0 w 334"/>
                <a:gd name="T7" fmla="*/ 0 h 500"/>
                <a:gd name="T8" fmla="*/ 0 w 334"/>
                <a:gd name="T9" fmla="*/ 0 h 500"/>
                <a:gd name="T10" fmla="*/ 0 w 334"/>
                <a:gd name="T11" fmla="*/ 0 h 500"/>
                <a:gd name="T12" fmla="*/ 0 w 334"/>
                <a:gd name="T13" fmla="*/ 0 h 5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4"/>
                <a:gd name="T22" fmla="*/ 0 h 500"/>
                <a:gd name="T23" fmla="*/ 334 w 334"/>
                <a:gd name="T24" fmla="*/ 500 h 5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4" h="500">
                  <a:moveTo>
                    <a:pt x="0" y="0"/>
                  </a:moveTo>
                  <a:lnTo>
                    <a:pt x="31" y="15"/>
                  </a:lnTo>
                  <a:lnTo>
                    <a:pt x="236" y="500"/>
                  </a:lnTo>
                  <a:lnTo>
                    <a:pt x="248" y="500"/>
                  </a:lnTo>
                  <a:lnTo>
                    <a:pt x="334" y="500"/>
                  </a:lnTo>
                  <a:lnTo>
                    <a:pt x="243" y="485"/>
                  </a:lnTo>
                  <a:lnTo>
                    <a:pt x="206" y="4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Freeform 365">
              <a:extLst>
                <a:ext uri="{FF2B5EF4-FFF2-40B4-BE49-F238E27FC236}">
                  <a16:creationId xmlns:a16="http://schemas.microsoft.com/office/drawing/2014/main" id="{506D8C78-0AA6-374C-3B2F-81F133C3B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865"/>
              <a:ext cx="34" cy="67"/>
            </a:xfrm>
            <a:custGeom>
              <a:avLst/>
              <a:gdLst>
                <a:gd name="T0" fmla="*/ 0 w 237"/>
                <a:gd name="T1" fmla="*/ 0 h 471"/>
                <a:gd name="T2" fmla="*/ 0 w 237"/>
                <a:gd name="T3" fmla="*/ 0 h 471"/>
                <a:gd name="T4" fmla="*/ 0 w 237"/>
                <a:gd name="T5" fmla="*/ 0 h 471"/>
                <a:gd name="T6" fmla="*/ 0 w 237"/>
                <a:gd name="T7" fmla="*/ 0 h 471"/>
                <a:gd name="T8" fmla="*/ 0 w 237"/>
                <a:gd name="T9" fmla="*/ 0 h 471"/>
                <a:gd name="T10" fmla="*/ 0 w 237"/>
                <a:gd name="T11" fmla="*/ 0 h 4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7"/>
                <a:gd name="T19" fmla="*/ 0 h 471"/>
                <a:gd name="T20" fmla="*/ 237 w 237"/>
                <a:gd name="T21" fmla="*/ 471 h 47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7" h="471">
                  <a:moveTo>
                    <a:pt x="237" y="0"/>
                  </a:moveTo>
                  <a:lnTo>
                    <a:pt x="230" y="53"/>
                  </a:lnTo>
                  <a:lnTo>
                    <a:pt x="164" y="205"/>
                  </a:lnTo>
                  <a:lnTo>
                    <a:pt x="103" y="319"/>
                  </a:lnTo>
                  <a:lnTo>
                    <a:pt x="42" y="410"/>
                  </a:lnTo>
                  <a:lnTo>
                    <a:pt x="0" y="47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Freeform 366">
              <a:extLst>
                <a:ext uri="{FF2B5EF4-FFF2-40B4-BE49-F238E27FC236}">
                  <a16:creationId xmlns:a16="http://schemas.microsoft.com/office/drawing/2014/main" id="{07AA103E-BA46-C3F7-2EBF-8F18F3B0F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2901"/>
              <a:ext cx="49" cy="63"/>
            </a:xfrm>
            <a:custGeom>
              <a:avLst/>
              <a:gdLst>
                <a:gd name="T0" fmla="*/ 0 w 339"/>
                <a:gd name="T1" fmla="*/ 0 h 446"/>
                <a:gd name="T2" fmla="*/ 0 w 339"/>
                <a:gd name="T3" fmla="*/ 0 h 446"/>
                <a:gd name="T4" fmla="*/ 0 w 339"/>
                <a:gd name="T5" fmla="*/ 0 h 446"/>
                <a:gd name="T6" fmla="*/ 0 w 339"/>
                <a:gd name="T7" fmla="*/ 0 h 446"/>
                <a:gd name="T8" fmla="*/ 0 w 339"/>
                <a:gd name="T9" fmla="*/ 0 h 446"/>
                <a:gd name="T10" fmla="*/ 0 w 339"/>
                <a:gd name="T11" fmla="*/ 0 h 446"/>
                <a:gd name="T12" fmla="*/ 0 w 339"/>
                <a:gd name="T13" fmla="*/ 0 h 446"/>
                <a:gd name="T14" fmla="*/ 0 w 339"/>
                <a:gd name="T15" fmla="*/ 0 h 4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39"/>
                <a:gd name="T25" fmla="*/ 0 h 446"/>
                <a:gd name="T26" fmla="*/ 339 w 339"/>
                <a:gd name="T27" fmla="*/ 446 h 44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39" h="446">
                  <a:moveTo>
                    <a:pt x="188" y="0"/>
                  </a:moveTo>
                  <a:lnTo>
                    <a:pt x="188" y="45"/>
                  </a:lnTo>
                  <a:lnTo>
                    <a:pt x="134" y="196"/>
                  </a:lnTo>
                  <a:lnTo>
                    <a:pt x="139" y="189"/>
                  </a:lnTo>
                  <a:lnTo>
                    <a:pt x="86" y="317"/>
                  </a:lnTo>
                  <a:lnTo>
                    <a:pt x="25" y="446"/>
                  </a:lnTo>
                  <a:lnTo>
                    <a:pt x="0" y="446"/>
                  </a:lnTo>
                  <a:lnTo>
                    <a:pt x="339" y="37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Freeform 367">
              <a:extLst>
                <a:ext uri="{FF2B5EF4-FFF2-40B4-BE49-F238E27FC236}">
                  <a16:creationId xmlns:a16="http://schemas.microsoft.com/office/drawing/2014/main" id="{186580D9-CCD3-D38E-AADD-58857BCBB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930"/>
              <a:ext cx="20" cy="40"/>
            </a:xfrm>
            <a:custGeom>
              <a:avLst/>
              <a:gdLst>
                <a:gd name="T0" fmla="*/ 0 w 144"/>
                <a:gd name="T1" fmla="*/ 0 h 280"/>
                <a:gd name="T2" fmla="*/ 0 w 144"/>
                <a:gd name="T3" fmla="*/ 0 h 280"/>
                <a:gd name="T4" fmla="*/ 0 w 144"/>
                <a:gd name="T5" fmla="*/ 0 h 280"/>
                <a:gd name="T6" fmla="*/ 0 w 144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80"/>
                <a:gd name="T14" fmla="*/ 144 w 144"/>
                <a:gd name="T15" fmla="*/ 280 h 2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80">
                  <a:moveTo>
                    <a:pt x="0" y="0"/>
                  </a:moveTo>
                  <a:lnTo>
                    <a:pt x="133" y="212"/>
                  </a:lnTo>
                  <a:lnTo>
                    <a:pt x="144" y="280"/>
                  </a:lnTo>
                  <a:lnTo>
                    <a:pt x="121" y="19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Freeform 368">
              <a:extLst>
                <a:ext uri="{FF2B5EF4-FFF2-40B4-BE49-F238E27FC236}">
                  <a16:creationId xmlns:a16="http://schemas.microsoft.com/office/drawing/2014/main" id="{6B96566C-36C1-6609-34AC-42D02DC15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888"/>
              <a:ext cx="75" cy="8"/>
            </a:xfrm>
            <a:custGeom>
              <a:avLst/>
              <a:gdLst>
                <a:gd name="T0" fmla="*/ 0 w 521"/>
                <a:gd name="T1" fmla="*/ 0 h 60"/>
                <a:gd name="T2" fmla="*/ 0 w 521"/>
                <a:gd name="T3" fmla="*/ 0 h 60"/>
                <a:gd name="T4" fmla="*/ 0 w 521"/>
                <a:gd name="T5" fmla="*/ 0 h 60"/>
                <a:gd name="T6" fmla="*/ 0 w 521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1"/>
                <a:gd name="T13" fmla="*/ 0 h 60"/>
                <a:gd name="T14" fmla="*/ 521 w 521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1" h="60">
                  <a:moveTo>
                    <a:pt x="0" y="60"/>
                  </a:moveTo>
                  <a:lnTo>
                    <a:pt x="521" y="8"/>
                  </a:lnTo>
                  <a:lnTo>
                    <a:pt x="503" y="0"/>
                  </a:lnTo>
                  <a:lnTo>
                    <a:pt x="460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Freeform 369">
              <a:extLst>
                <a:ext uri="{FF2B5EF4-FFF2-40B4-BE49-F238E27FC236}">
                  <a16:creationId xmlns:a16="http://schemas.microsoft.com/office/drawing/2014/main" id="{49D5928B-2C86-7453-737F-E7F02755A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849"/>
              <a:ext cx="4" cy="80"/>
            </a:xfrm>
            <a:custGeom>
              <a:avLst/>
              <a:gdLst>
                <a:gd name="T0" fmla="*/ 0 w 25"/>
                <a:gd name="T1" fmla="*/ 0 h 560"/>
                <a:gd name="T2" fmla="*/ 0 w 25"/>
                <a:gd name="T3" fmla="*/ 0 h 560"/>
                <a:gd name="T4" fmla="*/ 0 w 25"/>
                <a:gd name="T5" fmla="*/ 0 h 560"/>
                <a:gd name="T6" fmla="*/ 0 60000 65536"/>
                <a:gd name="T7" fmla="*/ 0 60000 65536"/>
                <a:gd name="T8" fmla="*/ 0 60000 65536"/>
                <a:gd name="T9" fmla="*/ 0 w 25"/>
                <a:gd name="T10" fmla="*/ 0 h 560"/>
                <a:gd name="T11" fmla="*/ 25 w 25"/>
                <a:gd name="T12" fmla="*/ 560 h 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560">
                  <a:moveTo>
                    <a:pt x="0" y="0"/>
                  </a:moveTo>
                  <a:lnTo>
                    <a:pt x="18" y="45"/>
                  </a:lnTo>
                  <a:lnTo>
                    <a:pt x="25" y="56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370">
              <a:extLst>
                <a:ext uri="{FF2B5EF4-FFF2-40B4-BE49-F238E27FC236}">
                  <a16:creationId xmlns:a16="http://schemas.microsoft.com/office/drawing/2014/main" id="{DCA66CDB-5B53-94FF-5C08-ECFDE1C947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2846"/>
              <a:ext cx="4" cy="8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Freeform 371">
              <a:extLst>
                <a:ext uri="{FF2B5EF4-FFF2-40B4-BE49-F238E27FC236}">
                  <a16:creationId xmlns:a16="http://schemas.microsoft.com/office/drawing/2014/main" id="{85222F71-789D-795F-61DD-C97536B23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922"/>
              <a:ext cx="94" cy="11"/>
            </a:xfrm>
            <a:custGeom>
              <a:avLst/>
              <a:gdLst>
                <a:gd name="T0" fmla="*/ 0 w 661"/>
                <a:gd name="T1" fmla="*/ 0 h 75"/>
                <a:gd name="T2" fmla="*/ 0 w 661"/>
                <a:gd name="T3" fmla="*/ 0 h 75"/>
                <a:gd name="T4" fmla="*/ 0 w 661"/>
                <a:gd name="T5" fmla="*/ 0 h 75"/>
                <a:gd name="T6" fmla="*/ 0 w 661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1"/>
                <a:gd name="T13" fmla="*/ 0 h 75"/>
                <a:gd name="T14" fmla="*/ 661 w 661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1" h="75">
                  <a:moveTo>
                    <a:pt x="0" y="75"/>
                  </a:moveTo>
                  <a:lnTo>
                    <a:pt x="661" y="8"/>
                  </a:lnTo>
                  <a:lnTo>
                    <a:pt x="631" y="0"/>
                  </a:lnTo>
                  <a:lnTo>
                    <a:pt x="594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Freeform 372">
              <a:extLst>
                <a:ext uri="{FF2B5EF4-FFF2-40B4-BE49-F238E27FC236}">
                  <a16:creationId xmlns:a16="http://schemas.microsoft.com/office/drawing/2014/main" id="{886A33A7-FFE6-63E0-DC8A-245B1DFA1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2940"/>
              <a:ext cx="31" cy="42"/>
            </a:xfrm>
            <a:custGeom>
              <a:avLst/>
              <a:gdLst>
                <a:gd name="T0" fmla="*/ 0 w 219"/>
                <a:gd name="T1" fmla="*/ 0 h 295"/>
                <a:gd name="T2" fmla="*/ 0 w 219"/>
                <a:gd name="T3" fmla="*/ 0 h 295"/>
                <a:gd name="T4" fmla="*/ 0 w 219"/>
                <a:gd name="T5" fmla="*/ 0 h 295"/>
                <a:gd name="T6" fmla="*/ 0 w 219"/>
                <a:gd name="T7" fmla="*/ 0 h 295"/>
                <a:gd name="T8" fmla="*/ 0 w 219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9"/>
                <a:gd name="T16" fmla="*/ 0 h 295"/>
                <a:gd name="T17" fmla="*/ 219 w 219"/>
                <a:gd name="T18" fmla="*/ 295 h 2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9" h="295">
                  <a:moveTo>
                    <a:pt x="219" y="0"/>
                  </a:moveTo>
                  <a:lnTo>
                    <a:pt x="200" y="53"/>
                  </a:lnTo>
                  <a:lnTo>
                    <a:pt x="128" y="166"/>
                  </a:lnTo>
                  <a:lnTo>
                    <a:pt x="67" y="227"/>
                  </a:lnTo>
                  <a:lnTo>
                    <a:pt x="0" y="29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Freeform 373">
              <a:extLst>
                <a:ext uri="{FF2B5EF4-FFF2-40B4-BE49-F238E27FC236}">
                  <a16:creationId xmlns:a16="http://schemas.microsoft.com/office/drawing/2014/main" id="{D79CAAD1-D990-0423-1829-9BA2A92AE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940"/>
              <a:ext cx="24" cy="31"/>
            </a:xfrm>
            <a:custGeom>
              <a:avLst/>
              <a:gdLst>
                <a:gd name="T0" fmla="*/ 0 w 170"/>
                <a:gd name="T1" fmla="*/ 0 h 220"/>
                <a:gd name="T2" fmla="*/ 0 w 170"/>
                <a:gd name="T3" fmla="*/ 0 h 220"/>
                <a:gd name="T4" fmla="*/ 0 w 170"/>
                <a:gd name="T5" fmla="*/ 0 h 220"/>
                <a:gd name="T6" fmla="*/ 0 60000 65536"/>
                <a:gd name="T7" fmla="*/ 0 60000 65536"/>
                <a:gd name="T8" fmla="*/ 0 60000 65536"/>
                <a:gd name="T9" fmla="*/ 0 w 170"/>
                <a:gd name="T10" fmla="*/ 0 h 220"/>
                <a:gd name="T11" fmla="*/ 170 w 170"/>
                <a:gd name="T12" fmla="*/ 220 h 2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220">
                  <a:moveTo>
                    <a:pt x="0" y="0"/>
                  </a:moveTo>
                  <a:lnTo>
                    <a:pt x="139" y="160"/>
                  </a:lnTo>
                  <a:lnTo>
                    <a:pt x="170" y="22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Freeform 374">
              <a:extLst>
                <a:ext uri="{FF2B5EF4-FFF2-40B4-BE49-F238E27FC236}">
                  <a16:creationId xmlns:a16="http://schemas.microsoft.com/office/drawing/2014/main" id="{F414BEB9-92DD-CF74-6D90-C85FE7EFB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849"/>
              <a:ext cx="2" cy="53"/>
            </a:xfrm>
            <a:custGeom>
              <a:avLst/>
              <a:gdLst>
                <a:gd name="T0" fmla="*/ 0 w 13"/>
                <a:gd name="T1" fmla="*/ 0 h 372"/>
                <a:gd name="T2" fmla="*/ 0 w 13"/>
                <a:gd name="T3" fmla="*/ 0 h 372"/>
                <a:gd name="T4" fmla="*/ 0 w 13"/>
                <a:gd name="T5" fmla="*/ 0 h 372"/>
                <a:gd name="T6" fmla="*/ 0 60000 65536"/>
                <a:gd name="T7" fmla="*/ 0 60000 65536"/>
                <a:gd name="T8" fmla="*/ 0 60000 65536"/>
                <a:gd name="T9" fmla="*/ 0 w 13"/>
                <a:gd name="T10" fmla="*/ 0 h 372"/>
                <a:gd name="T11" fmla="*/ 13 w 13"/>
                <a:gd name="T12" fmla="*/ 372 h 3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372">
                  <a:moveTo>
                    <a:pt x="0" y="0"/>
                  </a:moveTo>
                  <a:lnTo>
                    <a:pt x="13" y="53"/>
                  </a:lnTo>
                  <a:lnTo>
                    <a:pt x="13" y="37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Freeform 375">
              <a:extLst>
                <a:ext uri="{FF2B5EF4-FFF2-40B4-BE49-F238E27FC236}">
                  <a16:creationId xmlns:a16="http://schemas.microsoft.com/office/drawing/2014/main" id="{9BFD0E16-9911-E507-A4BA-3ACDA3786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874"/>
              <a:ext cx="34" cy="4"/>
            </a:xfrm>
            <a:custGeom>
              <a:avLst/>
              <a:gdLst>
                <a:gd name="T0" fmla="*/ 0 w 236"/>
                <a:gd name="T1" fmla="*/ 0 h 30"/>
                <a:gd name="T2" fmla="*/ 0 w 236"/>
                <a:gd name="T3" fmla="*/ 0 h 30"/>
                <a:gd name="T4" fmla="*/ 0 w 236"/>
                <a:gd name="T5" fmla="*/ 0 h 30"/>
                <a:gd name="T6" fmla="*/ 0 w 236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6"/>
                <a:gd name="T13" fmla="*/ 0 h 30"/>
                <a:gd name="T14" fmla="*/ 236 w 236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6" h="30">
                  <a:moveTo>
                    <a:pt x="0" y="30"/>
                  </a:moveTo>
                  <a:lnTo>
                    <a:pt x="236" y="8"/>
                  </a:lnTo>
                  <a:lnTo>
                    <a:pt x="218" y="0"/>
                  </a:lnTo>
                  <a:lnTo>
                    <a:pt x="182" y="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Freeform 376">
              <a:extLst>
                <a:ext uri="{FF2B5EF4-FFF2-40B4-BE49-F238E27FC236}">
                  <a16:creationId xmlns:a16="http://schemas.microsoft.com/office/drawing/2014/main" id="{979E81D8-84CF-53B8-4BA3-A100E3AA6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894"/>
              <a:ext cx="47" cy="49"/>
            </a:xfrm>
            <a:custGeom>
              <a:avLst/>
              <a:gdLst>
                <a:gd name="T0" fmla="*/ 0 w 332"/>
                <a:gd name="T1" fmla="*/ 0 h 341"/>
                <a:gd name="T2" fmla="*/ 0 w 332"/>
                <a:gd name="T3" fmla="*/ 0 h 341"/>
                <a:gd name="T4" fmla="*/ 0 w 332"/>
                <a:gd name="T5" fmla="*/ 0 h 341"/>
                <a:gd name="T6" fmla="*/ 0 w 332"/>
                <a:gd name="T7" fmla="*/ 0 h 341"/>
                <a:gd name="T8" fmla="*/ 0 w 332"/>
                <a:gd name="T9" fmla="*/ 0 h 341"/>
                <a:gd name="T10" fmla="*/ 0 w 332"/>
                <a:gd name="T11" fmla="*/ 0 h 341"/>
                <a:gd name="T12" fmla="*/ 0 w 332"/>
                <a:gd name="T13" fmla="*/ 0 h 341"/>
                <a:gd name="T14" fmla="*/ 0 w 332"/>
                <a:gd name="T15" fmla="*/ 0 h 341"/>
                <a:gd name="T16" fmla="*/ 0 w 332"/>
                <a:gd name="T17" fmla="*/ 0 h 341"/>
                <a:gd name="T18" fmla="*/ 0 w 332"/>
                <a:gd name="T19" fmla="*/ 0 h 3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2"/>
                <a:gd name="T31" fmla="*/ 0 h 341"/>
                <a:gd name="T32" fmla="*/ 332 w 332"/>
                <a:gd name="T33" fmla="*/ 341 h 3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2" h="341">
                  <a:moveTo>
                    <a:pt x="0" y="0"/>
                  </a:moveTo>
                  <a:lnTo>
                    <a:pt x="0" y="15"/>
                  </a:lnTo>
                  <a:lnTo>
                    <a:pt x="6" y="84"/>
                  </a:lnTo>
                  <a:lnTo>
                    <a:pt x="18" y="341"/>
                  </a:lnTo>
                  <a:lnTo>
                    <a:pt x="13" y="280"/>
                  </a:lnTo>
                  <a:lnTo>
                    <a:pt x="309" y="266"/>
                  </a:lnTo>
                  <a:lnTo>
                    <a:pt x="291" y="266"/>
                  </a:lnTo>
                  <a:lnTo>
                    <a:pt x="321" y="30"/>
                  </a:lnTo>
                  <a:lnTo>
                    <a:pt x="332" y="46"/>
                  </a:lnTo>
                  <a:lnTo>
                    <a:pt x="1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Freeform 377">
              <a:extLst>
                <a:ext uri="{FF2B5EF4-FFF2-40B4-BE49-F238E27FC236}">
                  <a16:creationId xmlns:a16="http://schemas.microsoft.com/office/drawing/2014/main" id="{11DA920D-5EAC-077F-104D-D0FCABBE8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944"/>
              <a:ext cx="8" cy="32"/>
            </a:xfrm>
            <a:custGeom>
              <a:avLst/>
              <a:gdLst>
                <a:gd name="T0" fmla="*/ 0 w 55"/>
                <a:gd name="T1" fmla="*/ 0 h 226"/>
                <a:gd name="T2" fmla="*/ 0 w 55"/>
                <a:gd name="T3" fmla="*/ 0 h 226"/>
                <a:gd name="T4" fmla="*/ 0 w 55"/>
                <a:gd name="T5" fmla="*/ 0 h 226"/>
                <a:gd name="T6" fmla="*/ 0 w 55"/>
                <a:gd name="T7" fmla="*/ 0 h 226"/>
                <a:gd name="T8" fmla="*/ 0 w 55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226"/>
                <a:gd name="T17" fmla="*/ 55 w 55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226">
                  <a:moveTo>
                    <a:pt x="55" y="0"/>
                  </a:moveTo>
                  <a:lnTo>
                    <a:pt x="48" y="98"/>
                  </a:lnTo>
                  <a:lnTo>
                    <a:pt x="37" y="135"/>
                  </a:lnTo>
                  <a:lnTo>
                    <a:pt x="18" y="196"/>
                  </a:lnTo>
                  <a:lnTo>
                    <a:pt x="0" y="22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Freeform 378">
              <a:extLst>
                <a:ext uri="{FF2B5EF4-FFF2-40B4-BE49-F238E27FC236}">
                  <a16:creationId xmlns:a16="http://schemas.microsoft.com/office/drawing/2014/main" id="{5AF36184-5915-C949-68FE-0F6F14708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2948"/>
              <a:ext cx="3" cy="24"/>
            </a:xfrm>
            <a:custGeom>
              <a:avLst/>
              <a:gdLst>
                <a:gd name="T0" fmla="*/ 0 w 23"/>
                <a:gd name="T1" fmla="*/ 0 h 166"/>
                <a:gd name="T2" fmla="*/ 0 w 23"/>
                <a:gd name="T3" fmla="*/ 0 h 166"/>
                <a:gd name="T4" fmla="*/ 0 w 23"/>
                <a:gd name="T5" fmla="*/ 0 h 166"/>
                <a:gd name="T6" fmla="*/ 0 w 2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"/>
                <a:gd name="T13" fmla="*/ 0 h 166"/>
                <a:gd name="T14" fmla="*/ 23 w 2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" h="166">
                  <a:moveTo>
                    <a:pt x="0" y="0"/>
                  </a:moveTo>
                  <a:lnTo>
                    <a:pt x="18" y="91"/>
                  </a:lnTo>
                  <a:lnTo>
                    <a:pt x="23" y="136"/>
                  </a:lnTo>
                  <a:lnTo>
                    <a:pt x="23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Freeform 379">
              <a:extLst>
                <a:ext uri="{FF2B5EF4-FFF2-40B4-BE49-F238E27FC236}">
                  <a16:creationId xmlns:a16="http://schemas.microsoft.com/office/drawing/2014/main" id="{6D741350-E752-6F9E-A6D0-9CBD2BD042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2" y="2948"/>
              <a:ext cx="7" cy="25"/>
            </a:xfrm>
            <a:custGeom>
              <a:avLst/>
              <a:gdLst>
                <a:gd name="T0" fmla="*/ 0 w 43"/>
                <a:gd name="T1" fmla="*/ 0 h 174"/>
                <a:gd name="T2" fmla="*/ 0 w 43"/>
                <a:gd name="T3" fmla="*/ 0 h 174"/>
                <a:gd name="T4" fmla="*/ 0 w 43"/>
                <a:gd name="T5" fmla="*/ 0 h 174"/>
                <a:gd name="T6" fmla="*/ 0 w 43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174"/>
                <a:gd name="T14" fmla="*/ 43 w 43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174">
                  <a:moveTo>
                    <a:pt x="0" y="0"/>
                  </a:moveTo>
                  <a:lnTo>
                    <a:pt x="30" y="83"/>
                  </a:lnTo>
                  <a:lnTo>
                    <a:pt x="36" y="144"/>
                  </a:lnTo>
                  <a:lnTo>
                    <a:pt x="43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Freeform 380">
              <a:extLst>
                <a:ext uri="{FF2B5EF4-FFF2-40B4-BE49-F238E27FC236}">
                  <a16:creationId xmlns:a16="http://schemas.microsoft.com/office/drawing/2014/main" id="{8D7AF41B-00BA-2640-A5CE-1B0C82081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2945"/>
              <a:ext cx="14" cy="31"/>
            </a:xfrm>
            <a:custGeom>
              <a:avLst/>
              <a:gdLst>
                <a:gd name="T0" fmla="*/ 0 w 102"/>
                <a:gd name="T1" fmla="*/ 0 h 218"/>
                <a:gd name="T2" fmla="*/ 0 w 102"/>
                <a:gd name="T3" fmla="*/ 0 h 218"/>
                <a:gd name="T4" fmla="*/ 0 w 102"/>
                <a:gd name="T5" fmla="*/ 0 h 218"/>
                <a:gd name="T6" fmla="*/ 0 w 102"/>
                <a:gd name="T7" fmla="*/ 0 h 218"/>
                <a:gd name="T8" fmla="*/ 0 w 102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"/>
                <a:gd name="T16" fmla="*/ 0 h 218"/>
                <a:gd name="T17" fmla="*/ 102 w 102"/>
                <a:gd name="T18" fmla="*/ 218 h 2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" h="218">
                  <a:moveTo>
                    <a:pt x="0" y="0"/>
                  </a:moveTo>
                  <a:lnTo>
                    <a:pt x="54" y="90"/>
                  </a:lnTo>
                  <a:lnTo>
                    <a:pt x="84" y="151"/>
                  </a:lnTo>
                  <a:lnTo>
                    <a:pt x="97" y="188"/>
                  </a:lnTo>
                  <a:lnTo>
                    <a:pt x="102" y="21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9" name="Group 381">
            <a:extLst>
              <a:ext uri="{FF2B5EF4-FFF2-40B4-BE49-F238E27FC236}">
                <a16:creationId xmlns:a16="http://schemas.microsoft.com/office/drawing/2014/main" id="{8F563B2F-D799-9A9C-9FF6-D6A4F1424E08}"/>
              </a:ext>
            </a:extLst>
          </p:cNvPr>
          <p:cNvGrpSpPr>
            <a:grpSpLocks/>
          </p:cNvGrpSpPr>
          <p:nvPr/>
        </p:nvGrpSpPr>
        <p:grpSpPr bwMode="auto">
          <a:xfrm>
            <a:off x="5623507" y="556631"/>
            <a:ext cx="1897063" cy="1238250"/>
            <a:chOff x="1944" y="450"/>
            <a:chExt cx="1195" cy="780"/>
          </a:xfrm>
        </p:grpSpPr>
        <p:sp>
          <p:nvSpPr>
            <p:cNvPr id="380" name="Freeform 382">
              <a:extLst>
                <a:ext uri="{FF2B5EF4-FFF2-40B4-BE49-F238E27FC236}">
                  <a16:creationId xmlns:a16="http://schemas.microsoft.com/office/drawing/2014/main" id="{CDEE6358-388A-DC89-4484-2305C55DB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609"/>
              <a:ext cx="202" cy="621"/>
            </a:xfrm>
            <a:custGeom>
              <a:avLst/>
              <a:gdLst>
                <a:gd name="T0" fmla="*/ 0 w 202"/>
                <a:gd name="T1" fmla="*/ 0 h 621"/>
                <a:gd name="T2" fmla="*/ 202 w 202"/>
                <a:gd name="T3" fmla="*/ 621 h 621"/>
                <a:gd name="T4" fmla="*/ 0 60000 65536"/>
                <a:gd name="T5" fmla="*/ 0 60000 65536"/>
                <a:gd name="T6" fmla="*/ 0 w 202"/>
                <a:gd name="T7" fmla="*/ 0 h 621"/>
                <a:gd name="T8" fmla="*/ 202 w 202"/>
                <a:gd name="T9" fmla="*/ 621 h 6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2" h="621">
                  <a:moveTo>
                    <a:pt x="0" y="0"/>
                  </a:moveTo>
                  <a:lnTo>
                    <a:pt x="202" y="621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Freeform 383">
              <a:extLst>
                <a:ext uri="{FF2B5EF4-FFF2-40B4-BE49-F238E27FC236}">
                  <a16:creationId xmlns:a16="http://schemas.microsoft.com/office/drawing/2014/main" id="{6C20B33B-3D11-98AA-C2B9-D7EDCE22E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606"/>
              <a:ext cx="553" cy="278"/>
            </a:xfrm>
            <a:custGeom>
              <a:avLst/>
              <a:gdLst>
                <a:gd name="T0" fmla="*/ 553 w 553"/>
                <a:gd name="T1" fmla="*/ 278 h 278"/>
                <a:gd name="T2" fmla="*/ 0 w 553"/>
                <a:gd name="T3" fmla="*/ 0 h 278"/>
                <a:gd name="T4" fmla="*/ 0 60000 65536"/>
                <a:gd name="T5" fmla="*/ 0 60000 65536"/>
                <a:gd name="T6" fmla="*/ 0 w 553"/>
                <a:gd name="T7" fmla="*/ 0 h 278"/>
                <a:gd name="T8" fmla="*/ 553 w 553"/>
                <a:gd name="T9" fmla="*/ 278 h 2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53" h="278">
                  <a:moveTo>
                    <a:pt x="553" y="27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Freeform 384">
              <a:extLst>
                <a:ext uri="{FF2B5EF4-FFF2-40B4-BE49-F238E27FC236}">
                  <a16:creationId xmlns:a16="http://schemas.microsoft.com/office/drawing/2014/main" id="{BA854CF6-28C0-4554-FB95-14BA5F4A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0" y="609"/>
              <a:ext cx="683" cy="141"/>
            </a:xfrm>
            <a:custGeom>
              <a:avLst/>
              <a:gdLst>
                <a:gd name="T0" fmla="*/ 683 w 683"/>
                <a:gd name="T1" fmla="*/ 141 h 141"/>
                <a:gd name="T2" fmla="*/ 0 w 683"/>
                <a:gd name="T3" fmla="*/ 0 h 141"/>
                <a:gd name="T4" fmla="*/ 0 60000 65536"/>
                <a:gd name="T5" fmla="*/ 0 60000 65536"/>
                <a:gd name="T6" fmla="*/ 0 w 683"/>
                <a:gd name="T7" fmla="*/ 0 h 141"/>
                <a:gd name="T8" fmla="*/ 683 w 683"/>
                <a:gd name="T9" fmla="*/ 141 h 1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83" h="141">
                  <a:moveTo>
                    <a:pt x="683" y="141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>
              <a:solidFill>
                <a:srgbClr val="9933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385">
              <a:extLst>
                <a:ext uri="{FF2B5EF4-FFF2-40B4-BE49-F238E27FC236}">
                  <a16:creationId xmlns:a16="http://schemas.microsoft.com/office/drawing/2014/main" id="{91A235A9-E334-D26A-940D-2DDE633E6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9" y="610"/>
              <a:ext cx="1190" cy="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Freeform 386">
              <a:extLst>
                <a:ext uri="{FF2B5EF4-FFF2-40B4-BE49-F238E27FC236}">
                  <a16:creationId xmlns:a16="http://schemas.microsoft.com/office/drawing/2014/main" id="{5AD16FF2-16C8-28BB-0725-043D9F6C0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457"/>
              <a:ext cx="89" cy="8"/>
            </a:xfrm>
            <a:custGeom>
              <a:avLst/>
              <a:gdLst>
                <a:gd name="T0" fmla="*/ 0 w 624"/>
                <a:gd name="T1" fmla="*/ 0 h 61"/>
                <a:gd name="T2" fmla="*/ 0 w 624"/>
                <a:gd name="T3" fmla="*/ 0 h 61"/>
                <a:gd name="T4" fmla="*/ 0 w 624"/>
                <a:gd name="T5" fmla="*/ 0 h 61"/>
                <a:gd name="T6" fmla="*/ 0 w 624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61"/>
                <a:gd name="T14" fmla="*/ 624 w 624"/>
                <a:gd name="T15" fmla="*/ 61 h 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61">
                  <a:moveTo>
                    <a:pt x="0" y="61"/>
                  </a:moveTo>
                  <a:lnTo>
                    <a:pt x="624" y="16"/>
                  </a:lnTo>
                  <a:lnTo>
                    <a:pt x="599" y="0"/>
                  </a:lnTo>
                  <a:lnTo>
                    <a:pt x="526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Freeform 387">
              <a:extLst>
                <a:ext uri="{FF2B5EF4-FFF2-40B4-BE49-F238E27FC236}">
                  <a16:creationId xmlns:a16="http://schemas.microsoft.com/office/drawing/2014/main" id="{C6005E05-8E6E-9CB4-EDFF-C20AC2CBC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467"/>
              <a:ext cx="17" cy="87"/>
            </a:xfrm>
            <a:custGeom>
              <a:avLst/>
              <a:gdLst>
                <a:gd name="T0" fmla="*/ 0 w 120"/>
                <a:gd name="T1" fmla="*/ 0 h 613"/>
                <a:gd name="T2" fmla="*/ 0 w 120"/>
                <a:gd name="T3" fmla="*/ 0 h 613"/>
                <a:gd name="T4" fmla="*/ 0 w 120"/>
                <a:gd name="T5" fmla="*/ 0 h 613"/>
                <a:gd name="T6" fmla="*/ 0 w 120"/>
                <a:gd name="T7" fmla="*/ 0 h 613"/>
                <a:gd name="T8" fmla="*/ 0 w 120"/>
                <a:gd name="T9" fmla="*/ 0 h 613"/>
                <a:gd name="T10" fmla="*/ 0 w 120"/>
                <a:gd name="T11" fmla="*/ 0 h 613"/>
                <a:gd name="T12" fmla="*/ 0 w 120"/>
                <a:gd name="T13" fmla="*/ 0 h 613"/>
                <a:gd name="T14" fmla="*/ 0 w 120"/>
                <a:gd name="T15" fmla="*/ 0 h 6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0"/>
                <a:gd name="T25" fmla="*/ 0 h 613"/>
                <a:gd name="T26" fmla="*/ 120 w 120"/>
                <a:gd name="T27" fmla="*/ 613 h 6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0" h="613">
                  <a:moveTo>
                    <a:pt x="120" y="0"/>
                  </a:moveTo>
                  <a:lnTo>
                    <a:pt x="115" y="151"/>
                  </a:lnTo>
                  <a:lnTo>
                    <a:pt x="109" y="272"/>
                  </a:lnTo>
                  <a:lnTo>
                    <a:pt x="90" y="378"/>
                  </a:lnTo>
                  <a:lnTo>
                    <a:pt x="66" y="462"/>
                  </a:lnTo>
                  <a:lnTo>
                    <a:pt x="42" y="522"/>
                  </a:lnTo>
                  <a:lnTo>
                    <a:pt x="18" y="575"/>
                  </a:lnTo>
                  <a:lnTo>
                    <a:pt x="0" y="61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Freeform 388">
              <a:extLst>
                <a:ext uri="{FF2B5EF4-FFF2-40B4-BE49-F238E27FC236}">
                  <a16:creationId xmlns:a16="http://schemas.microsoft.com/office/drawing/2014/main" id="{073AD3AE-5BA2-2E3F-1ABF-BAF8C7B25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463"/>
              <a:ext cx="24" cy="99"/>
            </a:xfrm>
            <a:custGeom>
              <a:avLst/>
              <a:gdLst>
                <a:gd name="T0" fmla="*/ 0 w 170"/>
                <a:gd name="T1" fmla="*/ 0 h 689"/>
                <a:gd name="T2" fmla="*/ 0 w 170"/>
                <a:gd name="T3" fmla="*/ 0 h 689"/>
                <a:gd name="T4" fmla="*/ 0 w 170"/>
                <a:gd name="T5" fmla="*/ 0 h 689"/>
                <a:gd name="T6" fmla="*/ 0 w 170"/>
                <a:gd name="T7" fmla="*/ 0 h 689"/>
                <a:gd name="T8" fmla="*/ 0 w 170"/>
                <a:gd name="T9" fmla="*/ 0 h 689"/>
                <a:gd name="T10" fmla="*/ 0 w 170"/>
                <a:gd name="T11" fmla="*/ 0 h 689"/>
                <a:gd name="T12" fmla="*/ 0 w 170"/>
                <a:gd name="T13" fmla="*/ 0 h 689"/>
                <a:gd name="T14" fmla="*/ 0 w 170"/>
                <a:gd name="T15" fmla="*/ 0 h 6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0"/>
                <a:gd name="T25" fmla="*/ 0 h 689"/>
                <a:gd name="T26" fmla="*/ 170 w 170"/>
                <a:gd name="T27" fmla="*/ 689 h 68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0" h="689">
                  <a:moveTo>
                    <a:pt x="0" y="689"/>
                  </a:moveTo>
                  <a:lnTo>
                    <a:pt x="43" y="621"/>
                  </a:lnTo>
                  <a:lnTo>
                    <a:pt x="73" y="560"/>
                  </a:lnTo>
                  <a:lnTo>
                    <a:pt x="104" y="485"/>
                  </a:lnTo>
                  <a:lnTo>
                    <a:pt x="128" y="386"/>
                  </a:lnTo>
                  <a:lnTo>
                    <a:pt x="146" y="280"/>
                  </a:lnTo>
                  <a:lnTo>
                    <a:pt x="159" y="158"/>
                  </a:lnTo>
                  <a:lnTo>
                    <a:pt x="170" y="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Freeform 389">
              <a:extLst>
                <a:ext uri="{FF2B5EF4-FFF2-40B4-BE49-F238E27FC236}">
                  <a16:creationId xmlns:a16="http://schemas.microsoft.com/office/drawing/2014/main" id="{64072E50-F71A-C80F-22E5-C4E1F147E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517"/>
              <a:ext cx="12" cy="22"/>
            </a:xfrm>
            <a:custGeom>
              <a:avLst/>
              <a:gdLst>
                <a:gd name="T0" fmla="*/ 0 w 84"/>
                <a:gd name="T1" fmla="*/ 0 h 152"/>
                <a:gd name="T2" fmla="*/ 0 w 84"/>
                <a:gd name="T3" fmla="*/ 0 h 152"/>
                <a:gd name="T4" fmla="*/ 0 w 84"/>
                <a:gd name="T5" fmla="*/ 0 h 152"/>
                <a:gd name="T6" fmla="*/ 0 w 84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"/>
                <a:gd name="T13" fmla="*/ 0 h 152"/>
                <a:gd name="T14" fmla="*/ 84 w 84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" h="152">
                  <a:moveTo>
                    <a:pt x="0" y="0"/>
                  </a:moveTo>
                  <a:lnTo>
                    <a:pt x="79" y="99"/>
                  </a:lnTo>
                  <a:lnTo>
                    <a:pt x="84" y="152"/>
                  </a:lnTo>
                  <a:lnTo>
                    <a:pt x="73" y="9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Freeform 390">
              <a:extLst>
                <a:ext uri="{FF2B5EF4-FFF2-40B4-BE49-F238E27FC236}">
                  <a16:creationId xmlns:a16="http://schemas.microsoft.com/office/drawing/2014/main" id="{BCF67588-7391-C3EF-F717-CD6132701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520"/>
              <a:ext cx="11" cy="14"/>
            </a:xfrm>
            <a:custGeom>
              <a:avLst/>
              <a:gdLst>
                <a:gd name="T0" fmla="*/ 0 w 73"/>
                <a:gd name="T1" fmla="*/ 0 h 98"/>
                <a:gd name="T2" fmla="*/ 0 w 73"/>
                <a:gd name="T3" fmla="*/ 0 h 98"/>
                <a:gd name="T4" fmla="*/ 0 w 73"/>
                <a:gd name="T5" fmla="*/ 0 h 98"/>
                <a:gd name="T6" fmla="*/ 0 w 73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"/>
                <a:gd name="T13" fmla="*/ 0 h 98"/>
                <a:gd name="T14" fmla="*/ 73 w 73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" h="98">
                  <a:moveTo>
                    <a:pt x="0" y="0"/>
                  </a:moveTo>
                  <a:lnTo>
                    <a:pt x="61" y="53"/>
                  </a:lnTo>
                  <a:lnTo>
                    <a:pt x="73" y="98"/>
                  </a:lnTo>
                  <a:lnTo>
                    <a:pt x="49" y="4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Freeform 391">
              <a:extLst>
                <a:ext uri="{FF2B5EF4-FFF2-40B4-BE49-F238E27FC236}">
                  <a16:creationId xmlns:a16="http://schemas.microsoft.com/office/drawing/2014/main" id="{91C267A6-A6AB-E0C9-B4D0-02231C842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490"/>
              <a:ext cx="3" cy="88"/>
            </a:xfrm>
            <a:custGeom>
              <a:avLst/>
              <a:gdLst>
                <a:gd name="T0" fmla="*/ 0 w 23"/>
                <a:gd name="T1" fmla="*/ 0 h 613"/>
                <a:gd name="T2" fmla="*/ 0 w 23"/>
                <a:gd name="T3" fmla="*/ 0 h 613"/>
                <a:gd name="T4" fmla="*/ 0 w 23"/>
                <a:gd name="T5" fmla="*/ 0 h 613"/>
                <a:gd name="T6" fmla="*/ 0 w 23"/>
                <a:gd name="T7" fmla="*/ 0 h 613"/>
                <a:gd name="T8" fmla="*/ 0 w 23"/>
                <a:gd name="T9" fmla="*/ 0 h 613"/>
                <a:gd name="T10" fmla="*/ 0 w 23"/>
                <a:gd name="T11" fmla="*/ 0 h 613"/>
                <a:gd name="T12" fmla="*/ 0 w 23"/>
                <a:gd name="T13" fmla="*/ 0 h 613"/>
                <a:gd name="T14" fmla="*/ 0 w 23"/>
                <a:gd name="T15" fmla="*/ 0 h 6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613"/>
                <a:gd name="T26" fmla="*/ 23 w 23"/>
                <a:gd name="T27" fmla="*/ 613 h 6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613">
                  <a:moveTo>
                    <a:pt x="0" y="0"/>
                  </a:moveTo>
                  <a:lnTo>
                    <a:pt x="5" y="15"/>
                  </a:lnTo>
                  <a:lnTo>
                    <a:pt x="18" y="76"/>
                  </a:lnTo>
                  <a:lnTo>
                    <a:pt x="23" y="310"/>
                  </a:lnTo>
                  <a:lnTo>
                    <a:pt x="23" y="523"/>
                  </a:lnTo>
                  <a:lnTo>
                    <a:pt x="23" y="613"/>
                  </a:lnTo>
                  <a:lnTo>
                    <a:pt x="11" y="561"/>
                  </a:lnTo>
                  <a:lnTo>
                    <a:pt x="23" y="46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Freeform 392">
              <a:extLst>
                <a:ext uri="{FF2B5EF4-FFF2-40B4-BE49-F238E27FC236}">
                  <a16:creationId xmlns:a16="http://schemas.microsoft.com/office/drawing/2014/main" id="{FB197A2F-5C3B-4C50-4BFE-EBDD39C98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489"/>
              <a:ext cx="71" cy="90"/>
            </a:xfrm>
            <a:custGeom>
              <a:avLst/>
              <a:gdLst>
                <a:gd name="T0" fmla="*/ 0 w 502"/>
                <a:gd name="T1" fmla="*/ 0 h 628"/>
                <a:gd name="T2" fmla="*/ 0 w 502"/>
                <a:gd name="T3" fmla="*/ 0 h 628"/>
                <a:gd name="T4" fmla="*/ 0 w 502"/>
                <a:gd name="T5" fmla="*/ 0 h 628"/>
                <a:gd name="T6" fmla="*/ 0 w 502"/>
                <a:gd name="T7" fmla="*/ 0 h 628"/>
                <a:gd name="T8" fmla="*/ 0 w 502"/>
                <a:gd name="T9" fmla="*/ 0 h 628"/>
                <a:gd name="T10" fmla="*/ 0 w 502"/>
                <a:gd name="T11" fmla="*/ 0 h 628"/>
                <a:gd name="T12" fmla="*/ 0 w 502"/>
                <a:gd name="T13" fmla="*/ 0 h 628"/>
                <a:gd name="T14" fmla="*/ 0 w 502"/>
                <a:gd name="T15" fmla="*/ 0 h 628"/>
                <a:gd name="T16" fmla="*/ 0 w 502"/>
                <a:gd name="T17" fmla="*/ 0 h 628"/>
                <a:gd name="T18" fmla="*/ 0 w 502"/>
                <a:gd name="T19" fmla="*/ 0 h 628"/>
                <a:gd name="T20" fmla="*/ 0 w 502"/>
                <a:gd name="T21" fmla="*/ 0 h 628"/>
                <a:gd name="T22" fmla="*/ 0 w 502"/>
                <a:gd name="T23" fmla="*/ 0 h 628"/>
                <a:gd name="T24" fmla="*/ 0 w 502"/>
                <a:gd name="T25" fmla="*/ 0 h 628"/>
                <a:gd name="T26" fmla="*/ 0 w 502"/>
                <a:gd name="T27" fmla="*/ 0 h 6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02"/>
                <a:gd name="T43" fmla="*/ 0 h 628"/>
                <a:gd name="T44" fmla="*/ 502 w 502"/>
                <a:gd name="T45" fmla="*/ 628 h 62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02" h="628">
                  <a:moveTo>
                    <a:pt x="0" y="83"/>
                  </a:moveTo>
                  <a:lnTo>
                    <a:pt x="230" y="60"/>
                  </a:lnTo>
                  <a:lnTo>
                    <a:pt x="242" y="60"/>
                  </a:lnTo>
                  <a:lnTo>
                    <a:pt x="248" y="53"/>
                  </a:lnTo>
                  <a:lnTo>
                    <a:pt x="490" y="22"/>
                  </a:lnTo>
                  <a:lnTo>
                    <a:pt x="502" y="14"/>
                  </a:lnTo>
                  <a:lnTo>
                    <a:pt x="490" y="0"/>
                  </a:lnTo>
                  <a:lnTo>
                    <a:pt x="483" y="30"/>
                  </a:lnTo>
                  <a:lnTo>
                    <a:pt x="478" y="257"/>
                  </a:lnTo>
                  <a:lnTo>
                    <a:pt x="472" y="370"/>
                  </a:lnTo>
                  <a:lnTo>
                    <a:pt x="465" y="499"/>
                  </a:lnTo>
                  <a:lnTo>
                    <a:pt x="447" y="628"/>
                  </a:lnTo>
                  <a:lnTo>
                    <a:pt x="339" y="507"/>
                  </a:lnTo>
                  <a:lnTo>
                    <a:pt x="447" y="60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Freeform 393">
              <a:extLst>
                <a:ext uri="{FF2B5EF4-FFF2-40B4-BE49-F238E27FC236}">
                  <a16:creationId xmlns:a16="http://schemas.microsoft.com/office/drawing/2014/main" id="{C4D2F037-070D-AE80-BA18-EF32D96A1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452"/>
              <a:ext cx="65" cy="11"/>
            </a:xfrm>
            <a:custGeom>
              <a:avLst/>
              <a:gdLst>
                <a:gd name="T0" fmla="*/ 0 w 453"/>
                <a:gd name="T1" fmla="*/ 0 h 76"/>
                <a:gd name="T2" fmla="*/ 0 w 453"/>
                <a:gd name="T3" fmla="*/ 0 h 76"/>
                <a:gd name="T4" fmla="*/ 0 w 453"/>
                <a:gd name="T5" fmla="*/ 0 h 76"/>
                <a:gd name="T6" fmla="*/ 0 w 453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3"/>
                <a:gd name="T13" fmla="*/ 0 h 76"/>
                <a:gd name="T14" fmla="*/ 453 w 453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3" h="76">
                  <a:moveTo>
                    <a:pt x="0" y="76"/>
                  </a:moveTo>
                  <a:lnTo>
                    <a:pt x="453" y="8"/>
                  </a:lnTo>
                  <a:lnTo>
                    <a:pt x="436" y="0"/>
                  </a:lnTo>
                  <a:lnTo>
                    <a:pt x="393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Freeform 394">
              <a:extLst>
                <a:ext uri="{FF2B5EF4-FFF2-40B4-BE49-F238E27FC236}">
                  <a16:creationId xmlns:a16="http://schemas.microsoft.com/office/drawing/2014/main" id="{F44CF3E9-E5FE-6241-6C2C-10567BA61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459"/>
              <a:ext cx="2" cy="123"/>
            </a:xfrm>
            <a:custGeom>
              <a:avLst/>
              <a:gdLst>
                <a:gd name="T0" fmla="*/ 0 w 13"/>
                <a:gd name="T1" fmla="*/ 0 h 863"/>
                <a:gd name="T2" fmla="*/ 0 w 13"/>
                <a:gd name="T3" fmla="*/ 0 h 863"/>
                <a:gd name="T4" fmla="*/ 0 w 13"/>
                <a:gd name="T5" fmla="*/ 0 h 863"/>
                <a:gd name="T6" fmla="*/ 0 w 13"/>
                <a:gd name="T7" fmla="*/ 0 h 863"/>
                <a:gd name="T8" fmla="*/ 0 w 13"/>
                <a:gd name="T9" fmla="*/ 0 h 8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863"/>
                <a:gd name="T17" fmla="*/ 13 w 13"/>
                <a:gd name="T18" fmla="*/ 863 h 8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863">
                  <a:moveTo>
                    <a:pt x="7" y="0"/>
                  </a:moveTo>
                  <a:lnTo>
                    <a:pt x="13" y="742"/>
                  </a:lnTo>
                  <a:lnTo>
                    <a:pt x="7" y="863"/>
                  </a:lnTo>
                  <a:lnTo>
                    <a:pt x="0" y="810"/>
                  </a:lnTo>
                  <a:lnTo>
                    <a:pt x="7" y="74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Freeform 395">
              <a:extLst>
                <a:ext uri="{FF2B5EF4-FFF2-40B4-BE49-F238E27FC236}">
                  <a16:creationId xmlns:a16="http://schemas.microsoft.com/office/drawing/2014/main" id="{D0C066C9-10FB-0C7C-C24E-FC4E58968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507"/>
              <a:ext cx="91" cy="15"/>
            </a:xfrm>
            <a:custGeom>
              <a:avLst/>
              <a:gdLst>
                <a:gd name="T0" fmla="*/ 0 w 635"/>
                <a:gd name="T1" fmla="*/ 0 h 106"/>
                <a:gd name="T2" fmla="*/ 0 w 635"/>
                <a:gd name="T3" fmla="*/ 0 h 106"/>
                <a:gd name="T4" fmla="*/ 0 w 635"/>
                <a:gd name="T5" fmla="*/ 0 h 106"/>
                <a:gd name="T6" fmla="*/ 0 w 635"/>
                <a:gd name="T7" fmla="*/ 0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5"/>
                <a:gd name="T13" fmla="*/ 0 h 106"/>
                <a:gd name="T14" fmla="*/ 635 w 635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5" h="106">
                  <a:moveTo>
                    <a:pt x="0" y="106"/>
                  </a:moveTo>
                  <a:lnTo>
                    <a:pt x="635" y="7"/>
                  </a:lnTo>
                  <a:lnTo>
                    <a:pt x="605" y="0"/>
                  </a:lnTo>
                  <a:lnTo>
                    <a:pt x="562" y="2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Freeform 396">
              <a:extLst>
                <a:ext uri="{FF2B5EF4-FFF2-40B4-BE49-F238E27FC236}">
                  <a16:creationId xmlns:a16="http://schemas.microsoft.com/office/drawing/2014/main" id="{6BFD1316-C626-2426-FA3E-0EFC6BDA6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" y="470"/>
              <a:ext cx="13" cy="34"/>
            </a:xfrm>
            <a:custGeom>
              <a:avLst/>
              <a:gdLst>
                <a:gd name="T0" fmla="*/ 0 w 91"/>
                <a:gd name="T1" fmla="*/ 0 h 242"/>
                <a:gd name="T2" fmla="*/ 0 w 91"/>
                <a:gd name="T3" fmla="*/ 0 h 242"/>
                <a:gd name="T4" fmla="*/ 0 w 91"/>
                <a:gd name="T5" fmla="*/ 0 h 242"/>
                <a:gd name="T6" fmla="*/ 0 60000 65536"/>
                <a:gd name="T7" fmla="*/ 0 60000 65536"/>
                <a:gd name="T8" fmla="*/ 0 60000 65536"/>
                <a:gd name="T9" fmla="*/ 0 w 91"/>
                <a:gd name="T10" fmla="*/ 0 h 242"/>
                <a:gd name="T11" fmla="*/ 91 w 91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242">
                  <a:moveTo>
                    <a:pt x="91" y="0"/>
                  </a:moveTo>
                  <a:lnTo>
                    <a:pt x="91" y="53"/>
                  </a:lnTo>
                  <a:lnTo>
                    <a:pt x="0" y="24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Freeform 397">
              <a:extLst>
                <a:ext uri="{FF2B5EF4-FFF2-40B4-BE49-F238E27FC236}">
                  <a16:creationId xmlns:a16="http://schemas.microsoft.com/office/drawing/2014/main" id="{D159E65C-2301-AA53-6CF4-E41952289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477"/>
              <a:ext cx="8" cy="25"/>
            </a:xfrm>
            <a:custGeom>
              <a:avLst/>
              <a:gdLst>
                <a:gd name="T0" fmla="*/ 0 w 60"/>
                <a:gd name="T1" fmla="*/ 0 h 175"/>
                <a:gd name="T2" fmla="*/ 0 w 60"/>
                <a:gd name="T3" fmla="*/ 0 h 175"/>
                <a:gd name="T4" fmla="*/ 0 w 60"/>
                <a:gd name="T5" fmla="*/ 0 h 175"/>
                <a:gd name="T6" fmla="*/ 0 60000 65536"/>
                <a:gd name="T7" fmla="*/ 0 60000 65536"/>
                <a:gd name="T8" fmla="*/ 0 60000 65536"/>
                <a:gd name="T9" fmla="*/ 0 w 60"/>
                <a:gd name="T10" fmla="*/ 0 h 175"/>
                <a:gd name="T11" fmla="*/ 60 w 60"/>
                <a:gd name="T12" fmla="*/ 175 h 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75">
                  <a:moveTo>
                    <a:pt x="0" y="0"/>
                  </a:moveTo>
                  <a:lnTo>
                    <a:pt x="55" y="121"/>
                  </a:lnTo>
                  <a:lnTo>
                    <a:pt x="60" y="17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Freeform 398">
              <a:extLst>
                <a:ext uri="{FF2B5EF4-FFF2-40B4-BE49-F238E27FC236}">
                  <a16:creationId xmlns:a16="http://schemas.microsoft.com/office/drawing/2014/main" id="{BFF699FF-A41B-1150-B7DD-6591FCE99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459"/>
              <a:ext cx="88" cy="8"/>
            </a:xfrm>
            <a:custGeom>
              <a:avLst/>
              <a:gdLst>
                <a:gd name="T0" fmla="*/ 0 w 612"/>
                <a:gd name="T1" fmla="*/ 0 h 53"/>
                <a:gd name="T2" fmla="*/ 0 w 612"/>
                <a:gd name="T3" fmla="*/ 0 h 53"/>
                <a:gd name="T4" fmla="*/ 0 w 612"/>
                <a:gd name="T5" fmla="*/ 0 h 53"/>
                <a:gd name="T6" fmla="*/ 0 w 612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2"/>
                <a:gd name="T13" fmla="*/ 0 h 53"/>
                <a:gd name="T14" fmla="*/ 612 w 612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2" h="53">
                  <a:moveTo>
                    <a:pt x="0" y="53"/>
                  </a:moveTo>
                  <a:lnTo>
                    <a:pt x="612" y="14"/>
                  </a:lnTo>
                  <a:lnTo>
                    <a:pt x="587" y="0"/>
                  </a:lnTo>
                  <a:lnTo>
                    <a:pt x="532" y="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Freeform 399">
              <a:extLst>
                <a:ext uri="{FF2B5EF4-FFF2-40B4-BE49-F238E27FC236}">
                  <a16:creationId xmlns:a16="http://schemas.microsoft.com/office/drawing/2014/main" id="{4C12B384-1F03-ED98-4728-D08085832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4" y="465"/>
              <a:ext cx="5" cy="31"/>
            </a:xfrm>
            <a:custGeom>
              <a:avLst/>
              <a:gdLst>
                <a:gd name="T0" fmla="*/ 0 w 37"/>
                <a:gd name="T1" fmla="*/ 0 h 212"/>
                <a:gd name="T2" fmla="*/ 0 w 37"/>
                <a:gd name="T3" fmla="*/ 0 h 212"/>
                <a:gd name="T4" fmla="*/ 0 w 37"/>
                <a:gd name="T5" fmla="*/ 0 h 212"/>
                <a:gd name="T6" fmla="*/ 0 60000 65536"/>
                <a:gd name="T7" fmla="*/ 0 60000 65536"/>
                <a:gd name="T8" fmla="*/ 0 60000 65536"/>
                <a:gd name="T9" fmla="*/ 0 w 37"/>
                <a:gd name="T10" fmla="*/ 0 h 212"/>
                <a:gd name="T11" fmla="*/ 37 w 37"/>
                <a:gd name="T12" fmla="*/ 212 h 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212">
                  <a:moveTo>
                    <a:pt x="37" y="0"/>
                  </a:moveTo>
                  <a:lnTo>
                    <a:pt x="37" y="52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Freeform 400">
              <a:extLst>
                <a:ext uri="{FF2B5EF4-FFF2-40B4-BE49-F238E27FC236}">
                  <a16:creationId xmlns:a16="http://schemas.microsoft.com/office/drawing/2014/main" id="{E609A89D-D744-7F74-B9F0-E86535978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491"/>
              <a:ext cx="53" cy="87"/>
            </a:xfrm>
            <a:custGeom>
              <a:avLst/>
              <a:gdLst>
                <a:gd name="T0" fmla="*/ 0 w 376"/>
                <a:gd name="T1" fmla="*/ 0 h 606"/>
                <a:gd name="T2" fmla="*/ 0 w 376"/>
                <a:gd name="T3" fmla="*/ 0 h 606"/>
                <a:gd name="T4" fmla="*/ 0 w 376"/>
                <a:gd name="T5" fmla="*/ 0 h 606"/>
                <a:gd name="T6" fmla="*/ 0 w 376"/>
                <a:gd name="T7" fmla="*/ 0 h 606"/>
                <a:gd name="T8" fmla="*/ 0 w 376"/>
                <a:gd name="T9" fmla="*/ 0 h 606"/>
                <a:gd name="T10" fmla="*/ 0 w 376"/>
                <a:gd name="T11" fmla="*/ 0 h 606"/>
                <a:gd name="T12" fmla="*/ 0 w 376"/>
                <a:gd name="T13" fmla="*/ 0 h 606"/>
                <a:gd name="T14" fmla="*/ 0 w 376"/>
                <a:gd name="T15" fmla="*/ 0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6"/>
                <a:gd name="T25" fmla="*/ 0 h 606"/>
                <a:gd name="T26" fmla="*/ 376 w 376"/>
                <a:gd name="T27" fmla="*/ 606 h 6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6" h="606">
                  <a:moveTo>
                    <a:pt x="0" y="0"/>
                  </a:moveTo>
                  <a:lnTo>
                    <a:pt x="12" y="61"/>
                  </a:lnTo>
                  <a:lnTo>
                    <a:pt x="25" y="417"/>
                  </a:lnTo>
                  <a:lnTo>
                    <a:pt x="30" y="606"/>
                  </a:lnTo>
                  <a:lnTo>
                    <a:pt x="19" y="546"/>
                  </a:lnTo>
                  <a:lnTo>
                    <a:pt x="376" y="508"/>
                  </a:lnTo>
                  <a:lnTo>
                    <a:pt x="358" y="501"/>
                  </a:lnTo>
                  <a:lnTo>
                    <a:pt x="328" y="51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Freeform 401">
              <a:extLst>
                <a:ext uri="{FF2B5EF4-FFF2-40B4-BE49-F238E27FC236}">
                  <a16:creationId xmlns:a16="http://schemas.microsoft.com/office/drawing/2014/main" id="{4313B76D-3FEA-51C6-2F83-2AFB95A03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489"/>
              <a:ext cx="67" cy="85"/>
            </a:xfrm>
            <a:custGeom>
              <a:avLst/>
              <a:gdLst>
                <a:gd name="T0" fmla="*/ 0 w 467"/>
                <a:gd name="T1" fmla="*/ 0 h 590"/>
                <a:gd name="T2" fmla="*/ 0 w 467"/>
                <a:gd name="T3" fmla="*/ 0 h 590"/>
                <a:gd name="T4" fmla="*/ 0 w 467"/>
                <a:gd name="T5" fmla="*/ 0 h 590"/>
                <a:gd name="T6" fmla="*/ 0 w 467"/>
                <a:gd name="T7" fmla="*/ 0 h 590"/>
                <a:gd name="T8" fmla="*/ 0 w 467"/>
                <a:gd name="T9" fmla="*/ 0 h 590"/>
                <a:gd name="T10" fmla="*/ 0 w 467"/>
                <a:gd name="T11" fmla="*/ 0 h 590"/>
                <a:gd name="T12" fmla="*/ 0 w 467"/>
                <a:gd name="T13" fmla="*/ 0 h 590"/>
                <a:gd name="T14" fmla="*/ 0 w 467"/>
                <a:gd name="T15" fmla="*/ 0 h 5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7"/>
                <a:gd name="T25" fmla="*/ 0 h 590"/>
                <a:gd name="T26" fmla="*/ 467 w 467"/>
                <a:gd name="T27" fmla="*/ 590 h 59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7" h="590">
                  <a:moveTo>
                    <a:pt x="370" y="522"/>
                  </a:moveTo>
                  <a:lnTo>
                    <a:pt x="418" y="590"/>
                  </a:lnTo>
                  <a:lnTo>
                    <a:pt x="425" y="552"/>
                  </a:lnTo>
                  <a:lnTo>
                    <a:pt x="437" y="303"/>
                  </a:lnTo>
                  <a:lnTo>
                    <a:pt x="448" y="0"/>
                  </a:lnTo>
                  <a:lnTo>
                    <a:pt x="467" y="14"/>
                  </a:lnTo>
                  <a:lnTo>
                    <a:pt x="195" y="45"/>
                  </a:lnTo>
                  <a:lnTo>
                    <a:pt x="0" y="6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402">
              <a:extLst>
                <a:ext uri="{FF2B5EF4-FFF2-40B4-BE49-F238E27FC236}">
                  <a16:creationId xmlns:a16="http://schemas.microsoft.com/office/drawing/2014/main" id="{4422E291-0285-1F39-8D50-6939AFE62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9" y="498"/>
              <a:ext cx="1" cy="6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Freeform 403">
              <a:extLst>
                <a:ext uri="{FF2B5EF4-FFF2-40B4-BE49-F238E27FC236}">
                  <a16:creationId xmlns:a16="http://schemas.microsoft.com/office/drawing/2014/main" id="{72CD2A38-81FF-74B3-9425-51798A450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537"/>
              <a:ext cx="14" cy="3"/>
            </a:xfrm>
            <a:custGeom>
              <a:avLst/>
              <a:gdLst>
                <a:gd name="T0" fmla="*/ 0 w 97"/>
                <a:gd name="T1" fmla="*/ 0 h 23"/>
                <a:gd name="T2" fmla="*/ 0 w 97"/>
                <a:gd name="T3" fmla="*/ 0 h 23"/>
                <a:gd name="T4" fmla="*/ 0 w 97"/>
                <a:gd name="T5" fmla="*/ 0 h 23"/>
                <a:gd name="T6" fmla="*/ 0 w 9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"/>
                <a:gd name="T13" fmla="*/ 0 h 23"/>
                <a:gd name="T14" fmla="*/ 97 w 97"/>
                <a:gd name="T15" fmla="*/ 23 h 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" h="23">
                  <a:moveTo>
                    <a:pt x="0" y="23"/>
                  </a:moveTo>
                  <a:lnTo>
                    <a:pt x="97" y="7"/>
                  </a:lnTo>
                  <a:lnTo>
                    <a:pt x="79" y="0"/>
                  </a:lnTo>
                  <a:lnTo>
                    <a:pt x="61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Freeform 404">
              <a:extLst>
                <a:ext uri="{FF2B5EF4-FFF2-40B4-BE49-F238E27FC236}">
                  <a16:creationId xmlns:a16="http://schemas.microsoft.com/office/drawing/2014/main" id="{F76BF8B3-9527-EAB9-7C93-0279CA737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515"/>
              <a:ext cx="16" cy="5"/>
            </a:xfrm>
            <a:custGeom>
              <a:avLst/>
              <a:gdLst>
                <a:gd name="T0" fmla="*/ 0 w 108"/>
                <a:gd name="T1" fmla="*/ 0 h 30"/>
                <a:gd name="T2" fmla="*/ 0 w 108"/>
                <a:gd name="T3" fmla="*/ 0 h 30"/>
                <a:gd name="T4" fmla="*/ 0 w 108"/>
                <a:gd name="T5" fmla="*/ 0 h 30"/>
                <a:gd name="T6" fmla="*/ 0 w 10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0" y="30"/>
                  </a:moveTo>
                  <a:lnTo>
                    <a:pt x="108" y="6"/>
                  </a:lnTo>
                  <a:lnTo>
                    <a:pt x="91" y="0"/>
                  </a:lnTo>
                  <a:lnTo>
                    <a:pt x="73" y="1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405">
              <a:extLst>
                <a:ext uri="{FF2B5EF4-FFF2-40B4-BE49-F238E27FC236}">
                  <a16:creationId xmlns:a16="http://schemas.microsoft.com/office/drawing/2014/main" id="{B3B4FEE2-90D7-5A5C-073A-74AB1AF80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20" y="496"/>
              <a:ext cx="3" cy="69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Freeform 406">
              <a:extLst>
                <a:ext uri="{FF2B5EF4-FFF2-40B4-BE49-F238E27FC236}">
                  <a16:creationId xmlns:a16="http://schemas.microsoft.com/office/drawing/2014/main" id="{1E155FE1-495E-BC8C-69AF-17D043750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450"/>
              <a:ext cx="11" cy="24"/>
            </a:xfrm>
            <a:custGeom>
              <a:avLst/>
              <a:gdLst>
                <a:gd name="T0" fmla="*/ 0 w 73"/>
                <a:gd name="T1" fmla="*/ 0 h 166"/>
                <a:gd name="T2" fmla="*/ 0 w 73"/>
                <a:gd name="T3" fmla="*/ 0 h 166"/>
                <a:gd name="T4" fmla="*/ 0 w 73"/>
                <a:gd name="T5" fmla="*/ 0 h 166"/>
                <a:gd name="T6" fmla="*/ 0 w 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"/>
                <a:gd name="T13" fmla="*/ 0 h 166"/>
                <a:gd name="T14" fmla="*/ 73 w 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" h="166">
                  <a:moveTo>
                    <a:pt x="0" y="0"/>
                  </a:moveTo>
                  <a:lnTo>
                    <a:pt x="43" y="68"/>
                  </a:lnTo>
                  <a:lnTo>
                    <a:pt x="67" y="121"/>
                  </a:lnTo>
                  <a:lnTo>
                    <a:pt x="73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Freeform 407">
              <a:extLst>
                <a:ext uri="{FF2B5EF4-FFF2-40B4-BE49-F238E27FC236}">
                  <a16:creationId xmlns:a16="http://schemas.microsoft.com/office/drawing/2014/main" id="{1D8B6FCC-4068-4E16-3D8F-59F13BA3B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476"/>
              <a:ext cx="78" cy="11"/>
            </a:xfrm>
            <a:custGeom>
              <a:avLst/>
              <a:gdLst>
                <a:gd name="T0" fmla="*/ 0 w 544"/>
                <a:gd name="T1" fmla="*/ 0 h 75"/>
                <a:gd name="T2" fmla="*/ 0 w 544"/>
                <a:gd name="T3" fmla="*/ 0 h 75"/>
                <a:gd name="T4" fmla="*/ 0 w 544"/>
                <a:gd name="T5" fmla="*/ 0 h 75"/>
                <a:gd name="T6" fmla="*/ 0 w 544"/>
                <a:gd name="T7" fmla="*/ 0 h 75"/>
                <a:gd name="T8" fmla="*/ 0 w 544"/>
                <a:gd name="T9" fmla="*/ 0 h 75"/>
                <a:gd name="T10" fmla="*/ 0 w 544"/>
                <a:gd name="T11" fmla="*/ 0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4"/>
                <a:gd name="T19" fmla="*/ 0 h 75"/>
                <a:gd name="T20" fmla="*/ 544 w 544"/>
                <a:gd name="T21" fmla="*/ 75 h 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4" h="75">
                  <a:moveTo>
                    <a:pt x="0" y="61"/>
                  </a:moveTo>
                  <a:lnTo>
                    <a:pt x="18" y="75"/>
                  </a:lnTo>
                  <a:lnTo>
                    <a:pt x="36" y="67"/>
                  </a:lnTo>
                  <a:lnTo>
                    <a:pt x="544" y="7"/>
                  </a:lnTo>
                  <a:lnTo>
                    <a:pt x="514" y="0"/>
                  </a:lnTo>
                  <a:lnTo>
                    <a:pt x="423" y="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Freeform 408">
              <a:extLst>
                <a:ext uri="{FF2B5EF4-FFF2-40B4-BE49-F238E27FC236}">
                  <a16:creationId xmlns:a16="http://schemas.microsoft.com/office/drawing/2014/main" id="{33621077-6F78-A01F-4A2F-BB2695A55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494"/>
              <a:ext cx="24" cy="23"/>
            </a:xfrm>
            <a:custGeom>
              <a:avLst/>
              <a:gdLst>
                <a:gd name="T0" fmla="*/ 0 w 170"/>
                <a:gd name="T1" fmla="*/ 0 h 166"/>
                <a:gd name="T2" fmla="*/ 0 w 170"/>
                <a:gd name="T3" fmla="*/ 0 h 166"/>
                <a:gd name="T4" fmla="*/ 0 w 170"/>
                <a:gd name="T5" fmla="*/ 0 h 166"/>
                <a:gd name="T6" fmla="*/ 0 w 170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66"/>
                <a:gd name="T14" fmla="*/ 170 w 170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66">
                  <a:moveTo>
                    <a:pt x="0" y="0"/>
                  </a:moveTo>
                  <a:lnTo>
                    <a:pt x="91" y="61"/>
                  </a:lnTo>
                  <a:lnTo>
                    <a:pt x="139" y="114"/>
                  </a:lnTo>
                  <a:lnTo>
                    <a:pt x="170" y="1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Freeform 409">
              <a:extLst>
                <a:ext uri="{FF2B5EF4-FFF2-40B4-BE49-F238E27FC236}">
                  <a16:creationId xmlns:a16="http://schemas.microsoft.com/office/drawing/2014/main" id="{24EFC0C4-CF89-4609-C931-B1B524D24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" y="495"/>
              <a:ext cx="28" cy="39"/>
            </a:xfrm>
            <a:custGeom>
              <a:avLst/>
              <a:gdLst>
                <a:gd name="T0" fmla="*/ 0 w 194"/>
                <a:gd name="T1" fmla="*/ 0 h 273"/>
                <a:gd name="T2" fmla="*/ 0 w 194"/>
                <a:gd name="T3" fmla="*/ 0 h 273"/>
                <a:gd name="T4" fmla="*/ 0 w 194"/>
                <a:gd name="T5" fmla="*/ 0 h 273"/>
                <a:gd name="T6" fmla="*/ 0 w 194"/>
                <a:gd name="T7" fmla="*/ 0 h 273"/>
                <a:gd name="T8" fmla="*/ 0 w 194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273"/>
                <a:gd name="T17" fmla="*/ 194 w 194"/>
                <a:gd name="T18" fmla="*/ 273 h 2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273">
                  <a:moveTo>
                    <a:pt x="194" y="0"/>
                  </a:moveTo>
                  <a:lnTo>
                    <a:pt x="187" y="23"/>
                  </a:lnTo>
                  <a:lnTo>
                    <a:pt x="116" y="129"/>
                  </a:lnTo>
                  <a:lnTo>
                    <a:pt x="43" y="212"/>
                  </a:lnTo>
                  <a:lnTo>
                    <a:pt x="0" y="27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Freeform 410">
              <a:extLst>
                <a:ext uri="{FF2B5EF4-FFF2-40B4-BE49-F238E27FC236}">
                  <a16:creationId xmlns:a16="http://schemas.microsoft.com/office/drawing/2014/main" id="{2654D8D6-BB1E-D04A-5561-698F8C94B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518"/>
              <a:ext cx="58" cy="61"/>
            </a:xfrm>
            <a:custGeom>
              <a:avLst/>
              <a:gdLst>
                <a:gd name="T0" fmla="*/ 0 w 406"/>
                <a:gd name="T1" fmla="*/ 0 h 424"/>
                <a:gd name="T2" fmla="*/ 0 w 406"/>
                <a:gd name="T3" fmla="*/ 0 h 424"/>
                <a:gd name="T4" fmla="*/ 0 w 406"/>
                <a:gd name="T5" fmla="*/ 0 h 424"/>
                <a:gd name="T6" fmla="*/ 0 w 406"/>
                <a:gd name="T7" fmla="*/ 0 h 424"/>
                <a:gd name="T8" fmla="*/ 0 w 406"/>
                <a:gd name="T9" fmla="*/ 0 h 424"/>
                <a:gd name="T10" fmla="*/ 0 w 406"/>
                <a:gd name="T11" fmla="*/ 0 h 4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6"/>
                <a:gd name="T19" fmla="*/ 0 h 424"/>
                <a:gd name="T20" fmla="*/ 406 w 406"/>
                <a:gd name="T21" fmla="*/ 424 h 4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6" h="424">
                  <a:moveTo>
                    <a:pt x="0" y="0"/>
                  </a:moveTo>
                  <a:lnTo>
                    <a:pt x="19" y="15"/>
                  </a:lnTo>
                  <a:lnTo>
                    <a:pt x="297" y="409"/>
                  </a:lnTo>
                  <a:lnTo>
                    <a:pt x="406" y="424"/>
                  </a:lnTo>
                  <a:lnTo>
                    <a:pt x="291" y="402"/>
                  </a:lnTo>
                  <a:lnTo>
                    <a:pt x="242" y="35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Freeform 411">
              <a:extLst>
                <a:ext uri="{FF2B5EF4-FFF2-40B4-BE49-F238E27FC236}">
                  <a16:creationId xmlns:a16="http://schemas.microsoft.com/office/drawing/2014/main" id="{724C03C9-FC49-AC34-132C-0060316C4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505"/>
              <a:ext cx="57" cy="79"/>
            </a:xfrm>
            <a:custGeom>
              <a:avLst/>
              <a:gdLst>
                <a:gd name="T0" fmla="*/ 0 w 400"/>
                <a:gd name="T1" fmla="*/ 0 h 553"/>
                <a:gd name="T2" fmla="*/ 0 w 400"/>
                <a:gd name="T3" fmla="*/ 0 h 553"/>
                <a:gd name="T4" fmla="*/ 0 w 400"/>
                <a:gd name="T5" fmla="*/ 0 h 553"/>
                <a:gd name="T6" fmla="*/ 0 w 400"/>
                <a:gd name="T7" fmla="*/ 0 h 553"/>
                <a:gd name="T8" fmla="*/ 0 w 400"/>
                <a:gd name="T9" fmla="*/ 0 h 553"/>
                <a:gd name="T10" fmla="*/ 0 w 400"/>
                <a:gd name="T11" fmla="*/ 0 h 553"/>
                <a:gd name="T12" fmla="*/ 0 w 400"/>
                <a:gd name="T13" fmla="*/ 0 h 553"/>
                <a:gd name="T14" fmla="*/ 0 w 400"/>
                <a:gd name="T15" fmla="*/ 0 h 553"/>
                <a:gd name="T16" fmla="*/ 0 w 400"/>
                <a:gd name="T17" fmla="*/ 0 h 553"/>
                <a:gd name="T18" fmla="*/ 0 w 400"/>
                <a:gd name="T19" fmla="*/ 0 h 553"/>
                <a:gd name="T20" fmla="*/ 0 w 400"/>
                <a:gd name="T21" fmla="*/ 0 h 5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0"/>
                <a:gd name="T34" fmla="*/ 0 h 553"/>
                <a:gd name="T35" fmla="*/ 400 w 400"/>
                <a:gd name="T36" fmla="*/ 553 h 5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0" h="553">
                  <a:moveTo>
                    <a:pt x="387" y="0"/>
                  </a:moveTo>
                  <a:lnTo>
                    <a:pt x="400" y="31"/>
                  </a:lnTo>
                  <a:lnTo>
                    <a:pt x="382" y="91"/>
                  </a:lnTo>
                  <a:lnTo>
                    <a:pt x="339" y="190"/>
                  </a:lnTo>
                  <a:lnTo>
                    <a:pt x="303" y="265"/>
                  </a:lnTo>
                  <a:lnTo>
                    <a:pt x="260" y="318"/>
                  </a:lnTo>
                  <a:lnTo>
                    <a:pt x="223" y="378"/>
                  </a:lnTo>
                  <a:lnTo>
                    <a:pt x="169" y="432"/>
                  </a:lnTo>
                  <a:lnTo>
                    <a:pt x="115" y="477"/>
                  </a:lnTo>
                  <a:lnTo>
                    <a:pt x="66" y="507"/>
                  </a:lnTo>
                  <a:lnTo>
                    <a:pt x="0" y="55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Freeform 412">
              <a:extLst>
                <a:ext uri="{FF2B5EF4-FFF2-40B4-BE49-F238E27FC236}">
                  <a16:creationId xmlns:a16="http://schemas.microsoft.com/office/drawing/2014/main" id="{0FB661AA-8B46-2C57-6D81-5C9BA5B49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7" y="459"/>
              <a:ext cx="24" cy="50"/>
            </a:xfrm>
            <a:custGeom>
              <a:avLst/>
              <a:gdLst>
                <a:gd name="T0" fmla="*/ 0 w 164"/>
                <a:gd name="T1" fmla="*/ 0 h 348"/>
                <a:gd name="T2" fmla="*/ 0 w 164"/>
                <a:gd name="T3" fmla="*/ 0 h 348"/>
                <a:gd name="T4" fmla="*/ 0 w 164"/>
                <a:gd name="T5" fmla="*/ 0 h 348"/>
                <a:gd name="T6" fmla="*/ 0 w 164"/>
                <a:gd name="T7" fmla="*/ 0 h 348"/>
                <a:gd name="T8" fmla="*/ 0 w 164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4"/>
                <a:gd name="T16" fmla="*/ 0 h 348"/>
                <a:gd name="T17" fmla="*/ 164 w 164"/>
                <a:gd name="T18" fmla="*/ 348 h 3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4" h="348">
                  <a:moveTo>
                    <a:pt x="164" y="0"/>
                  </a:moveTo>
                  <a:lnTo>
                    <a:pt x="157" y="37"/>
                  </a:lnTo>
                  <a:lnTo>
                    <a:pt x="60" y="234"/>
                  </a:lnTo>
                  <a:lnTo>
                    <a:pt x="0" y="348"/>
                  </a:lnTo>
                  <a:lnTo>
                    <a:pt x="164" y="31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Freeform 413">
              <a:extLst>
                <a:ext uri="{FF2B5EF4-FFF2-40B4-BE49-F238E27FC236}">
                  <a16:creationId xmlns:a16="http://schemas.microsoft.com/office/drawing/2014/main" id="{791ABB94-36AF-5261-8F46-42736741E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488"/>
              <a:ext cx="27" cy="51"/>
            </a:xfrm>
            <a:custGeom>
              <a:avLst/>
              <a:gdLst>
                <a:gd name="T0" fmla="*/ 0 w 188"/>
                <a:gd name="T1" fmla="*/ 0 h 356"/>
                <a:gd name="T2" fmla="*/ 0 w 188"/>
                <a:gd name="T3" fmla="*/ 0 h 356"/>
                <a:gd name="T4" fmla="*/ 0 w 188"/>
                <a:gd name="T5" fmla="*/ 0 h 356"/>
                <a:gd name="T6" fmla="*/ 0 w 188"/>
                <a:gd name="T7" fmla="*/ 0 h 356"/>
                <a:gd name="T8" fmla="*/ 0 w 188"/>
                <a:gd name="T9" fmla="*/ 0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"/>
                <a:gd name="T16" fmla="*/ 0 h 356"/>
                <a:gd name="T17" fmla="*/ 188 w 188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" h="356">
                  <a:moveTo>
                    <a:pt x="175" y="0"/>
                  </a:moveTo>
                  <a:lnTo>
                    <a:pt x="85" y="220"/>
                  </a:lnTo>
                  <a:lnTo>
                    <a:pt x="12" y="348"/>
                  </a:lnTo>
                  <a:lnTo>
                    <a:pt x="0" y="356"/>
                  </a:lnTo>
                  <a:lnTo>
                    <a:pt x="188" y="29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Line 414">
              <a:extLst>
                <a:ext uri="{FF2B5EF4-FFF2-40B4-BE49-F238E27FC236}">
                  <a16:creationId xmlns:a16="http://schemas.microsoft.com/office/drawing/2014/main" id="{C9700B98-71D5-875A-93BA-F0EFDC5DC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6" y="548"/>
              <a:ext cx="38" cy="2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Freeform 415">
              <a:extLst>
                <a:ext uri="{FF2B5EF4-FFF2-40B4-BE49-F238E27FC236}">
                  <a16:creationId xmlns:a16="http://schemas.microsoft.com/office/drawing/2014/main" id="{E59042D3-D83C-F28A-EF34-1FDF3AD49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462"/>
              <a:ext cx="13" cy="14"/>
            </a:xfrm>
            <a:custGeom>
              <a:avLst/>
              <a:gdLst>
                <a:gd name="T0" fmla="*/ 0 w 86"/>
                <a:gd name="T1" fmla="*/ 0 h 99"/>
                <a:gd name="T2" fmla="*/ 0 w 86"/>
                <a:gd name="T3" fmla="*/ 0 h 99"/>
                <a:gd name="T4" fmla="*/ 0 w 86"/>
                <a:gd name="T5" fmla="*/ 0 h 99"/>
                <a:gd name="T6" fmla="*/ 0 60000 65536"/>
                <a:gd name="T7" fmla="*/ 0 60000 65536"/>
                <a:gd name="T8" fmla="*/ 0 60000 65536"/>
                <a:gd name="T9" fmla="*/ 0 w 86"/>
                <a:gd name="T10" fmla="*/ 0 h 99"/>
                <a:gd name="T11" fmla="*/ 86 w 86"/>
                <a:gd name="T12" fmla="*/ 99 h 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99">
                  <a:moveTo>
                    <a:pt x="86" y="99"/>
                  </a:moveTo>
                  <a:lnTo>
                    <a:pt x="68" y="6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Freeform 416">
              <a:extLst>
                <a:ext uri="{FF2B5EF4-FFF2-40B4-BE49-F238E27FC236}">
                  <a16:creationId xmlns:a16="http://schemas.microsoft.com/office/drawing/2014/main" id="{17447B2F-6F75-C2CF-CAE8-A1B4EA8B6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" y="450"/>
              <a:ext cx="39" cy="134"/>
            </a:xfrm>
            <a:custGeom>
              <a:avLst/>
              <a:gdLst>
                <a:gd name="T0" fmla="*/ 0 w 278"/>
                <a:gd name="T1" fmla="*/ 0 h 939"/>
                <a:gd name="T2" fmla="*/ 0 w 278"/>
                <a:gd name="T3" fmla="*/ 0 h 939"/>
                <a:gd name="T4" fmla="*/ 0 w 278"/>
                <a:gd name="T5" fmla="*/ 0 h 939"/>
                <a:gd name="T6" fmla="*/ 0 w 278"/>
                <a:gd name="T7" fmla="*/ 0 h 939"/>
                <a:gd name="T8" fmla="*/ 0 w 278"/>
                <a:gd name="T9" fmla="*/ 0 h 939"/>
                <a:gd name="T10" fmla="*/ 0 w 278"/>
                <a:gd name="T11" fmla="*/ 0 h 939"/>
                <a:gd name="T12" fmla="*/ 0 w 278"/>
                <a:gd name="T13" fmla="*/ 0 h 939"/>
                <a:gd name="T14" fmla="*/ 0 w 278"/>
                <a:gd name="T15" fmla="*/ 0 h 939"/>
                <a:gd name="T16" fmla="*/ 0 w 278"/>
                <a:gd name="T17" fmla="*/ 0 h 939"/>
                <a:gd name="T18" fmla="*/ 0 w 278"/>
                <a:gd name="T19" fmla="*/ 0 h 939"/>
                <a:gd name="T20" fmla="*/ 0 w 278"/>
                <a:gd name="T21" fmla="*/ 0 h 939"/>
                <a:gd name="T22" fmla="*/ 0 w 278"/>
                <a:gd name="T23" fmla="*/ 0 h 939"/>
                <a:gd name="T24" fmla="*/ 0 w 278"/>
                <a:gd name="T25" fmla="*/ 0 h 939"/>
                <a:gd name="T26" fmla="*/ 0 w 278"/>
                <a:gd name="T27" fmla="*/ 0 h 939"/>
                <a:gd name="T28" fmla="*/ 0 w 278"/>
                <a:gd name="T29" fmla="*/ 0 h 939"/>
                <a:gd name="T30" fmla="*/ 0 w 278"/>
                <a:gd name="T31" fmla="*/ 0 h 9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78"/>
                <a:gd name="T49" fmla="*/ 0 h 939"/>
                <a:gd name="T50" fmla="*/ 278 w 278"/>
                <a:gd name="T51" fmla="*/ 939 h 9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78" h="939">
                  <a:moveTo>
                    <a:pt x="0" y="0"/>
                  </a:moveTo>
                  <a:lnTo>
                    <a:pt x="6" y="37"/>
                  </a:lnTo>
                  <a:lnTo>
                    <a:pt x="6" y="212"/>
                  </a:lnTo>
                  <a:lnTo>
                    <a:pt x="18" y="340"/>
                  </a:lnTo>
                  <a:lnTo>
                    <a:pt x="24" y="417"/>
                  </a:lnTo>
                  <a:lnTo>
                    <a:pt x="37" y="500"/>
                  </a:lnTo>
                  <a:lnTo>
                    <a:pt x="48" y="576"/>
                  </a:lnTo>
                  <a:lnTo>
                    <a:pt x="60" y="651"/>
                  </a:lnTo>
                  <a:lnTo>
                    <a:pt x="78" y="712"/>
                  </a:lnTo>
                  <a:lnTo>
                    <a:pt x="109" y="772"/>
                  </a:lnTo>
                  <a:lnTo>
                    <a:pt x="151" y="841"/>
                  </a:lnTo>
                  <a:lnTo>
                    <a:pt x="194" y="886"/>
                  </a:lnTo>
                  <a:lnTo>
                    <a:pt x="237" y="924"/>
                  </a:lnTo>
                  <a:lnTo>
                    <a:pt x="267" y="939"/>
                  </a:lnTo>
                  <a:lnTo>
                    <a:pt x="278" y="758"/>
                  </a:lnTo>
                  <a:lnTo>
                    <a:pt x="254" y="9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417">
              <a:extLst>
                <a:ext uri="{FF2B5EF4-FFF2-40B4-BE49-F238E27FC236}">
                  <a16:creationId xmlns:a16="http://schemas.microsoft.com/office/drawing/2014/main" id="{9DBD5450-CA09-C838-1459-5023D5B2AE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487"/>
              <a:ext cx="37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418">
              <a:extLst>
                <a:ext uri="{FF2B5EF4-FFF2-40B4-BE49-F238E27FC236}">
                  <a16:creationId xmlns:a16="http://schemas.microsoft.com/office/drawing/2014/main" id="{0EB62E24-870B-367B-FFD6-2A77BF9CA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511"/>
              <a:ext cx="44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Freeform 419">
              <a:extLst>
                <a:ext uri="{FF2B5EF4-FFF2-40B4-BE49-F238E27FC236}">
                  <a16:creationId xmlns:a16="http://schemas.microsoft.com/office/drawing/2014/main" id="{489D05F5-B982-254C-38AF-BEA1A389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525"/>
              <a:ext cx="49" cy="54"/>
            </a:xfrm>
            <a:custGeom>
              <a:avLst/>
              <a:gdLst>
                <a:gd name="T0" fmla="*/ 0 w 345"/>
                <a:gd name="T1" fmla="*/ 0 h 379"/>
                <a:gd name="T2" fmla="*/ 0 w 345"/>
                <a:gd name="T3" fmla="*/ 0 h 379"/>
                <a:gd name="T4" fmla="*/ 0 w 345"/>
                <a:gd name="T5" fmla="*/ 0 h 379"/>
                <a:gd name="T6" fmla="*/ 0 w 345"/>
                <a:gd name="T7" fmla="*/ 0 h 379"/>
                <a:gd name="T8" fmla="*/ 0 w 345"/>
                <a:gd name="T9" fmla="*/ 0 h 379"/>
                <a:gd name="T10" fmla="*/ 0 w 345"/>
                <a:gd name="T11" fmla="*/ 0 h 379"/>
                <a:gd name="T12" fmla="*/ 0 w 345"/>
                <a:gd name="T13" fmla="*/ 0 h 379"/>
                <a:gd name="T14" fmla="*/ 0 w 345"/>
                <a:gd name="T15" fmla="*/ 0 h 3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5"/>
                <a:gd name="T25" fmla="*/ 0 h 379"/>
                <a:gd name="T26" fmla="*/ 345 w 345"/>
                <a:gd name="T27" fmla="*/ 379 h 37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5" h="379">
                  <a:moveTo>
                    <a:pt x="345" y="0"/>
                  </a:moveTo>
                  <a:lnTo>
                    <a:pt x="338" y="30"/>
                  </a:lnTo>
                  <a:lnTo>
                    <a:pt x="290" y="107"/>
                  </a:lnTo>
                  <a:lnTo>
                    <a:pt x="242" y="167"/>
                  </a:lnTo>
                  <a:lnTo>
                    <a:pt x="187" y="228"/>
                  </a:lnTo>
                  <a:lnTo>
                    <a:pt x="121" y="288"/>
                  </a:lnTo>
                  <a:lnTo>
                    <a:pt x="55" y="341"/>
                  </a:lnTo>
                  <a:lnTo>
                    <a:pt x="0" y="37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Freeform 420">
              <a:extLst>
                <a:ext uri="{FF2B5EF4-FFF2-40B4-BE49-F238E27FC236}">
                  <a16:creationId xmlns:a16="http://schemas.microsoft.com/office/drawing/2014/main" id="{D5A40B74-CBDE-F382-70CC-8082544DE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452"/>
              <a:ext cx="11" cy="45"/>
            </a:xfrm>
            <a:custGeom>
              <a:avLst/>
              <a:gdLst>
                <a:gd name="T0" fmla="*/ 0 w 78"/>
                <a:gd name="T1" fmla="*/ 0 h 311"/>
                <a:gd name="T2" fmla="*/ 0 w 78"/>
                <a:gd name="T3" fmla="*/ 0 h 311"/>
                <a:gd name="T4" fmla="*/ 0 w 78"/>
                <a:gd name="T5" fmla="*/ 0 h 311"/>
                <a:gd name="T6" fmla="*/ 0 w 78"/>
                <a:gd name="T7" fmla="*/ 0 h 3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311"/>
                <a:gd name="T14" fmla="*/ 78 w 78"/>
                <a:gd name="T15" fmla="*/ 311 h 3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311">
                  <a:moveTo>
                    <a:pt x="78" y="0"/>
                  </a:moveTo>
                  <a:lnTo>
                    <a:pt x="66" y="68"/>
                  </a:lnTo>
                  <a:lnTo>
                    <a:pt x="23" y="220"/>
                  </a:lnTo>
                  <a:lnTo>
                    <a:pt x="0" y="31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Freeform 421">
              <a:extLst>
                <a:ext uri="{FF2B5EF4-FFF2-40B4-BE49-F238E27FC236}">
                  <a16:creationId xmlns:a16="http://schemas.microsoft.com/office/drawing/2014/main" id="{3C671330-B5B8-C053-DC19-769D97318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488"/>
              <a:ext cx="34" cy="81"/>
            </a:xfrm>
            <a:custGeom>
              <a:avLst/>
              <a:gdLst>
                <a:gd name="T0" fmla="*/ 0 w 242"/>
                <a:gd name="T1" fmla="*/ 0 h 568"/>
                <a:gd name="T2" fmla="*/ 0 w 242"/>
                <a:gd name="T3" fmla="*/ 0 h 568"/>
                <a:gd name="T4" fmla="*/ 0 w 242"/>
                <a:gd name="T5" fmla="*/ 0 h 568"/>
                <a:gd name="T6" fmla="*/ 0 w 242"/>
                <a:gd name="T7" fmla="*/ 0 h 568"/>
                <a:gd name="T8" fmla="*/ 0 w 242"/>
                <a:gd name="T9" fmla="*/ 0 h 568"/>
                <a:gd name="T10" fmla="*/ 0 w 242"/>
                <a:gd name="T11" fmla="*/ 0 h 568"/>
                <a:gd name="T12" fmla="*/ 0 w 242"/>
                <a:gd name="T13" fmla="*/ 0 h 568"/>
                <a:gd name="T14" fmla="*/ 0 w 242"/>
                <a:gd name="T15" fmla="*/ 0 h 568"/>
                <a:gd name="T16" fmla="*/ 0 w 242"/>
                <a:gd name="T17" fmla="*/ 0 h 568"/>
                <a:gd name="T18" fmla="*/ 0 w 242"/>
                <a:gd name="T19" fmla="*/ 0 h 568"/>
                <a:gd name="T20" fmla="*/ 0 w 242"/>
                <a:gd name="T21" fmla="*/ 0 h 568"/>
                <a:gd name="T22" fmla="*/ 0 w 242"/>
                <a:gd name="T23" fmla="*/ 0 h 568"/>
                <a:gd name="T24" fmla="*/ 0 w 242"/>
                <a:gd name="T25" fmla="*/ 0 h 568"/>
                <a:gd name="T26" fmla="*/ 0 w 242"/>
                <a:gd name="T27" fmla="*/ 0 h 568"/>
                <a:gd name="T28" fmla="*/ 0 w 242"/>
                <a:gd name="T29" fmla="*/ 0 h 5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2"/>
                <a:gd name="T46" fmla="*/ 0 h 568"/>
                <a:gd name="T47" fmla="*/ 242 w 242"/>
                <a:gd name="T48" fmla="*/ 568 h 56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2" h="568">
                  <a:moveTo>
                    <a:pt x="0" y="0"/>
                  </a:moveTo>
                  <a:lnTo>
                    <a:pt x="18" y="68"/>
                  </a:lnTo>
                  <a:lnTo>
                    <a:pt x="24" y="257"/>
                  </a:lnTo>
                  <a:lnTo>
                    <a:pt x="18" y="416"/>
                  </a:lnTo>
                  <a:lnTo>
                    <a:pt x="24" y="568"/>
                  </a:lnTo>
                  <a:lnTo>
                    <a:pt x="12" y="499"/>
                  </a:lnTo>
                  <a:lnTo>
                    <a:pt x="157" y="485"/>
                  </a:lnTo>
                  <a:lnTo>
                    <a:pt x="193" y="530"/>
                  </a:lnTo>
                  <a:lnTo>
                    <a:pt x="200" y="560"/>
                  </a:lnTo>
                  <a:lnTo>
                    <a:pt x="206" y="348"/>
                  </a:lnTo>
                  <a:lnTo>
                    <a:pt x="218" y="38"/>
                  </a:lnTo>
                  <a:lnTo>
                    <a:pt x="218" y="0"/>
                  </a:lnTo>
                  <a:lnTo>
                    <a:pt x="242" y="30"/>
                  </a:lnTo>
                  <a:lnTo>
                    <a:pt x="193" y="45"/>
                  </a:lnTo>
                  <a:lnTo>
                    <a:pt x="24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Line 422">
              <a:extLst>
                <a:ext uri="{FF2B5EF4-FFF2-40B4-BE49-F238E27FC236}">
                  <a16:creationId xmlns:a16="http://schemas.microsoft.com/office/drawing/2014/main" id="{80137576-9217-EE4D-8182-C7BF350A6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1" y="524"/>
              <a:ext cx="19" cy="2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Freeform 423">
              <a:extLst>
                <a:ext uri="{FF2B5EF4-FFF2-40B4-BE49-F238E27FC236}">
                  <a16:creationId xmlns:a16="http://schemas.microsoft.com/office/drawing/2014/main" id="{6606726C-1FF9-5B53-ECB0-C5CB53908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450"/>
              <a:ext cx="18" cy="75"/>
            </a:xfrm>
            <a:custGeom>
              <a:avLst/>
              <a:gdLst>
                <a:gd name="T0" fmla="*/ 0 w 128"/>
                <a:gd name="T1" fmla="*/ 0 h 522"/>
                <a:gd name="T2" fmla="*/ 0 w 128"/>
                <a:gd name="T3" fmla="*/ 0 h 522"/>
                <a:gd name="T4" fmla="*/ 0 w 128"/>
                <a:gd name="T5" fmla="*/ 0 h 522"/>
                <a:gd name="T6" fmla="*/ 0 w 128"/>
                <a:gd name="T7" fmla="*/ 0 h 522"/>
                <a:gd name="T8" fmla="*/ 0 w 128"/>
                <a:gd name="T9" fmla="*/ 0 h 522"/>
                <a:gd name="T10" fmla="*/ 0 w 128"/>
                <a:gd name="T11" fmla="*/ 0 h 522"/>
                <a:gd name="T12" fmla="*/ 0 w 128"/>
                <a:gd name="T13" fmla="*/ 0 h 5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8"/>
                <a:gd name="T22" fmla="*/ 0 h 522"/>
                <a:gd name="T23" fmla="*/ 128 w 128"/>
                <a:gd name="T24" fmla="*/ 522 h 52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8" h="522">
                  <a:moveTo>
                    <a:pt x="121" y="0"/>
                  </a:moveTo>
                  <a:lnTo>
                    <a:pt x="128" y="53"/>
                  </a:lnTo>
                  <a:lnTo>
                    <a:pt x="98" y="182"/>
                  </a:lnTo>
                  <a:lnTo>
                    <a:pt x="67" y="318"/>
                  </a:lnTo>
                  <a:lnTo>
                    <a:pt x="37" y="417"/>
                  </a:lnTo>
                  <a:lnTo>
                    <a:pt x="12" y="485"/>
                  </a:lnTo>
                  <a:lnTo>
                    <a:pt x="0" y="52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Freeform 424">
              <a:extLst>
                <a:ext uri="{FF2B5EF4-FFF2-40B4-BE49-F238E27FC236}">
                  <a16:creationId xmlns:a16="http://schemas.microsoft.com/office/drawing/2014/main" id="{790F2BB5-CAC1-D43B-C62D-017B6DEB0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486"/>
              <a:ext cx="38" cy="99"/>
            </a:xfrm>
            <a:custGeom>
              <a:avLst/>
              <a:gdLst>
                <a:gd name="T0" fmla="*/ 0 w 266"/>
                <a:gd name="T1" fmla="*/ 0 h 697"/>
                <a:gd name="T2" fmla="*/ 0 w 266"/>
                <a:gd name="T3" fmla="*/ 0 h 697"/>
                <a:gd name="T4" fmla="*/ 0 w 266"/>
                <a:gd name="T5" fmla="*/ 0 h 697"/>
                <a:gd name="T6" fmla="*/ 0 w 266"/>
                <a:gd name="T7" fmla="*/ 0 h 697"/>
                <a:gd name="T8" fmla="*/ 0 w 266"/>
                <a:gd name="T9" fmla="*/ 0 h 697"/>
                <a:gd name="T10" fmla="*/ 0 w 266"/>
                <a:gd name="T11" fmla="*/ 0 h 697"/>
                <a:gd name="T12" fmla="*/ 0 w 266"/>
                <a:gd name="T13" fmla="*/ 0 h 697"/>
                <a:gd name="T14" fmla="*/ 0 w 266"/>
                <a:gd name="T15" fmla="*/ 0 h 697"/>
                <a:gd name="T16" fmla="*/ 0 w 266"/>
                <a:gd name="T17" fmla="*/ 0 h 697"/>
                <a:gd name="T18" fmla="*/ 0 w 266"/>
                <a:gd name="T19" fmla="*/ 0 h 697"/>
                <a:gd name="T20" fmla="*/ 0 w 266"/>
                <a:gd name="T21" fmla="*/ 0 h 697"/>
                <a:gd name="T22" fmla="*/ 0 w 266"/>
                <a:gd name="T23" fmla="*/ 0 h 697"/>
                <a:gd name="T24" fmla="*/ 0 w 266"/>
                <a:gd name="T25" fmla="*/ 0 h 697"/>
                <a:gd name="T26" fmla="*/ 0 w 266"/>
                <a:gd name="T27" fmla="*/ 0 h 69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6"/>
                <a:gd name="T43" fmla="*/ 0 h 697"/>
                <a:gd name="T44" fmla="*/ 266 w 266"/>
                <a:gd name="T45" fmla="*/ 697 h 69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6" h="697">
                  <a:moveTo>
                    <a:pt x="0" y="69"/>
                  </a:moveTo>
                  <a:lnTo>
                    <a:pt x="133" y="61"/>
                  </a:lnTo>
                  <a:lnTo>
                    <a:pt x="139" y="61"/>
                  </a:lnTo>
                  <a:lnTo>
                    <a:pt x="248" y="38"/>
                  </a:lnTo>
                  <a:lnTo>
                    <a:pt x="266" y="31"/>
                  </a:lnTo>
                  <a:lnTo>
                    <a:pt x="248" y="0"/>
                  </a:lnTo>
                  <a:lnTo>
                    <a:pt x="236" y="137"/>
                  </a:lnTo>
                  <a:lnTo>
                    <a:pt x="230" y="281"/>
                  </a:lnTo>
                  <a:lnTo>
                    <a:pt x="211" y="418"/>
                  </a:lnTo>
                  <a:lnTo>
                    <a:pt x="193" y="546"/>
                  </a:lnTo>
                  <a:lnTo>
                    <a:pt x="170" y="630"/>
                  </a:lnTo>
                  <a:lnTo>
                    <a:pt x="145" y="697"/>
                  </a:lnTo>
                  <a:lnTo>
                    <a:pt x="42" y="546"/>
                  </a:lnTo>
                  <a:lnTo>
                    <a:pt x="151" y="68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Freeform 425">
              <a:extLst>
                <a:ext uri="{FF2B5EF4-FFF2-40B4-BE49-F238E27FC236}">
                  <a16:creationId xmlns:a16="http://schemas.microsoft.com/office/drawing/2014/main" id="{7C8FEB77-1C3F-8D57-EC04-235DEB35A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515"/>
              <a:ext cx="12" cy="25"/>
            </a:xfrm>
            <a:custGeom>
              <a:avLst/>
              <a:gdLst>
                <a:gd name="T0" fmla="*/ 0 w 80"/>
                <a:gd name="T1" fmla="*/ 0 h 174"/>
                <a:gd name="T2" fmla="*/ 0 w 80"/>
                <a:gd name="T3" fmla="*/ 0 h 174"/>
                <a:gd name="T4" fmla="*/ 0 w 80"/>
                <a:gd name="T5" fmla="*/ 0 h 174"/>
                <a:gd name="T6" fmla="*/ 0 w 80"/>
                <a:gd name="T7" fmla="*/ 0 h 1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"/>
                <a:gd name="T13" fmla="*/ 0 h 174"/>
                <a:gd name="T14" fmla="*/ 80 w 80"/>
                <a:gd name="T15" fmla="*/ 174 h 1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" h="174">
                  <a:moveTo>
                    <a:pt x="0" y="0"/>
                  </a:moveTo>
                  <a:lnTo>
                    <a:pt x="68" y="113"/>
                  </a:lnTo>
                  <a:lnTo>
                    <a:pt x="73" y="135"/>
                  </a:lnTo>
                  <a:lnTo>
                    <a:pt x="80" y="17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Freeform 426">
              <a:extLst>
                <a:ext uri="{FF2B5EF4-FFF2-40B4-BE49-F238E27FC236}">
                  <a16:creationId xmlns:a16="http://schemas.microsoft.com/office/drawing/2014/main" id="{72489795-824B-1867-4565-182E6F266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455"/>
              <a:ext cx="32" cy="125"/>
            </a:xfrm>
            <a:custGeom>
              <a:avLst/>
              <a:gdLst>
                <a:gd name="T0" fmla="*/ 0 w 230"/>
                <a:gd name="T1" fmla="*/ 0 h 879"/>
                <a:gd name="T2" fmla="*/ 0 w 230"/>
                <a:gd name="T3" fmla="*/ 0 h 879"/>
                <a:gd name="T4" fmla="*/ 0 w 230"/>
                <a:gd name="T5" fmla="*/ 0 h 879"/>
                <a:gd name="T6" fmla="*/ 0 w 230"/>
                <a:gd name="T7" fmla="*/ 0 h 879"/>
                <a:gd name="T8" fmla="*/ 0 w 230"/>
                <a:gd name="T9" fmla="*/ 0 h 879"/>
                <a:gd name="T10" fmla="*/ 0 w 230"/>
                <a:gd name="T11" fmla="*/ 0 h 879"/>
                <a:gd name="T12" fmla="*/ 0 w 230"/>
                <a:gd name="T13" fmla="*/ 0 h 879"/>
                <a:gd name="T14" fmla="*/ 0 w 230"/>
                <a:gd name="T15" fmla="*/ 0 h 879"/>
                <a:gd name="T16" fmla="*/ 0 w 230"/>
                <a:gd name="T17" fmla="*/ 0 h 8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0"/>
                <a:gd name="T28" fmla="*/ 0 h 879"/>
                <a:gd name="T29" fmla="*/ 230 w 230"/>
                <a:gd name="T30" fmla="*/ 879 h 8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0" h="879">
                  <a:moveTo>
                    <a:pt x="230" y="0"/>
                  </a:moveTo>
                  <a:lnTo>
                    <a:pt x="218" y="23"/>
                  </a:lnTo>
                  <a:lnTo>
                    <a:pt x="139" y="76"/>
                  </a:lnTo>
                  <a:lnTo>
                    <a:pt x="43" y="114"/>
                  </a:lnTo>
                  <a:lnTo>
                    <a:pt x="0" y="128"/>
                  </a:lnTo>
                  <a:lnTo>
                    <a:pt x="145" y="76"/>
                  </a:lnTo>
                  <a:lnTo>
                    <a:pt x="134" y="879"/>
                  </a:lnTo>
                  <a:lnTo>
                    <a:pt x="122" y="833"/>
                  </a:lnTo>
                  <a:lnTo>
                    <a:pt x="134" y="77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427">
              <a:extLst>
                <a:ext uri="{FF2B5EF4-FFF2-40B4-BE49-F238E27FC236}">
                  <a16:creationId xmlns:a16="http://schemas.microsoft.com/office/drawing/2014/main" id="{7B255DB8-1ACA-A138-3E8E-085663CCF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9" y="490"/>
              <a:ext cx="44" cy="8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Line 428">
              <a:extLst>
                <a:ext uri="{FF2B5EF4-FFF2-40B4-BE49-F238E27FC236}">
                  <a16:creationId xmlns:a16="http://schemas.microsoft.com/office/drawing/2014/main" id="{1A4DC34D-84AA-4C7F-281D-E90A44AD1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5" y="504"/>
              <a:ext cx="16" cy="16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Freeform 429">
              <a:extLst>
                <a:ext uri="{FF2B5EF4-FFF2-40B4-BE49-F238E27FC236}">
                  <a16:creationId xmlns:a16="http://schemas.microsoft.com/office/drawing/2014/main" id="{0EBCC76C-D1BC-8EA6-FD21-25E7D08A3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" y="497"/>
              <a:ext cx="29" cy="49"/>
            </a:xfrm>
            <a:custGeom>
              <a:avLst/>
              <a:gdLst>
                <a:gd name="T0" fmla="*/ 0 w 205"/>
                <a:gd name="T1" fmla="*/ 0 h 347"/>
                <a:gd name="T2" fmla="*/ 0 w 205"/>
                <a:gd name="T3" fmla="*/ 0 h 347"/>
                <a:gd name="T4" fmla="*/ 0 w 205"/>
                <a:gd name="T5" fmla="*/ 0 h 347"/>
                <a:gd name="T6" fmla="*/ 0 w 205"/>
                <a:gd name="T7" fmla="*/ 0 h 347"/>
                <a:gd name="T8" fmla="*/ 0 w 205"/>
                <a:gd name="T9" fmla="*/ 0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347"/>
                <a:gd name="T17" fmla="*/ 205 w 205"/>
                <a:gd name="T18" fmla="*/ 347 h 3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347">
                  <a:moveTo>
                    <a:pt x="205" y="0"/>
                  </a:moveTo>
                  <a:lnTo>
                    <a:pt x="157" y="113"/>
                  </a:lnTo>
                  <a:lnTo>
                    <a:pt x="97" y="220"/>
                  </a:lnTo>
                  <a:lnTo>
                    <a:pt x="54" y="280"/>
                  </a:lnTo>
                  <a:lnTo>
                    <a:pt x="0" y="34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Freeform 430">
              <a:extLst>
                <a:ext uri="{FF2B5EF4-FFF2-40B4-BE49-F238E27FC236}">
                  <a16:creationId xmlns:a16="http://schemas.microsoft.com/office/drawing/2014/main" id="{1CE11A86-61DD-8EF1-1678-25CE4653F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468"/>
              <a:ext cx="34" cy="56"/>
            </a:xfrm>
            <a:custGeom>
              <a:avLst/>
              <a:gdLst>
                <a:gd name="T0" fmla="*/ 0 w 236"/>
                <a:gd name="T1" fmla="*/ 0 h 394"/>
                <a:gd name="T2" fmla="*/ 0 w 236"/>
                <a:gd name="T3" fmla="*/ 0 h 394"/>
                <a:gd name="T4" fmla="*/ 0 w 236"/>
                <a:gd name="T5" fmla="*/ 0 h 394"/>
                <a:gd name="T6" fmla="*/ 0 w 236"/>
                <a:gd name="T7" fmla="*/ 0 h 394"/>
                <a:gd name="T8" fmla="*/ 0 w 236"/>
                <a:gd name="T9" fmla="*/ 0 h 394"/>
                <a:gd name="T10" fmla="*/ 0 w 236"/>
                <a:gd name="T11" fmla="*/ 0 h 394"/>
                <a:gd name="T12" fmla="*/ 0 w 236"/>
                <a:gd name="T13" fmla="*/ 0 h 394"/>
                <a:gd name="T14" fmla="*/ 0 w 236"/>
                <a:gd name="T15" fmla="*/ 0 h 394"/>
                <a:gd name="T16" fmla="*/ 0 w 236"/>
                <a:gd name="T17" fmla="*/ 0 h 394"/>
                <a:gd name="T18" fmla="*/ 0 w 236"/>
                <a:gd name="T19" fmla="*/ 0 h 39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6"/>
                <a:gd name="T31" fmla="*/ 0 h 394"/>
                <a:gd name="T32" fmla="*/ 236 w 236"/>
                <a:gd name="T33" fmla="*/ 394 h 39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6" h="394">
                  <a:moveTo>
                    <a:pt x="0" y="0"/>
                  </a:moveTo>
                  <a:lnTo>
                    <a:pt x="18" y="76"/>
                  </a:lnTo>
                  <a:lnTo>
                    <a:pt x="18" y="250"/>
                  </a:lnTo>
                  <a:lnTo>
                    <a:pt x="18" y="394"/>
                  </a:lnTo>
                  <a:lnTo>
                    <a:pt x="13" y="340"/>
                  </a:lnTo>
                  <a:lnTo>
                    <a:pt x="218" y="318"/>
                  </a:lnTo>
                  <a:lnTo>
                    <a:pt x="188" y="318"/>
                  </a:lnTo>
                  <a:lnTo>
                    <a:pt x="224" y="0"/>
                  </a:lnTo>
                  <a:lnTo>
                    <a:pt x="236" y="31"/>
                  </a:lnTo>
                  <a:lnTo>
                    <a:pt x="1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Freeform 431">
              <a:extLst>
                <a:ext uri="{FF2B5EF4-FFF2-40B4-BE49-F238E27FC236}">
                  <a16:creationId xmlns:a16="http://schemas.microsoft.com/office/drawing/2014/main" id="{5DF74C94-EEC4-0636-5912-8EFDA8566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534"/>
              <a:ext cx="22" cy="46"/>
            </a:xfrm>
            <a:custGeom>
              <a:avLst/>
              <a:gdLst>
                <a:gd name="T0" fmla="*/ 0 w 152"/>
                <a:gd name="T1" fmla="*/ 0 h 326"/>
                <a:gd name="T2" fmla="*/ 0 w 152"/>
                <a:gd name="T3" fmla="*/ 0 h 326"/>
                <a:gd name="T4" fmla="*/ 0 w 152"/>
                <a:gd name="T5" fmla="*/ 0 h 326"/>
                <a:gd name="T6" fmla="*/ 0 w 152"/>
                <a:gd name="T7" fmla="*/ 0 h 326"/>
                <a:gd name="T8" fmla="*/ 0 w 152"/>
                <a:gd name="T9" fmla="*/ 0 h 326"/>
                <a:gd name="T10" fmla="*/ 0 w 152"/>
                <a:gd name="T11" fmla="*/ 0 h 3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2"/>
                <a:gd name="T19" fmla="*/ 0 h 326"/>
                <a:gd name="T20" fmla="*/ 152 w 152"/>
                <a:gd name="T21" fmla="*/ 326 h 3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2" h="326">
                  <a:moveTo>
                    <a:pt x="152" y="0"/>
                  </a:moveTo>
                  <a:lnTo>
                    <a:pt x="152" y="30"/>
                  </a:lnTo>
                  <a:lnTo>
                    <a:pt x="122" y="114"/>
                  </a:lnTo>
                  <a:lnTo>
                    <a:pt x="72" y="212"/>
                  </a:lnTo>
                  <a:lnTo>
                    <a:pt x="36" y="272"/>
                  </a:lnTo>
                  <a:lnTo>
                    <a:pt x="0" y="32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Freeform 432">
              <a:extLst>
                <a:ext uri="{FF2B5EF4-FFF2-40B4-BE49-F238E27FC236}">
                  <a16:creationId xmlns:a16="http://schemas.microsoft.com/office/drawing/2014/main" id="{601E5F4B-0B01-DBEF-1408-2FB943A5A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534"/>
              <a:ext cx="15" cy="41"/>
            </a:xfrm>
            <a:custGeom>
              <a:avLst/>
              <a:gdLst>
                <a:gd name="T0" fmla="*/ 0 w 104"/>
                <a:gd name="T1" fmla="*/ 0 h 288"/>
                <a:gd name="T2" fmla="*/ 0 w 104"/>
                <a:gd name="T3" fmla="*/ 0 h 288"/>
                <a:gd name="T4" fmla="*/ 0 w 104"/>
                <a:gd name="T5" fmla="*/ 0 h 288"/>
                <a:gd name="T6" fmla="*/ 0 w 104"/>
                <a:gd name="T7" fmla="*/ 0 h 288"/>
                <a:gd name="T8" fmla="*/ 0 w 104"/>
                <a:gd name="T9" fmla="*/ 0 h 288"/>
                <a:gd name="T10" fmla="*/ 0 w 104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288"/>
                <a:gd name="T20" fmla="*/ 104 w 104"/>
                <a:gd name="T21" fmla="*/ 288 h 28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288">
                  <a:moveTo>
                    <a:pt x="0" y="0"/>
                  </a:moveTo>
                  <a:lnTo>
                    <a:pt x="43" y="90"/>
                  </a:lnTo>
                  <a:lnTo>
                    <a:pt x="73" y="159"/>
                  </a:lnTo>
                  <a:lnTo>
                    <a:pt x="91" y="220"/>
                  </a:lnTo>
                  <a:lnTo>
                    <a:pt x="97" y="258"/>
                  </a:lnTo>
                  <a:lnTo>
                    <a:pt x="104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Freeform 433">
              <a:extLst>
                <a:ext uri="{FF2B5EF4-FFF2-40B4-BE49-F238E27FC236}">
                  <a16:creationId xmlns:a16="http://schemas.microsoft.com/office/drawing/2014/main" id="{A8571A7D-2858-A8DC-D37C-C31FC8B2F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455"/>
              <a:ext cx="42" cy="58"/>
            </a:xfrm>
            <a:custGeom>
              <a:avLst/>
              <a:gdLst>
                <a:gd name="T0" fmla="*/ 0 w 296"/>
                <a:gd name="T1" fmla="*/ 0 h 409"/>
                <a:gd name="T2" fmla="*/ 0 w 296"/>
                <a:gd name="T3" fmla="*/ 0 h 409"/>
                <a:gd name="T4" fmla="*/ 0 w 296"/>
                <a:gd name="T5" fmla="*/ 0 h 409"/>
                <a:gd name="T6" fmla="*/ 0 w 296"/>
                <a:gd name="T7" fmla="*/ 0 h 409"/>
                <a:gd name="T8" fmla="*/ 0 w 296"/>
                <a:gd name="T9" fmla="*/ 0 h 409"/>
                <a:gd name="T10" fmla="*/ 0 w 296"/>
                <a:gd name="T11" fmla="*/ 0 h 4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6"/>
                <a:gd name="T19" fmla="*/ 0 h 409"/>
                <a:gd name="T20" fmla="*/ 296 w 296"/>
                <a:gd name="T21" fmla="*/ 409 h 4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6" h="409">
                  <a:moveTo>
                    <a:pt x="0" y="53"/>
                  </a:moveTo>
                  <a:lnTo>
                    <a:pt x="296" y="7"/>
                  </a:lnTo>
                  <a:lnTo>
                    <a:pt x="278" y="0"/>
                  </a:lnTo>
                  <a:lnTo>
                    <a:pt x="230" y="23"/>
                  </a:lnTo>
                  <a:lnTo>
                    <a:pt x="230" y="364"/>
                  </a:lnTo>
                  <a:lnTo>
                    <a:pt x="223" y="40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Line 434">
              <a:extLst>
                <a:ext uri="{FF2B5EF4-FFF2-40B4-BE49-F238E27FC236}">
                  <a16:creationId xmlns:a16="http://schemas.microsoft.com/office/drawing/2014/main" id="{33D3C222-92A8-F1B4-5934-C386A9365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4" y="473"/>
              <a:ext cx="13" cy="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435">
              <a:extLst>
                <a:ext uri="{FF2B5EF4-FFF2-40B4-BE49-F238E27FC236}">
                  <a16:creationId xmlns:a16="http://schemas.microsoft.com/office/drawing/2014/main" id="{884320ED-A82E-1902-518F-247DFF6C8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3" y="488"/>
              <a:ext cx="16" cy="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Line 436">
              <a:extLst>
                <a:ext uri="{FF2B5EF4-FFF2-40B4-BE49-F238E27FC236}">
                  <a16:creationId xmlns:a16="http://schemas.microsoft.com/office/drawing/2014/main" id="{A8E0674B-B8D6-9692-4233-6E9875996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" y="462"/>
              <a:ext cx="1" cy="43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437">
              <a:extLst>
                <a:ext uri="{FF2B5EF4-FFF2-40B4-BE49-F238E27FC236}">
                  <a16:creationId xmlns:a16="http://schemas.microsoft.com/office/drawing/2014/main" id="{10C0B6AC-CBD6-A169-1EB1-779004D4F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9" y="496"/>
              <a:ext cx="44" cy="15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Freeform 438">
              <a:extLst>
                <a:ext uri="{FF2B5EF4-FFF2-40B4-BE49-F238E27FC236}">
                  <a16:creationId xmlns:a16="http://schemas.microsoft.com/office/drawing/2014/main" id="{65122D73-1A86-4EF0-0559-D955D7FE7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460"/>
              <a:ext cx="32" cy="48"/>
            </a:xfrm>
            <a:custGeom>
              <a:avLst/>
              <a:gdLst>
                <a:gd name="T0" fmla="*/ 0 w 223"/>
                <a:gd name="T1" fmla="*/ 0 h 333"/>
                <a:gd name="T2" fmla="*/ 0 w 223"/>
                <a:gd name="T3" fmla="*/ 0 h 333"/>
                <a:gd name="T4" fmla="*/ 0 w 223"/>
                <a:gd name="T5" fmla="*/ 0 h 333"/>
                <a:gd name="T6" fmla="*/ 0 w 223"/>
                <a:gd name="T7" fmla="*/ 0 h 333"/>
                <a:gd name="T8" fmla="*/ 0 w 223"/>
                <a:gd name="T9" fmla="*/ 0 h 333"/>
                <a:gd name="T10" fmla="*/ 0 w 223"/>
                <a:gd name="T11" fmla="*/ 0 h 333"/>
                <a:gd name="T12" fmla="*/ 0 w 223"/>
                <a:gd name="T13" fmla="*/ 0 h 333"/>
                <a:gd name="T14" fmla="*/ 0 w 223"/>
                <a:gd name="T15" fmla="*/ 0 h 3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3"/>
                <a:gd name="T25" fmla="*/ 0 h 333"/>
                <a:gd name="T26" fmla="*/ 223 w 223"/>
                <a:gd name="T27" fmla="*/ 333 h 33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3" h="333">
                  <a:moveTo>
                    <a:pt x="30" y="60"/>
                  </a:moveTo>
                  <a:lnTo>
                    <a:pt x="223" y="23"/>
                  </a:lnTo>
                  <a:lnTo>
                    <a:pt x="218" y="0"/>
                  </a:lnTo>
                  <a:lnTo>
                    <a:pt x="182" y="90"/>
                  </a:lnTo>
                  <a:lnTo>
                    <a:pt x="139" y="167"/>
                  </a:lnTo>
                  <a:lnTo>
                    <a:pt x="91" y="242"/>
                  </a:lnTo>
                  <a:lnTo>
                    <a:pt x="42" y="296"/>
                  </a:lnTo>
                  <a:lnTo>
                    <a:pt x="0" y="33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Freeform 439">
              <a:extLst>
                <a:ext uri="{FF2B5EF4-FFF2-40B4-BE49-F238E27FC236}">
                  <a16:creationId xmlns:a16="http://schemas.microsoft.com/office/drawing/2014/main" id="{1D50F5C8-ED5C-6408-649C-6A1B88FD0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476"/>
              <a:ext cx="35" cy="33"/>
            </a:xfrm>
            <a:custGeom>
              <a:avLst/>
              <a:gdLst>
                <a:gd name="T0" fmla="*/ 0 w 243"/>
                <a:gd name="T1" fmla="*/ 0 h 227"/>
                <a:gd name="T2" fmla="*/ 0 w 243"/>
                <a:gd name="T3" fmla="*/ 0 h 227"/>
                <a:gd name="T4" fmla="*/ 0 w 243"/>
                <a:gd name="T5" fmla="*/ 0 h 227"/>
                <a:gd name="T6" fmla="*/ 0 w 243"/>
                <a:gd name="T7" fmla="*/ 0 h 227"/>
                <a:gd name="T8" fmla="*/ 0 w 243"/>
                <a:gd name="T9" fmla="*/ 0 h 227"/>
                <a:gd name="T10" fmla="*/ 0 w 243"/>
                <a:gd name="T11" fmla="*/ 0 h 2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3"/>
                <a:gd name="T19" fmla="*/ 0 h 227"/>
                <a:gd name="T20" fmla="*/ 243 w 243"/>
                <a:gd name="T21" fmla="*/ 227 h 2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3" h="227">
                  <a:moveTo>
                    <a:pt x="0" y="0"/>
                  </a:moveTo>
                  <a:lnTo>
                    <a:pt x="140" y="113"/>
                  </a:lnTo>
                  <a:lnTo>
                    <a:pt x="189" y="158"/>
                  </a:lnTo>
                  <a:lnTo>
                    <a:pt x="213" y="189"/>
                  </a:lnTo>
                  <a:lnTo>
                    <a:pt x="243" y="227"/>
                  </a:lnTo>
                  <a:lnTo>
                    <a:pt x="207" y="18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Freeform 440">
              <a:extLst>
                <a:ext uri="{FF2B5EF4-FFF2-40B4-BE49-F238E27FC236}">
                  <a16:creationId xmlns:a16="http://schemas.microsoft.com/office/drawing/2014/main" id="{1E508EA3-2198-F558-A221-DD7F74150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512"/>
              <a:ext cx="47" cy="16"/>
            </a:xfrm>
            <a:custGeom>
              <a:avLst/>
              <a:gdLst>
                <a:gd name="T0" fmla="*/ 0 w 332"/>
                <a:gd name="T1" fmla="*/ 0 h 115"/>
                <a:gd name="T2" fmla="*/ 0 w 332"/>
                <a:gd name="T3" fmla="*/ 0 h 115"/>
                <a:gd name="T4" fmla="*/ 0 w 332"/>
                <a:gd name="T5" fmla="*/ 0 h 115"/>
                <a:gd name="T6" fmla="*/ 0 w 332"/>
                <a:gd name="T7" fmla="*/ 0 h 115"/>
                <a:gd name="T8" fmla="*/ 0 w 332"/>
                <a:gd name="T9" fmla="*/ 0 h 115"/>
                <a:gd name="T10" fmla="*/ 0 w 332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115"/>
                <a:gd name="T20" fmla="*/ 332 w 332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115">
                  <a:moveTo>
                    <a:pt x="332" y="0"/>
                  </a:moveTo>
                  <a:lnTo>
                    <a:pt x="248" y="38"/>
                  </a:lnTo>
                  <a:lnTo>
                    <a:pt x="193" y="69"/>
                  </a:lnTo>
                  <a:lnTo>
                    <a:pt x="115" y="84"/>
                  </a:lnTo>
                  <a:lnTo>
                    <a:pt x="54" y="107"/>
                  </a:lnTo>
                  <a:lnTo>
                    <a:pt x="0" y="1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Freeform 441">
              <a:extLst>
                <a:ext uri="{FF2B5EF4-FFF2-40B4-BE49-F238E27FC236}">
                  <a16:creationId xmlns:a16="http://schemas.microsoft.com/office/drawing/2014/main" id="{9822CAAE-5140-E7E6-C6B0-59EC035F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533"/>
              <a:ext cx="20" cy="20"/>
            </a:xfrm>
            <a:custGeom>
              <a:avLst/>
              <a:gdLst>
                <a:gd name="T0" fmla="*/ 0 w 139"/>
                <a:gd name="T1" fmla="*/ 0 h 143"/>
                <a:gd name="T2" fmla="*/ 0 w 139"/>
                <a:gd name="T3" fmla="*/ 0 h 143"/>
                <a:gd name="T4" fmla="*/ 0 w 139"/>
                <a:gd name="T5" fmla="*/ 0 h 143"/>
                <a:gd name="T6" fmla="*/ 0 60000 65536"/>
                <a:gd name="T7" fmla="*/ 0 60000 65536"/>
                <a:gd name="T8" fmla="*/ 0 60000 65536"/>
                <a:gd name="T9" fmla="*/ 0 w 139"/>
                <a:gd name="T10" fmla="*/ 0 h 143"/>
                <a:gd name="T11" fmla="*/ 139 w 139"/>
                <a:gd name="T12" fmla="*/ 143 h 1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" h="143">
                  <a:moveTo>
                    <a:pt x="139" y="0"/>
                  </a:moveTo>
                  <a:lnTo>
                    <a:pt x="66" y="75"/>
                  </a:lnTo>
                  <a:lnTo>
                    <a:pt x="0" y="14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Freeform 442">
              <a:extLst>
                <a:ext uri="{FF2B5EF4-FFF2-40B4-BE49-F238E27FC236}">
                  <a16:creationId xmlns:a16="http://schemas.microsoft.com/office/drawing/2014/main" id="{493745EE-4176-3439-3BB2-E5FB46E3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546"/>
              <a:ext cx="33" cy="30"/>
            </a:xfrm>
            <a:custGeom>
              <a:avLst/>
              <a:gdLst>
                <a:gd name="T0" fmla="*/ 0 w 230"/>
                <a:gd name="T1" fmla="*/ 0 h 206"/>
                <a:gd name="T2" fmla="*/ 0 w 230"/>
                <a:gd name="T3" fmla="*/ 0 h 206"/>
                <a:gd name="T4" fmla="*/ 0 w 230"/>
                <a:gd name="T5" fmla="*/ 0 h 206"/>
                <a:gd name="T6" fmla="*/ 0 w 230"/>
                <a:gd name="T7" fmla="*/ 0 h 206"/>
                <a:gd name="T8" fmla="*/ 0 w 230"/>
                <a:gd name="T9" fmla="*/ 0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"/>
                <a:gd name="T16" fmla="*/ 0 h 206"/>
                <a:gd name="T17" fmla="*/ 230 w 230"/>
                <a:gd name="T18" fmla="*/ 206 h 2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" h="206">
                  <a:moveTo>
                    <a:pt x="230" y="0"/>
                  </a:moveTo>
                  <a:lnTo>
                    <a:pt x="164" y="77"/>
                  </a:lnTo>
                  <a:lnTo>
                    <a:pt x="98" y="130"/>
                  </a:lnTo>
                  <a:lnTo>
                    <a:pt x="50" y="176"/>
                  </a:lnTo>
                  <a:lnTo>
                    <a:pt x="0" y="20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Freeform 443">
              <a:extLst>
                <a:ext uri="{FF2B5EF4-FFF2-40B4-BE49-F238E27FC236}">
                  <a16:creationId xmlns:a16="http://schemas.microsoft.com/office/drawing/2014/main" id="{99209C28-4727-93A0-BE44-893F85E7A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521"/>
              <a:ext cx="1" cy="58"/>
            </a:xfrm>
            <a:custGeom>
              <a:avLst/>
              <a:gdLst>
                <a:gd name="T0" fmla="*/ 0 w 7"/>
                <a:gd name="T1" fmla="*/ 0 h 409"/>
                <a:gd name="T2" fmla="*/ 0 w 7"/>
                <a:gd name="T3" fmla="*/ 0 h 409"/>
                <a:gd name="T4" fmla="*/ 0 w 7"/>
                <a:gd name="T5" fmla="*/ 0 h 409"/>
                <a:gd name="T6" fmla="*/ 0 w 7"/>
                <a:gd name="T7" fmla="*/ 0 h 4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409"/>
                <a:gd name="T14" fmla="*/ 7 w 7"/>
                <a:gd name="T15" fmla="*/ 409 h 4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409">
                  <a:moveTo>
                    <a:pt x="7" y="0"/>
                  </a:moveTo>
                  <a:lnTo>
                    <a:pt x="7" y="409"/>
                  </a:lnTo>
                  <a:lnTo>
                    <a:pt x="0" y="371"/>
                  </a:lnTo>
                  <a:lnTo>
                    <a:pt x="7" y="33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Freeform 444">
              <a:extLst>
                <a:ext uri="{FF2B5EF4-FFF2-40B4-BE49-F238E27FC236}">
                  <a16:creationId xmlns:a16="http://schemas.microsoft.com/office/drawing/2014/main" id="{ADED9ACC-D7AE-7A9C-A586-5FEDC9C1A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525"/>
              <a:ext cx="47" cy="44"/>
            </a:xfrm>
            <a:custGeom>
              <a:avLst/>
              <a:gdLst>
                <a:gd name="T0" fmla="*/ 0 w 326"/>
                <a:gd name="T1" fmla="*/ 0 h 311"/>
                <a:gd name="T2" fmla="*/ 0 w 326"/>
                <a:gd name="T3" fmla="*/ 0 h 311"/>
                <a:gd name="T4" fmla="*/ 0 w 326"/>
                <a:gd name="T5" fmla="*/ 0 h 311"/>
                <a:gd name="T6" fmla="*/ 0 w 326"/>
                <a:gd name="T7" fmla="*/ 0 h 311"/>
                <a:gd name="T8" fmla="*/ 0 w 326"/>
                <a:gd name="T9" fmla="*/ 0 h 311"/>
                <a:gd name="T10" fmla="*/ 0 w 326"/>
                <a:gd name="T11" fmla="*/ 0 h 311"/>
                <a:gd name="T12" fmla="*/ 0 w 326"/>
                <a:gd name="T13" fmla="*/ 0 h 3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311"/>
                <a:gd name="T23" fmla="*/ 326 w 326"/>
                <a:gd name="T24" fmla="*/ 311 h 3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311">
                  <a:moveTo>
                    <a:pt x="0" y="0"/>
                  </a:moveTo>
                  <a:lnTo>
                    <a:pt x="72" y="121"/>
                  </a:lnTo>
                  <a:lnTo>
                    <a:pt x="133" y="220"/>
                  </a:lnTo>
                  <a:lnTo>
                    <a:pt x="205" y="311"/>
                  </a:lnTo>
                  <a:lnTo>
                    <a:pt x="326" y="303"/>
                  </a:lnTo>
                  <a:lnTo>
                    <a:pt x="205" y="303"/>
                  </a:lnTo>
                  <a:lnTo>
                    <a:pt x="163" y="266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Line 445">
              <a:extLst>
                <a:ext uri="{FF2B5EF4-FFF2-40B4-BE49-F238E27FC236}">
                  <a16:creationId xmlns:a16="http://schemas.microsoft.com/office/drawing/2014/main" id="{A214DD36-2937-785E-6CA7-8C73FD594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523"/>
              <a:ext cx="18" cy="2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Freeform 446">
              <a:extLst>
                <a:ext uri="{FF2B5EF4-FFF2-40B4-BE49-F238E27FC236}">
                  <a16:creationId xmlns:a16="http://schemas.microsoft.com/office/drawing/2014/main" id="{78E90CA1-CEC3-6795-ADF4-906D41B25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491"/>
              <a:ext cx="3" cy="30"/>
            </a:xfrm>
            <a:custGeom>
              <a:avLst/>
              <a:gdLst>
                <a:gd name="T0" fmla="*/ 0 w 25"/>
                <a:gd name="T1" fmla="*/ 0 h 205"/>
                <a:gd name="T2" fmla="*/ 0 w 25"/>
                <a:gd name="T3" fmla="*/ 0 h 205"/>
                <a:gd name="T4" fmla="*/ 0 w 25"/>
                <a:gd name="T5" fmla="*/ 0 h 205"/>
                <a:gd name="T6" fmla="*/ 0 w 25"/>
                <a:gd name="T7" fmla="*/ 0 h 205"/>
                <a:gd name="T8" fmla="*/ 0 w 25"/>
                <a:gd name="T9" fmla="*/ 0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05"/>
                <a:gd name="T17" fmla="*/ 25 w 25"/>
                <a:gd name="T18" fmla="*/ 205 h 2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05">
                  <a:moveTo>
                    <a:pt x="25" y="0"/>
                  </a:moveTo>
                  <a:lnTo>
                    <a:pt x="25" y="69"/>
                  </a:lnTo>
                  <a:lnTo>
                    <a:pt x="19" y="122"/>
                  </a:lnTo>
                  <a:lnTo>
                    <a:pt x="13" y="160"/>
                  </a:lnTo>
                  <a:lnTo>
                    <a:pt x="0" y="20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Freeform 447">
              <a:extLst>
                <a:ext uri="{FF2B5EF4-FFF2-40B4-BE49-F238E27FC236}">
                  <a16:creationId xmlns:a16="http://schemas.microsoft.com/office/drawing/2014/main" id="{762E5212-08F6-022E-08C2-2FA201B9D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450"/>
              <a:ext cx="3" cy="133"/>
            </a:xfrm>
            <a:custGeom>
              <a:avLst/>
              <a:gdLst>
                <a:gd name="T0" fmla="*/ 0 w 25"/>
                <a:gd name="T1" fmla="*/ 0 h 932"/>
                <a:gd name="T2" fmla="*/ 0 w 25"/>
                <a:gd name="T3" fmla="*/ 0 h 932"/>
                <a:gd name="T4" fmla="*/ 0 w 25"/>
                <a:gd name="T5" fmla="*/ 0 h 932"/>
                <a:gd name="T6" fmla="*/ 0 w 25"/>
                <a:gd name="T7" fmla="*/ 0 h 932"/>
                <a:gd name="T8" fmla="*/ 0 w 25"/>
                <a:gd name="T9" fmla="*/ 0 h 9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932"/>
                <a:gd name="T17" fmla="*/ 25 w 25"/>
                <a:gd name="T18" fmla="*/ 932 h 9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932">
                  <a:moveTo>
                    <a:pt x="12" y="0"/>
                  </a:moveTo>
                  <a:lnTo>
                    <a:pt x="25" y="53"/>
                  </a:lnTo>
                  <a:lnTo>
                    <a:pt x="12" y="932"/>
                  </a:lnTo>
                  <a:lnTo>
                    <a:pt x="0" y="863"/>
                  </a:lnTo>
                  <a:lnTo>
                    <a:pt x="12" y="7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Freeform 448">
              <a:extLst>
                <a:ext uri="{FF2B5EF4-FFF2-40B4-BE49-F238E27FC236}">
                  <a16:creationId xmlns:a16="http://schemas.microsoft.com/office/drawing/2014/main" id="{08CD5F26-6209-F7AF-F92F-B0E93673F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482"/>
              <a:ext cx="13" cy="12"/>
            </a:xfrm>
            <a:custGeom>
              <a:avLst/>
              <a:gdLst>
                <a:gd name="T0" fmla="*/ 0 w 91"/>
                <a:gd name="T1" fmla="*/ 0 h 84"/>
                <a:gd name="T2" fmla="*/ 0 w 91"/>
                <a:gd name="T3" fmla="*/ 0 h 84"/>
                <a:gd name="T4" fmla="*/ 0 w 91"/>
                <a:gd name="T5" fmla="*/ 0 h 84"/>
                <a:gd name="T6" fmla="*/ 0 60000 65536"/>
                <a:gd name="T7" fmla="*/ 0 60000 65536"/>
                <a:gd name="T8" fmla="*/ 0 60000 65536"/>
                <a:gd name="T9" fmla="*/ 0 w 91"/>
                <a:gd name="T10" fmla="*/ 0 h 84"/>
                <a:gd name="T11" fmla="*/ 91 w 91"/>
                <a:gd name="T12" fmla="*/ 84 h 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84">
                  <a:moveTo>
                    <a:pt x="0" y="0"/>
                  </a:moveTo>
                  <a:lnTo>
                    <a:pt x="66" y="54"/>
                  </a:lnTo>
                  <a:lnTo>
                    <a:pt x="91" y="8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Freeform 449">
              <a:extLst>
                <a:ext uri="{FF2B5EF4-FFF2-40B4-BE49-F238E27FC236}">
                  <a16:creationId xmlns:a16="http://schemas.microsoft.com/office/drawing/2014/main" id="{AB3C92DC-4660-ECDB-C7BA-01302DCCB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473"/>
              <a:ext cx="14" cy="54"/>
            </a:xfrm>
            <a:custGeom>
              <a:avLst/>
              <a:gdLst>
                <a:gd name="T0" fmla="*/ 0 w 97"/>
                <a:gd name="T1" fmla="*/ 0 h 380"/>
                <a:gd name="T2" fmla="*/ 0 w 97"/>
                <a:gd name="T3" fmla="*/ 0 h 380"/>
                <a:gd name="T4" fmla="*/ 0 w 97"/>
                <a:gd name="T5" fmla="*/ 0 h 380"/>
                <a:gd name="T6" fmla="*/ 0 w 97"/>
                <a:gd name="T7" fmla="*/ 0 h 380"/>
                <a:gd name="T8" fmla="*/ 0 w 97"/>
                <a:gd name="T9" fmla="*/ 0 h 3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"/>
                <a:gd name="T16" fmla="*/ 0 h 380"/>
                <a:gd name="T17" fmla="*/ 97 w 97"/>
                <a:gd name="T18" fmla="*/ 380 h 3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" h="380">
                  <a:moveTo>
                    <a:pt x="97" y="0"/>
                  </a:moveTo>
                  <a:lnTo>
                    <a:pt x="97" y="77"/>
                  </a:lnTo>
                  <a:lnTo>
                    <a:pt x="54" y="236"/>
                  </a:lnTo>
                  <a:lnTo>
                    <a:pt x="24" y="327"/>
                  </a:lnTo>
                  <a:lnTo>
                    <a:pt x="0" y="38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Freeform 450">
              <a:extLst>
                <a:ext uri="{FF2B5EF4-FFF2-40B4-BE49-F238E27FC236}">
                  <a16:creationId xmlns:a16="http://schemas.microsoft.com/office/drawing/2014/main" id="{711315F6-2AA9-A427-BE13-E5F812004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496"/>
              <a:ext cx="41" cy="6"/>
            </a:xfrm>
            <a:custGeom>
              <a:avLst/>
              <a:gdLst>
                <a:gd name="T0" fmla="*/ 0 w 291"/>
                <a:gd name="T1" fmla="*/ 0 h 46"/>
                <a:gd name="T2" fmla="*/ 0 w 291"/>
                <a:gd name="T3" fmla="*/ 0 h 46"/>
                <a:gd name="T4" fmla="*/ 0 w 291"/>
                <a:gd name="T5" fmla="*/ 0 h 46"/>
                <a:gd name="T6" fmla="*/ 0 w 291"/>
                <a:gd name="T7" fmla="*/ 0 h 46"/>
                <a:gd name="T8" fmla="*/ 0 w 291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1"/>
                <a:gd name="T16" fmla="*/ 0 h 46"/>
                <a:gd name="T17" fmla="*/ 291 w 291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1" h="46">
                  <a:moveTo>
                    <a:pt x="0" y="46"/>
                  </a:moveTo>
                  <a:lnTo>
                    <a:pt x="31" y="46"/>
                  </a:lnTo>
                  <a:lnTo>
                    <a:pt x="291" y="8"/>
                  </a:lnTo>
                  <a:lnTo>
                    <a:pt x="273" y="0"/>
                  </a:lnTo>
                  <a:lnTo>
                    <a:pt x="224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Freeform 451">
              <a:extLst>
                <a:ext uri="{FF2B5EF4-FFF2-40B4-BE49-F238E27FC236}">
                  <a16:creationId xmlns:a16="http://schemas.microsoft.com/office/drawing/2014/main" id="{917977AA-86D0-1D24-695B-C80A9C9B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452"/>
              <a:ext cx="2" cy="116"/>
            </a:xfrm>
            <a:custGeom>
              <a:avLst/>
              <a:gdLst>
                <a:gd name="T0" fmla="*/ 0 w 18"/>
                <a:gd name="T1" fmla="*/ 0 h 810"/>
                <a:gd name="T2" fmla="*/ 0 w 18"/>
                <a:gd name="T3" fmla="*/ 0 h 810"/>
                <a:gd name="T4" fmla="*/ 0 w 18"/>
                <a:gd name="T5" fmla="*/ 0 h 810"/>
                <a:gd name="T6" fmla="*/ 0 60000 65536"/>
                <a:gd name="T7" fmla="*/ 0 60000 65536"/>
                <a:gd name="T8" fmla="*/ 0 60000 65536"/>
                <a:gd name="T9" fmla="*/ 0 w 18"/>
                <a:gd name="T10" fmla="*/ 0 h 810"/>
                <a:gd name="T11" fmla="*/ 18 w 18"/>
                <a:gd name="T12" fmla="*/ 810 h 8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" h="810">
                  <a:moveTo>
                    <a:pt x="11" y="0"/>
                  </a:moveTo>
                  <a:lnTo>
                    <a:pt x="18" y="53"/>
                  </a:lnTo>
                  <a:lnTo>
                    <a:pt x="0" y="81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" name="Line 452">
              <a:extLst>
                <a:ext uri="{FF2B5EF4-FFF2-40B4-BE49-F238E27FC236}">
                  <a16:creationId xmlns:a16="http://schemas.microsoft.com/office/drawing/2014/main" id="{BDA355B3-5040-536B-2CF8-01F19601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5" y="529"/>
              <a:ext cx="39" cy="6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" name="Freeform 453">
              <a:extLst>
                <a:ext uri="{FF2B5EF4-FFF2-40B4-BE49-F238E27FC236}">
                  <a16:creationId xmlns:a16="http://schemas.microsoft.com/office/drawing/2014/main" id="{58EA6C38-7479-ADFE-0417-7EBFC4E66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566"/>
              <a:ext cx="63" cy="4"/>
            </a:xfrm>
            <a:custGeom>
              <a:avLst/>
              <a:gdLst>
                <a:gd name="T0" fmla="*/ 0 w 443"/>
                <a:gd name="T1" fmla="*/ 0 h 31"/>
                <a:gd name="T2" fmla="*/ 0 w 443"/>
                <a:gd name="T3" fmla="*/ 0 h 31"/>
                <a:gd name="T4" fmla="*/ 0 w 443"/>
                <a:gd name="T5" fmla="*/ 0 h 31"/>
                <a:gd name="T6" fmla="*/ 0 w 443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3"/>
                <a:gd name="T13" fmla="*/ 0 h 31"/>
                <a:gd name="T14" fmla="*/ 443 w 443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3" h="31">
                  <a:moveTo>
                    <a:pt x="0" y="31"/>
                  </a:moveTo>
                  <a:lnTo>
                    <a:pt x="443" y="8"/>
                  </a:lnTo>
                  <a:lnTo>
                    <a:pt x="425" y="0"/>
                  </a:lnTo>
                  <a:lnTo>
                    <a:pt x="382" y="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" name="Freeform 454">
              <a:extLst>
                <a:ext uri="{FF2B5EF4-FFF2-40B4-BE49-F238E27FC236}">
                  <a16:creationId xmlns:a16="http://schemas.microsoft.com/office/drawing/2014/main" id="{FF2DDCFA-AC77-8642-A87C-FE2155F34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451"/>
              <a:ext cx="14" cy="130"/>
            </a:xfrm>
            <a:custGeom>
              <a:avLst/>
              <a:gdLst>
                <a:gd name="T0" fmla="*/ 0 w 96"/>
                <a:gd name="T1" fmla="*/ 0 h 909"/>
                <a:gd name="T2" fmla="*/ 0 w 96"/>
                <a:gd name="T3" fmla="*/ 0 h 909"/>
                <a:gd name="T4" fmla="*/ 0 w 96"/>
                <a:gd name="T5" fmla="*/ 0 h 909"/>
                <a:gd name="T6" fmla="*/ 0 w 96"/>
                <a:gd name="T7" fmla="*/ 0 h 909"/>
                <a:gd name="T8" fmla="*/ 0 w 96"/>
                <a:gd name="T9" fmla="*/ 0 h 909"/>
                <a:gd name="T10" fmla="*/ 0 w 96"/>
                <a:gd name="T11" fmla="*/ 0 h 909"/>
                <a:gd name="T12" fmla="*/ 0 w 96"/>
                <a:gd name="T13" fmla="*/ 0 h 9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909"/>
                <a:gd name="T23" fmla="*/ 96 w 96"/>
                <a:gd name="T24" fmla="*/ 909 h 90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909">
                  <a:moveTo>
                    <a:pt x="78" y="0"/>
                  </a:moveTo>
                  <a:lnTo>
                    <a:pt x="96" y="68"/>
                  </a:lnTo>
                  <a:lnTo>
                    <a:pt x="91" y="872"/>
                  </a:lnTo>
                  <a:lnTo>
                    <a:pt x="84" y="909"/>
                  </a:lnTo>
                  <a:lnTo>
                    <a:pt x="0" y="811"/>
                  </a:lnTo>
                  <a:lnTo>
                    <a:pt x="84" y="894"/>
                  </a:lnTo>
                  <a:lnTo>
                    <a:pt x="91" y="86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" name="Line 455">
              <a:extLst>
                <a:ext uri="{FF2B5EF4-FFF2-40B4-BE49-F238E27FC236}">
                  <a16:creationId xmlns:a16="http://schemas.microsoft.com/office/drawing/2014/main" id="{67F9C520-534B-A453-4FC1-5445D1BB1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6" y="510"/>
              <a:ext cx="32" cy="21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Freeform 456">
              <a:extLst>
                <a:ext uri="{FF2B5EF4-FFF2-40B4-BE49-F238E27FC236}">
                  <a16:creationId xmlns:a16="http://schemas.microsoft.com/office/drawing/2014/main" id="{E2D2A7E6-16E3-F146-E203-F50F642EE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488"/>
              <a:ext cx="33" cy="7"/>
            </a:xfrm>
            <a:custGeom>
              <a:avLst/>
              <a:gdLst>
                <a:gd name="T0" fmla="*/ 0 w 230"/>
                <a:gd name="T1" fmla="*/ 0 h 45"/>
                <a:gd name="T2" fmla="*/ 0 w 230"/>
                <a:gd name="T3" fmla="*/ 0 h 45"/>
                <a:gd name="T4" fmla="*/ 0 w 230"/>
                <a:gd name="T5" fmla="*/ 0 h 45"/>
                <a:gd name="T6" fmla="*/ 0 w 230"/>
                <a:gd name="T7" fmla="*/ 0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0"/>
                <a:gd name="T13" fmla="*/ 0 h 45"/>
                <a:gd name="T14" fmla="*/ 230 w 230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0" h="45">
                  <a:moveTo>
                    <a:pt x="0" y="45"/>
                  </a:moveTo>
                  <a:lnTo>
                    <a:pt x="230" y="0"/>
                  </a:lnTo>
                  <a:lnTo>
                    <a:pt x="206" y="0"/>
                  </a:lnTo>
                  <a:lnTo>
                    <a:pt x="182" y="15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Freeform 457">
              <a:extLst>
                <a:ext uri="{FF2B5EF4-FFF2-40B4-BE49-F238E27FC236}">
                  <a16:creationId xmlns:a16="http://schemas.microsoft.com/office/drawing/2014/main" id="{91E8F712-D4A8-9EB2-7547-CE748BDB5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457"/>
              <a:ext cx="15" cy="61"/>
            </a:xfrm>
            <a:custGeom>
              <a:avLst/>
              <a:gdLst>
                <a:gd name="T0" fmla="*/ 0 w 104"/>
                <a:gd name="T1" fmla="*/ 0 h 432"/>
                <a:gd name="T2" fmla="*/ 0 w 104"/>
                <a:gd name="T3" fmla="*/ 0 h 432"/>
                <a:gd name="T4" fmla="*/ 0 w 104"/>
                <a:gd name="T5" fmla="*/ 0 h 432"/>
                <a:gd name="T6" fmla="*/ 0 w 104"/>
                <a:gd name="T7" fmla="*/ 0 h 432"/>
                <a:gd name="T8" fmla="*/ 0 w 104"/>
                <a:gd name="T9" fmla="*/ 0 h 432"/>
                <a:gd name="T10" fmla="*/ 0 w 104"/>
                <a:gd name="T11" fmla="*/ 0 h 432"/>
                <a:gd name="T12" fmla="*/ 0 w 104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432"/>
                <a:gd name="T23" fmla="*/ 104 w 104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432">
                  <a:moveTo>
                    <a:pt x="91" y="0"/>
                  </a:moveTo>
                  <a:lnTo>
                    <a:pt x="104" y="83"/>
                  </a:lnTo>
                  <a:lnTo>
                    <a:pt x="91" y="174"/>
                  </a:lnTo>
                  <a:lnTo>
                    <a:pt x="80" y="273"/>
                  </a:lnTo>
                  <a:lnTo>
                    <a:pt x="55" y="333"/>
                  </a:lnTo>
                  <a:lnTo>
                    <a:pt x="37" y="386"/>
                  </a:lnTo>
                  <a:lnTo>
                    <a:pt x="0" y="432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" name="Freeform 458">
              <a:extLst>
                <a:ext uri="{FF2B5EF4-FFF2-40B4-BE49-F238E27FC236}">
                  <a16:creationId xmlns:a16="http://schemas.microsoft.com/office/drawing/2014/main" id="{824D0F04-643C-5DD2-F7EC-0ACBB132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461"/>
              <a:ext cx="38" cy="42"/>
            </a:xfrm>
            <a:custGeom>
              <a:avLst/>
              <a:gdLst>
                <a:gd name="T0" fmla="*/ 0 w 266"/>
                <a:gd name="T1" fmla="*/ 0 h 296"/>
                <a:gd name="T2" fmla="*/ 0 w 266"/>
                <a:gd name="T3" fmla="*/ 0 h 296"/>
                <a:gd name="T4" fmla="*/ 0 w 266"/>
                <a:gd name="T5" fmla="*/ 0 h 296"/>
                <a:gd name="T6" fmla="*/ 0 w 266"/>
                <a:gd name="T7" fmla="*/ 0 h 296"/>
                <a:gd name="T8" fmla="*/ 0 w 266"/>
                <a:gd name="T9" fmla="*/ 0 h 296"/>
                <a:gd name="T10" fmla="*/ 0 w 266"/>
                <a:gd name="T11" fmla="*/ 0 h 296"/>
                <a:gd name="T12" fmla="*/ 0 w 266"/>
                <a:gd name="T13" fmla="*/ 0 h 296"/>
                <a:gd name="T14" fmla="*/ 0 w 266"/>
                <a:gd name="T15" fmla="*/ 0 h 296"/>
                <a:gd name="T16" fmla="*/ 0 w 266"/>
                <a:gd name="T17" fmla="*/ 0 h 296"/>
                <a:gd name="T18" fmla="*/ 0 w 266"/>
                <a:gd name="T19" fmla="*/ 0 h 2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6"/>
                <a:gd name="T31" fmla="*/ 0 h 296"/>
                <a:gd name="T32" fmla="*/ 266 w 266"/>
                <a:gd name="T33" fmla="*/ 296 h 2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6" h="296">
                  <a:moveTo>
                    <a:pt x="0" y="46"/>
                  </a:moveTo>
                  <a:lnTo>
                    <a:pt x="140" y="23"/>
                  </a:lnTo>
                  <a:lnTo>
                    <a:pt x="122" y="0"/>
                  </a:lnTo>
                  <a:lnTo>
                    <a:pt x="115" y="53"/>
                  </a:lnTo>
                  <a:lnTo>
                    <a:pt x="115" y="160"/>
                  </a:lnTo>
                  <a:lnTo>
                    <a:pt x="115" y="258"/>
                  </a:lnTo>
                  <a:lnTo>
                    <a:pt x="127" y="281"/>
                  </a:lnTo>
                  <a:lnTo>
                    <a:pt x="151" y="296"/>
                  </a:lnTo>
                  <a:lnTo>
                    <a:pt x="181" y="296"/>
                  </a:lnTo>
                  <a:lnTo>
                    <a:pt x="266" y="28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" name="Freeform 459">
              <a:extLst>
                <a:ext uri="{FF2B5EF4-FFF2-40B4-BE49-F238E27FC236}">
                  <a16:creationId xmlns:a16="http://schemas.microsoft.com/office/drawing/2014/main" id="{B0D78157-C5CE-A728-2F6A-7F09D66A7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512"/>
              <a:ext cx="47" cy="71"/>
            </a:xfrm>
            <a:custGeom>
              <a:avLst/>
              <a:gdLst>
                <a:gd name="T0" fmla="*/ 0 w 326"/>
                <a:gd name="T1" fmla="*/ 0 h 501"/>
                <a:gd name="T2" fmla="*/ 0 w 326"/>
                <a:gd name="T3" fmla="*/ 0 h 501"/>
                <a:gd name="T4" fmla="*/ 0 w 326"/>
                <a:gd name="T5" fmla="*/ 0 h 501"/>
                <a:gd name="T6" fmla="*/ 0 w 326"/>
                <a:gd name="T7" fmla="*/ 0 h 501"/>
                <a:gd name="T8" fmla="*/ 0 w 326"/>
                <a:gd name="T9" fmla="*/ 0 h 501"/>
                <a:gd name="T10" fmla="*/ 0 w 326"/>
                <a:gd name="T11" fmla="*/ 0 h 501"/>
                <a:gd name="T12" fmla="*/ 0 w 326"/>
                <a:gd name="T13" fmla="*/ 0 h 501"/>
                <a:gd name="T14" fmla="*/ 0 w 326"/>
                <a:gd name="T15" fmla="*/ 0 h 501"/>
                <a:gd name="T16" fmla="*/ 0 w 326"/>
                <a:gd name="T17" fmla="*/ 0 h 501"/>
                <a:gd name="T18" fmla="*/ 0 w 326"/>
                <a:gd name="T19" fmla="*/ 0 h 5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6"/>
                <a:gd name="T31" fmla="*/ 0 h 501"/>
                <a:gd name="T32" fmla="*/ 326 w 326"/>
                <a:gd name="T33" fmla="*/ 501 h 5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6" h="501">
                  <a:moveTo>
                    <a:pt x="96" y="54"/>
                  </a:moveTo>
                  <a:lnTo>
                    <a:pt x="326" y="16"/>
                  </a:lnTo>
                  <a:lnTo>
                    <a:pt x="309" y="0"/>
                  </a:lnTo>
                  <a:lnTo>
                    <a:pt x="296" y="54"/>
                  </a:lnTo>
                  <a:lnTo>
                    <a:pt x="254" y="175"/>
                  </a:lnTo>
                  <a:lnTo>
                    <a:pt x="218" y="250"/>
                  </a:lnTo>
                  <a:lnTo>
                    <a:pt x="157" y="333"/>
                  </a:lnTo>
                  <a:lnTo>
                    <a:pt x="102" y="410"/>
                  </a:lnTo>
                  <a:lnTo>
                    <a:pt x="41" y="462"/>
                  </a:lnTo>
                  <a:lnTo>
                    <a:pt x="0" y="50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" name="Freeform 460">
              <a:extLst>
                <a:ext uri="{FF2B5EF4-FFF2-40B4-BE49-F238E27FC236}">
                  <a16:creationId xmlns:a16="http://schemas.microsoft.com/office/drawing/2014/main" id="{C05188A3-3DB0-34BF-5683-0D33DADFF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529"/>
              <a:ext cx="48" cy="50"/>
            </a:xfrm>
            <a:custGeom>
              <a:avLst/>
              <a:gdLst>
                <a:gd name="T0" fmla="*/ 0 w 333"/>
                <a:gd name="T1" fmla="*/ 0 h 349"/>
                <a:gd name="T2" fmla="*/ 0 w 333"/>
                <a:gd name="T3" fmla="*/ 0 h 349"/>
                <a:gd name="T4" fmla="*/ 0 w 333"/>
                <a:gd name="T5" fmla="*/ 0 h 349"/>
                <a:gd name="T6" fmla="*/ 0 w 333"/>
                <a:gd name="T7" fmla="*/ 0 h 349"/>
                <a:gd name="T8" fmla="*/ 0 w 333"/>
                <a:gd name="T9" fmla="*/ 0 h 349"/>
                <a:gd name="T10" fmla="*/ 0 w 333"/>
                <a:gd name="T11" fmla="*/ 0 h 3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3"/>
                <a:gd name="T19" fmla="*/ 0 h 349"/>
                <a:gd name="T20" fmla="*/ 333 w 333"/>
                <a:gd name="T21" fmla="*/ 349 h 3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3" h="349">
                  <a:moveTo>
                    <a:pt x="0" y="0"/>
                  </a:moveTo>
                  <a:lnTo>
                    <a:pt x="25" y="16"/>
                  </a:lnTo>
                  <a:lnTo>
                    <a:pt x="230" y="349"/>
                  </a:lnTo>
                  <a:lnTo>
                    <a:pt x="333" y="349"/>
                  </a:lnTo>
                  <a:lnTo>
                    <a:pt x="237" y="334"/>
                  </a:lnTo>
                  <a:lnTo>
                    <a:pt x="189" y="28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9" name="Freeform 461">
              <a:extLst>
                <a:ext uri="{FF2B5EF4-FFF2-40B4-BE49-F238E27FC236}">
                  <a16:creationId xmlns:a16="http://schemas.microsoft.com/office/drawing/2014/main" id="{A9CF118A-9923-650D-FAF5-610DC9725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454"/>
              <a:ext cx="35" cy="37"/>
            </a:xfrm>
            <a:custGeom>
              <a:avLst/>
              <a:gdLst>
                <a:gd name="T0" fmla="*/ 0 w 242"/>
                <a:gd name="T1" fmla="*/ 0 h 264"/>
                <a:gd name="T2" fmla="*/ 0 w 242"/>
                <a:gd name="T3" fmla="*/ 0 h 264"/>
                <a:gd name="T4" fmla="*/ 0 w 242"/>
                <a:gd name="T5" fmla="*/ 0 h 264"/>
                <a:gd name="T6" fmla="*/ 0 w 242"/>
                <a:gd name="T7" fmla="*/ 0 h 264"/>
                <a:gd name="T8" fmla="*/ 0 w 242"/>
                <a:gd name="T9" fmla="*/ 0 h 264"/>
                <a:gd name="T10" fmla="*/ 0 w 242"/>
                <a:gd name="T11" fmla="*/ 0 h 264"/>
                <a:gd name="T12" fmla="*/ 0 w 242"/>
                <a:gd name="T13" fmla="*/ 0 h 264"/>
                <a:gd name="T14" fmla="*/ 0 w 242"/>
                <a:gd name="T15" fmla="*/ 0 h 264"/>
                <a:gd name="T16" fmla="*/ 0 w 242"/>
                <a:gd name="T17" fmla="*/ 0 h 264"/>
                <a:gd name="T18" fmla="*/ 0 w 242"/>
                <a:gd name="T19" fmla="*/ 0 h 2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2"/>
                <a:gd name="T31" fmla="*/ 0 h 264"/>
                <a:gd name="T32" fmla="*/ 242 w 242"/>
                <a:gd name="T33" fmla="*/ 264 h 2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2" h="264">
                  <a:moveTo>
                    <a:pt x="0" y="14"/>
                  </a:moveTo>
                  <a:lnTo>
                    <a:pt x="12" y="83"/>
                  </a:lnTo>
                  <a:lnTo>
                    <a:pt x="18" y="174"/>
                  </a:lnTo>
                  <a:lnTo>
                    <a:pt x="18" y="264"/>
                  </a:lnTo>
                  <a:lnTo>
                    <a:pt x="18" y="234"/>
                  </a:lnTo>
                  <a:lnTo>
                    <a:pt x="242" y="196"/>
                  </a:lnTo>
                  <a:lnTo>
                    <a:pt x="223" y="196"/>
                  </a:lnTo>
                  <a:lnTo>
                    <a:pt x="235" y="0"/>
                  </a:lnTo>
                  <a:lnTo>
                    <a:pt x="242" y="22"/>
                  </a:lnTo>
                  <a:lnTo>
                    <a:pt x="5" y="60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" name="Line 462">
              <a:extLst>
                <a:ext uri="{FF2B5EF4-FFF2-40B4-BE49-F238E27FC236}">
                  <a16:creationId xmlns:a16="http://schemas.microsoft.com/office/drawing/2014/main" id="{F7A642EC-C19B-20CE-3597-0F8E2C7EA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471"/>
              <a:ext cx="24" cy="4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Freeform 463">
              <a:extLst>
                <a:ext uri="{FF2B5EF4-FFF2-40B4-BE49-F238E27FC236}">
                  <a16:creationId xmlns:a16="http://schemas.microsoft.com/office/drawing/2014/main" id="{1EAC118F-3661-9AC9-4C16-0286221EB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489"/>
              <a:ext cx="2" cy="12"/>
            </a:xfrm>
            <a:custGeom>
              <a:avLst/>
              <a:gdLst>
                <a:gd name="T0" fmla="*/ 0 w 12"/>
                <a:gd name="T1" fmla="*/ 0 h 83"/>
                <a:gd name="T2" fmla="*/ 0 w 12"/>
                <a:gd name="T3" fmla="*/ 0 h 83"/>
                <a:gd name="T4" fmla="*/ 0 w 12"/>
                <a:gd name="T5" fmla="*/ 0 h 83"/>
                <a:gd name="T6" fmla="*/ 0 60000 65536"/>
                <a:gd name="T7" fmla="*/ 0 60000 65536"/>
                <a:gd name="T8" fmla="*/ 0 60000 65536"/>
                <a:gd name="T9" fmla="*/ 0 w 12"/>
                <a:gd name="T10" fmla="*/ 0 h 83"/>
                <a:gd name="T11" fmla="*/ 12 w 12"/>
                <a:gd name="T12" fmla="*/ 83 h 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83">
                  <a:moveTo>
                    <a:pt x="0" y="0"/>
                  </a:moveTo>
                  <a:lnTo>
                    <a:pt x="12" y="37"/>
                  </a:lnTo>
                  <a:lnTo>
                    <a:pt x="12" y="83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" name="Line 464">
              <a:extLst>
                <a:ext uri="{FF2B5EF4-FFF2-40B4-BE49-F238E27FC236}">
                  <a16:creationId xmlns:a16="http://schemas.microsoft.com/office/drawing/2014/main" id="{0AB45AD0-D489-ADEC-7AF4-7F22A8ECE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6" y="499"/>
              <a:ext cx="52" cy="10"/>
            </a:xfrm>
            <a:prstGeom prst="line">
              <a:avLst/>
            </a:prstGeom>
            <a:noFill/>
            <a:ln w="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" name="Freeform 465">
              <a:extLst>
                <a:ext uri="{FF2B5EF4-FFF2-40B4-BE49-F238E27FC236}">
                  <a16:creationId xmlns:a16="http://schemas.microsoft.com/office/drawing/2014/main" id="{B546A516-2244-FA12-4E17-242740F57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511"/>
              <a:ext cx="32" cy="27"/>
            </a:xfrm>
            <a:custGeom>
              <a:avLst/>
              <a:gdLst>
                <a:gd name="T0" fmla="*/ 0 w 223"/>
                <a:gd name="T1" fmla="*/ 0 h 189"/>
                <a:gd name="T2" fmla="*/ 0 w 223"/>
                <a:gd name="T3" fmla="*/ 0 h 189"/>
                <a:gd name="T4" fmla="*/ 0 w 223"/>
                <a:gd name="T5" fmla="*/ 0 h 189"/>
                <a:gd name="T6" fmla="*/ 0 w 223"/>
                <a:gd name="T7" fmla="*/ 0 h 189"/>
                <a:gd name="T8" fmla="*/ 0 w 223"/>
                <a:gd name="T9" fmla="*/ 0 h 189"/>
                <a:gd name="T10" fmla="*/ 0 w 223"/>
                <a:gd name="T11" fmla="*/ 0 h 189"/>
                <a:gd name="T12" fmla="*/ 0 w 223"/>
                <a:gd name="T13" fmla="*/ 0 h 189"/>
                <a:gd name="T14" fmla="*/ 0 w 223"/>
                <a:gd name="T15" fmla="*/ 0 h 189"/>
                <a:gd name="T16" fmla="*/ 0 w 223"/>
                <a:gd name="T17" fmla="*/ 0 h 1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3"/>
                <a:gd name="T28" fmla="*/ 0 h 189"/>
                <a:gd name="T29" fmla="*/ 223 w 223"/>
                <a:gd name="T30" fmla="*/ 189 h 1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3" h="189">
                  <a:moveTo>
                    <a:pt x="0" y="15"/>
                  </a:moveTo>
                  <a:lnTo>
                    <a:pt x="11" y="76"/>
                  </a:lnTo>
                  <a:lnTo>
                    <a:pt x="11" y="189"/>
                  </a:lnTo>
                  <a:lnTo>
                    <a:pt x="11" y="174"/>
                  </a:lnTo>
                  <a:lnTo>
                    <a:pt x="223" y="136"/>
                  </a:lnTo>
                  <a:lnTo>
                    <a:pt x="206" y="136"/>
                  </a:lnTo>
                  <a:lnTo>
                    <a:pt x="218" y="0"/>
                  </a:lnTo>
                  <a:lnTo>
                    <a:pt x="223" y="23"/>
                  </a:lnTo>
                  <a:lnTo>
                    <a:pt x="11" y="61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Freeform 466">
              <a:extLst>
                <a:ext uri="{FF2B5EF4-FFF2-40B4-BE49-F238E27FC236}">
                  <a16:creationId xmlns:a16="http://schemas.microsoft.com/office/drawing/2014/main" id="{238062FA-B9F9-85E3-02C6-7C9B3AA18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9" y="548"/>
              <a:ext cx="17" cy="20"/>
            </a:xfrm>
            <a:custGeom>
              <a:avLst/>
              <a:gdLst>
                <a:gd name="T0" fmla="*/ 0 w 122"/>
                <a:gd name="T1" fmla="*/ 0 h 144"/>
                <a:gd name="T2" fmla="*/ 0 w 122"/>
                <a:gd name="T3" fmla="*/ 0 h 144"/>
                <a:gd name="T4" fmla="*/ 0 w 122"/>
                <a:gd name="T5" fmla="*/ 0 h 144"/>
                <a:gd name="T6" fmla="*/ 0 w 12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2"/>
                <a:gd name="T13" fmla="*/ 0 h 144"/>
                <a:gd name="T14" fmla="*/ 122 w 12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2" h="144">
                  <a:moveTo>
                    <a:pt x="122" y="0"/>
                  </a:moveTo>
                  <a:lnTo>
                    <a:pt x="80" y="69"/>
                  </a:lnTo>
                  <a:lnTo>
                    <a:pt x="25" y="122"/>
                  </a:lnTo>
                  <a:lnTo>
                    <a:pt x="0" y="14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5" name="Freeform 467">
              <a:extLst>
                <a:ext uri="{FF2B5EF4-FFF2-40B4-BE49-F238E27FC236}">
                  <a16:creationId xmlns:a16="http://schemas.microsoft.com/office/drawing/2014/main" id="{F67A47D6-6AB5-68C9-AF6B-9AEF9378C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534"/>
              <a:ext cx="11" cy="42"/>
            </a:xfrm>
            <a:custGeom>
              <a:avLst/>
              <a:gdLst>
                <a:gd name="T0" fmla="*/ 0 w 79"/>
                <a:gd name="T1" fmla="*/ 0 h 296"/>
                <a:gd name="T2" fmla="*/ 0 w 79"/>
                <a:gd name="T3" fmla="*/ 0 h 296"/>
                <a:gd name="T4" fmla="*/ 0 w 79"/>
                <a:gd name="T5" fmla="*/ 0 h 296"/>
                <a:gd name="T6" fmla="*/ 0 w 79"/>
                <a:gd name="T7" fmla="*/ 0 h 296"/>
                <a:gd name="T8" fmla="*/ 0 w 79"/>
                <a:gd name="T9" fmla="*/ 0 h 296"/>
                <a:gd name="T10" fmla="*/ 0 w 79"/>
                <a:gd name="T11" fmla="*/ 0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9"/>
                <a:gd name="T19" fmla="*/ 0 h 296"/>
                <a:gd name="T20" fmla="*/ 79 w 79"/>
                <a:gd name="T21" fmla="*/ 296 h 29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9" h="296">
                  <a:moveTo>
                    <a:pt x="79" y="0"/>
                  </a:moveTo>
                  <a:lnTo>
                    <a:pt x="79" y="151"/>
                  </a:lnTo>
                  <a:lnTo>
                    <a:pt x="79" y="242"/>
                  </a:lnTo>
                  <a:lnTo>
                    <a:pt x="67" y="296"/>
                  </a:lnTo>
                  <a:lnTo>
                    <a:pt x="0" y="227"/>
                  </a:lnTo>
                  <a:lnTo>
                    <a:pt x="73" y="28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" name="Freeform 468">
              <a:extLst>
                <a:ext uri="{FF2B5EF4-FFF2-40B4-BE49-F238E27FC236}">
                  <a16:creationId xmlns:a16="http://schemas.microsoft.com/office/drawing/2014/main" id="{DB531201-3321-B441-8941-D1F1D6D9C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544"/>
              <a:ext cx="10" cy="10"/>
            </a:xfrm>
            <a:custGeom>
              <a:avLst/>
              <a:gdLst>
                <a:gd name="T0" fmla="*/ 0 w 73"/>
                <a:gd name="T1" fmla="*/ 0 h 68"/>
                <a:gd name="T2" fmla="*/ 0 w 73"/>
                <a:gd name="T3" fmla="*/ 0 h 68"/>
                <a:gd name="T4" fmla="*/ 0 w 73"/>
                <a:gd name="T5" fmla="*/ 0 h 68"/>
                <a:gd name="T6" fmla="*/ 0 60000 65536"/>
                <a:gd name="T7" fmla="*/ 0 60000 65536"/>
                <a:gd name="T8" fmla="*/ 0 60000 65536"/>
                <a:gd name="T9" fmla="*/ 0 w 73"/>
                <a:gd name="T10" fmla="*/ 0 h 68"/>
                <a:gd name="T11" fmla="*/ 73 w 73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68">
                  <a:moveTo>
                    <a:pt x="0" y="0"/>
                  </a:moveTo>
                  <a:lnTo>
                    <a:pt x="42" y="38"/>
                  </a:lnTo>
                  <a:lnTo>
                    <a:pt x="73" y="68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Freeform 469">
              <a:extLst>
                <a:ext uri="{FF2B5EF4-FFF2-40B4-BE49-F238E27FC236}">
                  <a16:creationId xmlns:a16="http://schemas.microsoft.com/office/drawing/2014/main" id="{297790C6-2381-CCA1-8D36-51CBA77C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454"/>
              <a:ext cx="25" cy="37"/>
            </a:xfrm>
            <a:custGeom>
              <a:avLst/>
              <a:gdLst>
                <a:gd name="T0" fmla="*/ 0 w 175"/>
                <a:gd name="T1" fmla="*/ 0 h 264"/>
                <a:gd name="T2" fmla="*/ 0 w 175"/>
                <a:gd name="T3" fmla="*/ 0 h 264"/>
                <a:gd name="T4" fmla="*/ 0 w 175"/>
                <a:gd name="T5" fmla="*/ 0 h 264"/>
                <a:gd name="T6" fmla="*/ 0 w 175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264"/>
                <a:gd name="T14" fmla="*/ 175 w 175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264">
                  <a:moveTo>
                    <a:pt x="175" y="0"/>
                  </a:moveTo>
                  <a:lnTo>
                    <a:pt x="134" y="91"/>
                  </a:lnTo>
                  <a:lnTo>
                    <a:pt x="66" y="174"/>
                  </a:lnTo>
                  <a:lnTo>
                    <a:pt x="0" y="264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8" name="Freeform 470">
              <a:extLst>
                <a:ext uri="{FF2B5EF4-FFF2-40B4-BE49-F238E27FC236}">
                  <a16:creationId xmlns:a16="http://schemas.microsoft.com/office/drawing/2014/main" id="{B150B640-0C61-0820-197C-289BF0EF0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486"/>
              <a:ext cx="31" cy="41"/>
            </a:xfrm>
            <a:custGeom>
              <a:avLst/>
              <a:gdLst>
                <a:gd name="T0" fmla="*/ 0 w 211"/>
                <a:gd name="T1" fmla="*/ 0 h 289"/>
                <a:gd name="T2" fmla="*/ 0 w 211"/>
                <a:gd name="T3" fmla="*/ 0 h 289"/>
                <a:gd name="T4" fmla="*/ 0 w 211"/>
                <a:gd name="T5" fmla="*/ 0 h 289"/>
                <a:gd name="T6" fmla="*/ 0 w 211"/>
                <a:gd name="T7" fmla="*/ 0 h 289"/>
                <a:gd name="T8" fmla="*/ 0 w 211"/>
                <a:gd name="T9" fmla="*/ 0 h 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1"/>
                <a:gd name="T16" fmla="*/ 0 h 289"/>
                <a:gd name="T17" fmla="*/ 211 w 211"/>
                <a:gd name="T18" fmla="*/ 289 h 2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1" h="289">
                  <a:moveTo>
                    <a:pt x="211" y="0"/>
                  </a:moveTo>
                  <a:lnTo>
                    <a:pt x="157" y="91"/>
                  </a:lnTo>
                  <a:lnTo>
                    <a:pt x="96" y="182"/>
                  </a:lnTo>
                  <a:lnTo>
                    <a:pt x="35" y="251"/>
                  </a:lnTo>
                  <a:lnTo>
                    <a:pt x="0" y="289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" name="Freeform 471">
              <a:extLst>
                <a:ext uri="{FF2B5EF4-FFF2-40B4-BE49-F238E27FC236}">
                  <a16:creationId xmlns:a16="http://schemas.microsoft.com/office/drawing/2014/main" id="{62AF259F-9644-7FCB-941A-4B1C0F6C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517"/>
              <a:ext cx="47" cy="64"/>
            </a:xfrm>
            <a:custGeom>
              <a:avLst/>
              <a:gdLst>
                <a:gd name="T0" fmla="*/ 0 w 328"/>
                <a:gd name="T1" fmla="*/ 0 h 447"/>
                <a:gd name="T2" fmla="*/ 0 w 328"/>
                <a:gd name="T3" fmla="*/ 0 h 447"/>
                <a:gd name="T4" fmla="*/ 0 w 328"/>
                <a:gd name="T5" fmla="*/ 0 h 447"/>
                <a:gd name="T6" fmla="*/ 0 w 328"/>
                <a:gd name="T7" fmla="*/ 0 h 447"/>
                <a:gd name="T8" fmla="*/ 0 w 328"/>
                <a:gd name="T9" fmla="*/ 0 h 447"/>
                <a:gd name="T10" fmla="*/ 0 w 328"/>
                <a:gd name="T11" fmla="*/ 0 h 447"/>
                <a:gd name="T12" fmla="*/ 0 w 328"/>
                <a:gd name="T13" fmla="*/ 0 h 447"/>
                <a:gd name="T14" fmla="*/ 0 w 328"/>
                <a:gd name="T15" fmla="*/ 0 h 447"/>
                <a:gd name="T16" fmla="*/ 0 w 328"/>
                <a:gd name="T17" fmla="*/ 0 h 447"/>
                <a:gd name="T18" fmla="*/ 0 w 328"/>
                <a:gd name="T19" fmla="*/ 0 h 4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8"/>
                <a:gd name="T31" fmla="*/ 0 h 447"/>
                <a:gd name="T32" fmla="*/ 328 w 328"/>
                <a:gd name="T33" fmla="*/ 447 h 44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8" h="447">
                  <a:moveTo>
                    <a:pt x="328" y="0"/>
                  </a:moveTo>
                  <a:lnTo>
                    <a:pt x="279" y="99"/>
                  </a:lnTo>
                  <a:lnTo>
                    <a:pt x="230" y="190"/>
                  </a:lnTo>
                  <a:lnTo>
                    <a:pt x="224" y="198"/>
                  </a:lnTo>
                  <a:lnTo>
                    <a:pt x="182" y="258"/>
                  </a:lnTo>
                  <a:lnTo>
                    <a:pt x="121" y="326"/>
                  </a:lnTo>
                  <a:lnTo>
                    <a:pt x="60" y="386"/>
                  </a:lnTo>
                  <a:lnTo>
                    <a:pt x="49" y="394"/>
                  </a:lnTo>
                  <a:lnTo>
                    <a:pt x="19" y="424"/>
                  </a:lnTo>
                  <a:lnTo>
                    <a:pt x="0" y="447"/>
                  </a:lnTo>
                </a:path>
              </a:pathLst>
            </a:custGeom>
            <a:noFill/>
            <a:ln w="0">
              <a:solidFill>
                <a:srgbClr val="99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0" name="Rectangle 472">
            <a:extLst>
              <a:ext uri="{FF2B5EF4-FFF2-40B4-BE49-F238E27FC236}">
                <a16:creationId xmlns:a16="http://schemas.microsoft.com/office/drawing/2014/main" id="{D408C06F-33B1-1C42-E3A7-F333588C5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295" y="3139643"/>
            <a:ext cx="1507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993300"/>
                </a:solidFill>
                <a:ea typeface="微软雅黑" pitchFamily="34" charset="-122"/>
                <a:cs typeface="Times New Roman" pitchFamily="18" charset="0"/>
              </a:rPr>
              <a:t>线段交点 </a:t>
            </a:r>
          </a:p>
        </p:txBody>
      </p:sp>
      <p:grpSp>
        <p:nvGrpSpPr>
          <p:cNvPr id="471" name="Group 1355">
            <a:extLst>
              <a:ext uri="{FF2B5EF4-FFF2-40B4-BE49-F238E27FC236}">
                <a16:creationId xmlns:a16="http://schemas.microsoft.com/office/drawing/2014/main" id="{D0CCB748-19A8-91CA-C5A2-3786DD8FDECE}"/>
              </a:ext>
            </a:extLst>
          </p:cNvPr>
          <p:cNvGrpSpPr>
            <a:grpSpLocks/>
          </p:cNvGrpSpPr>
          <p:nvPr/>
        </p:nvGrpSpPr>
        <p:grpSpPr bwMode="auto">
          <a:xfrm>
            <a:off x="7414207" y="1915531"/>
            <a:ext cx="2389188" cy="1612900"/>
            <a:chOff x="3056" y="1482"/>
            <a:chExt cx="1505" cy="1016"/>
          </a:xfrm>
        </p:grpSpPr>
        <p:sp>
          <p:nvSpPr>
            <p:cNvPr id="472" name="Freeform 1356">
              <a:extLst>
                <a:ext uri="{FF2B5EF4-FFF2-40B4-BE49-F238E27FC236}">
                  <a16:creationId xmlns:a16="http://schemas.microsoft.com/office/drawing/2014/main" id="{BBAE835C-7527-87F0-D197-536399D4B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1482"/>
              <a:ext cx="25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8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33CC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3" name="Freeform 1357">
              <a:extLst>
                <a:ext uri="{FF2B5EF4-FFF2-40B4-BE49-F238E27FC236}">
                  <a16:creationId xmlns:a16="http://schemas.microsoft.com/office/drawing/2014/main" id="{89B0AEC3-8E99-76E0-1F7E-0CA8DA02F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82"/>
              <a:ext cx="25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33CC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" name="Line 1358">
              <a:extLst>
                <a:ext uri="{FF2B5EF4-FFF2-40B4-BE49-F238E27FC236}">
                  <a16:creationId xmlns:a16="http://schemas.microsoft.com/office/drawing/2014/main" id="{01652419-4849-68A7-0AAD-CF5B40159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1652"/>
              <a:ext cx="1" cy="20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" name="Line 1359">
              <a:extLst>
                <a:ext uri="{FF2B5EF4-FFF2-40B4-BE49-F238E27FC236}">
                  <a16:creationId xmlns:a16="http://schemas.microsoft.com/office/drawing/2014/main" id="{0F97E0E5-4268-E1EE-4F8B-667069F3C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1858"/>
              <a:ext cx="639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6" name="Line 1360">
              <a:extLst>
                <a:ext uri="{FF2B5EF4-FFF2-40B4-BE49-F238E27FC236}">
                  <a16:creationId xmlns:a16="http://schemas.microsoft.com/office/drawing/2014/main" id="{2AB2693A-DF37-D362-025E-5A1872B90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8" y="1482"/>
              <a:ext cx="1" cy="80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" name="Line 1361">
              <a:extLst>
                <a:ext uri="{FF2B5EF4-FFF2-40B4-BE49-F238E27FC236}">
                  <a16:creationId xmlns:a16="http://schemas.microsoft.com/office/drawing/2014/main" id="{C8536366-A6E6-BAB9-68DE-3CD344B96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6" y="1482"/>
              <a:ext cx="1" cy="59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" name="Line 1362">
              <a:extLst>
                <a:ext uri="{FF2B5EF4-FFF2-40B4-BE49-F238E27FC236}">
                  <a16:creationId xmlns:a16="http://schemas.microsoft.com/office/drawing/2014/main" id="{711822F5-5A33-EC2B-1112-7893012D30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9" y="2068"/>
              <a:ext cx="858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9" name="Line 1363">
              <a:extLst>
                <a:ext uri="{FF2B5EF4-FFF2-40B4-BE49-F238E27FC236}">
                  <a16:creationId xmlns:a16="http://schemas.microsoft.com/office/drawing/2014/main" id="{8F08A2C2-0DA6-AB67-D0AF-F0FDE13E3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9" y="2280"/>
              <a:ext cx="851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0" name="Line 1364">
              <a:extLst>
                <a:ext uri="{FF2B5EF4-FFF2-40B4-BE49-F238E27FC236}">
                  <a16:creationId xmlns:a16="http://schemas.microsoft.com/office/drawing/2014/main" id="{03CACF8D-F90B-F3A1-ADA3-C5B64897D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6" y="1854"/>
              <a:ext cx="872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1" name="Group 1365">
            <a:extLst>
              <a:ext uri="{FF2B5EF4-FFF2-40B4-BE49-F238E27FC236}">
                <a16:creationId xmlns:a16="http://schemas.microsoft.com/office/drawing/2014/main" id="{88988E7D-0D59-8A60-DCBB-A2129EEB6AEE}"/>
              </a:ext>
            </a:extLst>
          </p:cNvPr>
          <p:cNvGrpSpPr>
            <a:grpSpLocks/>
          </p:cNvGrpSpPr>
          <p:nvPr/>
        </p:nvGrpSpPr>
        <p:grpSpPr bwMode="auto">
          <a:xfrm>
            <a:off x="8798507" y="1915531"/>
            <a:ext cx="2386013" cy="1612900"/>
            <a:chOff x="3928" y="1482"/>
            <a:chExt cx="1503" cy="1016"/>
          </a:xfrm>
        </p:grpSpPr>
        <p:sp>
          <p:nvSpPr>
            <p:cNvPr id="482" name="Freeform 1366">
              <a:extLst>
                <a:ext uri="{FF2B5EF4-FFF2-40B4-BE49-F238E27FC236}">
                  <a16:creationId xmlns:a16="http://schemas.microsoft.com/office/drawing/2014/main" id="{EC4AD04A-1A46-AD28-75D2-63CD1A9B9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1482"/>
              <a:ext cx="26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" name="Freeform 1367">
              <a:extLst>
                <a:ext uri="{FF2B5EF4-FFF2-40B4-BE49-F238E27FC236}">
                  <a16:creationId xmlns:a16="http://schemas.microsoft.com/office/drawing/2014/main" id="{2D32FAB6-2492-0DF4-D8AD-41DB485C5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" y="1482"/>
              <a:ext cx="26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7" y="0"/>
                  </a:lnTo>
                  <a:lnTo>
                    <a:pt x="0" y="462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" name="Line 1368">
              <a:extLst>
                <a:ext uri="{FF2B5EF4-FFF2-40B4-BE49-F238E27FC236}">
                  <a16:creationId xmlns:a16="http://schemas.microsoft.com/office/drawing/2014/main" id="{37C941C7-D233-9D08-A128-6682361C6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1652"/>
              <a:ext cx="1" cy="20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" name="Line 1369">
              <a:extLst>
                <a:ext uri="{FF2B5EF4-FFF2-40B4-BE49-F238E27FC236}">
                  <a16:creationId xmlns:a16="http://schemas.microsoft.com/office/drawing/2014/main" id="{8471A451-A0BD-7976-F299-8AFEA2B13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1858"/>
              <a:ext cx="640" cy="64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" name="Line 1370">
              <a:extLst>
                <a:ext uri="{FF2B5EF4-FFF2-40B4-BE49-F238E27FC236}">
                  <a16:creationId xmlns:a16="http://schemas.microsoft.com/office/drawing/2014/main" id="{60D98A20-3E1C-F60F-68D5-8BF654AB8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7" y="1482"/>
              <a:ext cx="1" cy="80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7" name="Line 1371">
              <a:extLst>
                <a:ext uri="{FF2B5EF4-FFF2-40B4-BE49-F238E27FC236}">
                  <a16:creationId xmlns:a16="http://schemas.microsoft.com/office/drawing/2014/main" id="{41750F69-7688-B8E7-26A2-5FCB47032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5" y="1482"/>
              <a:ext cx="1" cy="59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8" name="Freeform 1372">
              <a:extLst>
                <a:ext uri="{FF2B5EF4-FFF2-40B4-BE49-F238E27FC236}">
                  <a16:creationId xmlns:a16="http://schemas.microsoft.com/office/drawing/2014/main" id="{9DAF3E7A-3AFD-847D-9CA6-9A02F1C4B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1482"/>
              <a:ext cx="26" cy="77"/>
            </a:xfrm>
            <a:custGeom>
              <a:avLst/>
              <a:gdLst>
                <a:gd name="T0" fmla="*/ 0 w 154"/>
                <a:gd name="T1" fmla="*/ 0 h 462"/>
                <a:gd name="T2" fmla="*/ 0 w 154"/>
                <a:gd name="T3" fmla="*/ 0 h 462"/>
                <a:gd name="T4" fmla="*/ 0 w 154"/>
                <a:gd name="T5" fmla="*/ 0 h 462"/>
                <a:gd name="T6" fmla="*/ 0 w 154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4"/>
                <a:gd name="T13" fmla="*/ 0 h 462"/>
                <a:gd name="T14" fmla="*/ 154 w 154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4" h="462">
                  <a:moveTo>
                    <a:pt x="0" y="462"/>
                  </a:moveTo>
                  <a:lnTo>
                    <a:pt x="154" y="462"/>
                  </a:lnTo>
                  <a:lnTo>
                    <a:pt x="76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" name="Freeform 1373">
              <a:extLst>
                <a:ext uri="{FF2B5EF4-FFF2-40B4-BE49-F238E27FC236}">
                  <a16:creationId xmlns:a16="http://schemas.microsoft.com/office/drawing/2014/main" id="{17ABD264-4EAB-3185-344D-E32DF7C6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" y="1482"/>
              <a:ext cx="26" cy="77"/>
            </a:xfrm>
            <a:custGeom>
              <a:avLst/>
              <a:gdLst>
                <a:gd name="T0" fmla="*/ 0 w 153"/>
                <a:gd name="T1" fmla="*/ 0 h 462"/>
                <a:gd name="T2" fmla="*/ 0 w 153"/>
                <a:gd name="T3" fmla="*/ 0 h 462"/>
                <a:gd name="T4" fmla="*/ 0 w 153"/>
                <a:gd name="T5" fmla="*/ 0 h 462"/>
                <a:gd name="T6" fmla="*/ 0 w 153"/>
                <a:gd name="T7" fmla="*/ 0 h 4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"/>
                <a:gd name="T13" fmla="*/ 0 h 462"/>
                <a:gd name="T14" fmla="*/ 153 w 153"/>
                <a:gd name="T15" fmla="*/ 462 h 4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" h="462">
                  <a:moveTo>
                    <a:pt x="0" y="462"/>
                  </a:moveTo>
                  <a:lnTo>
                    <a:pt x="153" y="462"/>
                  </a:lnTo>
                  <a:lnTo>
                    <a:pt x="77" y="0"/>
                  </a:lnTo>
                  <a:lnTo>
                    <a:pt x="0" y="46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" name="Line 1374">
              <a:extLst>
                <a:ext uri="{FF2B5EF4-FFF2-40B4-BE49-F238E27FC236}">
                  <a16:creationId xmlns:a16="http://schemas.microsoft.com/office/drawing/2014/main" id="{A24DB698-6790-54CC-DB6A-C65B95855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2068"/>
              <a:ext cx="858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" name="Line 1375">
              <a:extLst>
                <a:ext uri="{FF2B5EF4-FFF2-40B4-BE49-F238E27FC236}">
                  <a16:creationId xmlns:a16="http://schemas.microsoft.com/office/drawing/2014/main" id="{8202C2A6-AE3F-38F6-70A6-687347606A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2280"/>
              <a:ext cx="851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" name="Line 1376">
              <a:extLst>
                <a:ext uri="{FF2B5EF4-FFF2-40B4-BE49-F238E27FC236}">
                  <a16:creationId xmlns:a16="http://schemas.microsoft.com/office/drawing/2014/main" id="{65595C9E-BBDD-A960-1072-57C3FCB7A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854"/>
              <a:ext cx="872" cy="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3" name="Text Box 1377">
            <a:extLst>
              <a:ext uri="{FF2B5EF4-FFF2-40B4-BE49-F238E27FC236}">
                <a16:creationId xmlns:a16="http://schemas.microsoft.com/office/drawing/2014/main" id="{23436E6B-3BC6-6E4D-550C-6363F41E1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007" y="1767894"/>
            <a:ext cx="992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？   ？</a:t>
            </a:r>
          </a:p>
        </p:txBody>
      </p:sp>
      <p:sp>
        <p:nvSpPr>
          <p:cNvPr id="494" name="Text Box 1378">
            <a:extLst>
              <a:ext uri="{FF2B5EF4-FFF2-40B4-BE49-F238E27FC236}">
                <a16:creationId xmlns:a16="http://schemas.microsoft.com/office/drawing/2014/main" id="{C75EA2FB-19BA-FC09-E64B-E1DE0BBEA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3607" y="1767894"/>
            <a:ext cx="9921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？   ？</a:t>
            </a:r>
          </a:p>
        </p:txBody>
      </p:sp>
      <p:grpSp>
        <p:nvGrpSpPr>
          <p:cNvPr id="495" name="Group 474">
            <a:extLst>
              <a:ext uri="{FF2B5EF4-FFF2-40B4-BE49-F238E27FC236}">
                <a16:creationId xmlns:a16="http://schemas.microsoft.com/office/drawing/2014/main" id="{155F758E-8DFE-147C-911A-9016595390E5}"/>
              </a:ext>
            </a:extLst>
          </p:cNvPr>
          <p:cNvGrpSpPr>
            <a:grpSpLocks/>
          </p:cNvGrpSpPr>
          <p:nvPr/>
        </p:nvGrpSpPr>
        <p:grpSpPr bwMode="auto">
          <a:xfrm>
            <a:off x="4639775" y="4507920"/>
            <a:ext cx="3107808" cy="1742068"/>
            <a:chOff x="2999" y="2878"/>
            <a:chExt cx="1523" cy="893"/>
          </a:xfrm>
        </p:grpSpPr>
        <p:grpSp>
          <p:nvGrpSpPr>
            <p:cNvPr id="496" name="Group 475">
              <a:extLst>
                <a:ext uri="{FF2B5EF4-FFF2-40B4-BE49-F238E27FC236}">
                  <a16:creationId xmlns:a16="http://schemas.microsoft.com/office/drawing/2014/main" id="{4C05DB8F-E803-DD90-C09E-D171FAFFED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2892"/>
              <a:ext cx="798" cy="865"/>
              <a:chOff x="3018" y="2892"/>
              <a:chExt cx="798" cy="865"/>
            </a:xfrm>
          </p:grpSpPr>
          <p:sp>
            <p:nvSpPr>
              <p:cNvPr id="1176" name="Freeform 476">
                <a:extLst>
                  <a:ext uri="{FF2B5EF4-FFF2-40B4-BE49-F238E27FC236}">
                    <a16:creationId xmlns:a16="http://schemas.microsoft.com/office/drawing/2014/main" id="{D9112552-C824-23FE-70AB-AC1497726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7" name="Freeform 477">
                <a:extLst>
                  <a:ext uri="{FF2B5EF4-FFF2-40B4-BE49-F238E27FC236}">
                    <a16:creationId xmlns:a16="http://schemas.microsoft.com/office/drawing/2014/main" id="{F1671A59-EB5F-59F2-4D6A-E3C9BC447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5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8" name="Freeform 478">
                <a:extLst>
                  <a:ext uri="{FF2B5EF4-FFF2-40B4-BE49-F238E27FC236}">
                    <a16:creationId xmlns:a16="http://schemas.microsoft.com/office/drawing/2014/main" id="{9031EE94-E976-7B0B-733E-BFC668024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3741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9" name="Freeform 479">
                <a:extLst>
                  <a:ext uri="{FF2B5EF4-FFF2-40B4-BE49-F238E27FC236}">
                    <a16:creationId xmlns:a16="http://schemas.microsoft.com/office/drawing/2014/main" id="{CC6B307C-656E-BDD0-5FDC-187BA022C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3741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0" name="Freeform 480">
                <a:extLst>
                  <a:ext uri="{FF2B5EF4-FFF2-40B4-BE49-F238E27FC236}">
                    <a16:creationId xmlns:a16="http://schemas.microsoft.com/office/drawing/2014/main" id="{20D7584E-0AAA-8BA0-424F-37A46F828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741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1" name="Freeform 481">
                <a:extLst>
                  <a:ext uri="{FF2B5EF4-FFF2-40B4-BE49-F238E27FC236}">
                    <a16:creationId xmlns:a16="http://schemas.microsoft.com/office/drawing/2014/main" id="{12EDF998-C71D-3D95-E9AA-516BE4C3C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741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2" name="Freeform 482">
                <a:extLst>
                  <a:ext uri="{FF2B5EF4-FFF2-40B4-BE49-F238E27FC236}">
                    <a16:creationId xmlns:a16="http://schemas.microsoft.com/office/drawing/2014/main" id="{E6E1ECE1-5084-E322-8B32-8232D6EE2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749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3" name="Freeform 483">
                <a:extLst>
                  <a:ext uri="{FF2B5EF4-FFF2-40B4-BE49-F238E27FC236}">
                    <a16:creationId xmlns:a16="http://schemas.microsoft.com/office/drawing/2014/main" id="{985F96CC-3175-068E-ECA3-7495BAA24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749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4" name="Freeform 484">
                <a:extLst>
                  <a:ext uri="{FF2B5EF4-FFF2-40B4-BE49-F238E27FC236}">
                    <a16:creationId xmlns:a16="http://schemas.microsoft.com/office/drawing/2014/main" id="{A7A7718D-7CD8-E65C-F059-F90403C24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900"/>
                <a:ext cx="17" cy="849"/>
              </a:xfrm>
              <a:custGeom>
                <a:avLst/>
                <a:gdLst>
                  <a:gd name="T0" fmla="*/ 0 w 114"/>
                  <a:gd name="T1" fmla="*/ 0 h 5940"/>
                  <a:gd name="T2" fmla="*/ 0 w 114"/>
                  <a:gd name="T3" fmla="*/ 0 h 5940"/>
                  <a:gd name="T4" fmla="*/ 0 w 114"/>
                  <a:gd name="T5" fmla="*/ 0 h 5940"/>
                  <a:gd name="T6" fmla="*/ 0 w 114"/>
                  <a:gd name="T7" fmla="*/ 0 h 5940"/>
                  <a:gd name="T8" fmla="*/ 0 w 114"/>
                  <a:gd name="T9" fmla="*/ 0 h 5940"/>
                  <a:gd name="T10" fmla="*/ 0 w 114"/>
                  <a:gd name="T11" fmla="*/ 0 h 5940"/>
                  <a:gd name="T12" fmla="*/ 0 w 114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940"/>
                  <a:gd name="T23" fmla="*/ 114 w 114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940">
                    <a:moveTo>
                      <a:pt x="0" y="5940"/>
                    </a:moveTo>
                    <a:lnTo>
                      <a:pt x="57" y="5940"/>
                    </a:lnTo>
                    <a:lnTo>
                      <a:pt x="114" y="5940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5" name="Freeform 485">
                <a:extLst>
                  <a:ext uri="{FF2B5EF4-FFF2-40B4-BE49-F238E27FC236}">
                    <a16:creationId xmlns:a16="http://schemas.microsoft.com/office/drawing/2014/main" id="{ECF7CEAA-D1EA-9B3A-7FDE-2A92DA342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900"/>
                <a:ext cx="17" cy="849"/>
              </a:xfrm>
              <a:custGeom>
                <a:avLst/>
                <a:gdLst>
                  <a:gd name="T0" fmla="*/ 0 w 114"/>
                  <a:gd name="T1" fmla="*/ 0 h 5940"/>
                  <a:gd name="T2" fmla="*/ 0 w 114"/>
                  <a:gd name="T3" fmla="*/ 0 h 5940"/>
                  <a:gd name="T4" fmla="*/ 0 w 114"/>
                  <a:gd name="T5" fmla="*/ 0 h 5940"/>
                  <a:gd name="T6" fmla="*/ 0 w 114"/>
                  <a:gd name="T7" fmla="*/ 0 h 5940"/>
                  <a:gd name="T8" fmla="*/ 0 w 114"/>
                  <a:gd name="T9" fmla="*/ 0 h 5940"/>
                  <a:gd name="T10" fmla="*/ 0 w 114"/>
                  <a:gd name="T11" fmla="*/ 0 h 5940"/>
                  <a:gd name="T12" fmla="*/ 0 w 114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940"/>
                  <a:gd name="T23" fmla="*/ 114 w 114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940">
                    <a:moveTo>
                      <a:pt x="0" y="5940"/>
                    </a:moveTo>
                    <a:lnTo>
                      <a:pt x="57" y="5940"/>
                    </a:lnTo>
                    <a:lnTo>
                      <a:pt x="114" y="5940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6" name="Freeform 486">
                <a:extLst>
                  <a:ext uri="{FF2B5EF4-FFF2-40B4-BE49-F238E27FC236}">
                    <a16:creationId xmlns:a16="http://schemas.microsoft.com/office/drawing/2014/main" id="{19C871E5-6B61-71A7-8C01-F4E4F95B9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7" name="Freeform 487">
                <a:extLst>
                  <a:ext uri="{FF2B5EF4-FFF2-40B4-BE49-F238E27FC236}">
                    <a16:creationId xmlns:a16="http://schemas.microsoft.com/office/drawing/2014/main" id="{DD4088E1-9BBA-9763-D8EE-759A3C9EF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2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" name="Freeform 488">
                <a:extLst>
                  <a:ext uri="{FF2B5EF4-FFF2-40B4-BE49-F238E27FC236}">
                    <a16:creationId xmlns:a16="http://schemas.microsoft.com/office/drawing/2014/main" id="{0C3992D1-0690-5CAE-D2CE-251DA79B8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2892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" name="Freeform 489">
                <a:extLst>
                  <a:ext uri="{FF2B5EF4-FFF2-40B4-BE49-F238E27FC236}">
                    <a16:creationId xmlns:a16="http://schemas.microsoft.com/office/drawing/2014/main" id="{8F79486D-EE0E-7D39-BB37-4697C59F1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2892"/>
                <a:ext cx="9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6"/>
                    </a:lnTo>
                    <a:lnTo>
                      <a:pt x="34" y="13"/>
                    </a:lnTo>
                    <a:lnTo>
                      <a:pt x="43" y="22"/>
                    </a:lnTo>
                    <a:lnTo>
                      <a:pt x="50" y="32"/>
                    </a:lnTo>
                    <a:lnTo>
                      <a:pt x="55" y="44"/>
                    </a:lnTo>
                    <a:lnTo>
                      <a:pt x="57" y="57"/>
                    </a:lnTo>
                    <a:lnTo>
                      <a:pt x="55" y="69"/>
                    </a:lnTo>
                    <a:lnTo>
                      <a:pt x="50" y="81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7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0" name="Freeform 490">
                <a:extLst>
                  <a:ext uri="{FF2B5EF4-FFF2-40B4-BE49-F238E27FC236}">
                    <a16:creationId xmlns:a16="http://schemas.microsoft.com/office/drawing/2014/main" id="{5D32335E-3065-0046-F2DF-806041612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2892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5467" y="113"/>
                    </a:move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1" name="Freeform 491">
                <a:extLst>
                  <a:ext uri="{FF2B5EF4-FFF2-40B4-BE49-F238E27FC236}">
                    <a16:creationId xmlns:a16="http://schemas.microsoft.com/office/drawing/2014/main" id="{9B53E427-6BF0-3FB8-CEB6-D00988803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6" y="2892"/>
                <a:ext cx="781" cy="16"/>
              </a:xfrm>
              <a:custGeom>
                <a:avLst/>
                <a:gdLst>
                  <a:gd name="T0" fmla="*/ 0 w 5467"/>
                  <a:gd name="T1" fmla="*/ 0 h 113"/>
                  <a:gd name="T2" fmla="*/ 0 w 5467"/>
                  <a:gd name="T3" fmla="*/ 0 h 113"/>
                  <a:gd name="T4" fmla="*/ 0 w 5467"/>
                  <a:gd name="T5" fmla="*/ 0 h 113"/>
                  <a:gd name="T6" fmla="*/ 0 w 5467"/>
                  <a:gd name="T7" fmla="*/ 0 h 113"/>
                  <a:gd name="T8" fmla="*/ 0 w 5467"/>
                  <a:gd name="T9" fmla="*/ 0 h 113"/>
                  <a:gd name="T10" fmla="*/ 0 w 5467"/>
                  <a:gd name="T11" fmla="*/ 0 h 113"/>
                  <a:gd name="T12" fmla="*/ 0 w 546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67"/>
                  <a:gd name="T22" fmla="*/ 0 h 113"/>
                  <a:gd name="T23" fmla="*/ 5467 w 546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67" h="113">
                    <a:moveTo>
                      <a:pt x="5467" y="113"/>
                    </a:moveTo>
                    <a:lnTo>
                      <a:pt x="5467" y="57"/>
                    </a:lnTo>
                    <a:lnTo>
                      <a:pt x="5467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5467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2" name="Freeform 492">
                <a:extLst>
                  <a:ext uri="{FF2B5EF4-FFF2-40B4-BE49-F238E27FC236}">
                    <a16:creationId xmlns:a16="http://schemas.microsoft.com/office/drawing/2014/main" id="{CAC3B05A-1BEE-7F27-1E1C-BBE40E562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3" name="Freeform 493">
                <a:extLst>
                  <a:ext uri="{FF2B5EF4-FFF2-40B4-BE49-F238E27FC236}">
                    <a16:creationId xmlns:a16="http://schemas.microsoft.com/office/drawing/2014/main" id="{4B6CA75A-AF6D-BE39-D88E-109CB670E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5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4" name="Freeform 494">
                <a:extLst>
                  <a:ext uri="{FF2B5EF4-FFF2-40B4-BE49-F238E27FC236}">
                    <a16:creationId xmlns:a16="http://schemas.microsoft.com/office/drawing/2014/main" id="{54D6A103-0E20-0C75-9211-E42D37617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17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5" name="Freeform 495">
                <a:extLst>
                  <a:ext uri="{FF2B5EF4-FFF2-40B4-BE49-F238E27FC236}">
                    <a16:creationId xmlns:a16="http://schemas.microsoft.com/office/drawing/2014/main" id="{D412EFBC-5940-F140-226B-C119E3A234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892"/>
                <a:ext cx="17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5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6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6" name="Freeform 496">
                <a:extLst>
                  <a:ext uri="{FF2B5EF4-FFF2-40B4-BE49-F238E27FC236}">
                    <a16:creationId xmlns:a16="http://schemas.microsoft.com/office/drawing/2014/main" id="{D9FD005D-57E4-DC8D-BD7B-C23D912AE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900"/>
                <a:ext cx="17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7" name="Freeform 497">
                <a:extLst>
                  <a:ext uri="{FF2B5EF4-FFF2-40B4-BE49-F238E27FC236}">
                    <a16:creationId xmlns:a16="http://schemas.microsoft.com/office/drawing/2014/main" id="{CD81B31F-F3CF-BEA0-FCCF-F9F8DDD91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900"/>
                <a:ext cx="17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113" y="0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" name="Freeform 498">
                <a:extLst>
                  <a:ext uri="{FF2B5EF4-FFF2-40B4-BE49-F238E27FC236}">
                    <a16:creationId xmlns:a16="http://schemas.microsoft.com/office/drawing/2014/main" id="{16F1EE34-92CF-7F36-D288-D331F6B364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9"/>
                <a:ext cx="17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9" name="Freeform 499">
                <a:extLst>
                  <a:ext uri="{FF2B5EF4-FFF2-40B4-BE49-F238E27FC236}">
                    <a16:creationId xmlns:a16="http://schemas.microsoft.com/office/drawing/2014/main" id="{02E9C91F-82E9-E239-46FE-6F8C4D488E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749"/>
                <a:ext cx="17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6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5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0" name="Freeform 500">
                <a:extLst>
                  <a:ext uri="{FF2B5EF4-FFF2-40B4-BE49-F238E27FC236}">
                    <a16:creationId xmlns:a16="http://schemas.microsoft.com/office/drawing/2014/main" id="{284B9866-7CF5-6B0D-72D4-FA7887695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60"/>
                <a:ext cx="17" cy="15"/>
              </a:xfrm>
              <a:custGeom>
                <a:avLst/>
                <a:gdLst>
                  <a:gd name="T0" fmla="*/ 0 w 118"/>
                  <a:gd name="T1" fmla="*/ 0 h 106"/>
                  <a:gd name="T2" fmla="*/ 0 w 118"/>
                  <a:gd name="T3" fmla="*/ 0 h 106"/>
                  <a:gd name="T4" fmla="*/ 0 w 118"/>
                  <a:gd name="T5" fmla="*/ 0 h 106"/>
                  <a:gd name="T6" fmla="*/ 0 w 118"/>
                  <a:gd name="T7" fmla="*/ 0 h 106"/>
                  <a:gd name="T8" fmla="*/ 0 w 118"/>
                  <a:gd name="T9" fmla="*/ 0 h 106"/>
                  <a:gd name="T10" fmla="*/ 0 w 118"/>
                  <a:gd name="T11" fmla="*/ 0 h 106"/>
                  <a:gd name="T12" fmla="*/ 0 w 118"/>
                  <a:gd name="T13" fmla="*/ 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6"/>
                  <a:gd name="T23" fmla="*/ 118 w 118"/>
                  <a:gd name="T24" fmla="*/ 106 h 10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6">
                    <a:moveTo>
                      <a:pt x="6" y="106"/>
                    </a:moveTo>
                    <a:lnTo>
                      <a:pt x="62" y="102"/>
                    </a:lnTo>
                    <a:lnTo>
                      <a:pt x="118" y="99"/>
                    </a:lnTo>
                    <a:lnTo>
                      <a:pt x="112" y="0"/>
                    </a:lnTo>
                    <a:lnTo>
                      <a:pt x="56" y="3"/>
                    </a:lnTo>
                    <a:lnTo>
                      <a:pt x="0" y="7"/>
                    </a:lnTo>
                    <a:lnTo>
                      <a:pt x="6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1" name="Freeform 501">
                <a:extLst>
                  <a:ext uri="{FF2B5EF4-FFF2-40B4-BE49-F238E27FC236}">
                    <a16:creationId xmlns:a16="http://schemas.microsoft.com/office/drawing/2014/main" id="{6564998E-5E75-ED63-4EFD-454E368AD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60"/>
                <a:ext cx="17" cy="15"/>
              </a:xfrm>
              <a:custGeom>
                <a:avLst/>
                <a:gdLst>
                  <a:gd name="T0" fmla="*/ 0 w 118"/>
                  <a:gd name="T1" fmla="*/ 0 h 106"/>
                  <a:gd name="T2" fmla="*/ 0 w 118"/>
                  <a:gd name="T3" fmla="*/ 0 h 106"/>
                  <a:gd name="T4" fmla="*/ 0 w 118"/>
                  <a:gd name="T5" fmla="*/ 0 h 106"/>
                  <a:gd name="T6" fmla="*/ 0 w 118"/>
                  <a:gd name="T7" fmla="*/ 0 h 106"/>
                  <a:gd name="T8" fmla="*/ 0 w 118"/>
                  <a:gd name="T9" fmla="*/ 0 h 106"/>
                  <a:gd name="T10" fmla="*/ 0 w 118"/>
                  <a:gd name="T11" fmla="*/ 0 h 106"/>
                  <a:gd name="T12" fmla="*/ 0 w 118"/>
                  <a:gd name="T13" fmla="*/ 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6"/>
                  <a:gd name="T23" fmla="*/ 118 w 118"/>
                  <a:gd name="T24" fmla="*/ 106 h 10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6">
                    <a:moveTo>
                      <a:pt x="6" y="106"/>
                    </a:moveTo>
                    <a:lnTo>
                      <a:pt x="62" y="102"/>
                    </a:lnTo>
                    <a:lnTo>
                      <a:pt x="118" y="99"/>
                    </a:lnTo>
                    <a:lnTo>
                      <a:pt x="112" y="0"/>
                    </a:lnTo>
                    <a:lnTo>
                      <a:pt x="56" y="3"/>
                    </a:lnTo>
                    <a:lnTo>
                      <a:pt x="0" y="7"/>
                    </a:lnTo>
                    <a:lnTo>
                      <a:pt x="6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2" name="Freeform 502">
                <a:extLst>
                  <a:ext uri="{FF2B5EF4-FFF2-40B4-BE49-F238E27FC236}">
                    <a16:creationId xmlns:a16="http://schemas.microsoft.com/office/drawing/2014/main" id="{BED8D6B0-B50E-A8A5-331A-5FDC811E1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3359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9"/>
                    </a:moveTo>
                    <a:lnTo>
                      <a:pt x="56" y="6"/>
                    </a:lnTo>
                    <a:lnTo>
                      <a:pt x="56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3" name="Line 503">
                <a:extLst>
                  <a:ext uri="{FF2B5EF4-FFF2-40B4-BE49-F238E27FC236}">
                    <a16:creationId xmlns:a16="http://schemas.microsoft.com/office/drawing/2014/main" id="{3B9C537E-7FEA-8D9A-9311-6E5A5013FB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33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4" name="Freeform 504">
                <a:extLst>
                  <a:ext uri="{FF2B5EF4-FFF2-40B4-BE49-F238E27FC236}">
                    <a16:creationId xmlns:a16="http://schemas.microsoft.com/office/drawing/2014/main" id="{3AE90941-4E95-FF12-DC41-5C087F31D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6" y="114"/>
                    </a:moveTo>
                    <a:lnTo>
                      <a:pt x="72" y="105"/>
                    </a:lnTo>
                    <a:lnTo>
                      <a:pt x="128" y="96"/>
                    </a:lnTo>
                    <a:lnTo>
                      <a:pt x="113" y="0"/>
                    </a:lnTo>
                    <a:lnTo>
                      <a:pt x="57" y="9"/>
                    </a:lnTo>
                    <a:lnTo>
                      <a:pt x="0" y="18"/>
                    </a:lnTo>
                    <a:lnTo>
                      <a:pt x="16" y="1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5" name="Freeform 505">
                <a:extLst>
                  <a:ext uri="{FF2B5EF4-FFF2-40B4-BE49-F238E27FC236}">
                    <a16:creationId xmlns:a16="http://schemas.microsoft.com/office/drawing/2014/main" id="{A8E71963-AD1E-4C42-53B6-2BB410ADF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6" y="114"/>
                    </a:moveTo>
                    <a:lnTo>
                      <a:pt x="72" y="105"/>
                    </a:lnTo>
                    <a:lnTo>
                      <a:pt x="128" y="96"/>
                    </a:lnTo>
                    <a:lnTo>
                      <a:pt x="113" y="0"/>
                    </a:lnTo>
                    <a:lnTo>
                      <a:pt x="57" y="9"/>
                    </a:lnTo>
                    <a:lnTo>
                      <a:pt x="0" y="18"/>
                    </a:lnTo>
                    <a:lnTo>
                      <a:pt x="16" y="11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6" name="Freeform 506">
                <a:extLst>
                  <a:ext uri="{FF2B5EF4-FFF2-40B4-BE49-F238E27FC236}">
                    <a16:creationId xmlns:a16="http://schemas.microsoft.com/office/drawing/2014/main" id="{26F306EA-3F45-C51B-D2C9-165A102BE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3345"/>
                <a:ext cx="8" cy="2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0" y="15"/>
                    </a:moveTo>
                    <a:lnTo>
                      <a:pt x="56" y="6"/>
                    </a:lnTo>
                    <a:lnTo>
                      <a:pt x="55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7" name="Line 507">
                <a:extLst>
                  <a:ext uri="{FF2B5EF4-FFF2-40B4-BE49-F238E27FC236}">
                    <a16:creationId xmlns:a16="http://schemas.microsoft.com/office/drawing/2014/main" id="{3024803F-0ED6-EA54-14EF-4B4751888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6" y="33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" name="Freeform 508">
                <a:extLst>
                  <a:ext uri="{FF2B5EF4-FFF2-40B4-BE49-F238E27FC236}">
                    <a16:creationId xmlns:a16="http://schemas.microsoft.com/office/drawing/2014/main" id="{99EEA368-4A8D-14B1-374B-349AB790A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331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25" y="124"/>
                    </a:move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29"/>
                    </a:lnTo>
                    <a:lnTo>
                      <a:pt x="25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9" name="Freeform 509">
                <a:extLst>
                  <a:ext uri="{FF2B5EF4-FFF2-40B4-BE49-F238E27FC236}">
                    <a16:creationId xmlns:a16="http://schemas.microsoft.com/office/drawing/2014/main" id="{5EC9F31F-446B-91A1-5849-1F9BDE446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331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25" y="124"/>
                    </a:move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29"/>
                    </a:lnTo>
                    <a:lnTo>
                      <a:pt x="25" y="1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0" name="Freeform 510">
                <a:extLst>
                  <a:ext uri="{FF2B5EF4-FFF2-40B4-BE49-F238E27FC236}">
                    <a16:creationId xmlns:a16="http://schemas.microsoft.com/office/drawing/2014/main" id="{4D813D62-DB50-7350-E880-F8D464E6A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330"/>
                <a:ext cx="8" cy="3"/>
              </a:xfrm>
              <a:custGeom>
                <a:avLst/>
                <a:gdLst>
                  <a:gd name="T0" fmla="*/ 0 w 55"/>
                  <a:gd name="T1" fmla="*/ 0 h 21"/>
                  <a:gd name="T2" fmla="*/ 0 w 55"/>
                  <a:gd name="T3" fmla="*/ 0 h 21"/>
                  <a:gd name="T4" fmla="*/ 0 w 55"/>
                  <a:gd name="T5" fmla="*/ 0 h 21"/>
                  <a:gd name="T6" fmla="*/ 0 w 55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1"/>
                  <a:gd name="T14" fmla="*/ 55 w 55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1">
                    <a:moveTo>
                      <a:pt x="0" y="21"/>
                    </a:moveTo>
                    <a:lnTo>
                      <a:pt x="55" y="6"/>
                    </a:lnTo>
                    <a:lnTo>
                      <a:pt x="53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1" name="Line 511">
                <a:extLst>
                  <a:ext uri="{FF2B5EF4-FFF2-40B4-BE49-F238E27FC236}">
                    <a16:creationId xmlns:a16="http://schemas.microsoft.com/office/drawing/2014/main" id="{12DB5D98-7892-C5CE-6435-43EF67E16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2" y="33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2" name="Freeform 512">
                <a:extLst>
                  <a:ext uri="{FF2B5EF4-FFF2-40B4-BE49-F238E27FC236}">
                    <a16:creationId xmlns:a16="http://schemas.microsoft.com/office/drawing/2014/main" id="{500E02F7-A2D9-1A7F-1FA5-D44587DD4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317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35" y="132"/>
                    </a:moveTo>
                    <a:lnTo>
                      <a:pt x="88" y="112"/>
                    </a:lnTo>
                    <a:lnTo>
                      <a:pt x="141" y="91"/>
                    </a:lnTo>
                    <a:lnTo>
                      <a:pt x="106" y="0"/>
                    </a:lnTo>
                    <a:lnTo>
                      <a:pt x="53" y="21"/>
                    </a:lnTo>
                    <a:lnTo>
                      <a:pt x="0" y="41"/>
                    </a:lnTo>
                    <a:lnTo>
                      <a:pt x="35" y="1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3" name="Freeform 513">
                <a:extLst>
                  <a:ext uri="{FF2B5EF4-FFF2-40B4-BE49-F238E27FC236}">
                    <a16:creationId xmlns:a16="http://schemas.microsoft.com/office/drawing/2014/main" id="{165112C5-4B06-0FCD-06EF-3D9C07F5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317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35" y="132"/>
                    </a:moveTo>
                    <a:lnTo>
                      <a:pt x="88" y="112"/>
                    </a:lnTo>
                    <a:lnTo>
                      <a:pt x="141" y="91"/>
                    </a:lnTo>
                    <a:lnTo>
                      <a:pt x="106" y="0"/>
                    </a:lnTo>
                    <a:lnTo>
                      <a:pt x="53" y="21"/>
                    </a:lnTo>
                    <a:lnTo>
                      <a:pt x="0" y="41"/>
                    </a:lnTo>
                    <a:lnTo>
                      <a:pt x="35" y="1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4" name="Freeform 514">
                <a:extLst>
                  <a:ext uri="{FF2B5EF4-FFF2-40B4-BE49-F238E27FC236}">
                    <a16:creationId xmlns:a16="http://schemas.microsoft.com/office/drawing/2014/main" id="{64595F7C-24FD-DBD8-09E7-0EB3B3F64F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3317"/>
                <a:ext cx="8" cy="3"/>
              </a:xfrm>
              <a:custGeom>
                <a:avLst/>
                <a:gdLst>
                  <a:gd name="T0" fmla="*/ 0 w 53"/>
                  <a:gd name="T1" fmla="*/ 0 h 26"/>
                  <a:gd name="T2" fmla="*/ 0 w 53"/>
                  <a:gd name="T3" fmla="*/ 0 h 26"/>
                  <a:gd name="T4" fmla="*/ 0 w 53"/>
                  <a:gd name="T5" fmla="*/ 0 h 26"/>
                  <a:gd name="T6" fmla="*/ 0 w 53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6"/>
                  <a:gd name="T14" fmla="*/ 53 w 53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6">
                    <a:moveTo>
                      <a:pt x="0" y="26"/>
                    </a:moveTo>
                    <a:lnTo>
                      <a:pt x="53" y="5"/>
                    </a:lnTo>
                    <a:lnTo>
                      <a:pt x="51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5" name="Line 515">
                <a:extLst>
                  <a:ext uri="{FF2B5EF4-FFF2-40B4-BE49-F238E27FC236}">
                    <a16:creationId xmlns:a16="http://schemas.microsoft.com/office/drawing/2014/main" id="{FFDEF778-672E-9E55-9B55-7EF99AA69A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7" y="33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6" name="Freeform 516">
                <a:extLst>
                  <a:ext uri="{FF2B5EF4-FFF2-40B4-BE49-F238E27FC236}">
                    <a16:creationId xmlns:a16="http://schemas.microsoft.com/office/drawing/2014/main" id="{7DF3D15F-F122-21F4-C254-370C2DFE51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304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45" y="139"/>
                    </a:moveTo>
                    <a:lnTo>
                      <a:pt x="95" y="114"/>
                    </a:lnTo>
                    <a:lnTo>
                      <a:pt x="146" y="88"/>
                    </a:lnTo>
                    <a:lnTo>
                      <a:pt x="101" y="0"/>
                    </a:lnTo>
                    <a:lnTo>
                      <a:pt x="50" y="26"/>
                    </a:lnTo>
                    <a:lnTo>
                      <a:pt x="0" y="52"/>
                    </a:lnTo>
                    <a:lnTo>
                      <a:pt x="45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7" name="Freeform 517">
                <a:extLst>
                  <a:ext uri="{FF2B5EF4-FFF2-40B4-BE49-F238E27FC236}">
                    <a16:creationId xmlns:a16="http://schemas.microsoft.com/office/drawing/2014/main" id="{66AB3E9F-9885-A3EA-DACD-0925D1A02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304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45" y="139"/>
                    </a:moveTo>
                    <a:lnTo>
                      <a:pt x="95" y="114"/>
                    </a:lnTo>
                    <a:lnTo>
                      <a:pt x="146" y="88"/>
                    </a:lnTo>
                    <a:lnTo>
                      <a:pt x="101" y="0"/>
                    </a:lnTo>
                    <a:lnTo>
                      <a:pt x="50" y="26"/>
                    </a:lnTo>
                    <a:lnTo>
                      <a:pt x="0" y="52"/>
                    </a:lnTo>
                    <a:lnTo>
                      <a:pt x="45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8" name="Freeform 518">
                <a:extLst>
                  <a:ext uri="{FF2B5EF4-FFF2-40B4-BE49-F238E27FC236}">
                    <a16:creationId xmlns:a16="http://schemas.microsoft.com/office/drawing/2014/main" id="{B45B5D90-8A68-D54D-CC0B-3C4DDF259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303"/>
                <a:ext cx="7" cy="5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0" y="30"/>
                    </a:moveTo>
                    <a:lnTo>
                      <a:pt x="51" y="4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" name="Line 519">
                <a:extLst>
                  <a:ext uri="{FF2B5EF4-FFF2-40B4-BE49-F238E27FC236}">
                    <a16:creationId xmlns:a16="http://schemas.microsoft.com/office/drawing/2014/main" id="{AE3570A7-F609-03EA-5841-1789B6B67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0" y="33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0" name="Freeform 520">
                <a:extLst>
                  <a:ext uri="{FF2B5EF4-FFF2-40B4-BE49-F238E27FC236}">
                    <a16:creationId xmlns:a16="http://schemas.microsoft.com/office/drawing/2014/main" id="{9EBC0A1D-43F8-F4E1-3AFF-B6AEAAABC7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292"/>
                <a:ext cx="22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54" y="143"/>
                    </a:move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1" name="Freeform 521">
                <a:extLst>
                  <a:ext uri="{FF2B5EF4-FFF2-40B4-BE49-F238E27FC236}">
                    <a16:creationId xmlns:a16="http://schemas.microsoft.com/office/drawing/2014/main" id="{377528E0-E700-E6DB-CAAC-14A964784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292"/>
                <a:ext cx="22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54" y="143"/>
                    </a:move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2" name="Freeform 522">
                <a:extLst>
                  <a:ext uri="{FF2B5EF4-FFF2-40B4-BE49-F238E27FC236}">
                    <a16:creationId xmlns:a16="http://schemas.microsoft.com/office/drawing/2014/main" id="{7A653A9B-31C3-274C-3DD4-59992F1D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291"/>
                <a:ext cx="7" cy="5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0" y="36"/>
                    </a:moveTo>
                    <a:lnTo>
                      <a:pt x="47" y="6"/>
                    </a:lnTo>
                    <a:lnTo>
                      <a:pt x="44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3" name="Line 523">
                <a:extLst>
                  <a:ext uri="{FF2B5EF4-FFF2-40B4-BE49-F238E27FC236}">
                    <a16:creationId xmlns:a16="http://schemas.microsoft.com/office/drawing/2014/main" id="{326BEDB8-4E0A-7D20-1142-E5647A97C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31" y="32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4" name="Freeform 524">
                <a:extLst>
                  <a:ext uri="{FF2B5EF4-FFF2-40B4-BE49-F238E27FC236}">
                    <a16:creationId xmlns:a16="http://schemas.microsoft.com/office/drawing/2014/main" id="{C157F9CE-2A30-4212-F0A3-6E1A816FC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280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62" y="148"/>
                    </a:moveTo>
                    <a:lnTo>
                      <a:pt x="105" y="112"/>
                    </a:lnTo>
                    <a:lnTo>
                      <a:pt x="149" y="76"/>
                    </a:lnTo>
                    <a:lnTo>
                      <a:pt x="87" y="0"/>
                    </a:ln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5" name="Freeform 525">
                <a:extLst>
                  <a:ext uri="{FF2B5EF4-FFF2-40B4-BE49-F238E27FC236}">
                    <a16:creationId xmlns:a16="http://schemas.microsoft.com/office/drawing/2014/main" id="{AA57D425-B53E-596A-0629-837511103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280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62" y="148"/>
                    </a:moveTo>
                    <a:lnTo>
                      <a:pt x="105" y="112"/>
                    </a:lnTo>
                    <a:lnTo>
                      <a:pt x="149" y="76"/>
                    </a:lnTo>
                    <a:lnTo>
                      <a:pt x="87" y="0"/>
                    </a:ln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6" name="Freeform 526">
                <a:extLst>
                  <a:ext uri="{FF2B5EF4-FFF2-40B4-BE49-F238E27FC236}">
                    <a16:creationId xmlns:a16="http://schemas.microsoft.com/office/drawing/2014/main" id="{41D13F62-F53B-5A07-9F84-74E4AC7F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3279"/>
                <a:ext cx="7" cy="6"/>
              </a:xfrm>
              <a:custGeom>
                <a:avLst/>
                <a:gdLst>
                  <a:gd name="T0" fmla="*/ 0 w 43"/>
                  <a:gd name="T1" fmla="*/ 0 h 41"/>
                  <a:gd name="T2" fmla="*/ 0 w 43"/>
                  <a:gd name="T3" fmla="*/ 0 h 41"/>
                  <a:gd name="T4" fmla="*/ 0 w 43"/>
                  <a:gd name="T5" fmla="*/ 0 h 41"/>
                  <a:gd name="T6" fmla="*/ 0 w 43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1"/>
                  <a:gd name="T14" fmla="*/ 43 w 43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1">
                    <a:moveTo>
                      <a:pt x="0" y="41"/>
                    </a:moveTo>
                    <a:lnTo>
                      <a:pt x="43" y="5"/>
                    </a:lnTo>
                    <a:lnTo>
                      <a:pt x="40" y="0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7" name="Line 527">
                <a:extLst>
                  <a:ext uri="{FF2B5EF4-FFF2-40B4-BE49-F238E27FC236}">
                    <a16:creationId xmlns:a16="http://schemas.microsoft.com/office/drawing/2014/main" id="{2E293F97-C553-8B9B-5359-AB3A62EC6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22" y="32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8" name="Freeform 528">
                <a:extLst>
                  <a:ext uri="{FF2B5EF4-FFF2-40B4-BE49-F238E27FC236}">
                    <a16:creationId xmlns:a16="http://schemas.microsoft.com/office/drawing/2014/main" id="{DE2A9C66-97F2-610C-DDC1-50317C293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269"/>
                <a:ext cx="21" cy="22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69" y="150"/>
                    </a:moveTo>
                    <a:lnTo>
                      <a:pt x="110" y="110"/>
                    </a:lnTo>
                    <a:lnTo>
                      <a:pt x="150" y="69"/>
                    </a:lnTo>
                    <a:lnTo>
                      <a:pt x="80" y="0"/>
                    </a:lnTo>
                    <a:lnTo>
                      <a:pt x="40" y="40"/>
                    </a:lnTo>
                    <a:lnTo>
                      <a:pt x="0" y="81"/>
                    </a:lnTo>
                    <a:lnTo>
                      <a:pt x="69" y="1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" name="Freeform 529">
                <a:extLst>
                  <a:ext uri="{FF2B5EF4-FFF2-40B4-BE49-F238E27FC236}">
                    <a16:creationId xmlns:a16="http://schemas.microsoft.com/office/drawing/2014/main" id="{0680D4B8-DF04-4916-6070-7088F317F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269"/>
                <a:ext cx="21" cy="22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69" y="150"/>
                    </a:moveTo>
                    <a:lnTo>
                      <a:pt x="110" y="110"/>
                    </a:lnTo>
                    <a:lnTo>
                      <a:pt x="150" y="69"/>
                    </a:lnTo>
                    <a:lnTo>
                      <a:pt x="80" y="0"/>
                    </a:lnTo>
                    <a:lnTo>
                      <a:pt x="40" y="40"/>
                    </a:lnTo>
                    <a:lnTo>
                      <a:pt x="0" y="81"/>
                    </a:lnTo>
                    <a:lnTo>
                      <a:pt x="69" y="15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" name="Freeform 530">
                <a:extLst>
                  <a:ext uri="{FF2B5EF4-FFF2-40B4-BE49-F238E27FC236}">
                    <a16:creationId xmlns:a16="http://schemas.microsoft.com/office/drawing/2014/main" id="{0A706A62-A8CC-B0E9-AA6B-37501B254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269"/>
                <a:ext cx="6" cy="6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0" y="44"/>
                    </a:moveTo>
                    <a:lnTo>
                      <a:pt x="40" y="4"/>
                    </a:lnTo>
                    <a:lnTo>
                      <a:pt x="36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" name="Line 531">
                <a:extLst>
                  <a:ext uri="{FF2B5EF4-FFF2-40B4-BE49-F238E27FC236}">
                    <a16:creationId xmlns:a16="http://schemas.microsoft.com/office/drawing/2014/main" id="{C6D0ACB2-000F-4B71-B068-7040B1600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2" y="32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" name="Freeform 532">
                <a:extLst>
                  <a:ext uri="{FF2B5EF4-FFF2-40B4-BE49-F238E27FC236}">
                    <a16:creationId xmlns:a16="http://schemas.microsoft.com/office/drawing/2014/main" id="{6BFBFD76-0428-DD72-0D7F-EB3F101C8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260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6" y="149"/>
                    </a:moveTo>
                    <a:lnTo>
                      <a:pt x="112" y="105"/>
                    </a:lnTo>
                    <a:lnTo>
                      <a:pt x="148" y="61"/>
                    </a:lnTo>
                    <a:lnTo>
                      <a:pt x="72" y="0"/>
                    </a:lnTo>
                    <a:lnTo>
                      <a:pt x="36" y="43"/>
                    </a:lnTo>
                    <a:lnTo>
                      <a:pt x="0" y="87"/>
                    </a:lnTo>
                    <a:lnTo>
                      <a:pt x="76" y="1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" name="Freeform 533">
                <a:extLst>
                  <a:ext uri="{FF2B5EF4-FFF2-40B4-BE49-F238E27FC236}">
                    <a16:creationId xmlns:a16="http://schemas.microsoft.com/office/drawing/2014/main" id="{41144511-5172-8C09-7D75-9390F7A8F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260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6" y="149"/>
                    </a:moveTo>
                    <a:lnTo>
                      <a:pt x="112" y="105"/>
                    </a:lnTo>
                    <a:lnTo>
                      <a:pt x="148" y="61"/>
                    </a:lnTo>
                    <a:lnTo>
                      <a:pt x="72" y="0"/>
                    </a:lnTo>
                    <a:lnTo>
                      <a:pt x="36" y="43"/>
                    </a:lnTo>
                    <a:lnTo>
                      <a:pt x="0" y="87"/>
                    </a:lnTo>
                    <a:lnTo>
                      <a:pt x="76" y="14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" name="Freeform 534">
                <a:extLst>
                  <a:ext uri="{FF2B5EF4-FFF2-40B4-BE49-F238E27FC236}">
                    <a16:creationId xmlns:a16="http://schemas.microsoft.com/office/drawing/2014/main" id="{1F556283-B15E-F837-23C5-EAB44F5736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3259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0" y="47"/>
                    </a:moveTo>
                    <a:lnTo>
                      <a:pt x="36" y="4"/>
                    </a:lnTo>
                    <a:lnTo>
                      <a:pt x="3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" name="Line 535">
                <a:extLst>
                  <a:ext uri="{FF2B5EF4-FFF2-40B4-BE49-F238E27FC236}">
                    <a16:creationId xmlns:a16="http://schemas.microsoft.com/office/drawing/2014/main" id="{81B9B087-B008-92CF-746A-6B2C11382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00" y="32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" name="Freeform 536">
                <a:extLst>
                  <a:ext uri="{FF2B5EF4-FFF2-40B4-BE49-F238E27FC236}">
                    <a16:creationId xmlns:a16="http://schemas.microsoft.com/office/drawing/2014/main" id="{714B16B9-1AAC-1A37-557C-ED8A06B0E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252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82" y="147"/>
                    </a:move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" name="Freeform 537">
                <a:extLst>
                  <a:ext uri="{FF2B5EF4-FFF2-40B4-BE49-F238E27FC236}">
                    <a16:creationId xmlns:a16="http://schemas.microsoft.com/office/drawing/2014/main" id="{828BBD12-63BB-F846-F33B-2263D3661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252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82" y="147"/>
                    </a:move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" name="Freeform 538">
                <a:extLst>
                  <a:ext uri="{FF2B5EF4-FFF2-40B4-BE49-F238E27FC236}">
                    <a16:creationId xmlns:a16="http://schemas.microsoft.com/office/drawing/2014/main" id="{596FC3F5-EEDD-34B6-505F-610D77360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3251"/>
                <a:ext cx="4" cy="8"/>
              </a:xfrm>
              <a:custGeom>
                <a:avLst/>
                <a:gdLst>
                  <a:gd name="T0" fmla="*/ 0 w 30"/>
                  <a:gd name="T1" fmla="*/ 0 h 51"/>
                  <a:gd name="T2" fmla="*/ 0 w 30"/>
                  <a:gd name="T3" fmla="*/ 0 h 51"/>
                  <a:gd name="T4" fmla="*/ 0 w 30"/>
                  <a:gd name="T5" fmla="*/ 0 h 51"/>
                  <a:gd name="T6" fmla="*/ 0 w 30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51"/>
                  <a:gd name="T14" fmla="*/ 30 w 30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51">
                    <a:moveTo>
                      <a:pt x="0" y="51"/>
                    </a:moveTo>
                    <a:lnTo>
                      <a:pt x="30" y="4"/>
                    </a:lnTo>
                    <a:lnTo>
                      <a:pt x="26" y="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" name="Line 539">
                <a:extLst>
                  <a:ext uri="{FF2B5EF4-FFF2-40B4-BE49-F238E27FC236}">
                    <a16:creationId xmlns:a16="http://schemas.microsoft.com/office/drawing/2014/main" id="{D189E49C-6B5E-1756-20F2-4B4AD4CB9C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88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" name="Freeform 540">
                <a:extLst>
                  <a:ext uri="{FF2B5EF4-FFF2-40B4-BE49-F238E27FC236}">
                    <a16:creationId xmlns:a16="http://schemas.microsoft.com/office/drawing/2014/main" id="{01CC74D5-40AF-21DB-73E4-6FEF09381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245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88" y="146"/>
                    </a:moveTo>
                    <a:lnTo>
                      <a:pt x="114" y="96"/>
                    </a:lnTo>
                    <a:lnTo>
                      <a:pt x="140" y="45"/>
                    </a:lnTo>
                    <a:lnTo>
                      <a:pt x="52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88" y="1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" name="Freeform 541">
                <a:extLst>
                  <a:ext uri="{FF2B5EF4-FFF2-40B4-BE49-F238E27FC236}">
                    <a16:creationId xmlns:a16="http://schemas.microsoft.com/office/drawing/2014/main" id="{880E2799-DE7A-A800-C8DB-7162EF462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245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88" y="146"/>
                    </a:moveTo>
                    <a:lnTo>
                      <a:pt x="114" y="96"/>
                    </a:lnTo>
                    <a:lnTo>
                      <a:pt x="140" y="45"/>
                    </a:lnTo>
                    <a:lnTo>
                      <a:pt x="52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88" y="14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2" name="Freeform 542">
                <a:extLst>
                  <a:ext uri="{FF2B5EF4-FFF2-40B4-BE49-F238E27FC236}">
                    <a16:creationId xmlns:a16="http://schemas.microsoft.com/office/drawing/2014/main" id="{C7B14919-319B-D6EF-84CD-C821979B6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245"/>
                <a:ext cx="4" cy="7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0" y="53"/>
                    </a:moveTo>
                    <a:lnTo>
                      <a:pt x="26" y="2"/>
                    </a:lnTo>
                    <a:lnTo>
                      <a:pt x="20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3" name="Line 543">
                <a:extLst>
                  <a:ext uri="{FF2B5EF4-FFF2-40B4-BE49-F238E27FC236}">
                    <a16:creationId xmlns:a16="http://schemas.microsoft.com/office/drawing/2014/main" id="{B9FFBDBE-14A5-C02E-6D67-94406DACC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4" y="32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4" name="Freeform 544">
                <a:extLst>
                  <a:ext uri="{FF2B5EF4-FFF2-40B4-BE49-F238E27FC236}">
                    <a16:creationId xmlns:a16="http://schemas.microsoft.com/office/drawing/2014/main" id="{2E5FF600-2F8B-E5DC-6F61-CE62CBC8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240"/>
                <a:ext cx="19" cy="20"/>
              </a:xfrm>
              <a:custGeom>
                <a:avLst/>
                <a:gdLst>
                  <a:gd name="T0" fmla="*/ 0 w 131"/>
                  <a:gd name="T1" fmla="*/ 0 h 141"/>
                  <a:gd name="T2" fmla="*/ 0 w 131"/>
                  <a:gd name="T3" fmla="*/ 0 h 141"/>
                  <a:gd name="T4" fmla="*/ 0 w 131"/>
                  <a:gd name="T5" fmla="*/ 0 h 141"/>
                  <a:gd name="T6" fmla="*/ 0 w 131"/>
                  <a:gd name="T7" fmla="*/ 0 h 141"/>
                  <a:gd name="T8" fmla="*/ 0 w 131"/>
                  <a:gd name="T9" fmla="*/ 0 h 141"/>
                  <a:gd name="T10" fmla="*/ 0 w 131"/>
                  <a:gd name="T11" fmla="*/ 0 h 141"/>
                  <a:gd name="T12" fmla="*/ 0 w 131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1"/>
                  <a:gd name="T23" fmla="*/ 131 w 131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1">
                    <a:moveTo>
                      <a:pt x="91" y="141"/>
                    </a:moveTo>
                    <a:lnTo>
                      <a:pt x="111" y="88"/>
                    </a:lnTo>
                    <a:lnTo>
                      <a:pt x="131" y="35"/>
                    </a:lnTo>
                    <a:lnTo>
                      <a:pt x="41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91" y="1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5" name="Freeform 545">
                <a:extLst>
                  <a:ext uri="{FF2B5EF4-FFF2-40B4-BE49-F238E27FC236}">
                    <a16:creationId xmlns:a16="http://schemas.microsoft.com/office/drawing/2014/main" id="{F9365DE5-E83D-9884-C061-23E98C5FC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240"/>
                <a:ext cx="19" cy="20"/>
              </a:xfrm>
              <a:custGeom>
                <a:avLst/>
                <a:gdLst>
                  <a:gd name="T0" fmla="*/ 0 w 131"/>
                  <a:gd name="T1" fmla="*/ 0 h 141"/>
                  <a:gd name="T2" fmla="*/ 0 w 131"/>
                  <a:gd name="T3" fmla="*/ 0 h 141"/>
                  <a:gd name="T4" fmla="*/ 0 w 131"/>
                  <a:gd name="T5" fmla="*/ 0 h 141"/>
                  <a:gd name="T6" fmla="*/ 0 w 131"/>
                  <a:gd name="T7" fmla="*/ 0 h 141"/>
                  <a:gd name="T8" fmla="*/ 0 w 131"/>
                  <a:gd name="T9" fmla="*/ 0 h 141"/>
                  <a:gd name="T10" fmla="*/ 0 w 131"/>
                  <a:gd name="T11" fmla="*/ 0 h 141"/>
                  <a:gd name="T12" fmla="*/ 0 w 131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1"/>
                  <a:gd name="T23" fmla="*/ 131 w 131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1">
                    <a:moveTo>
                      <a:pt x="91" y="141"/>
                    </a:moveTo>
                    <a:lnTo>
                      <a:pt x="111" y="88"/>
                    </a:lnTo>
                    <a:lnTo>
                      <a:pt x="131" y="35"/>
                    </a:lnTo>
                    <a:lnTo>
                      <a:pt x="41" y="0"/>
                    </a:lnTo>
                    <a:lnTo>
                      <a:pt x="20" y="53"/>
                    </a:lnTo>
                    <a:lnTo>
                      <a:pt x="0" y="106"/>
                    </a:lnTo>
                    <a:lnTo>
                      <a:pt x="91" y="14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6" name="Freeform 546">
                <a:extLst>
                  <a:ext uri="{FF2B5EF4-FFF2-40B4-BE49-F238E27FC236}">
                    <a16:creationId xmlns:a16="http://schemas.microsoft.com/office/drawing/2014/main" id="{5ED41849-AB09-5DB5-24B8-887D7829F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8" y="3239"/>
                <a:ext cx="3" cy="8"/>
              </a:xfrm>
              <a:custGeom>
                <a:avLst/>
                <a:gdLst>
                  <a:gd name="T0" fmla="*/ 0 w 21"/>
                  <a:gd name="T1" fmla="*/ 0 h 55"/>
                  <a:gd name="T2" fmla="*/ 0 w 21"/>
                  <a:gd name="T3" fmla="*/ 0 h 55"/>
                  <a:gd name="T4" fmla="*/ 0 w 21"/>
                  <a:gd name="T5" fmla="*/ 0 h 55"/>
                  <a:gd name="T6" fmla="*/ 0 w 21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55"/>
                  <a:gd name="T14" fmla="*/ 21 w 2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55">
                    <a:moveTo>
                      <a:pt x="0" y="55"/>
                    </a:moveTo>
                    <a:lnTo>
                      <a:pt x="21" y="2"/>
                    </a:lnTo>
                    <a:lnTo>
                      <a:pt x="15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7" name="Line 547">
                <a:extLst>
                  <a:ext uri="{FF2B5EF4-FFF2-40B4-BE49-F238E27FC236}">
                    <a16:creationId xmlns:a16="http://schemas.microsoft.com/office/drawing/2014/main" id="{2CC7816E-FFAC-1D97-5C49-B3D20D305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60" y="32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8" name="Freeform 548">
                <a:extLst>
                  <a:ext uri="{FF2B5EF4-FFF2-40B4-BE49-F238E27FC236}">
                    <a16:creationId xmlns:a16="http://schemas.microsoft.com/office/drawing/2014/main" id="{182DD44D-BA8C-9EB0-D430-ED91FFE2D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236"/>
                <a:ext cx="17" cy="19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96" y="136"/>
                    </a:moveTo>
                    <a:lnTo>
                      <a:pt x="110" y="81"/>
                    </a:lnTo>
                    <a:lnTo>
                      <a:pt x="125" y="26"/>
                    </a:lnTo>
                    <a:lnTo>
                      <a:pt x="30" y="0"/>
                    </a:lnTo>
                    <a:lnTo>
                      <a:pt x="15" y="55"/>
                    </a:lnTo>
                    <a:lnTo>
                      <a:pt x="0" y="110"/>
                    </a:lnTo>
                    <a:lnTo>
                      <a:pt x="96" y="1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" name="Freeform 549">
                <a:extLst>
                  <a:ext uri="{FF2B5EF4-FFF2-40B4-BE49-F238E27FC236}">
                    <a16:creationId xmlns:a16="http://schemas.microsoft.com/office/drawing/2014/main" id="{916B3054-3A17-8588-1887-24623FFE8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236"/>
                <a:ext cx="17" cy="19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96" y="136"/>
                    </a:moveTo>
                    <a:lnTo>
                      <a:pt x="110" y="81"/>
                    </a:lnTo>
                    <a:lnTo>
                      <a:pt x="125" y="26"/>
                    </a:lnTo>
                    <a:lnTo>
                      <a:pt x="30" y="0"/>
                    </a:lnTo>
                    <a:lnTo>
                      <a:pt x="15" y="55"/>
                    </a:lnTo>
                    <a:lnTo>
                      <a:pt x="0" y="110"/>
                    </a:lnTo>
                    <a:lnTo>
                      <a:pt x="96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" name="Freeform 550">
                <a:extLst>
                  <a:ext uri="{FF2B5EF4-FFF2-40B4-BE49-F238E27FC236}">
                    <a16:creationId xmlns:a16="http://schemas.microsoft.com/office/drawing/2014/main" id="{B369FFB4-6063-94DA-DE13-D0B52C1B6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" y="323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0" y="56"/>
                    </a:moveTo>
                    <a:lnTo>
                      <a:pt x="15" y="1"/>
                    </a:lnTo>
                    <a:lnTo>
                      <a:pt x="9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" name="Line 551">
                <a:extLst>
                  <a:ext uri="{FF2B5EF4-FFF2-40B4-BE49-F238E27FC236}">
                    <a16:creationId xmlns:a16="http://schemas.microsoft.com/office/drawing/2014/main" id="{B32D9860-214D-9E43-2830-9F15FEC024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46" y="32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" name="Freeform 552">
                <a:extLst>
                  <a:ext uri="{FF2B5EF4-FFF2-40B4-BE49-F238E27FC236}">
                    <a16:creationId xmlns:a16="http://schemas.microsoft.com/office/drawing/2014/main" id="{F8B463BC-B9DD-3BD0-8F2F-920814671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233"/>
                <a:ext cx="16" cy="19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97" y="128"/>
                    </a:moveTo>
                    <a:lnTo>
                      <a:pt x="106" y="72"/>
                    </a:lnTo>
                    <a:lnTo>
                      <a:pt x="115" y="16"/>
                    </a:lnTo>
                    <a:lnTo>
                      <a:pt x="18" y="0"/>
                    </a:lnTo>
                    <a:lnTo>
                      <a:pt x="9" y="57"/>
                    </a:lnTo>
                    <a:lnTo>
                      <a:pt x="0" y="113"/>
                    </a:lnTo>
                    <a:lnTo>
                      <a:pt x="97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" name="Freeform 553">
                <a:extLst>
                  <a:ext uri="{FF2B5EF4-FFF2-40B4-BE49-F238E27FC236}">
                    <a16:creationId xmlns:a16="http://schemas.microsoft.com/office/drawing/2014/main" id="{E26A2978-5057-7A74-C737-3A5D4887A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233"/>
                <a:ext cx="16" cy="19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97" y="128"/>
                    </a:moveTo>
                    <a:lnTo>
                      <a:pt x="106" y="72"/>
                    </a:lnTo>
                    <a:lnTo>
                      <a:pt x="115" y="16"/>
                    </a:lnTo>
                    <a:lnTo>
                      <a:pt x="18" y="0"/>
                    </a:lnTo>
                    <a:lnTo>
                      <a:pt x="9" y="57"/>
                    </a:lnTo>
                    <a:lnTo>
                      <a:pt x="0" y="113"/>
                    </a:lnTo>
                    <a:lnTo>
                      <a:pt x="97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" name="Freeform 554">
                <a:extLst>
                  <a:ext uri="{FF2B5EF4-FFF2-40B4-BE49-F238E27FC236}">
                    <a16:creationId xmlns:a16="http://schemas.microsoft.com/office/drawing/2014/main" id="{20D9AA75-EF67-5451-F0BE-61CE8C54F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3233"/>
                <a:ext cx="1" cy="8"/>
              </a:xfrm>
              <a:custGeom>
                <a:avLst/>
                <a:gdLst>
                  <a:gd name="T0" fmla="*/ 0 w 9"/>
                  <a:gd name="T1" fmla="*/ 0 h 57"/>
                  <a:gd name="T2" fmla="*/ 0 w 9"/>
                  <a:gd name="T3" fmla="*/ 0 h 57"/>
                  <a:gd name="T4" fmla="*/ 0 w 9"/>
                  <a:gd name="T5" fmla="*/ 0 h 57"/>
                  <a:gd name="T6" fmla="*/ 0 w 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7"/>
                  <a:gd name="T14" fmla="*/ 9 w 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7">
                    <a:moveTo>
                      <a:pt x="0" y="57"/>
                    </a:moveTo>
                    <a:lnTo>
                      <a:pt x="9" y="0"/>
                    </a:lnTo>
                    <a:lnTo>
                      <a:pt x="3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5" name="Line 555">
                <a:extLst>
                  <a:ext uri="{FF2B5EF4-FFF2-40B4-BE49-F238E27FC236}">
                    <a16:creationId xmlns:a16="http://schemas.microsoft.com/office/drawing/2014/main" id="{18CDB51C-A068-84D4-1743-2BC19D398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1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6" name="Freeform 556">
                <a:extLst>
                  <a:ext uri="{FF2B5EF4-FFF2-40B4-BE49-F238E27FC236}">
                    <a16:creationId xmlns:a16="http://schemas.microsoft.com/office/drawing/2014/main" id="{6E05638B-B413-AEB9-94C6-CD561E98A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4" cy="16"/>
              </a:xfrm>
              <a:custGeom>
                <a:avLst/>
                <a:gdLst>
                  <a:gd name="T0" fmla="*/ 0 w 102"/>
                  <a:gd name="T1" fmla="*/ 0 h 117"/>
                  <a:gd name="T2" fmla="*/ 0 w 102"/>
                  <a:gd name="T3" fmla="*/ 0 h 117"/>
                  <a:gd name="T4" fmla="*/ 0 w 102"/>
                  <a:gd name="T5" fmla="*/ 0 h 117"/>
                  <a:gd name="T6" fmla="*/ 0 w 102"/>
                  <a:gd name="T7" fmla="*/ 0 h 117"/>
                  <a:gd name="T8" fmla="*/ 0 w 102"/>
                  <a:gd name="T9" fmla="*/ 0 h 117"/>
                  <a:gd name="T10" fmla="*/ 0 w 102"/>
                  <a:gd name="T11" fmla="*/ 0 h 117"/>
                  <a:gd name="T12" fmla="*/ 0 w 102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7"/>
                  <a:gd name="T23" fmla="*/ 102 w 102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7">
                    <a:moveTo>
                      <a:pt x="97" y="117"/>
                    </a:moveTo>
                    <a:lnTo>
                      <a:pt x="99" y="61"/>
                    </a:lnTo>
                    <a:lnTo>
                      <a:pt x="102" y="4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97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7" name="Freeform 557">
                <a:extLst>
                  <a:ext uri="{FF2B5EF4-FFF2-40B4-BE49-F238E27FC236}">
                    <a16:creationId xmlns:a16="http://schemas.microsoft.com/office/drawing/2014/main" id="{81F5985C-7EA6-AD81-8F1F-1F381E98C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4" cy="16"/>
              </a:xfrm>
              <a:custGeom>
                <a:avLst/>
                <a:gdLst>
                  <a:gd name="T0" fmla="*/ 0 w 102"/>
                  <a:gd name="T1" fmla="*/ 0 h 117"/>
                  <a:gd name="T2" fmla="*/ 0 w 102"/>
                  <a:gd name="T3" fmla="*/ 0 h 117"/>
                  <a:gd name="T4" fmla="*/ 0 w 102"/>
                  <a:gd name="T5" fmla="*/ 0 h 117"/>
                  <a:gd name="T6" fmla="*/ 0 w 102"/>
                  <a:gd name="T7" fmla="*/ 0 h 117"/>
                  <a:gd name="T8" fmla="*/ 0 w 102"/>
                  <a:gd name="T9" fmla="*/ 0 h 117"/>
                  <a:gd name="T10" fmla="*/ 0 w 102"/>
                  <a:gd name="T11" fmla="*/ 0 h 117"/>
                  <a:gd name="T12" fmla="*/ 0 w 102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7"/>
                  <a:gd name="T23" fmla="*/ 102 w 102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7">
                    <a:moveTo>
                      <a:pt x="97" y="117"/>
                    </a:moveTo>
                    <a:lnTo>
                      <a:pt x="99" y="61"/>
                    </a:lnTo>
                    <a:lnTo>
                      <a:pt x="102" y="4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97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8" name="Freeform 558">
                <a:extLst>
                  <a:ext uri="{FF2B5EF4-FFF2-40B4-BE49-F238E27FC236}">
                    <a16:creationId xmlns:a16="http://schemas.microsoft.com/office/drawing/2014/main" id="{E1ABFB1D-0083-6E87-6F1B-4D52C81A5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233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9" name="Line 559">
                <a:extLst>
                  <a:ext uri="{FF2B5EF4-FFF2-40B4-BE49-F238E27FC236}">
                    <a16:creationId xmlns:a16="http://schemas.microsoft.com/office/drawing/2014/main" id="{759A741D-74DD-4FA8-A0AE-0BD4EB98D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0" name="Freeform 560">
                <a:extLst>
                  <a:ext uri="{FF2B5EF4-FFF2-40B4-BE49-F238E27FC236}">
                    <a16:creationId xmlns:a16="http://schemas.microsoft.com/office/drawing/2014/main" id="{13EEFD3B-9E21-56FE-2759-0E97564C8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233"/>
                <a:ext cx="14" cy="16"/>
              </a:xfrm>
              <a:custGeom>
                <a:avLst/>
                <a:gdLst>
                  <a:gd name="T0" fmla="*/ 0 w 103"/>
                  <a:gd name="T1" fmla="*/ 0 h 117"/>
                  <a:gd name="T2" fmla="*/ 0 w 103"/>
                  <a:gd name="T3" fmla="*/ 0 h 117"/>
                  <a:gd name="T4" fmla="*/ 0 w 103"/>
                  <a:gd name="T5" fmla="*/ 0 h 117"/>
                  <a:gd name="T6" fmla="*/ 0 w 103"/>
                  <a:gd name="T7" fmla="*/ 0 h 117"/>
                  <a:gd name="T8" fmla="*/ 0 w 103"/>
                  <a:gd name="T9" fmla="*/ 0 h 117"/>
                  <a:gd name="T10" fmla="*/ 0 w 103"/>
                  <a:gd name="T11" fmla="*/ 0 h 117"/>
                  <a:gd name="T12" fmla="*/ 0 w 10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7"/>
                  <a:gd name="T23" fmla="*/ 103 w 10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7">
                    <a:moveTo>
                      <a:pt x="103" y="112"/>
                    </a:moveTo>
                    <a:lnTo>
                      <a:pt x="101" y="56"/>
                    </a:lnTo>
                    <a:lnTo>
                      <a:pt x="99" y="0"/>
                    </a:lnTo>
                    <a:lnTo>
                      <a:pt x="0" y="4"/>
                    </a:lnTo>
                    <a:lnTo>
                      <a:pt x="2" y="61"/>
                    </a:lnTo>
                    <a:lnTo>
                      <a:pt x="4" y="117"/>
                    </a:lnTo>
                    <a:lnTo>
                      <a:pt x="10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1" name="Freeform 561">
                <a:extLst>
                  <a:ext uri="{FF2B5EF4-FFF2-40B4-BE49-F238E27FC236}">
                    <a16:creationId xmlns:a16="http://schemas.microsoft.com/office/drawing/2014/main" id="{A57CBE3F-594C-0EA5-B84A-0406774BD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233"/>
                <a:ext cx="14" cy="16"/>
              </a:xfrm>
              <a:custGeom>
                <a:avLst/>
                <a:gdLst>
                  <a:gd name="T0" fmla="*/ 0 w 103"/>
                  <a:gd name="T1" fmla="*/ 0 h 117"/>
                  <a:gd name="T2" fmla="*/ 0 w 103"/>
                  <a:gd name="T3" fmla="*/ 0 h 117"/>
                  <a:gd name="T4" fmla="*/ 0 w 103"/>
                  <a:gd name="T5" fmla="*/ 0 h 117"/>
                  <a:gd name="T6" fmla="*/ 0 w 103"/>
                  <a:gd name="T7" fmla="*/ 0 h 117"/>
                  <a:gd name="T8" fmla="*/ 0 w 103"/>
                  <a:gd name="T9" fmla="*/ 0 h 117"/>
                  <a:gd name="T10" fmla="*/ 0 w 103"/>
                  <a:gd name="T11" fmla="*/ 0 h 117"/>
                  <a:gd name="T12" fmla="*/ 0 w 10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7"/>
                  <a:gd name="T23" fmla="*/ 103 w 10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7">
                    <a:moveTo>
                      <a:pt x="103" y="112"/>
                    </a:moveTo>
                    <a:lnTo>
                      <a:pt x="101" y="56"/>
                    </a:lnTo>
                    <a:lnTo>
                      <a:pt x="99" y="0"/>
                    </a:lnTo>
                    <a:lnTo>
                      <a:pt x="0" y="4"/>
                    </a:lnTo>
                    <a:lnTo>
                      <a:pt x="2" y="61"/>
                    </a:lnTo>
                    <a:lnTo>
                      <a:pt x="4" y="117"/>
                    </a:lnTo>
                    <a:lnTo>
                      <a:pt x="10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2" name="Freeform 562">
                <a:extLst>
                  <a:ext uri="{FF2B5EF4-FFF2-40B4-BE49-F238E27FC236}">
                    <a16:creationId xmlns:a16="http://schemas.microsoft.com/office/drawing/2014/main" id="{03F4E143-2F80-230E-2C88-8E0454506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3233"/>
                <a:ext cx="1" cy="8"/>
              </a:xfrm>
              <a:custGeom>
                <a:avLst/>
                <a:gdLst>
                  <a:gd name="T0" fmla="*/ 0 w 9"/>
                  <a:gd name="T1" fmla="*/ 0 h 57"/>
                  <a:gd name="T2" fmla="*/ 0 w 9"/>
                  <a:gd name="T3" fmla="*/ 0 h 57"/>
                  <a:gd name="T4" fmla="*/ 0 w 9"/>
                  <a:gd name="T5" fmla="*/ 0 h 57"/>
                  <a:gd name="T6" fmla="*/ 0 w 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7"/>
                  <a:gd name="T14" fmla="*/ 9 w 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7">
                    <a:moveTo>
                      <a:pt x="9" y="57"/>
                    </a:moveTo>
                    <a:lnTo>
                      <a:pt x="7" y="0"/>
                    </a:lnTo>
                    <a:lnTo>
                      <a:pt x="0" y="0"/>
                    </a:lnTo>
                    <a:lnTo>
                      <a:pt x="9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3" name="Line 563">
                <a:extLst>
                  <a:ext uri="{FF2B5EF4-FFF2-40B4-BE49-F238E27FC236}">
                    <a16:creationId xmlns:a16="http://schemas.microsoft.com/office/drawing/2014/main" id="{7E017CB7-1FA6-4E5D-0E70-BDA43E999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2" y="32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4" name="Freeform 564">
                <a:extLst>
                  <a:ext uri="{FF2B5EF4-FFF2-40B4-BE49-F238E27FC236}">
                    <a16:creationId xmlns:a16="http://schemas.microsoft.com/office/drawing/2014/main" id="{55701006-81D0-410D-B732-66F824A1D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33"/>
                <a:ext cx="16" cy="19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14" y="113"/>
                    </a:moveTo>
                    <a:lnTo>
                      <a:pt x="105" y="57"/>
                    </a:lnTo>
                    <a:lnTo>
                      <a:pt x="96" y="0"/>
                    </a:lnTo>
                    <a:lnTo>
                      <a:pt x="0" y="16"/>
                    </a:lnTo>
                    <a:lnTo>
                      <a:pt x="9" y="72"/>
                    </a:lnTo>
                    <a:lnTo>
                      <a:pt x="17" y="128"/>
                    </a:lnTo>
                    <a:lnTo>
                      <a:pt x="11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5" name="Freeform 565">
                <a:extLst>
                  <a:ext uri="{FF2B5EF4-FFF2-40B4-BE49-F238E27FC236}">
                    <a16:creationId xmlns:a16="http://schemas.microsoft.com/office/drawing/2014/main" id="{B541F7A8-781D-11C8-7699-6BE6AA6FA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233"/>
                <a:ext cx="16" cy="19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14" y="113"/>
                    </a:moveTo>
                    <a:lnTo>
                      <a:pt x="105" y="57"/>
                    </a:lnTo>
                    <a:lnTo>
                      <a:pt x="96" y="0"/>
                    </a:lnTo>
                    <a:lnTo>
                      <a:pt x="0" y="16"/>
                    </a:lnTo>
                    <a:lnTo>
                      <a:pt x="9" y="72"/>
                    </a:lnTo>
                    <a:lnTo>
                      <a:pt x="17" y="128"/>
                    </a:lnTo>
                    <a:lnTo>
                      <a:pt x="114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6" name="Freeform 566">
                <a:extLst>
                  <a:ext uri="{FF2B5EF4-FFF2-40B4-BE49-F238E27FC236}">
                    <a16:creationId xmlns:a16="http://schemas.microsoft.com/office/drawing/2014/main" id="{CFEBE902-5BE5-2AF0-6966-06045AF9C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23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56"/>
                    </a:moveTo>
                    <a:lnTo>
                      <a:pt x="6" y="0"/>
                    </a:lnTo>
                    <a:lnTo>
                      <a:pt x="0" y="1"/>
                    </a:lnTo>
                    <a:lnTo>
                      <a:pt x="15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7" name="Line 567">
                <a:extLst>
                  <a:ext uri="{FF2B5EF4-FFF2-40B4-BE49-F238E27FC236}">
                    <a16:creationId xmlns:a16="http://schemas.microsoft.com/office/drawing/2014/main" id="{707AE4F1-BD19-A99A-25FB-4C6383C1B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87" y="32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8" name="Freeform 568">
                <a:extLst>
                  <a:ext uri="{FF2B5EF4-FFF2-40B4-BE49-F238E27FC236}">
                    <a16:creationId xmlns:a16="http://schemas.microsoft.com/office/drawing/2014/main" id="{81D3370A-3471-1F30-C87D-3EF840B7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236"/>
                <a:ext cx="17" cy="19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123" y="110"/>
                    </a:moveTo>
                    <a:lnTo>
                      <a:pt x="109" y="55"/>
                    </a:lnTo>
                    <a:lnTo>
                      <a:pt x="94" y="0"/>
                    </a:lnTo>
                    <a:lnTo>
                      <a:pt x="0" y="26"/>
                    </a:lnTo>
                    <a:lnTo>
                      <a:pt x="14" y="81"/>
                    </a:lnTo>
                    <a:lnTo>
                      <a:pt x="29" y="136"/>
                    </a:lnTo>
                    <a:lnTo>
                      <a:pt x="123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" name="Freeform 569">
                <a:extLst>
                  <a:ext uri="{FF2B5EF4-FFF2-40B4-BE49-F238E27FC236}">
                    <a16:creationId xmlns:a16="http://schemas.microsoft.com/office/drawing/2014/main" id="{D06357B2-9432-AF19-DFA3-5C4AF00FB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236"/>
                <a:ext cx="17" cy="19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123" y="110"/>
                    </a:moveTo>
                    <a:lnTo>
                      <a:pt x="109" y="55"/>
                    </a:lnTo>
                    <a:lnTo>
                      <a:pt x="94" y="0"/>
                    </a:lnTo>
                    <a:lnTo>
                      <a:pt x="0" y="26"/>
                    </a:lnTo>
                    <a:lnTo>
                      <a:pt x="14" y="81"/>
                    </a:lnTo>
                    <a:lnTo>
                      <a:pt x="29" y="136"/>
                    </a:lnTo>
                    <a:lnTo>
                      <a:pt x="123" y="1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" name="Freeform 570">
                <a:extLst>
                  <a:ext uri="{FF2B5EF4-FFF2-40B4-BE49-F238E27FC236}">
                    <a16:creationId xmlns:a16="http://schemas.microsoft.com/office/drawing/2014/main" id="{E60C4DDA-0212-EAA5-0DD8-E4678971F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239"/>
                <a:ext cx="3" cy="8"/>
              </a:xfrm>
              <a:custGeom>
                <a:avLst/>
                <a:gdLst>
                  <a:gd name="T0" fmla="*/ 0 w 20"/>
                  <a:gd name="T1" fmla="*/ 0 h 55"/>
                  <a:gd name="T2" fmla="*/ 0 w 20"/>
                  <a:gd name="T3" fmla="*/ 0 h 55"/>
                  <a:gd name="T4" fmla="*/ 0 w 20"/>
                  <a:gd name="T5" fmla="*/ 0 h 55"/>
                  <a:gd name="T6" fmla="*/ 0 w 20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55"/>
                  <a:gd name="T14" fmla="*/ 20 w 20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55">
                    <a:moveTo>
                      <a:pt x="20" y="55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" name="Line 571">
                <a:extLst>
                  <a:ext uri="{FF2B5EF4-FFF2-40B4-BE49-F238E27FC236}">
                    <a16:creationId xmlns:a16="http://schemas.microsoft.com/office/drawing/2014/main" id="{68A76BDC-2BD2-C4CE-3970-54DCB3020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3" y="32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2" name="Freeform 572">
                <a:extLst>
                  <a:ext uri="{FF2B5EF4-FFF2-40B4-BE49-F238E27FC236}">
                    <a16:creationId xmlns:a16="http://schemas.microsoft.com/office/drawing/2014/main" id="{A2AE5B24-75B7-1B93-C047-0F24CD004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240"/>
                <a:ext cx="18" cy="20"/>
              </a:xfrm>
              <a:custGeom>
                <a:avLst/>
                <a:gdLst>
                  <a:gd name="T0" fmla="*/ 0 w 132"/>
                  <a:gd name="T1" fmla="*/ 0 h 141"/>
                  <a:gd name="T2" fmla="*/ 0 w 132"/>
                  <a:gd name="T3" fmla="*/ 0 h 141"/>
                  <a:gd name="T4" fmla="*/ 0 w 132"/>
                  <a:gd name="T5" fmla="*/ 0 h 141"/>
                  <a:gd name="T6" fmla="*/ 0 w 132"/>
                  <a:gd name="T7" fmla="*/ 0 h 141"/>
                  <a:gd name="T8" fmla="*/ 0 w 132"/>
                  <a:gd name="T9" fmla="*/ 0 h 141"/>
                  <a:gd name="T10" fmla="*/ 0 w 132"/>
                  <a:gd name="T11" fmla="*/ 0 h 141"/>
                  <a:gd name="T12" fmla="*/ 0 w 132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1"/>
                  <a:gd name="T23" fmla="*/ 132 w 132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1">
                    <a:moveTo>
                      <a:pt x="132" y="106"/>
                    </a:moveTo>
                    <a:lnTo>
                      <a:pt x="112" y="53"/>
                    </a:lnTo>
                    <a:lnTo>
                      <a:pt x="92" y="0"/>
                    </a:lnTo>
                    <a:lnTo>
                      <a:pt x="0" y="35"/>
                    </a:lnTo>
                    <a:lnTo>
                      <a:pt x="20" y="88"/>
                    </a:lnTo>
                    <a:lnTo>
                      <a:pt x="40" y="141"/>
                    </a:lnTo>
                    <a:lnTo>
                      <a:pt x="132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3" name="Freeform 573">
                <a:extLst>
                  <a:ext uri="{FF2B5EF4-FFF2-40B4-BE49-F238E27FC236}">
                    <a16:creationId xmlns:a16="http://schemas.microsoft.com/office/drawing/2014/main" id="{94DF3883-22CC-E3DA-E3B6-F38EA828F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240"/>
                <a:ext cx="18" cy="20"/>
              </a:xfrm>
              <a:custGeom>
                <a:avLst/>
                <a:gdLst>
                  <a:gd name="T0" fmla="*/ 0 w 132"/>
                  <a:gd name="T1" fmla="*/ 0 h 141"/>
                  <a:gd name="T2" fmla="*/ 0 w 132"/>
                  <a:gd name="T3" fmla="*/ 0 h 141"/>
                  <a:gd name="T4" fmla="*/ 0 w 132"/>
                  <a:gd name="T5" fmla="*/ 0 h 141"/>
                  <a:gd name="T6" fmla="*/ 0 w 132"/>
                  <a:gd name="T7" fmla="*/ 0 h 141"/>
                  <a:gd name="T8" fmla="*/ 0 w 132"/>
                  <a:gd name="T9" fmla="*/ 0 h 141"/>
                  <a:gd name="T10" fmla="*/ 0 w 132"/>
                  <a:gd name="T11" fmla="*/ 0 h 141"/>
                  <a:gd name="T12" fmla="*/ 0 w 132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1"/>
                  <a:gd name="T23" fmla="*/ 132 w 132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1">
                    <a:moveTo>
                      <a:pt x="132" y="106"/>
                    </a:moveTo>
                    <a:lnTo>
                      <a:pt x="112" y="53"/>
                    </a:lnTo>
                    <a:lnTo>
                      <a:pt x="92" y="0"/>
                    </a:lnTo>
                    <a:lnTo>
                      <a:pt x="0" y="35"/>
                    </a:lnTo>
                    <a:lnTo>
                      <a:pt x="20" y="88"/>
                    </a:lnTo>
                    <a:lnTo>
                      <a:pt x="40" y="141"/>
                    </a:lnTo>
                    <a:lnTo>
                      <a:pt x="132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4" name="Freeform 574">
                <a:extLst>
                  <a:ext uri="{FF2B5EF4-FFF2-40B4-BE49-F238E27FC236}">
                    <a16:creationId xmlns:a16="http://schemas.microsoft.com/office/drawing/2014/main" id="{CE8F8FC5-047C-5DA4-47F8-59CC20DDC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3245"/>
                <a:ext cx="3" cy="7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26" y="53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6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5" name="Line 575">
                <a:extLst>
                  <a:ext uri="{FF2B5EF4-FFF2-40B4-BE49-F238E27FC236}">
                    <a16:creationId xmlns:a16="http://schemas.microsoft.com/office/drawing/2014/main" id="{DF955F40-9A92-71C6-CD77-D53A98890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59" y="32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6" name="Freeform 576">
                <a:extLst>
                  <a:ext uri="{FF2B5EF4-FFF2-40B4-BE49-F238E27FC236}">
                    <a16:creationId xmlns:a16="http://schemas.microsoft.com/office/drawing/2014/main" id="{3545EC9C-E7D6-F433-30EB-7FF517307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45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139" y="101"/>
                    </a:moveTo>
                    <a:lnTo>
                      <a:pt x="113" y="51"/>
                    </a:lnTo>
                    <a:lnTo>
                      <a:pt x="87" y="0"/>
                    </a:lnTo>
                    <a:lnTo>
                      <a:pt x="0" y="45"/>
                    </a:lnTo>
                    <a:lnTo>
                      <a:pt x="26" y="96"/>
                    </a:lnTo>
                    <a:lnTo>
                      <a:pt x="51" y="146"/>
                    </a:lnTo>
                    <a:lnTo>
                      <a:pt x="139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7" name="Freeform 577">
                <a:extLst>
                  <a:ext uri="{FF2B5EF4-FFF2-40B4-BE49-F238E27FC236}">
                    <a16:creationId xmlns:a16="http://schemas.microsoft.com/office/drawing/2014/main" id="{EF9C33C0-BB23-0D24-E744-F5B484787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45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139" y="101"/>
                    </a:moveTo>
                    <a:lnTo>
                      <a:pt x="113" y="51"/>
                    </a:lnTo>
                    <a:lnTo>
                      <a:pt x="87" y="0"/>
                    </a:lnTo>
                    <a:lnTo>
                      <a:pt x="0" y="45"/>
                    </a:lnTo>
                    <a:lnTo>
                      <a:pt x="26" y="96"/>
                    </a:lnTo>
                    <a:lnTo>
                      <a:pt x="51" y="146"/>
                    </a:lnTo>
                    <a:lnTo>
                      <a:pt x="139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8" name="Freeform 578">
                <a:extLst>
                  <a:ext uri="{FF2B5EF4-FFF2-40B4-BE49-F238E27FC236}">
                    <a16:creationId xmlns:a16="http://schemas.microsoft.com/office/drawing/2014/main" id="{94279362-CBDA-11CF-6C06-B60EDAB556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251"/>
                <a:ext cx="4" cy="8"/>
              </a:xfrm>
              <a:custGeom>
                <a:avLst/>
                <a:gdLst>
                  <a:gd name="T0" fmla="*/ 0 w 31"/>
                  <a:gd name="T1" fmla="*/ 0 h 51"/>
                  <a:gd name="T2" fmla="*/ 0 w 31"/>
                  <a:gd name="T3" fmla="*/ 0 h 51"/>
                  <a:gd name="T4" fmla="*/ 0 w 31"/>
                  <a:gd name="T5" fmla="*/ 0 h 51"/>
                  <a:gd name="T6" fmla="*/ 0 w 31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1"/>
                  <a:gd name="T14" fmla="*/ 31 w 3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1">
                    <a:moveTo>
                      <a:pt x="31" y="51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1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9" name="Line 579">
                <a:extLst>
                  <a:ext uri="{FF2B5EF4-FFF2-40B4-BE49-F238E27FC236}">
                    <a16:creationId xmlns:a16="http://schemas.microsoft.com/office/drawing/2014/main" id="{8A24D82F-A41E-70A0-3DA7-2CC3BD23C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6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0" name="Freeform 580">
                <a:extLst>
                  <a:ext uri="{FF2B5EF4-FFF2-40B4-BE49-F238E27FC236}">
                    <a16:creationId xmlns:a16="http://schemas.microsoft.com/office/drawing/2014/main" id="{C6640EAA-686A-4FA7-09DF-772E47FF78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252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143" y="94"/>
                    </a:move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1" name="Freeform 581">
                <a:extLst>
                  <a:ext uri="{FF2B5EF4-FFF2-40B4-BE49-F238E27FC236}">
                    <a16:creationId xmlns:a16="http://schemas.microsoft.com/office/drawing/2014/main" id="{2DC03B36-5197-7713-312C-8E999A14C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252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143" y="94"/>
                    </a:move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2" name="Freeform 582">
                <a:extLst>
                  <a:ext uri="{FF2B5EF4-FFF2-40B4-BE49-F238E27FC236}">
                    <a16:creationId xmlns:a16="http://schemas.microsoft.com/office/drawing/2014/main" id="{22069D84-94C1-ED89-2E44-A6DF866A7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259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36" y="47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6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3" name="Line 583">
                <a:extLst>
                  <a:ext uri="{FF2B5EF4-FFF2-40B4-BE49-F238E27FC236}">
                    <a16:creationId xmlns:a16="http://schemas.microsoft.com/office/drawing/2014/main" id="{F442A5D4-5061-75D0-627A-BAF497AEB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3" y="32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4" name="Freeform 584">
                <a:extLst>
                  <a:ext uri="{FF2B5EF4-FFF2-40B4-BE49-F238E27FC236}">
                    <a16:creationId xmlns:a16="http://schemas.microsoft.com/office/drawing/2014/main" id="{97865DCC-58BB-AFF9-6ED3-48EF11707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0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148" y="87"/>
                    </a:moveTo>
                    <a:lnTo>
                      <a:pt x="112" y="43"/>
                    </a:lnTo>
                    <a:lnTo>
                      <a:pt x="76" y="0"/>
                    </a:lnTo>
                    <a:lnTo>
                      <a:pt x="0" y="61"/>
                    </a:lnTo>
                    <a:lnTo>
                      <a:pt x="35" y="105"/>
                    </a:lnTo>
                    <a:lnTo>
                      <a:pt x="71" y="149"/>
                    </a:lnTo>
                    <a:lnTo>
                      <a:pt x="148" y="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5" name="Freeform 585">
                <a:extLst>
                  <a:ext uri="{FF2B5EF4-FFF2-40B4-BE49-F238E27FC236}">
                    <a16:creationId xmlns:a16="http://schemas.microsoft.com/office/drawing/2014/main" id="{7F2AD566-B051-3C4A-0A58-81D46C87E3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0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148" y="87"/>
                    </a:moveTo>
                    <a:lnTo>
                      <a:pt x="112" y="43"/>
                    </a:lnTo>
                    <a:lnTo>
                      <a:pt x="76" y="0"/>
                    </a:lnTo>
                    <a:lnTo>
                      <a:pt x="0" y="61"/>
                    </a:lnTo>
                    <a:lnTo>
                      <a:pt x="35" y="105"/>
                    </a:lnTo>
                    <a:lnTo>
                      <a:pt x="71" y="149"/>
                    </a:lnTo>
                    <a:lnTo>
                      <a:pt x="148" y="8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6" name="Freeform 586">
                <a:extLst>
                  <a:ext uri="{FF2B5EF4-FFF2-40B4-BE49-F238E27FC236}">
                    <a16:creationId xmlns:a16="http://schemas.microsoft.com/office/drawing/2014/main" id="{826E3B04-7F6C-9D1B-1C12-E36F84B49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269"/>
                <a:ext cx="5" cy="6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40" y="44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4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7" name="Line 587">
                <a:extLst>
                  <a:ext uri="{FF2B5EF4-FFF2-40B4-BE49-F238E27FC236}">
                    <a16:creationId xmlns:a16="http://schemas.microsoft.com/office/drawing/2014/main" id="{C58175E7-6714-3F4F-788D-1C57BB0D6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2" y="32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8" name="Freeform 588">
                <a:extLst>
                  <a:ext uri="{FF2B5EF4-FFF2-40B4-BE49-F238E27FC236}">
                    <a16:creationId xmlns:a16="http://schemas.microsoft.com/office/drawing/2014/main" id="{34F56926-FC2D-C2E7-14EA-D04394E77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269"/>
                <a:ext cx="21" cy="22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151" y="81"/>
                    </a:moveTo>
                    <a:lnTo>
                      <a:pt x="110" y="40"/>
                    </a:lnTo>
                    <a:lnTo>
                      <a:pt x="70" y="0"/>
                    </a:lnTo>
                    <a:lnTo>
                      <a:pt x="0" y="69"/>
                    </a:lnTo>
                    <a:lnTo>
                      <a:pt x="41" y="110"/>
                    </a:lnTo>
                    <a:lnTo>
                      <a:pt x="81" y="150"/>
                    </a:lnTo>
                    <a:lnTo>
                      <a:pt x="151" y="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9" name="Freeform 589">
                <a:extLst>
                  <a:ext uri="{FF2B5EF4-FFF2-40B4-BE49-F238E27FC236}">
                    <a16:creationId xmlns:a16="http://schemas.microsoft.com/office/drawing/2014/main" id="{84341A47-2B18-894E-F13B-54731AEFC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269"/>
                <a:ext cx="21" cy="22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151" y="81"/>
                    </a:moveTo>
                    <a:lnTo>
                      <a:pt x="110" y="40"/>
                    </a:lnTo>
                    <a:lnTo>
                      <a:pt x="70" y="0"/>
                    </a:lnTo>
                    <a:lnTo>
                      <a:pt x="0" y="69"/>
                    </a:lnTo>
                    <a:lnTo>
                      <a:pt x="41" y="110"/>
                    </a:lnTo>
                    <a:lnTo>
                      <a:pt x="81" y="150"/>
                    </a:lnTo>
                    <a:lnTo>
                      <a:pt x="151" y="8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" name="Freeform 590">
                <a:extLst>
                  <a:ext uri="{FF2B5EF4-FFF2-40B4-BE49-F238E27FC236}">
                    <a16:creationId xmlns:a16="http://schemas.microsoft.com/office/drawing/2014/main" id="{4045212F-2B31-1F58-7662-459060E25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279"/>
                <a:ext cx="6" cy="6"/>
              </a:xfrm>
              <a:custGeom>
                <a:avLst/>
                <a:gdLst>
                  <a:gd name="T0" fmla="*/ 0 w 44"/>
                  <a:gd name="T1" fmla="*/ 0 h 41"/>
                  <a:gd name="T2" fmla="*/ 0 w 44"/>
                  <a:gd name="T3" fmla="*/ 0 h 41"/>
                  <a:gd name="T4" fmla="*/ 0 w 44"/>
                  <a:gd name="T5" fmla="*/ 0 h 41"/>
                  <a:gd name="T6" fmla="*/ 0 w 44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4"/>
                  <a:gd name="T13" fmla="*/ 0 h 41"/>
                  <a:gd name="T14" fmla="*/ 44 w 44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4" h="41">
                    <a:moveTo>
                      <a:pt x="44" y="41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44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" name="Line 591">
                <a:extLst>
                  <a:ext uri="{FF2B5EF4-FFF2-40B4-BE49-F238E27FC236}">
                    <a16:creationId xmlns:a16="http://schemas.microsoft.com/office/drawing/2014/main" id="{D1F6BB1B-9A37-C0D6-0DEF-FD8805A03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1" y="32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" name="Freeform 592">
                <a:extLst>
                  <a:ext uri="{FF2B5EF4-FFF2-40B4-BE49-F238E27FC236}">
                    <a16:creationId xmlns:a16="http://schemas.microsoft.com/office/drawing/2014/main" id="{3A75E355-67F0-4927-52DC-7D023A65D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80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150" y="72"/>
                    </a:moveTo>
                    <a:lnTo>
                      <a:pt x="106" y="36"/>
                    </a:lnTo>
                    <a:lnTo>
                      <a:pt x="62" y="0"/>
                    </a:lnTo>
                    <a:lnTo>
                      <a:pt x="0" y="76"/>
                    </a:lnTo>
                    <a:lnTo>
                      <a:pt x="44" y="112"/>
                    </a:lnTo>
                    <a:lnTo>
                      <a:pt x="88" y="148"/>
                    </a:lnTo>
                    <a:lnTo>
                      <a:pt x="150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3" name="Freeform 593">
                <a:extLst>
                  <a:ext uri="{FF2B5EF4-FFF2-40B4-BE49-F238E27FC236}">
                    <a16:creationId xmlns:a16="http://schemas.microsoft.com/office/drawing/2014/main" id="{5D6180D6-A7CA-1332-4C92-2A46DFAB7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80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150" y="72"/>
                    </a:moveTo>
                    <a:lnTo>
                      <a:pt x="106" y="36"/>
                    </a:lnTo>
                    <a:lnTo>
                      <a:pt x="62" y="0"/>
                    </a:lnTo>
                    <a:lnTo>
                      <a:pt x="0" y="76"/>
                    </a:lnTo>
                    <a:lnTo>
                      <a:pt x="44" y="112"/>
                    </a:lnTo>
                    <a:lnTo>
                      <a:pt x="88" y="148"/>
                    </a:lnTo>
                    <a:lnTo>
                      <a:pt x="150" y="7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4" name="Freeform 594">
                <a:extLst>
                  <a:ext uri="{FF2B5EF4-FFF2-40B4-BE49-F238E27FC236}">
                    <a16:creationId xmlns:a16="http://schemas.microsoft.com/office/drawing/2014/main" id="{BD423C0C-CBB7-FFBB-C6FA-E19048037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291"/>
                <a:ext cx="7" cy="5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47" y="36"/>
                    </a:moveTo>
                    <a:lnTo>
                      <a:pt x="3" y="0"/>
                    </a:lnTo>
                    <a:lnTo>
                      <a:pt x="0" y="6"/>
                    </a:lnTo>
                    <a:lnTo>
                      <a:pt x="47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5" name="Line 595">
                <a:extLst>
                  <a:ext uri="{FF2B5EF4-FFF2-40B4-BE49-F238E27FC236}">
                    <a16:creationId xmlns:a16="http://schemas.microsoft.com/office/drawing/2014/main" id="{43C7CF9D-6C97-0DAD-3114-5C4E06FF0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2" y="32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6" name="Freeform 596">
                <a:extLst>
                  <a:ext uri="{FF2B5EF4-FFF2-40B4-BE49-F238E27FC236}">
                    <a16:creationId xmlns:a16="http://schemas.microsoft.com/office/drawing/2014/main" id="{2643E986-0670-9E56-05BE-65BA35986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292"/>
                <a:ext cx="21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148" y="60"/>
                    </a:move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7" name="Freeform 597">
                <a:extLst>
                  <a:ext uri="{FF2B5EF4-FFF2-40B4-BE49-F238E27FC236}">
                    <a16:creationId xmlns:a16="http://schemas.microsoft.com/office/drawing/2014/main" id="{9C825100-B03E-4298-46EA-7B7C8D438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292"/>
                <a:ext cx="21" cy="20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148" y="60"/>
                    </a:move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8" name="Freeform 598">
                <a:extLst>
                  <a:ext uri="{FF2B5EF4-FFF2-40B4-BE49-F238E27FC236}">
                    <a16:creationId xmlns:a16="http://schemas.microsoft.com/office/drawing/2014/main" id="{2B8FD1FE-E461-0541-60D1-6916C0245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303"/>
                <a:ext cx="7" cy="5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50" y="30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5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9" name="Line 599">
                <a:extLst>
                  <a:ext uri="{FF2B5EF4-FFF2-40B4-BE49-F238E27FC236}">
                    <a16:creationId xmlns:a16="http://schemas.microsoft.com/office/drawing/2014/main" id="{CA1F521D-7FDE-36B1-1049-3D4DC0624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4" y="33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" name="Freeform 600">
                <a:extLst>
                  <a:ext uri="{FF2B5EF4-FFF2-40B4-BE49-F238E27FC236}">
                    <a16:creationId xmlns:a16="http://schemas.microsoft.com/office/drawing/2014/main" id="{4A31553E-2358-1152-7201-443BB15C4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04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45" y="52"/>
                    </a:moveTo>
                    <a:lnTo>
                      <a:pt x="94" y="26"/>
                    </a:lnTo>
                    <a:lnTo>
                      <a:pt x="44" y="0"/>
                    </a:lnTo>
                    <a:lnTo>
                      <a:pt x="0" y="88"/>
                    </a:lnTo>
                    <a:lnTo>
                      <a:pt x="50" y="114"/>
                    </a:lnTo>
                    <a:lnTo>
                      <a:pt x="101" y="139"/>
                    </a:lnTo>
                    <a:lnTo>
                      <a:pt x="145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1" name="Freeform 601">
                <a:extLst>
                  <a:ext uri="{FF2B5EF4-FFF2-40B4-BE49-F238E27FC236}">
                    <a16:creationId xmlns:a16="http://schemas.microsoft.com/office/drawing/2014/main" id="{904D195C-CAF3-E5B8-DA1A-E9668C980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04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45" y="52"/>
                    </a:moveTo>
                    <a:lnTo>
                      <a:pt x="94" y="26"/>
                    </a:lnTo>
                    <a:lnTo>
                      <a:pt x="44" y="0"/>
                    </a:lnTo>
                    <a:lnTo>
                      <a:pt x="0" y="88"/>
                    </a:lnTo>
                    <a:lnTo>
                      <a:pt x="50" y="114"/>
                    </a:lnTo>
                    <a:lnTo>
                      <a:pt x="101" y="139"/>
                    </a:lnTo>
                    <a:lnTo>
                      <a:pt x="145" y="5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2" name="Freeform 602">
                <a:extLst>
                  <a:ext uri="{FF2B5EF4-FFF2-40B4-BE49-F238E27FC236}">
                    <a16:creationId xmlns:a16="http://schemas.microsoft.com/office/drawing/2014/main" id="{126FA336-A950-5FD2-9C01-90A523822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317"/>
                <a:ext cx="8" cy="3"/>
              </a:xfrm>
              <a:custGeom>
                <a:avLst/>
                <a:gdLst>
                  <a:gd name="T0" fmla="*/ 0 w 52"/>
                  <a:gd name="T1" fmla="*/ 0 h 26"/>
                  <a:gd name="T2" fmla="*/ 0 w 52"/>
                  <a:gd name="T3" fmla="*/ 0 h 26"/>
                  <a:gd name="T4" fmla="*/ 0 w 52"/>
                  <a:gd name="T5" fmla="*/ 0 h 26"/>
                  <a:gd name="T6" fmla="*/ 0 w 5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6"/>
                  <a:gd name="T14" fmla="*/ 52 w 5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6">
                    <a:moveTo>
                      <a:pt x="52" y="26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3" name="Line 603">
                <a:extLst>
                  <a:ext uri="{FF2B5EF4-FFF2-40B4-BE49-F238E27FC236}">
                    <a16:creationId xmlns:a16="http://schemas.microsoft.com/office/drawing/2014/main" id="{8EDC56D4-5414-56B3-FE7E-B01056AD3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7" y="33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4" name="Freeform 604">
                <a:extLst>
                  <a:ext uri="{FF2B5EF4-FFF2-40B4-BE49-F238E27FC236}">
                    <a16:creationId xmlns:a16="http://schemas.microsoft.com/office/drawing/2014/main" id="{7070F2B6-E3CB-1AFC-D1DE-F9D434429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17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41" y="43"/>
                    </a:moveTo>
                    <a:lnTo>
                      <a:pt x="88" y="22"/>
                    </a:lnTo>
                    <a:lnTo>
                      <a:pt x="36" y="0"/>
                    </a:lnTo>
                    <a:lnTo>
                      <a:pt x="0" y="91"/>
                    </a:lnTo>
                    <a:lnTo>
                      <a:pt x="53" y="113"/>
                    </a:lnTo>
                    <a:lnTo>
                      <a:pt x="105" y="134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5" name="Freeform 605">
                <a:extLst>
                  <a:ext uri="{FF2B5EF4-FFF2-40B4-BE49-F238E27FC236}">
                    <a16:creationId xmlns:a16="http://schemas.microsoft.com/office/drawing/2014/main" id="{9D495BA8-A94F-AD62-F4E7-3154AAA59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17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41" y="43"/>
                    </a:moveTo>
                    <a:lnTo>
                      <a:pt x="88" y="22"/>
                    </a:lnTo>
                    <a:lnTo>
                      <a:pt x="36" y="0"/>
                    </a:lnTo>
                    <a:lnTo>
                      <a:pt x="0" y="91"/>
                    </a:lnTo>
                    <a:lnTo>
                      <a:pt x="53" y="113"/>
                    </a:lnTo>
                    <a:lnTo>
                      <a:pt x="105" y="134"/>
                    </a:lnTo>
                    <a:lnTo>
                      <a:pt x="141" y="4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6" name="Freeform 606">
                <a:extLst>
                  <a:ext uri="{FF2B5EF4-FFF2-40B4-BE49-F238E27FC236}">
                    <a16:creationId xmlns:a16="http://schemas.microsoft.com/office/drawing/2014/main" id="{3AAC17F6-622D-29BE-6C1E-354978095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330"/>
                <a:ext cx="8" cy="3"/>
              </a:xfrm>
              <a:custGeom>
                <a:avLst/>
                <a:gdLst>
                  <a:gd name="T0" fmla="*/ 0 w 55"/>
                  <a:gd name="T1" fmla="*/ 0 h 22"/>
                  <a:gd name="T2" fmla="*/ 0 w 55"/>
                  <a:gd name="T3" fmla="*/ 0 h 22"/>
                  <a:gd name="T4" fmla="*/ 0 w 55"/>
                  <a:gd name="T5" fmla="*/ 0 h 22"/>
                  <a:gd name="T6" fmla="*/ 0 w 55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2"/>
                  <a:gd name="T14" fmla="*/ 55 w 55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2">
                    <a:moveTo>
                      <a:pt x="55" y="22"/>
                    </a:moveTo>
                    <a:lnTo>
                      <a:pt x="2" y="0"/>
                    </a:lnTo>
                    <a:lnTo>
                      <a:pt x="0" y="7"/>
                    </a:lnTo>
                    <a:lnTo>
                      <a:pt x="55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7" name="Line 607">
                <a:extLst>
                  <a:ext uri="{FF2B5EF4-FFF2-40B4-BE49-F238E27FC236}">
                    <a16:creationId xmlns:a16="http://schemas.microsoft.com/office/drawing/2014/main" id="{C5B673A2-4822-6193-D74A-8B67C03CF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2" y="33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8" name="Freeform 608">
                <a:extLst>
                  <a:ext uri="{FF2B5EF4-FFF2-40B4-BE49-F238E27FC236}">
                    <a16:creationId xmlns:a16="http://schemas.microsoft.com/office/drawing/2014/main" id="{787E4234-6221-ACE0-4B14-5CDBA7149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31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35" y="29"/>
                    </a:moveTo>
                    <a:lnTo>
                      <a:pt x="80" y="15"/>
                    </a:lnTo>
                    <a:lnTo>
                      <a:pt x="25" y="0"/>
                    </a:lnTo>
                    <a:lnTo>
                      <a:pt x="0" y="95"/>
                    </a:ln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9" name="Freeform 609">
                <a:extLst>
                  <a:ext uri="{FF2B5EF4-FFF2-40B4-BE49-F238E27FC236}">
                    <a16:creationId xmlns:a16="http://schemas.microsoft.com/office/drawing/2014/main" id="{B31707CD-2188-AAF3-7899-B3644E9CB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31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35" y="29"/>
                    </a:moveTo>
                    <a:lnTo>
                      <a:pt x="80" y="15"/>
                    </a:lnTo>
                    <a:lnTo>
                      <a:pt x="25" y="0"/>
                    </a:lnTo>
                    <a:lnTo>
                      <a:pt x="0" y="95"/>
                    </a:ln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" name="Freeform 610">
                <a:extLst>
                  <a:ext uri="{FF2B5EF4-FFF2-40B4-BE49-F238E27FC236}">
                    <a16:creationId xmlns:a16="http://schemas.microsoft.com/office/drawing/2014/main" id="{9581EEDD-DC50-988B-6BB2-CBCD51997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45"/>
                <a:ext cx="8" cy="2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56" y="15"/>
                    </a:moveTo>
                    <a:lnTo>
                      <a:pt x="1" y="0"/>
                    </a:lnTo>
                    <a:lnTo>
                      <a:pt x="0" y="6"/>
                    </a:lnTo>
                    <a:lnTo>
                      <a:pt x="56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" name="Line 611">
                <a:extLst>
                  <a:ext uri="{FF2B5EF4-FFF2-40B4-BE49-F238E27FC236}">
                    <a16:creationId xmlns:a16="http://schemas.microsoft.com/office/drawing/2014/main" id="{425F0091-1605-7C3C-46F0-260E2FD79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8" y="33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" name="Freeform 612">
                <a:extLst>
                  <a:ext uri="{FF2B5EF4-FFF2-40B4-BE49-F238E27FC236}">
                    <a16:creationId xmlns:a16="http://schemas.microsoft.com/office/drawing/2014/main" id="{B7CEEA68-E5DF-89C8-808C-B66D1AFBD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28" y="18"/>
                    </a:move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lnTo>
                      <a:pt x="56" y="105"/>
                    </a:lnTo>
                    <a:lnTo>
                      <a:pt x="112" y="114"/>
                    </a:lnTo>
                    <a:lnTo>
                      <a:pt x="128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" name="Freeform 613">
                <a:extLst>
                  <a:ext uri="{FF2B5EF4-FFF2-40B4-BE49-F238E27FC236}">
                    <a16:creationId xmlns:a16="http://schemas.microsoft.com/office/drawing/2014/main" id="{8820A392-B85B-F2F7-C129-28932C25C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46"/>
                <a:ext cx="18" cy="16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28" y="18"/>
                    </a:move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lnTo>
                      <a:pt x="56" y="105"/>
                    </a:lnTo>
                    <a:lnTo>
                      <a:pt x="112" y="114"/>
                    </a:lnTo>
                    <a:lnTo>
                      <a:pt x="128" y="1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4" name="Freeform 614">
                <a:extLst>
                  <a:ext uri="{FF2B5EF4-FFF2-40B4-BE49-F238E27FC236}">
                    <a16:creationId xmlns:a16="http://schemas.microsoft.com/office/drawing/2014/main" id="{71819522-EFAB-D590-BCC8-96DFD439B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59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9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5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5" name="Line 615">
                <a:extLst>
                  <a:ext uri="{FF2B5EF4-FFF2-40B4-BE49-F238E27FC236}">
                    <a16:creationId xmlns:a16="http://schemas.microsoft.com/office/drawing/2014/main" id="{7207FF5D-CBEA-02DF-AEF4-5033D0A7A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335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6" name="Freeform 616">
                <a:extLst>
                  <a:ext uri="{FF2B5EF4-FFF2-40B4-BE49-F238E27FC236}">
                    <a16:creationId xmlns:a16="http://schemas.microsoft.com/office/drawing/2014/main" id="{106C27AB-CF71-AA48-DC25-F4BF8B915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60"/>
                <a:ext cx="17" cy="15"/>
              </a:xfrm>
              <a:custGeom>
                <a:avLst/>
                <a:gdLst>
                  <a:gd name="T0" fmla="*/ 0 w 116"/>
                  <a:gd name="T1" fmla="*/ 0 h 103"/>
                  <a:gd name="T2" fmla="*/ 0 w 116"/>
                  <a:gd name="T3" fmla="*/ 0 h 103"/>
                  <a:gd name="T4" fmla="*/ 0 w 116"/>
                  <a:gd name="T5" fmla="*/ 0 h 103"/>
                  <a:gd name="T6" fmla="*/ 0 w 116"/>
                  <a:gd name="T7" fmla="*/ 0 h 103"/>
                  <a:gd name="T8" fmla="*/ 0 w 116"/>
                  <a:gd name="T9" fmla="*/ 0 h 103"/>
                  <a:gd name="T10" fmla="*/ 0 w 116"/>
                  <a:gd name="T11" fmla="*/ 0 h 103"/>
                  <a:gd name="T12" fmla="*/ 0 w 116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3"/>
                  <a:gd name="T23" fmla="*/ 116 w 116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3">
                    <a:moveTo>
                      <a:pt x="116" y="5"/>
                    </a:moveTo>
                    <a:lnTo>
                      <a:pt x="60" y="2"/>
                    </a:lnTo>
                    <a:lnTo>
                      <a:pt x="4" y="0"/>
                    </a:lnTo>
                    <a:lnTo>
                      <a:pt x="0" y="99"/>
                    </a:lnTo>
                    <a:lnTo>
                      <a:pt x="56" y="101"/>
                    </a:lnTo>
                    <a:lnTo>
                      <a:pt x="112" y="103"/>
                    </a:lnTo>
                    <a:lnTo>
                      <a:pt x="116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7" name="Freeform 617">
                <a:extLst>
                  <a:ext uri="{FF2B5EF4-FFF2-40B4-BE49-F238E27FC236}">
                    <a16:creationId xmlns:a16="http://schemas.microsoft.com/office/drawing/2014/main" id="{CD21D033-F031-1520-D101-28A6FF7B7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60"/>
                <a:ext cx="17" cy="15"/>
              </a:xfrm>
              <a:custGeom>
                <a:avLst/>
                <a:gdLst>
                  <a:gd name="T0" fmla="*/ 0 w 116"/>
                  <a:gd name="T1" fmla="*/ 0 h 103"/>
                  <a:gd name="T2" fmla="*/ 0 w 116"/>
                  <a:gd name="T3" fmla="*/ 0 h 103"/>
                  <a:gd name="T4" fmla="*/ 0 w 116"/>
                  <a:gd name="T5" fmla="*/ 0 h 103"/>
                  <a:gd name="T6" fmla="*/ 0 w 116"/>
                  <a:gd name="T7" fmla="*/ 0 h 103"/>
                  <a:gd name="T8" fmla="*/ 0 w 116"/>
                  <a:gd name="T9" fmla="*/ 0 h 103"/>
                  <a:gd name="T10" fmla="*/ 0 w 116"/>
                  <a:gd name="T11" fmla="*/ 0 h 103"/>
                  <a:gd name="T12" fmla="*/ 0 w 116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3"/>
                  <a:gd name="T23" fmla="*/ 116 w 116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3">
                    <a:moveTo>
                      <a:pt x="116" y="5"/>
                    </a:moveTo>
                    <a:lnTo>
                      <a:pt x="60" y="2"/>
                    </a:lnTo>
                    <a:lnTo>
                      <a:pt x="4" y="0"/>
                    </a:lnTo>
                    <a:lnTo>
                      <a:pt x="0" y="99"/>
                    </a:lnTo>
                    <a:lnTo>
                      <a:pt x="56" y="101"/>
                    </a:lnTo>
                    <a:lnTo>
                      <a:pt x="112" y="103"/>
                    </a:lnTo>
                    <a:lnTo>
                      <a:pt x="116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8" name="Freeform 618">
                <a:extLst>
                  <a:ext uri="{FF2B5EF4-FFF2-40B4-BE49-F238E27FC236}">
                    <a16:creationId xmlns:a16="http://schemas.microsoft.com/office/drawing/2014/main" id="{DC4A285F-577B-AD8B-3E1C-EC412212B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8" cy="1"/>
              </a:xfrm>
              <a:custGeom>
                <a:avLst/>
                <a:gdLst>
                  <a:gd name="T0" fmla="*/ 0 w 56"/>
                  <a:gd name="T1" fmla="*/ 0 h 4"/>
                  <a:gd name="T2" fmla="*/ 0 w 56"/>
                  <a:gd name="T3" fmla="*/ 0 h 4"/>
                  <a:gd name="T4" fmla="*/ 0 w 56"/>
                  <a:gd name="T5" fmla="*/ 0 h 4"/>
                  <a:gd name="T6" fmla="*/ 0 w 5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4"/>
                  <a:gd name="T14" fmla="*/ 56 w 56"/>
                  <a:gd name="T15" fmla="*/ 4 h 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4">
                    <a:moveTo>
                      <a:pt x="56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9" name="Line 619">
                <a:extLst>
                  <a:ext uri="{FF2B5EF4-FFF2-40B4-BE49-F238E27FC236}">
                    <a16:creationId xmlns:a16="http://schemas.microsoft.com/office/drawing/2014/main" id="{E83929C4-1A23-E9E6-EFBD-654B8FA6A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5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0" name="Freeform 620">
                <a:extLst>
                  <a:ext uri="{FF2B5EF4-FFF2-40B4-BE49-F238E27FC236}">
                    <a16:creationId xmlns:a16="http://schemas.microsoft.com/office/drawing/2014/main" id="{4367DEC7-5448-CB6C-80DC-9D0425406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17" cy="15"/>
              </a:xfrm>
              <a:custGeom>
                <a:avLst/>
                <a:gdLst>
                  <a:gd name="T0" fmla="*/ 0 w 116"/>
                  <a:gd name="T1" fmla="*/ 0 h 102"/>
                  <a:gd name="T2" fmla="*/ 0 w 116"/>
                  <a:gd name="T3" fmla="*/ 0 h 102"/>
                  <a:gd name="T4" fmla="*/ 0 w 116"/>
                  <a:gd name="T5" fmla="*/ 0 h 102"/>
                  <a:gd name="T6" fmla="*/ 0 w 116"/>
                  <a:gd name="T7" fmla="*/ 0 h 102"/>
                  <a:gd name="T8" fmla="*/ 0 w 116"/>
                  <a:gd name="T9" fmla="*/ 0 h 102"/>
                  <a:gd name="T10" fmla="*/ 0 w 116"/>
                  <a:gd name="T11" fmla="*/ 0 h 102"/>
                  <a:gd name="T12" fmla="*/ 0 w 116"/>
                  <a:gd name="T13" fmla="*/ 0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2"/>
                  <a:gd name="T23" fmla="*/ 116 w 116"/>
                  <a:gd name="T24" fmla="*/ 102 h 1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2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4" y="102"/>
                    </a:lnTo>
                    <a:lnTo>
                      <a:pt x="60" y="100"/>
                    </a:lnTo>
                    <a:lnTo>
                      <a:pt x="116" y="9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" name="Freeform 621">
                <a:extLst>
                  <a:ext uri="{FF2B5EF4-FFF2-40B4-BE49-F238E27FC236}">
                    <a16:creationId xmlns:a16="http://schemas.microsoft.com/office/drawing/2014/main" id="{585DCF00-D31E-456E-7C20-AF1F6C670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5" y="3374"/>
                <a:ext cx="17" cy="15"/>
              </a:xfrm>
              <a:custGeom>
                <a:avLst/>
                <a:gdLst>
                  <a:gd name="T0" fmla="*/ 0 w 116"/>
                  <a:gd name="T1" fmla="*/ 0 h 102"/>
                  <a:gd name="T2" fmla="*/ 0 w 116"/>
                  <a:gd name="T3" fmla="*/ 0 h 102"/>
                  <a:gd name="T4" fmla="*/ 0 w 116"/>
                  <a:gd name="T5" fmla="*/ 0 h 102"/>
                  <a:gd name="T6" fmla="*/ 0 w 116"/>
                  <a:gd name="T7" fmla="*/ 0 h 102"/>
                  <a:gd name="T8" fmla="*/ 0 w 116"/>
                  <a:gd name="T9" fmla="*/ 0 h 102"/>
                  <a:gd name="T10" fmla="*/ 0 w 116"/>
                  <a:gd name="T11" fmla="*/ 0 h 102"/>
                  <a:gd name="T12" fmla="*/ 0 w 116"/>
                  <a:gd name="T13" fmla="*/ 0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6"/>
                  <a:gd name="T22" fmla="*/ 0 h 102"/>
                  <a:gd name="T23" fmla="*/ 116 w 116"/>
                  <a:gd name="T24" fmla="*/ 102 h 10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6" h="102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4" y="102"/>
                    </a:lnTo>
                    <a:lnTo>
                      <a:pt x="60" y="100"/>
                    </a:lnTo>
                    <a:lnTo>
                      <a:pt x="116" y="98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2" name="Freeform 622">
                <a:extLst>
                  <a:ext uri="{FF2B5EF4-FFF2-40B4-BE49-F238E27FC236}">
                    <a16:creationId xmlns:a16="http://schemas.microsoft.com/office/drawing/2014/main" id="{AA64EB40-3D73-9092-BDCE-CA4E88C24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9"/>
                <a:ext cx="8" cy="1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0"/>
                    </a:moveTo>
                    <a:lnTo>
                      <a:pt x="0" y="2"/>
                    </a:lnTo>
                    <a:lnTo>
                      <a:pt x="0" y="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3" name="Line 623">
                <a:extLst>
                  <a:ext uri="{FF2B5EF4-FFF2-40B4-BE49-F238E27FC236}">
                    <a16:creationId xmlns:a16="http://schemas.microsoft.com/office/drawing/2014/main" id="{B1593358-9465-C639-E79A-532441B01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33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4" name="Freeform 624">
                <a:extLst>
                  <a:ext uri="{FF2B5EF4-FFF2-40B4-BE49-F238E27FC236}">
                    <a16:creationId xmlns:a16="http://schemas.microsoft.com/office/drawing/2014/main" id="{EB8C5F21-2BF4-7883-6B74-DC8090A4A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12" y="0"/>
                    </a:moveTo>
                    <a:lnTo>
                      <a:pt x="56" y="9"/>
                    </a:lnTo>
                    <a:lnTo>
                      <a:pt x="0" y="18"/>
                    </a:lnTo>
                    <a:lnTo>
                      <a:pt x="16" y="114"/>
                    </a:lnTo>
                    <a:lnTo>
                      <a:pt x="72" y="105"/>
                    </a:lnTo>
                    <a:lnTo>
                      <a:pt x="128" y="9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5" name="Freeform 625">
                <a:extLst>
                  <a:ext uri="{FF2B5EF4-FFF2-40B4-BE49-F238E27FC236}">
                    <a16:creationId xmlns:a16="http://schemas.microsoft.com/office/drawing/2014/main" id="{18FFCB36-4F9A-AFE9-C141-341720F81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6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112" y="0"/>
                    </a:moveTo>
                    <a:lnTo>
                      <a:pt x="56" y="9"/>
                    </a:lnTo>
                    <a:lnTo>
                      <a:pt x="0" y="18"/>
                    </a:lnTo>
                    <a:lnTo>
                      <a:pt x="16" y="114"/>
                    </a:lnTo>
                    <a:lnTo>
                      <a:pt x="72" y="105"/>
                    </a:lnTo>
                    <a:lnTo>
                      <a:pt x="128" y="96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6" name="Freeform 626">
                <a:extLst>
                  <a:ext uri="{FF2B5EF4-FFF2-40B4-BE49-F238E27FC236}">
                    <a16:creationId xmlns:a16="http://schemas.microsoft.com/office/drawing/2014/main" id="{1A1DE0E8-55EE-C25F-D9B5-26F54A433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2"/>
                <a:ext cx="8" cy="3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56" y="0"/>
                    </a:moveTo>
                    <a:lnTo>
                      <a:pt x="0" y="9"/>
                    </a:lnTo>
                    <a:lnTo>
                      <a:pt x="1" y="15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7" name="Line 627">
                <a:extLst>
                  <a:ext uri="{FF2B5EF4-FFF2-40B4-BE49-F238E27FC236}">
                    <a16:creationId xmlns:a16="http://schemas.microsoft.com/office/drawing/2014/main" id="{6DDA1420-E985-C8AF-97C8-45D108CDC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8" y="34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8" name="Freeform 628">
                <a:extLst>
                  <a:ext uri="{FF2B5EF4-FFF2-40B4-BE49-F238E27FC236}">
                    <a16:creationId xmlns:a16="http://schemas.microsoft.com/office/drawing/2014/main" id="{7EDAE0D1-B782-3CCF-72DE-4C14CC874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0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10" y="0"/>
                    </a:moveTo>
                    <a:lnTo>
                      <a:pt x="55" y="14"/>
                    </a:lnTo>
                    <a:lnTo>
                      <a:pt x="0" y="29"/>
                    </a:lnTo>
                    <a:lnTo>
                      <a:pt x="25" y="124"/>
                    </a:ln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9" name="Freeform 629">
                <a:extLst>
                  <a:ext uri="{FF2B5EF4-FFF2-40B4-BE49-F238E27FC236}">
                    <a16:creationId xmlns:a16="http://schemas.microsoft.com/office/drawing/2014/main" id="{72778050-7C04-EA45-736B-2289E42E5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400"/>
                <a:ext cx="19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110" y="0"/>
                    </a:moveTo>
                    <a:lnTo>
                      <a:pt x="55" y="14"/>
                    </a:lnTo>
                    <a:lnTo>
                      <a:pt x="0" y="29"/>
                    </a:lnTo>
                    <a:lnTo>
                      <a:pt x="25" y="124"/>
                    </a:lnTo>
                    <a:lnTo>
                      <a:pt x="80" y="110"/>
                    </a:lnTo>
                    <a:lnTo>
                      <a:pt x="135" y="95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0" name="Freeform 630">
                <a:extLst>
                  <a:ext uri="{FF2B5EF4-FFF2-40B4-BE49-F238E27FC236}">
                    <a16:creationId xmlns:a16="http://schemas.microsoft.com/office/drawing/2014/main" id="{E85EDD2F-ECA9-4591-27F1-045BD1AD4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6"/>
                <a:ext cx="8" cy="3"/>
              </a:xfrm>
              <a:custGeom>
                <a:avLst/>
                <a:gdLst>
                  <a:gd name="T0" fmla="*/ 0 w 55"/>
                  <a:gd name="T1" fmla="*/ 0 h 21"/>
                  <a:gd name="T2" fmla="*/ 0 w 55"/>
                  <a:gd name="T3" fmla="*/ 0 h 21"/>
                  <a:gd name="T4" fmla="*/ 0 w 55"/>
                  <a:gd name="T5" fmla="*/ 0 h 21"/>
                  <a:gd name="T6" fmla="*/ 0 w 55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1"/>
                  <a:gd name="T14" fmla="*/ 55 w 55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1">
                    <a:moveTo>
                      <a:pt x="55" y="0"/>
                    </a:moveTo>
                    <a:lnTo>
                      <a:pt x="0" y="14"/>
                    </a:lnTo>
                    <a:lnTo>
                      <a:pt x="2" y="21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" name="Line 631">
                <a:extLst>
                  <a:ext uri="{FF2B5EF4-FFF2-40B4-BE49-F238E27FC236}">
                    <a16:creationId xmlns:a16="http://schemas.microsoft.com/office/drawing/2014/main" id="{B49B4E9C-62F3-B849-E7DB-D69271481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" y="34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" name="Freeform 632">
                <a:extLst>
                  <a:ext uri="{FF2B5EF4-FFF2-40B4-BE49-F238E27FC236}">
                    <a16:creationId xmlns:a16="http://schemas.microsoft.com/office/drawing/2014/main" id="{FE3C98A1-773D-78C9-48DA-6B78B8C31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3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05" y="0"/>
                    </a:moveTo>
                    <a:lnTo>
                      <a:pt x="53" y="22"/>
                    </a:lnTo>
                    <a:lnTo>
                      <a:pt x="0" y="43"/>
                    </a:lnTo>
                    <a:lnTo>
                      <a:pt x="36" y="134"/>
                    </a:lnTo>
                    <a:lnTo>
                      <a:pt x="88" y="113"/>
                    </a:lnTo>
                    <a:lnTo>
                      <a:pt x="141" y="9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" name="Freeform 633">
                <a:extLst>
                  <a:ext uri="{FF2B5EF4-FFF2-40B4-BE49-F238E27FC236}">
                    <a16:creationId xmlns:a16="http://schemas.microsoft.com/office/drawing/2014/main" id="{521CAB69-0860-458B-0DD5-FC4C0950C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413"/>
                <a:ext cx="20" cy="19"/>
              </a:xfrm>
              <a:custGeom>
                <a:avLst/>
                <a:gdLst>
                  <a:gd name="T0" fmla="*/ 0 w 141"/>
                  <a:gd name="T1" fmla="*/ 0 h 134"/>
                  <a:gd name="T2" fmla="*/ 0 w 141"/>
                  <a:gd name="T3" fmla="*/ 0 h 134"/>
                  <a:gd name="T4" fmla="*/ 0 w 141"/>
                  <a:gd name="T5" fmla="*/ 0 h 134"/>
                  <a:gd name="T6" fmla="*/ 0 w 141"/>
                  <a:gd name="T7" fmla="*/ 0 h 134"/>
                  <a:gd name="T8" fmla="*/ 0 w 141"/>
                  <a:gd name="T9" fmla="*/ 0 h 134"/>
                  <a:gd name="T10" fmla="*/ 0 w 141"/>
                  <a:gd name="T11" fmla="*/ 0 h 134"/>
                  <a:gd name="T12" fmla="*/ 0 w 141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4"/>
                  <a:gd name="T23" fmla="*/ 141 w 141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4">
                    <a:moveTo>
                      <a:pt x="105" y="0"/>
                    </a:moveTo>
                    <a:lnTo>
                      <a:pt x="53" y="22"/>
                    </a:lnTo>
                    <a:lnTo>
                      <a:pt x="0" y="43"/>
                    </a:lnTo>
                    <a:lnTo>
                      <a:pt x="36" y="134"/>
                    </a:lnTo>
                    <a:lnTo>
                      <a:pt x="88" y="113"/>
                    </a:lnTo>
                    <a:lnTo>
                      <a:pt x="141" y="91"/>
                    </a:lnTo>
                    <a:lnTo>
                      <a:pt x="10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" name="Freeform 634">
                <a:extLst>
                  <a:ext uri="{FF2B5EF4-FFF2-40B4-BE49-F238E27FC236}">
                    <a16:creationId xmlns:a16="http://schemas.microsoft.com/office/drawing/2014/main" id="{5C44CD64-416D-6B44-78F8-D0F70E323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9"/>
                <a:ext cx="8" cy="4"/>
              </a:xfrm>
              <a:custGeom>
                <a:avLst/>
                <a:gdLst>
                  <a:gd name="T0" fmla="*/ 0 w 52"/>
                  <a:gd name="T1" fmla="*/ 0 h 25"/>
                  <a:gd name="T2" fmla="*/ 0 w 52"/>
                  <a:gd name="T3" fmla="*/ 0 h 25"/>
                  <a:gd name="T4" fmla="*/ 0 w 52"/>
                  <a:gd name="T5" fmla="*/ 0 h 25"/>
                  <a:gd name="T6" fmla="*/ 0 w 52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5"/>
                  <a:gd name="T14" fmla="*/ 52 w 52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5">
                    <a:moveTo>
                      <a:pt x="52" y="0"/>
                    </a:moveTo>
                    <a:lnTo>
                      <a:pt x="0" y="21"/>
                    </a:lnTo>
                    <a:lnTo>
                      <a:pt x="2" y="25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" name="Line 635">
                <a:extLst>
                  <a:ext uri="{FF2B5EF4-FFF2-40B4-BE49-F238E27FC236}">
                    <a16:creationId xmlns:a16="http://schemas.microsoft.com/office/drawing/2014/main" id="{AA05E55F-7ED6-0BF4-098D-337071405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7" y="34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" name="Freeform 636">
                <a:extLst>
                  <a:ext uri="{FF2B5EF4-FFF2-40B4-BE49-F238E27FC236}">
                    <a16:creationId xmlns:a16="http://schemas.microsoft.com/office/drawing/2014/main" id="{06DC8B39-6B8E-2DDE-2FC3-2FFDD78AC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5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01" y="0"/>
                    </a:moveTo>
                    <a:lnTo>
                      <a:pt x="50" y="26"/>
                    </a:lnTo>
                    <a:lnTo>
                      <a:pt x="0" y="51"/>
                    </a:lnTo>
                    <a:lnTo>
                      <a:pt x="44" y="139"/>
                    </a:lnTo>
                    <a:lnTo>
                      <a:pt x="94" y="113"/>
                    </a:lnTo>
                    <a:lnTo>
                      <a:pt x="145" y="8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" name="Freeform 637">
                <a:extLst>
                  <a:ext uri="{FF2B5EF4-FFF2-40B4-BE49-F238E27FC236}">
                    <a16:creationId xmlns:a16="http://schemas.microsoft.com/office/drawing/2014/main" id="{B77D403F-8523-3E44-6143-F893151F3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7" y="3425"/>
                <a:ext cx="21" cy="20"/>
              </a:xfrm>
              <a:custGeom>
                <a:avLst/>
                <a:gdLst>
                  <a:gd name="T0" fmla="*/ 0 w 145"/>
                  <a:gd name="T1" fmla="*/ 0 h 139"/>
                  <a:gd name="T2" fmla="*/ 0 w 145"/>
                  <a:gd name="T3" fmla="*/ 0 h 139"/>
                  <a:gd name="T4" fmla="*/ 0 w 145"/>
                  <a:gd name="T5" fmla="*/ 0 h 139"/>
                  <a:gd name="T6" fmla="*/ 0 w 145"/>
                  <a:gd name="T7" fmla="*/ 0 h 139"/>
                  <a:gd name="T8" fmla="*/ 0 w 145"/>
                  <a:gd name="T9" fmla="*/ 0 h 139"/>
                  <a:gd name="T10" fmla="*/ 0 w 145"/>
                  <a:gd name="T11" fmla="*/ 0 h 139"/>
                  <a:gd name="T12" fmla="*/ 0 w 145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5"/>
                  <a:gd name="T22" fmla="*/ 0 h 139"/>
                  <a:gd name="T23" fmla="*/ 145 w 145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5" h="139">
                    <a:moveTo>
                      <a:pt x="101" y="0"/>
                    </a:moveTo>
                    <a:lnTo>
                      <a:pt x="50" y="26"/>
                    </a:lnTo>
                    <a:lnTo>
                      <a:pt x="0" y="51"/>
                    </a:lnTo>
                    <a:lnTo>
                      <a:pt x="44" y="139"/>
                    </a:lnTo>
                    <a:lnTo>
                      <a:pt x="94" y="113"/>
                    </a:lnTo>
                    <a:lnTo>
                      <a:pt x="145" y="87"/>
                    </a:lnTo>
                    <a:lnTo>
                      <a:pt x="10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" name="Freeform 638">
                <a:extLst>
                  <a:ext uri="{FF2B5EF4-FFF2-40B4-BE49-F238E27FC236}">
                    <a16:creationId xmlns:a16="http://schemas.microsoft.com/office/drawing/2014/main" id="{E4BB1554-105B-EEA3-1F19-A9893F7D7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42"/>
                <a:ext cx="7" cy="4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50" y="0"/>
                    </a:moveTo>
                    <a:lnTo>
                      <a:pt x="0" y="26"/>
                    </a:lnTo>
                    <a:lnTo>
                      <a:pt x="3" y="3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" name="Line 639">
                <a:extLst>
                  <a:ext uri="{FF2B5EF4-FFF2-40B4-BE49-F238E27FC236}">
                    <a16:creationId xmlns:a16="http://schemas.microsoft.com/office/drawing/2014/main" id="{09B1F32F-EF56-517D-5D18-DA1CD1930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4" y="34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" name="Freeform 640">
                <a:extLst>
                  <a:ext uri="{FF2B5EF4-FFF2-40B4-BE49-F238E27FC236}">
                    <a16:creationId xmlns:a16="http://schemas.microsoft.com/office/drawing/2014/main" id="{273870BB-5F7F-3D3D-9D05-E41B290E4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37"/>
                <a:ext cx="21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94" y="0"/>
                    </a:move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" name="Freeform 641">
                <a:extLst>
                  <a:ext uri="{FF2B5EF4-FFF2-40B4-BE49-F238E27FC236}">
                    <a16:creationId xmlns:a16="http://schemas.microsoft.com/office/drawing/2014/main" id="{36CAA0F1-944E-B98F-DC4C-8471183D8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3437"/>
                <a:ext cx="21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94" y="0"/>
                    </a:moveTo>
                    <a:lnTo>
                      <a:pt x="47" y="30"/>
                    </a:lnTo>
                    <a:lnTo>
                      <a:pt x="0" y="60"/>
                    </a:lnTo>
                    <a:lnTo>
                      <a:pt x="54" y="143"/>
                    </a:lnTo>
                    <a:lnTo>
                      <a:pt x="101" y="113"/>
                    </a:lnTo>
                    <a:lnTo>
                      <a:pt x="148" y="83"/>
                    </a:lnTo>
                    <a:lnTo>
                      <a:pt x="9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" name="Freeform 642">
                <a:extLst>
                  <a:ext uri="{FF2B5EF4-FFF2-40B4-BE49-F238E27FC236}">
                    <a16:creationId xmlns:a16="http://schemas.microsoft.com/office/drawing/2014/main" id="{82A4A407-46FF-CD4F-7388-9E3E5C72D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53"/>
                <a:ext cx="7" cy="6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47" y="0"/>
                    </a:moveTo>
                    <a:lnTo>
                      <a:pt x="0" y="30"/>
                    </a:lnTo>
                    <a:lnTo>
                      <a:pt x="3" y="3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" name="Line 643">
                <a:extLst>
                  <a:ext uri="{FF2B5EF4-FFF2-40B4-BE49-F238E27FC236}">
                    <a16:creationId xmlns:a16="http://schemas.microsoft.com/office/drawing/2014/main" id="{01ADB48F-E768-72E2-8221-954450AE5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2" y="34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" name="Freeform 644">
                <a:extLst>
                  <a:ext uri="{FF2B5EF4-FFF2-40B4-BE49-F238E27FC236}">
                    <a16:creationId xmlns:a16="http://schemas.microsoft.com/office/drawing/2014/main" id="{D799BCC7-8E24-29C3-39FC-CA3EF6A97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48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88" y="0"/>
                    </a:move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lnTo>
                      <a:pt x="106" y="112"/>
                    </a:lnTo>
                    <a:lnTo>
                      <a:pt x="150" y="77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" name="Freeform 645">
                <a:extLst>
                  <a:ext uri="{FF2B5EF4-FFF2-40B4-BE49-F238E27FC236}">
                    <a16:creationId xmlns:a16="http://schemas.microsoft.com/office/drawing/2014/main" id="{2C5BDB7B-90B5-6056-5DEB-9332BC309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2" y="3448"/>
                <a:ext cx="22" cy="21"/>
              </a:xfrm>
              <a:custGeom>
                <a:avLst/>
                <a:gdLst>
                  <a:gd name="T0" fmla="*/ 0 w 150"/>
                  <a:gd name="T1" fmla="*/ 0 h 148"/>
                  <a:gd name="T2" fmla="*/ 0 w 150"/>
                  <a:gd name="T3" fmla="*/ 0 h 148"/>
                  <a:gd name="T4" fmla="*/ 0 w 150"/>
                  <a:gd name="T5" fmla="*/ 0 h 148"/>
                  <a:gd name="T6" fmla="*/ 0 w 150"/>
                  <a:gd name="T7" fmla="*/ 0 h 148"/>
                  <a:gd name="T8" fmla="*/ 0 w 150"/>
                  <a:gd name="T9" fmla="*/ 0 h 148"/>
                  <a:gd name="T10" fmla="*/ 0 w 150"/>
                  <a:gd name="T11" fmla="*/ 0 h 148"/>
                  <a:gd name="T12" fmla="*/ 0 w 150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48"/>
                  <a:gd name="T23" fmla="*/ 150 w 150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48">
                    <a:moveTo>
                      <a:pt x="88" y="0"/>
                    </a:moveTo>
                    <a:lnTo>
                      <a:pt x="44" y="36"/>
                    </a:lnTo>
                    <a:lnTo>
                      <a:pt x="0" y="72"/>
                    </a:lnTo>
                    <a:lnTo>
                      <a:pt x="62" y="148"/>
                    </a:lnTo>
                    <a:lnTo>
                      <a:pt x="106" y="112"/>
                    </a:lnTo>
                    <a:lnTo>
                      <a:pt x="150" y="77"/>
                    </a:lnTo>
                    <a:lnTo>
                      <a:pt x="8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" name="Freeform 646">
                <a:extLst>
                  <a:ext uri="{FF2B5EF4-FFF2-40B4-BE49-F238E27FC236}">
                    <a16:creationId xmlns:a16="http://schemas.microsoft.com/office/drawing/2014/main" id="{CFE30CE0-870E-182C-C68B-769E9EDF2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" y="3464"/>
                <a:ext cx="6" cy="6"/>
              </a:xfrm>
              <a:custGeom>
                <a:avLst/>
                <a:gdLst>
                  <a:gd name="T0" fmla="*/ 0 w 44"/>
                  <a:gd name="T1" fmla="*/ 0 h 41"/>
                  <a:gd name="T2" fmla="*/ 0 w 44"/>
                  <a:gd name="T3" fmla="*/ 0 h 41"/>
                  <a:gd name="T4" fmla="*/ 0 w 44"/>
                  <a:gd name="T5" fmla="*/ 0 h 41"/>
                  <a:gd name="T6" fmla="*/ 0 w 44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4"/>
                  <a:gd name="T13" fmla="*/ 0 h 41"/>
                  <a:gd name="T14" fmla="*/ 44 w 44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4" h="41">
                    <a:moveTo>
                      <a:pt x="44" y="0"/>
                    </a:moveTo>
                    <a:lnTo>
                      <a:pt x="0" y="36"/>
                    </a:lnTo>
                    <a:lnTo>
                      <a:pt x="3" y="4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" name="Line 647">
                <a:extLst>
                  <a:ext uri="{FF2B5EF4-FFF2-40B4-BE49-F238E27FC236}">
                    <a16:creationId xmlns:a16="http://schemas.microsoft.com/office/drawing/2014/main" id="{513B247C-2405-3441-F9B0-F94C2BFB7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1" y="34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" name="Freeform 648">
                <a:extLst>
                  <a:ext uri="{FF2B5EF4-FFF2-40B4-BE49-F238E27FC236}">
                    <a16:creationId xmlns:a16="http://schemas.microsoft.com/office/drawing/2014/main" id="{E2985BAC-E712-F1C9-3993-A6F028BB2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459"/>
                <a:ext cx="21" cy="21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81" y="0"/>
                    </a:moveTo>
                    <a:lnTo>
                      <a:pt x="41" y="40"/>
                    </a:lnTo>
                    <a:lnTo>
                      <a:pt x="0" y="81"/>
                    </a:lnTo>
                    <a:lnTo>
                      <a:pt x="70" y="150"/>
                    </a:lnTo>
                    <a:lnTo>
                      <a:pt x="110" y="110"/>
                    </a:lnTo>
                    <a:lnTo>
                      <a:pt x="151" y="70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" name="Freeform 649">
                <a:extLst>
                  <a:ext uri="{FF2B5EF4-FFF2-40B4-BE49-F238E27FC236}">
                    <a16:creationId xmlns:a16="http://schemas.microsoft.com/office/drawing/2014/main" id="{C176ECDF-ECFD-A7B4-ACA8-F792EBDD6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2" y="3459"/>
                <a:ext cx="21" cy="21"/>
              </a:xfrm>
              <a:custGeom>
                <a:avLst/>
                <a:gdLst>
                  <a:gd name="T0" fmla="*/ 0 w 151"/>
                  <a:gd name="T1" fmla="*/ 0 h 150"/>
                  <a:gd name="T2" fmla="*/ 0 w 151"/>
                  <a:gd name="T3" fmla="*/ 0 h 150"/>
                  <a:gd name="T4" fmla="*/ 0 w 151"/>
                  <a:gd name="T5" fmla="*/ 0 h 150"/>
                  <a:gd name="T6" fmla="*/ 0 w 151"/>
                  <a:gd name="T7" fmla="*/ 0 h 150"/>
                  <a:gd name="T8" fmla="*/ 0 w 151"/>
                  <a:gd name="T9" fmla="*/ 0 h 150"/>
                  <a:gd name="T10" fmla="*/ 0 w 151"/>
                  <a:gd name="T11" fmla="*/ 0 h 150"/>
                  <a:gd name="T12" fmla="*/ 0 w 151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1"/>
                  <a:gd name="T22" fmla="*/ 0 h 150"/>
                  <a:gd name="T23" fmla="*/ 151 w 151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1" h="150">
                    <a:moveTo>
                      <a:pt x="81" y="0"/>
                    </a:moveTo>
                    <a:lnTo>
                      <a:pt x="41" y="40"/>
                    </a:lnTo>
                    <a:lnTo>
                      <a:pt x="0" y="81"/>
                    </a:lnTo>
                    <a:lnTo>
                      <a:pt x="70" y="150"/>
                    </a:lnTo>
                    <a:lnTo>
                      <a:pt x="110" y="110"/>
                    </a:lnTo>
                    <a:lnTo>
                      <a:pt x="151" y="70"/>
                    </a:lnTo>
                    <a:lnTo>
                      <a:pt x="8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" name="Freeform 650">
                <a:extLst>
                  <a:ext uri="{FF2B5EF4-FFF2-40B4-BE49-F238E27FC236}">
                    <a16:creationId xmlns:a16="http://schemas.microsoft.com/office/drawing/2014/main" id="{18894308-0DAE-8279-C0B7-6E64F54DA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74"/>
                <a:ext cx="5" cy="7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40" y="0"/>
                    </a:moveTo>
                    <a:lnTo>
                      <a:pt x="0" y="40"/>
                    </a:lnTo>
                    <a:lnTo>
                      <a:pt x="5" y="4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" name="Line 651">
                <a:extLst>
                  <a:ext uri="{FF2B5EF4-FFF2-40B4-BE49-F238E27FC236}">
                    <a16:creationId xmlns:a16="http://schemas.microsoft.com/office/drawing/2014/main" id="{B5729956-CB7E-4258-D9DC-5291E4E4C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2" y="34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" name="Freeform 652">
                <a:extLst>
                  <a:ext uri="{FF2B5EF4-FFF2-40B4-BE49-F238E27FC236}">
                    <a16:creationId xmlns:a16="http://schemas.microsoft.com/office/drawing/2014/main" id="{2EA56CB3-F769-08BE-0BBD-FFE9C8E3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68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1" y="0"/>
                    </a:moveTo>
                    <a:lnTo>
                      <a:pt x="35" y="44"/>
                    </a:lnTo>
                    <a:lnTo>
                      <a:pt x="0" y="88"/>
                    </a:lnTo>
                    <a:lnTo>
                      <a:pt x="76" y="149"/>
                    </a:lnTo>
                    <a:lnTo>
                      <a:pt x="112" y="106"/>
                    </a:lnTo>
                    <a:lnTo>
                      <a:pt x="148" y="62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" name="Freeform 653">
                <a:extLst>
                  <a:ext uri="{FF2B5EF4-FFF2-40B4-BE49-F238E27FC236}">
                    <a16:creationId xmlns:a16="http://schemas.microsoft.com/office/drawing/2014/main" id="{9EF6A2E2-4487-BD94-BA39-EC7312D96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3468"/>
                <a:ext cx="21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71" y="0"/>
                    </a:moveTo>
                    <a:lnTo>
                      <a:pt x="35" y="44"/>
                    </a:lnTo>
                    <a:lnTo>
                      <a:pt x="0" y="88"/>
                    </a:lnTo>
                    <a:lnTo>
                      <a:pt x="76" y="149"/>
                    </a:lnTo>
                    <a:lnTo>
                      <a:pt x="112" y="106"/>
                    </a:lnTo>
                    <a:lnTo>
                      <a:pt x="148" y="62"/>
                    </a:lnTo>
                    <a:lnTo>
                      <a:pt x="7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" name="Freeform 654">
                <a:extLst>
                  <a:ext uri="{FF2B5EF4-FFF2-40B4-BE49-F238E27FC236}">
                    <a16:creationId xmlns:a16="http://schemas.microsoft.com/office/drawing/2014/main" id="{DBFDB251-785D-B9B8-4955-1F022F2A0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483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36" y="0"/>
                    </a:moveTo>
                    <a:lnTo>
                      <a:pt x="0" y="43"/>
                    </a:lnTo>
                    <a:lnTo>
                      <a:pt x="5" y="47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" name="Line 655">
                <a:extLst>
                  <a:ext uri="{FF2B5EF4-FFF2-40B4-BE49-F238E27FC236}">
                    <a16:creationId xmlns:a16="http://schemas.microsoft.com/office/drawing/2014/main" id="{6198C200-7FDF-28F4-44B3-0801AE57A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3" y="34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" name="Freeform 656">
                <a:extLst>
                  <a:ext uri="{FF2B5EF4-FFF2-40B4-BE49-F238E27FC236}">
                    <a16:creationId xmlns:a16="http://schemas.microsoft.com/office/drawing/2014/main" id="{9CF044EB-09AE-829B-20E2-AD8277EA2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476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61" y="0"/>
                    </a:move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" name="Freeform 657">
                <a:extLst>
                  <a:ext uri="{FF2B5EF4-FFF2-40B4-BE49-F238E27FC236}">
                    <a16:creationId xmlns:a16="http://schemas.microsoft.com/office/drawing/2014/main" id="{96B40DDC-ED3E-6F37-C2B3-6C2457071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3476"/>
                <a:ext cx="20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61" y="0"/>
                    </a:moveTo>
                    <a:lnTo>
                      <a:pt x="31" y="47"/>
                    </a:lnTo>
                    <a:lnTo>
                      <a:pt x="0" y="94"/>
                    </a:lnTo>
                    <a:lnTo>
                      <a:pt x="82" y="147"/>
                    </a:lnTo>
                    <a:lnTo>
                      <a:pt x="113" y="99"/>
                    </a:lnTo>
                    <a:lnTo>
                      <a:pt x="143" y="52"/>
                    </a:lnTo>
                    <a:lnTo>
                      <a:pt x="6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" name="Freeform 658">
                <a:extLst>
                  <a:ext uri="{FF2B5EF4-FFF2-40B4-BE49-F238E27FC236}">
                    <a16:creationId xmlns:a16="http://schemas.microsoft.com/office/drawing/2014/main" id="{90BF5484-0F02-7CB3-8409-53B282EBC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91"/>
                <a:ext cx="4" cy="7"/>
              </a:xfrm>
              <a:custGeom>
                <a:avLst/>
                <a:gdLst>
                  <a:gd name="T0" fmla="*/ 0 w 31"/>
                  <a:gd name="T1" fmla="*/ 0 h 51"/>
                  <a:gd name="T2" fmla="*/ 0 w 31"/>
                  <a:gd name="T3" fmla="*/ 0 h 51"/>
                  <a:gd name="T4" fmla="*/ 0 w 31"/>
                  <a:gd name="T5" fmla="*/ 0 h 51"/>
                  <a:gd name="T6" fmla="*/ 0 w 31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1"/>
                  <a:gd name="T14" fmla="*/ 31 w 3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1">
                    <a:moveTo>
                      <a:pt x="31" y="0"/>
                    </a:moveTo>
                    <a:lnTo>
                      <a:pt x="0" y="48"/>
                    </a:lnTo>
                    <a:lnTo>
                      <a:pt x="5" y="5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" name="Line 659">
                <a:extLst>
                  <a:ext uri="{FF2B5EF4-FFF2-40B4-BE49-F238E27FC236}">
                    <a16:creationId xmlns:a16="http://schemas.microsoft.com/office/drawing/2014/main" id="{BE764CF4-38E3-B52D-83E1-4C0C9A960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6" y="34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" name="Freeform 660">
                <a:extLst>
                  <a:ext uri="{FF2B5EF4-FFF2-40B4-BE49-F238E27FC236}">
                    <a16:creationId xmlns:a16="http://schemas.microsoft.com/office/drawing/2014/main" id="{083EABA8-F3DE-2D1B-7E98-07AB1AFAD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83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51" y="0"/>
                    </a:moveTo>
                    <a:lnTo>
                      <a:pt x="26" y="50"/>
                    </a:lnTo>
                    <a:lnTo>
                      <a:pt x="0" y="101"/>
                    </a:lnTo>
                    <a:lnTo>
                      <a:pt x="87" y="146"/>
                    </a:lnTo>
                    <a:lnTo>
                      <a:pt x="113" y="95"/>
                    </a:lnTo>
                    <a:lnTo>
                      <a:pt x="139" y="45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" name="Freeform 661">
                <a:extLst>
                  <a:ext uri="{FF2B5EF4-FFF2-40B4-BE49-F238E27FC236}">
                    <a16:creationId xmlns:a16="http://schemas.microsoft.com/office/drawing/2014/main" id="{01CD0533-6238-E8B6-1EAD-58B0D303C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6" y="3483"/>
                <a:ext cx="20" cy="21"/>
              </a:xfrm>
              <a:custGeom>
                <a:avLst/>
                <a:gdLst>
                  <a:gd name="T0" fmla="*/ 0 w 139"/>
                  <a:gd name="T1" fmla="*/ 0 h 146"/>
                  <a:gd name="T2" fmla="*/ 0 w 139"/>
                  <a:gd name="T3" fmla="*/ 0 h 146"/>
                  <a:gd name="T4" fmla="*/ 0 w 139"/>
                  <a:gd name="T5" fmla="*/ 0 h 146"/>
                  <a:gd name="T6" fmla="*/ 0 w 139"/>
                  <a:gd name="T7" fmla="*/ 0 h 146"/>
                  <a:gd name="T8" fmla="*/ 0 w 139"/>
                  <a:gd name="T9" fmla="*/ 0 h 146"/>
                  <a:gd name="T10" fmla="*/ 0 w 139"/>
                  <a:gd name="T11" fmla="*/ 0 h 146"/>
                  <a:gd name="T12" fmla="*/ 0 w 139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46"/>
                  <a:gd name="T23" fmla="*/ 139 w 139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46">
                    <a:moveTo>
                      <a:pt x="51" y="0"/>
                    </a:moveTo>
                    <a:lnTo>
                      <a:pt x="26" y="50"/>
                    </a:lnTo>
                    <a:lnTo>
                      <a:pt x="0" y="101"/>
                    </a:lnTo>
                    <a:lnTo>
                      <a:pt x="87" y="146"/>
                    </a:lnTo>
                    <a:lnTo>
                      <a:pt x="113" y="95"/>
                    </a:lnTo>
                    <a:lnTo>
                      <a:pt x="139" y="45"/>
                    </a:lnTo>
                    <a:lnTo>
                      <a:pt x="5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2" name="Freeform 662">
                <a:extLst>
                  <a:ext uri="{FF2B5EF4-FFF2-40B4-BE49-F238E27FC236}">
                    <a16:creationId xmlns:a16="http://schemas.microsoft.com/office/drawing/2014/main" id="{D64EEBA0-C8B5-AB6B-8F18-3E839CA2B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" y="3497"/>
                <a:ext cx="3" cy="8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26" y="0"/>
                    </a:moveTo>
                    <a:lnTo>
                      <a:pt x="0" y="51"/>
                    </a:lnTo>
                    <a:lnTo>
                      <a:pt x="6" y="53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3" name="Line 663">
                <a:extLst>
                  <a:ext uri="{FF2B5EF4-FFF2-40B4-BE49-F238E27FC236}">
                    <a16:creationId xmlns:a16="http://schemas.microsoft.com/office/drawing/2014/main" id="{AB5C7109-D7A3-4AE1-B80A-D53F942E3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35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4" name="Freeform 664">
                <a:extLst>
                  <a:ext uri="{FF2B5EF4-FFF2-40B4-BE49-F238E27FC236}">
                    <a16:creationId xmlns:a16="http://schemas.microsoft.com/office/drawing/2014/main" id="{DC835124-76F6-C35F-4CE0-E859F90ED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490"/>
                <a:ext cx="18" cy="20"/>
              </a:xfrm>
              <a:custGeom>
                <a:avLst/>
                <a:gdLst>
                  <a:gd name="T0" fmla="*/ 0 w 132"/>
                  <a:gd name="T1" fmla="*/ 0 h 140"/>
                  <a:gd name="T2" fmla="*/ 0 w 132"/>
                  <a:gd name="T3" fmla="*/ 0 h 140"/>
                  <a:gd name="T4" fmla="*/ 0 w 132"/>
                  <a:gd name="T5" fmla="*/ 0 h 140"/>
                  <a:gd name="T6" fmla="*/ 0 w 132"/>
                  <a:gd name="T7" fmla="*/ 0 h 140"/>
                  <a:gd name="T8" fmla="*/ 0 w 132"/>
                  <a:gd name="T9" fmla="*/ 0 h 140"/>
                  <a:gd name="T10" fmla="*/ 0 w 132"/>
                  <a:gd name="T11" fmla="*/ 0 h 140"/>
                  <a:gd name="T12" fmla="*/ 0 w 132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0"/>
                  <a:gd name="T23" fmla="*/ 132 w 132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0">
                    <a:moveTo>
                      <a:pt x="40" y="0"/>
                    </a:moveTo>
                    <a:lnTo>
                      <a:pt x="20" y="52"/>
                    </a:lnTo>
                    <a:lnTo>
                      <a:pt x="0" y="105"/>
                    </a:lnTo>
                    <a:lnTo>
                      <a:pt x="92" y="140"/>
                    </a:lnTo>
                    <a:lnTo>
                      <a:pt x="112" y="87"/>
                    </a:lnTo>
                    <a:lnTo>
                      <a:pt x="132" y="3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5" name="Freeform 665">
                <a:extLst>
                  <a:ext uri="{FF2B5EF4-FFF2-40B4-BE49-F238E27FC236}">
                    <a16:creationId xmlns:a16="http://schemas.microsoft.com/office/drawing/2014/main" id="{20DD538A-1060-CC8D-E1F1-C229FD3BB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3490"/>
                <a:ext cx="18" cy="20"/>
              </a:xfrm>
              <a:custGeom>
                <a:avLst/>
                <a:gdLst>
                  <a:gd name="T0" fmla="*/ 0 w 132"/>
                  <a:gd name="T1" fmla="*/ 0 h 140"/>
                  <a:gd name="T2" fmla="*/ 0 w 132"/>
                  <a:gd name="T3" fmla="*/ 0 h 140"/>
                  <a:gd name="T4" fmla="*/ 0 w 132"/>
                  <a:gd name="T5" fmla="*/ 0 h 140"/>
                  <a:gd name="T6" fmla="*/ 0 w 132"/>
                  <a:gd name="T7" fmla="*/ 0 h 140"/>
                  <a:gd name="T8" fmla="*/ 0 w 132"/>
                  <a:gd name="T9" fmla="*/ 0 h 140"/>
                  <a:gd name="T10" fmla="*/ 0 w 132"/>
                  <a:gd name="T11" fmla="*/ 0 h 140"/>
                  <a:gd name="T12" fmla="*/ 0 w 132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40"/>
                  <a:gd name="T23" fmla="*/ 132 w 132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40">
                    <a:moveTo>
                      <a:pt x="40" y="0"/>
                    </a:moveTo>
                    <a:lnTo>
                      <a:pt x="20" y="52"/>
                    </a:lnTo>
                    <a:lnTo>
                      <a:pt x="0" y="105"/>
                    </a:lnTo>
                    <a:lnTo>
                      <a:pt x="92" y="140"/>
                    </a:lnTo>
                    <a:lnTo>
                      <a:pt x="112" y="87"/>
                    </a:lnTo>
                    <a:lnTo>
                      <a:pt x="132" y="34"/>
                    </a:lnTo>
                    <a:lnTo>
                      <a:pt x="4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6" name="Freeform 666">
                <a:extLst>
                  <a:ext uri="{FF2B5EF4-FFF2-40B4-BE49-F238E27FC236}">
                    <a16:creationId xmlns:a16="http://schemas.microsoft.com/office/drawing/2014/main" id="{54FB70E3-F586-76F7-190C-5EC740347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3" y="3502"/>
                <a:ext cx="3" cy="8"/>
              </a:xfrm>
              <a:custGeom>
                <a:avLst/>
                <a:gdLst>
                  <a:gd name="T0" fmla="*/ 0 w 20"/>
                  <a:gd name="T1" fmla="*/ 0 h 55"/>
                  <a:gd name="T2" fmla="*/ 0 w 20"/>
                  <a:gd name="T3" fmla="*/ 0 h 55"/>
                  <a:gd name="T4" fmla="*/ 0 w 20"/>
                  <a:gd name="T5" fmla="*/ 0 h 55"/>
                  <a:gd name="T6" fmla="*/ 0 w 20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"/>
                  <a:gd name="T13" fmla="*/ 0 h 55"/>
                  <a:gd name="T14" fmla="*/ 20 w 20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" h="55">
                    <a:moveTo>
                      <a:pt x="20" y="0"/>
                    </a:moveTo>
                    <a:lnTo>
                      <a:pt x="0" y="53"/>
                    </a:lnTo>
                    <a:lnTo>
                      <a:pt x="6" y="55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7" name="Line 667">
                <a:extLst>
                  <a:ext uri="{FF2B5EF4-FFF2-40B4-BE49-F238E27FC236}">
                    <a16:creationId xmlns:a16="http://schemas.microsoft.com/office/drawing/2014/main" id="{EB1B5F43-0EC4-D4D5-853A-17DC329C1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3" y="351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8" name="Freeform 668">
                <a:extLst>
                  <a:ext uri="{FF2B5EF4-FFF2-40B4-BE49-F238E27FC236}">
                    <a16:creationId xmlns:a16="http://schemas.microsoft.com/office/drawing/2014/main" id="{5ACC1773-31F2-B52B-7125-86EE2A052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494"/>
                <a:ext cx="17" cy="20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29" y="0"/>
                    </a:moveTo>
                    <a:lnTo>
                      <a:pt x="14" y="55"/>
                    </a:lnTo>
                    <a:lnTo>
                      <a:pt x="0" y="110"/>
                    </a:lnTo>
                    <a:lnTo>
                      <a:pt x="94" y="136"/>
                    </a:lnTo>
                    <a:lnTo>
                      <a:pt x="109" y="81"/>
                    </a:lnTo>
                    <a:lnTo>
                      <a:pt x="123" y="26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9" name="Freeform 669">
                <a:extLst>
                  <a:ext uri="{FF2B5EF4-FFF2-40B4-BE49-F238E27FC236}">
                    <a16:creationId xmlns:a16="http://schemas.microsoft.com/office/drawing/2014/main" id="{8D914162-9CED-5625-6C4F-4E7158261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4" y="3494"/>
                <a:ext cx="17" cy="20"/>
              </a:xfrm>
              <a:custGeom>
                <a:avLst/>
                <a:gdLst>
                  <a:gd name="T0" fmla="*/ 0 w 123"/>
                  <a:gd name="T1" fmla="*/ 0 h 136"/>
                  <a:gd name="T2" fmla="*/ 0 w 123"/>
                  <a:gd name="T3" fmla="*/ 0 h 136"/>
                  <a:gd name="T4" fmla="*/ 0 w 123"/>
                  <a:gd name="T5" fmla="*/ 0 h 136"/>
                  <a:gd name="T6" fmla="*/ 0 w 123"/>
                  <a:gd name="T7" fmla="*/ 0 h 136"/>
                  <a:gd name="T8" fmla="*/ 0 w 123"/>
                  <a:gd name="T9" fmla="*/ 0 h 136"/>
                  <a:gd name="T10" fmla="*/ 0 w 123"/>
                  <a:gd name="T11" fmla="*/ 0 h 136"/>
                  <a:gd name="T12" fmla="*/ 0 w 123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6"/>
                  <a:gd name="T23" fmla="*/ 123 w 123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6">
                    <a:moveTo>
                      <a:pt x="29" y="0"/>
                    </a:moveTo>
                    <a:lnTo>
                      <a:pt x="14" y="55"/>
                    </a:lnTo>
                    <a:lnTo>
                      <a:pt x="0" y="110"/>
                    </a:lnTo>
                    <a:lnTo>
                      <a:pt x="94" y="136"/>
                    </a:lnTo>
                    <a:lnTo>
                      <a:pt x="109" y="81"/>
                    </a:lnTo>
                    <a:lnTo>
                      <a:pt x="123" y="26"/>
                    </a:lnTo>
                    <a:lnTo>
                      <a:pt x="2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0" name="Freeform 670">
                <a:extLst>
                  <a:ext uri="{FF2B5EF4-FFF2-40B4-BE49-F238E27FC236}">
                    <a16:creationId xmlns:a16="http://schemas.microsoft.com/office/drawing/2014/main" id="{7270D29E-6FA3-68F2-395D-D5212D4C0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350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0"/>
                    </a:moveTo>
                    <a:lnTo>
                      <a:pt x="0" y="55"/>
                    </a:lnTo>
                    <a:lnTo>
                      <a:pt x="6" y="5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1" name="Line 671">
                <a:extLst>
                  <a:ext uri="{FF2B5EF4-FFF2-40B4-BE49-F238E27FC236}">
                    <a16:creationId xmlns:a16="http://schemas.microsoft.com/office/drawing/2014/main" id="{DFD63EB9-DDEB-8AFE-BA72-90E52E311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7" y="35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2" name="Freeform 672">
                <a:extLst>
                  <a:ext uri="{FF2B5EF4-FFF2-40B4-BE49-F238E27FC236}">
                    <a16:creationId xmlns:a16="http://schemas.microsoft.com/office/drawing/2014/main" id="{EB3A02BA-B541-96BE-323B-838B42B5C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498"/>
                <a:ext cx="16" cy="18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7" y="0"/>
                    </a:moveTo>
                    <a:lnTo>
                      <a:pt x="9" y="56"/>
                    </a:lnTo>
                    <a:lnTo>
                      <a:pt x="0" y="112"/>
                    </a:lnTo>
                    <a:lnTo>
                      <a:pt x="96" y="128"/>
                    </a:lnTo>
                    <a:lnTo>
                      <a:pt x="105" y="72"/>
                    </a:lnTo>
                    <a:lnTo>
                      <a:pt x="114" y="1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3" name="Freeform 673">
                <a:extLst>
                  <a:ext uri="{FF2B5EF4-FFF2-40B4-BE49-F238E27FC236}">
                    <a16:creationId xmlns:a16="http://schemas.microsoft.com/office/drawing/2014/main" id="{97385F70-AF89-44EB-9CB1-8B3383394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8" y="3498"/>
                <a:ext cx="16" cy="18"/>
              </a:xfrm>
              <a:custGeom>
                <a:avLst/>
                <a:gdLst>
                  <a:gd name="T0" fmla="*/ 0 w 114"/>
                  <a:gd name="T1" fmla="*/ 0 h 128"/>
                  <a:gd name="T2" fmla="*/ 0 w 114"/>
                  <a:gd name="T3" fmla="*/ 0 h 128"/>
                  <a:gd name="T4" fmla="*/ 0 w 114"/>
                  <a:gd name="T5" fmla="*/ 0 h 128"/>
                  <a:gd name="T6" fmla="*/ 0 w 114"/>
                  <a:gd name="T7" fmla="*/ 0 h 128"/>
                  <a:gd name="T8" fmla="*/ 0 w 114"/>
                  <a:gd name="T9" fmla="*/ 0 h 128"/>
                  <a:gd name="T10" fmla="*/ 0 w 114"/>
                  <a:gd name="T11" fmla="*/ 0 h 128"/>
                  <a:gd name="T12" fmla="*/ 0 w 114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8"/>
                  <a:gd name="T23" fmla="*/ 114 w 114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8">
                    <a:moveTo>
                      <a:pt x="17" y="0"/>
                    </a:moveTo>
                    <a:lnTo>
                      <a:pt x="9" y="56"/>
                    </a:lnTo>
                    <a:lnTo>
                      <a:pt x="0" y="112"/>
                    </a:lnTo>
                    <a:lnTo>
                      <a:pt x="96" y="128"/>
                    </a:lnTo>
                    <a:lnTo>
                      <a:pt x="105" y="72"/>
                    </a:lnTo>
                    <a:lnTo>
                      <a:pt x="114" y="16"/>
                    </a:lnTo>
                    <a:lnTo>
                      <a:pt x="1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4" name="Freeform 674">
                <a:extLst>
                  <a:ext uri="{FF2B5EF4-FFF2-40B4-BE49-F238E27FC236}">
                    <a16:creationId xmlns:a16="http://schemas.microsoft.com/office/drawing/2014/main" id="{6AA95D62-7AB2-3B4E-316C-FCC8DCCD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2" y="3508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9" y="0"/>
                    </a:moveTo>
                    <a:lnTo>
                      <a:pt x="0" y="56"/>
                    </a:lnTo>
                    <a:lnTo>
                      <a:pt x="7" y="5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5" name="Line 675">
                <a:extLst>
                  <a:ext uri="{FF2B5EF4-FFF2-40B4-BE49-F238E27FC236}">
                    <a16:creationId xmlns:a16="http://schemas.microsoft.com/office/drawing/2014/main" id="{5E8F4037-3489-D8D7-D36F-D393C8ED9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351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7" name="Group 676">
              <a:extLst>
                <a:ext uri="{FF2B5EF4-FFF2-40B4-BE49-F238E27FC236}">
                  <a16:creationId xmlns:a16="http://schemas.microsoft.com/office/drawing/2014/main" id="{9C44AF87-4CED-5D52-345B-700E139FD8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2878"/>
              <a:ext cx="1523" cy="893"/>
              <a:chOff x="2999" y="2878"/>
              <a:chExt cx="1523" cy="893"/>
            </a:xfrm>
          </p:grpSpPr>
          <p:sp>
            <p:nvSpPr>
              <p:cNvPr id="976" name="Freeform 677">
                <a:extLst>
                  <a:ext uri="{FF2B5EF4-FFF2-40B4-BE49-F238E27FC236}">
                    <a16:creationId xmlns:a16="http://schemas.microsoft.com/office/drawing/2014/main" id="{E525C75F-83B4-9307-9DFC-A4E6C61CD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500"/>
                <a:ext cx="14" cy="17"/>
              </a:xfrm>
              <a:custGeom>
                <a:avLst/>
                <a:gdLst>
                  <a:gd name="T0" fmla="*/ 0 w 103"/>
                  <a:gd name="T1" fmla="*/ 0 h 116"/>
                  <a:gd name="T2" fmla="*/ 0 w 103"/>
                  <a:gd name="T3" fmla="*/ 0 h 116"/>
                  <a:gd name="T4" fmla="*/ 0 w 103"/>
                  <a:gd name="T5" fmla="*/ 0 h 116"/>
                  <a:gd name="T6" fmla="*/ 0 w 103"/>
                  <a:gd name="T7" fmla="*/ 0 h 116"/>
                  <a:gd name="T8" fmla="*/ 0 w 103"/>
                  <a:gd name="T9" fmla="*/ 0 h 116"/>
                  <a:gd name="T10" fmla="*/ 0 w 103"/>
                  <a:gd name="T11" fmla="*/ 0 h 116"/>
                  <a:gd name="T12" fmla="*/ 0 w 103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6"/>
                  <a:gd name="T23" fmla="*/ 103 w 103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6">
                    <a:moveTo>
                      <a:pt x="4" y="0"/>
                    </a:moveTo>
                    <a:lnTo>
                      <a:pt x="2" y="56"/>
                    </a:lnTo>
                    <a:lnTo>
                      <a:pt x="0" y="112"/>
                    </a:lnTo>
                    <a:lnTo>
                      <a:pt x="99" y="116"/>
                    </a:lnTo>
                    <a:lnTo>
                      <a:pt x="101" y="60"/>
                    </a:lnTo>
                    <a:lnTo>
                      <a:pt x="103" y="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7" name="Freeform 678">
                <a:extLst>
                  <a:ext uri="{FF2B5EF4-FFF2-40B4-BE49-F238E27FC236}">
                    <a16:creationId xmlns:a16="http://schemas.microsoft.com/office/drawing/2014/main" id="{8FD63A0A-A0BF-0C43-05F7-9297836D3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3500"/>
                <a:ext cx="14" cy="17"/>
              </a:xfrm>
              <a:custGeom>
                <a:avLst/>
                <a:gdLst>
                  <a:gd name="T0" fmla="*/ 0 w 103"/>
                  <a:gd name="T1" fmla="*/ 0 h 116"/>
                  <a:gd name="T2" fmla="*/ 0 w 103"/>
                  <a:gd name="T3" fmla="*/ 0 h 116"/>
                  <a:gd name="T4" fmla="*/ 0 w 103"/>
                  <a:gd name="T5" fmla="*/ 0 h 116"/>
                  <a:gd name="T6" fmla="*/ 0 w 103"/>
                  <a:gd name="T7" fmla="*/ 0 h 116"/>
                  <a:gd name="T8" fmla="*/ 0 w 103"/>
                  <a:gd name="T9" fmla="*/ 0 h 116"/>
                  <a:gd name="T10" fmla="*/ 0 w 103"/>
                  <a:gd name="T11" fmla="*/ 0 h 116"/>
                  <a:gd name="T12" fmla="*/ 0 w 103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16"/>
                  <a:gd name="T23" fmla="*/ 103 w 103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16">
                    <a:moveTo>
                      <a:pt x="4" y="0"/>
                    </a:moveTo>
                    <a:lnTo>
                      <a:pt x="2" y="56"/>
                    </a:lnTo>
                    <a:lnTo>
                      <a:pt x="0" y="112"/>
                    </a:lnTo>
                    <a:lnTo>
                      <a:pt x="99" y="116"/>
                    </a:lnTo>
                    <a:lnTo>
                      <a:pt x="101" y="60"/>
                    </a:lnTo>
                    <a:lnTo>
                      <a:pt x="10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8" name="Freeform 679">
                <a:extLst>
                  <a:ext uri="{FF2B5EF4-FFF2-40B4-BE49-F238E27FC236}">
                    <a16:creationId xmlns:a16="http://schemas.microsoft.com/office/drawing/2014/main" id="{A26508EB-D07B-87B9-CE86-C10D8573D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9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9" name="Line 680">
                <a:extLst>
                  <a:ext uri="{FF2B5EF4-FFF2-40B4-BE49-F238E27FC236}">
                    <a16:creationId xmlns:a16="http://schemas.microsoft.com/office/drawing/2014/main" id="{C6DFB0ED-6DD4-F12B-2A9D-7FBE5EF51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5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0" name="Freeform 681">
                <a:extLst>
                  <a:ext uri="{FF2B5EF4-FFF2-40B4-BE49-F238E27FC236}">
                    <a16:creationId xmlns:a16="http://schemas.microsoft.com/office/drawing/2014/main" id="{E4581DC2-767B-335D-E5CF-A5AE7CA99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0"/>
                <a:ext cx="14" cy="17"/>
              </a:xfrm>
              <a:custGeom>
                <a:avLst/>
                <a:gdLst>
                  <a:gd name="T0" fmla="*/ 0 w 102"/>
                  <a:gd name="T1" fmla="*/ 0 h 116"/>
                  <a:gd name="T2" fmla="*/ 0 w 102"/>
                  <a:gd name="T3" fmla="*/ 0 h 116"/>
                  <a:gd name="T4" fmla="*/ 0 w 102"/>
                  <a:gd name="T5" fmla="*/ 0 h 116"/>
                  <a:gd name="T6" fmla="*/ 0 w 102"/>
                  <a:gd name="T7" fmla="*/ 0 h 116"/>
                  <a:gd name="T8" fmla="*/ 0 w 102"/>
                  <a:gd name="T9" fmla="*/ 0 h 116"/>
                  <a:gd name="T10" fmla="*/ 0 w 102"/>
                  <a:gd name="T11" fmla="*/ 0 h 116"/>
                  <a:gd name="T12" fmla="*/ 0 w 102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6"/>
                  <a:gd name="T23" fmla="*/ 102 w 102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6">
                    <a:moveTo>
                      <a:pt x="0" y="4"/>
                    </a:moveTo>
                    <a:lnTo>
                      <a:pt x="2" y="60"/>
                    </a:lnTo>
                    <a:lnTo>
                      <a:pt x="4" y="116"/>
                    </a:lnTo>
                    <a:lnTo>
                      <a:pt x="102" y="112"/>
                    </a:lnTo>
                    <a:lnTo>
                      <a:pt x="99" y="56"/>
                    </a:lnTo>
                    <a:lnTo>
                      <a:pt x="97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1" name="Freeform 682">
                <a:extLst>
                  <a:ext uri="{FF2B5EF4-FFF2-40B4-BE49-F238E27FC236}">
                    <a16:creationId xmlns:a16="http://schemas.microsoft.com/office/drawing/2014/main" id="{8984FD2E-EBFF-1090-EDF4-FE0A06629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500"/>
                <a:ext cx="14" cy="17"/>
              </a:xfrm>
              <a:custGeom>
                <a:avLst/>
                <a:gdLst>
                  <a:gd name="T0" fmla="*/ 0 w 102"/>
                  <a:gd name="T1" fmla="*/ 0 h 116"/>
                  <a:gd name="T2" fmla="*/ 0 w 102"/>
                  <a:gd name="T3" fmla="*/ 0 h 116"/>
                  <a:gd name="T4" fmla="*/ 0 w 102"/>
                  <a:gd name="T5" fmla="*/ 0 h 116"/>
                  <a:gd name="T6" fmla="*/ 0 w 102"/>
                  <a:gd name="T7" fmla="*/ 0 h 116"/>
                  <a:gd name="T8" fmla="*/ 0 w 102"/>
                  <a:gd name="T9" fmla="*/ 0 h 116"/>
                  <a:gd name="T10" fmla="*/ 0 w 102"/>
                  <a:gd name="T11" fmla="*/ 0 h 116"/>
                  <a:gd name="T12" fmla="*/ 0 w 102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2"/>
                  <a:gd name="T22" fmla="*/ 0 h 116"/>
                  <a:gd name="T23" fmla="*/ 102 w 102"/>
                  <a:gd name="T24" fmla="*/ 116 h 11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2" h="116">
                    <a:moveTo>
                      <a:pt x="0" y="4"/>
                    </a:moveTo>
                    <a:lnTo>
                      <a:pt x="2" y="60"/>
                    </a:lnTo>
                    <a:lnTo>
                      <a:pt x="4" y="116"/>
                    </a:lnTo>
                    <a:lnTo>
                      <a:pt x="102" y="112"/>
                    </a:lnTo>
                    <a:lnTo>
                      <a:pt x="99" y="56"/>
                    </a:lnTo>
                    <a:lnTo>
                      <a:pt x="97" y="0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2" name="Freeform 683">
                <a:extLst>
                  <a:ext uri="{FF2B5EF4-FFF2-40B4-BE49-F238E27FC236}">
                    <a16:creationId xmlns:a16="http://schemas.microsoft.com/office/drawing/2014/main" id="{64C3361A-B205-73AB-BBB6-3E690E209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1" y="3508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0" y="0"/>
                    </a:moveTo>
                    <a:lnTo>
                      <a:pt x="3" y="56"/>
                    </a:lnTo>
                    <a:lnTo>
                      <a:pt x="9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" name="Line 684">
                <a:extLst>
                  <a:ext uri="{FF2B5EF4-FFF2-40B4-BE49-F238E27FC236}">
                    <a16:creationId xmlns:a16="http://schemas.microsoft.com/office/drawing/2014/main" id="{128F482A-45B5-91C8-5005-1D3ACE61C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1" y="351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" name="Freeform 685">
                <a:extLst>
                  <a:ext uri="{FF2B5EF4-FFF2-40B4-BE49-F238E27FC236}">
                    <a16:creationId xmlns:a16="http://schemas.microsoft.com/office/drawing/2014/main" id="{2E70D707-3BD9-B478-9FB7-DE7A19577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498"/>
                <a:ext cx="16" cy="18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0" y="16"/>
                    </a:moveTo>
                    <a:lnTo>
                      <a:pt x="9" y="72"/>
                    </a:lnTo>
                    <a:lnTo>
                      <a:pt x="18" y="128"/>
                    </a:lnTo>
                    <a:lnTo>
                      <a:pt x="115" y="112"/>
                    </a:lnTo>
                    <a:lnTo>
                      <a:pt x="106" y="56"/>
                    </a:lnTo>
                    <a:lnTo>
                      <a:pt x="97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" name="Freeform 686">
                <a:extLst>
                  <a:ext uri="{FF2B5EF4-FFF2-40B4-BE49-F238E27FC236}">
                    <a16:creationId xmlns:a16="http://schemas.microsoft.com/office/drawing/2014/main" id="{C13A1C0B-C1CF-2B65-D78A-6EB26478C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3498"/>
                <a:ext cx="16" cy="18"/>
              </a:xfrm>
              <a:custGeom>
                <a:avLst/>
                <a:gdLst>
                  <a:gd name="T0" fmla="*/ 0 w 115"/>
                  <a:gd name="T1" fmla="*/ 0 h 128"/>
                  <a:gd name="T2" fmla="*/ 0 w 115"/>
                  <a:gd name="T3" fmla="*/ 0 h 128"/>
                  <a:gd name="T4" fmla="*/ 0 w 115"/>
                  <a:gd name="T5" fmla="*/ 0 h 128"/>
                  <a:gd name="T6" fmla="*/ 0 w 115"/>
                  <a:gd name="T7" fmla="*/ 0 h 128"/>
                  <a:gd name="T8" fmla="*/ 0 w 115"/>
                  <a:gd name="T9" fmla="*/ 0 h 128"/>
                  <a:gd name="T10" fmla="*/ 0 w 115"/>
                  <a:gd name="T11" fmla="*/ 0 h 128"/>
                  <a:gd name="T12" fmla="*/ 0 w 11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5"/>
                  <a:gd name="T22" fmla="*/ 0 h 128"/>
                  <a:gd name="T23" fmla="*/ 115 w 11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5" h="128">
                    <a:moveTo>
                      <a:pt x="0" y="16"/>
                    </a:moveTo>
                    <a:lnTo>
                      <a:pt x="9" y="72"/>
                    </a:lnTo>
                    <a:lnTo>
                      <a:pt x="18" y="128"/>
                    </a:lnTo>
                    <a:lnTo>
                      <a:pt x="115" y="112"/>
                    </a:lnTo>
                    <a:lnTo>
                      <a:pt x="106" y="56"/>
                    </a:lnTo>
                    <a:lnTo>
                      <a:pt x="97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" name="Freeform 687">
                <a:extLst>
                  <a:ext uri="{FF2B5EF4-FFF2-40B4-BE49-F238E27FC236}">
                    <a16:creationId xmlns:a16="http://schemas.microsoft.com/office/drawing/2014/main" id="{6DD43E73-60F7-C4FC-B35D-2A1966201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5" y="3506"/>
                <a:ext cx="2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0" y="0"/>
                    </a:moveTo>
                    <a:lnTo>
                      <a:pt x="9" y="56"/>
                    </a:lnTo>
                    <a:lnTo>
                      <a:pt x="15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" name="Line 688">
                <a:extLst>
                  <a:ext uri="{FF2B5EF4-FFF2-40B4-BE49-F238E27FC236}">
                    <a16:creationId xmlns:a16="http://schemas.microsoft.com/office/drawing/2014/main" id="{A3EE8039-DBD2-FE74-E312-B9445CF9CA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46" y="35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" name="Freeform 689">
                <a:extLst>
                  <a:ext uri="{FF2B5EF4-FFF2-40B4-BE49-F238E27FC236}">
                    <a16:creationId xmlns:a16="http://schemas.microsoft.com/office/drawing/2014/main" id="{C444098F-9C92-8AB7-0768-DE8C54F66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94"/>
                <a:ext cx="17" cy="20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0" y="26"/>
                    </a:moveTo>
                    <a:lnTo>
                      <a:pt x="15" y="81"/>
                    </a:lnTo>
                    <a:lnTo>
                      <a:pt x="30" y="136"/>
                    </a:lnTo>
                    <a:lnTo>
                      <a:pt x="125" y="110"/>
                    </a:lnTo>
                    <a:lnTo>
                      <a:pt x="110" y="55"/>
                    </a:lnTo>
                    <a:lnTo>
                      <a:pt x="96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" name="Freeform 690">
                <a:extLst>
                  <a:ext uri="{FF2B5EF4-FFF2-40B4-BE49-F238E27FC236}">
                    <a16:creationId xmlns:a16="http://schemas.microsoft.com/office/drawing/2014/main" id="{714B95AB-CB5B-E56C-E928-CF8EBC3E3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3494"/>
                <a:ext cx="17" cy="20"/>
              </a:xfrm>
              <a:custGeom>
                <a:avLst/>
                <a:gdLst>
                  <a:gd name="T0" fmla="*/ 0 w 125"/>
                  <a:gd name="T1" fmla="*/ 0 h 136"/>
                  <a:gd name="T2" fmla="*/ 0 w 125"/>
                  <a:gd name="T3" fmla="*/ 0 h 136"/>
                  <a:gd name="T4" fmla="*/ 0 w 125"/>
                  <a:gd name="T5" fmla="*/ 0 h 136"/>
                  <a:gd name="T6" fmla="*/ 0 w 125"/>
                  <a:gd name="T7" fmla="*/ 0 h 136"/>
                  <a:gd name="T8" fmla="*/ 0 w 125"/>
                  <a:gd name="T9" fmla="*/ 0 h 136"/>
                  <a:gd name="T10" fmla="*/ 0 w 125"/>
                  <a:gd name="T11" fmla="*/ 0 h 136"/>
                  <a:gd name="T12" fmla="*/ 0 w 12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5"/>
                  <a:gd name="T22" fmla="*/ 0 h 136"/>
                  <a:gd name="T23" fmla="*/ 125 w 12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5" h="136">
                    <a:moveTo>
                      <a:pt x="0" y="26"/>
                    </a:moveTo>
                    <a:lnTo>
                      <a:pt x="15" y="81"/>
                    </a:lnTo>
                    <a:lnTo>
                      <a:pt x="30" y="136"/>
                    </a:lnTo>
                    <a:lnTo>
                      <a:pt x="125" y="110"/>
                    </a:lnTo>
                    <a:lnTo>
                      <a:pt x="110" y="55"/>
                    </a:lnTo>
                    <a:lnTo>
                      <a:pt x="96" y="0"/>
                    </a:lnTo>
                    <a:lnTo>
                      <a:pt x="0" y="2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0" name="Freeform 691">
                <a:extLst>
                  <a:ext uri="{FF2B5EF4-FFF2-40B4-BE49-F238E27FC236}">
                    <a16:creationId xmlns:a16="http://schemas.microsoft.com/office/drawing/2014/main" id="{F978B78A-5B09-982C-4A6F-50F8EEA29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8" y="3502"/>
                <a:ext cx="3" cy="8"/>
              </a:xfrm>
              <a:custGeom>
                <a:avLst/>
                <a:gdLst>
                  <a:gd name="T0" fmla="*/ 0 w 21"/>
                  <a:gd name="T1" fmla="*/ 0 h 55"/>
                  <a:gd name="T2" fmla="*/ 0 w 21"/>
                  <a:gd name="T3" fmla="*/ 0 h 55"/>
                  <a:gd name="T4" fmla="*/ 0 w 21"/>
                  <a:gd name="T5" fmla="*/ 0 h 55"/>
                  <a:gd name="T6" fmla="*/ 0 w 21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"/>
                  <a:gd name="T13" fmla="*/ 0 h 55"/>
                  <a:gd name="T14" fmla="*/ 21 w 21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" h="55">
                    <a:moveTo>
                      <a:pt x="0" y="0"/>
                    </a:moveTo>
                    <a:lnTo>
                      <a:pt x="15" y="55"/>
                    </a:lnTo>
                    <a:lnTo>
                      <a:pt x="21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1" name="Line 692">
                <a:extLst>
                  <a:ext uri="{FF2B5EF4-FFF2-40B4-BE49-F238E27FC236}">
                    <a16:creationId xmlns:a16="http://schemas.microsoft.com/office/drawing/2014/main" id="{5C072C8A-907D-A929-C247-6E47386D7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60" y="351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2" name="Freeform 693">
                <a:extLst>
                  <a:ext uri="{FF2B5EF4-FFF2-40B4-BE49-F238E27FC236}">
                    <a16:creationId xmlns:a16="http://schemas.microsoft.com/office/drawing/2014/main" id="{B6CCDD2C-64C0-AAEC-4B3B-C57609BEF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490"/>
                <a:ext cx="19" cy="20"/>
              </a:xfrm>
              <a:custGeom>
                <a:avLst/>
                <a:gdLst>
                  <a:gd name="T0" fmla="*/ 0 w 131"/>
                  <a:gd name="T1" fmla="*/ 0 h 140"/>
                  <a:gd name="T2" fmla="*/ 0 w 131"/>
                  <a:gd name="T3" fmla="*/ 0 h 140"/>
                  <a:gd name="T4" fmla="*/ 0 w 131"/>
                  <a:gd name="T5" fmla="*/ 0 h 140"/>
                  <a:gd name="T6" fmla="*/ 0 w 131"/>
                  <a:gd name="T7" fmla="*/ 0 h 140"/>
                  <a:gd name="T8" fmla="*/ 0 w 131"/>
                  <a:gd name="T9" fmla="*/ 0 h 140"/>
                  <a:gd name="T10" fmla="*/ 0 w 131"/>
                  <a:gd name="T11" fmla="*/ 0 h 140"/>
                  <a:gd name="T12" fmla="*/ 0 w 131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0"/>
                  <a:gd name="T23" fmla="*/ 131 w 131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0">
                    <a:moveTo>
                      <a:pt x="0" y="34"/>
                    </a:moveTo>
                    <a:lnTo>
                      <a:pt x="20" y="87"/>
                    </a:lnTo>
                    <a:lnTo>
                      <a:pt x="41" y="140"/>
                    </a:lnTo>
                    <a:lnTo>
                      <a:pt x="131" y="105"/>
                    </a:lnTo>
                    <a:lnTo>
                      <a:pt x="111" y="52"/>
                    </a:lnTo>
                    <a:lnTo>
                      <a:pt x="91" y="0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" name="Freeform 694">
                <a:extLst>
                  <a:ext uri="{FF2B5EF4-FFF2-40B4-BE49-F238E27FC236}">
                    <a16:creationId xmlns:a16="http://schemas.microsoft.com/office/drawing/2014/main" id="{A3BDCDA8-A326-5657-1D34-C67EA1DE3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5" y="3490"/>
                <a:ext cx="19" cy="20"/>
              </a:xfrm>
              <a:custGeom>
                <a:avLst/>
                <a:gdLst>
                  <a:gd name="T0" fmla="*/ 0 w 131"/>
                  <a:gd name="T1" fmla="*/ 0 h 140"/>
                  <a:gd name="T2" fmla="*/ 0 w 131"/>
                  <a:gd name="T3" fmla="*/ 0 h 140"/>
                  <a:gd name="T4" fmla="*/ 0 w 131"/>
                  <a:gd name="T5" fmla="*/ 0 h 140"/>
                  <a:gd name="T6" fmla="*/ 0 w 131"/>
                  <a:gd name="T7" fmla="*/ 0 h 140"/>
                  <a:gd name="T8" fmla="*/ 0 w 131"/>
                  <a:gd name="T9" fmla="*/ 0 h 140"/>
                  <a:gd name="T10" fmla="*/ 0 w 131"/>
                  <a:gd name="T11" fmla="*/ 0 h 140"/>
                  <a:gd name="T12" fmla="*/ 0 w 131"/>
                  <a:gd name="T13" fmla="*/ 0 h 1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1"/>
                  <a:gd name="T22" fmla="*/ 0 h 140"/>
                  <a:gd name="T23" fmla="*/ 131 w 131"/>
                  <a:gd name="T24" fmla="*/ 140 h 1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1" h="140">
                    <a:moveTo>
                      <a:pt x="0" y="34"/>
                    </a:moveTo>
                    <a:lnTo>
                      <a:pt x="20" y="87"/>
                    </a:lnTo>
                    <a:lnTo>
                      <a:pt x="41" y="140"/>
                    </a:lnTo>
                    <a:lnTo>
                      <a:pt x="131" y="105"/>
                    </a:lnTo>
                    <a:lnTo>
                      <a:pt x="111" y="52"/>
                    </a:lnTo>
                    <a:lnTo>
                      <a:pt x="91" y="0"/>
                    </a:lnTo>
                    <a:lnTo>
                      <a:pt x="0" y="3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" name="Freeform 695">
                <a:extLst>
                  <a:ext uri="{FF2B5EF4-FFF2-40B4-BE49-F238E27FC236}">
                    <a16:creationId xmlns:a16="http://schemas.microsoft.com/office/drawing/2014/main" id="{238F8E1D-0F74-7CEC-9EBD-4F100EEC1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" y="3497"/>
                <a:ext cx="4" cy="8"/>
              </a:xfrm>
              <a:custGeom>
                <a:avLst/>
                <a:gdLst>
                  <a:gd name="T0" fmla="*/ 0 w 26"/>
                  <a:gd name="T1" fmla="*/ 0 h 53"/>
                  <a:gd name="T2" fmla="*/ 0 w 26"/>
                  <a:gd name="T3" fmla="*/ 0 h 53"/>
                  <a:gd name="T4" fmla="*/ 0 w 26"/>
                  <a:gd name="T5" fmla="*/ 0 h 53"/>
                  <a:gd name="T6" fmla="*/ 0 w 2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3"/>
                  <a:gd name="T14" fmla="*/ 26 w 2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3">
                    <a:moveTo>
                      <a:pt x="0" y="0"/>
                    </a:moveTo>
                    <a:lnTo>
                      <a:pt x="20" y="53"/>
                    </a:lnTo>
                    <a:lnTo>
                      <a:pt x="26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5" name="Line 696">
                <a:extLst>
                  <a:ext uri="{FF2B5EF4-FFF2-40B4-BE49-F238E27FC236}">
                    <a16:creationId xmlns:a16="http://schemas.microsoft.com/office/drawing/2014/main" id="{93E35881-B700-541B-3D76-A99FFB627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4" y="35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6" name="Freeform 697">
                <a:extLst>
                  <a:ext uri="{FF2B5EF4-FFF2-40B4-BE49-F238E27FC236}">
                    <a16:creationId xmlns:a16="http://schemas.microsoft.com/office/drawing/2014/main" id="{F88B6695-F3CD-574C-9C69-A1676E613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483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0" y="45"/>
                    </a:moveTo>
                    <a:lnTo>
                      <a:pt x="26" y="95"/>
                    </a:lnTo>
                    <a:lnTo>
                      <a:pt x="52" y="146"/>
                    </a:lnTo>
                    <a:lnTo>
                      <a:pt x="140" y="101"/>
                    </a:lnTo>
                    <a:lnTo>
                      <a:pt x="114" y="50"/>
                    </a:lnTo>
                    <a:lnTo>
                      <a:pt x="88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7" name="Freeform 698">
                <a:extLst>
                  <a:ext uri="{FF2B5EF4-FFF2-40B4-BE49-F238E27FC236}">
                    <a16:creationId xmlns:a16="http://schemas.microsoft.com/office/drawing/2014/main" id="{59204093-E122-4B04-F513-BFF51E2FE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8" y="3483"/>
                <a:ext cx="20" cy="21"/>
              </a:xfrm>
              <a:custGeom>
                <a:avLst/>
                <a:gdLst>
                  <a:gd name="T0" fmla="*/ 0 w 140"/>
                  <a:gd name="T1" fmla="*/ 0 h 146"/>
                  <a:gd name="T2" fmla="*/ 0 w 140"/>
                  <a:gd name="T3" fmla="*/ 0 h 146"/>
                  <a:gd name="T4" fmla="*/ 0 w 140"/>
                  <a:gd name="T5" fmla="*/ 0 h 146"/>
                  <a:gd name="T6" fmla="*/ 0 w 140"/>
                  <a:gd name="T7" fmla="*/ 0 h 146"/>
                  <a:gd name="T8" fmla="*/ 0 w 140"/>
                  <a:gd name="T9" fmla="*/ 0 h 146"/>
                  <a:gd name="T10" fmla="*/ 0 w 140"/>
                  <a:gd name="T11" fmla="*/ 0 h 146"/>
                  <a:gd name="T12" fmla="*/ 0 w 140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0"/>
                  <a:gd name="T22" fmla="*/ 0 h 146"/>
                  <a:gd name="T23" fmla="*/ 140 w 140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0" h="146">
                    <a:moveTo>
                      <a:pt x="0" y="45"/>
                    </a:moveTo>
                    <a:lnTo>
                      <a:pt x="26" y="95"/>
                    </a:lnTo>
                    <a:lnTo>
                      <a:pt x="52" y="146"/>
                    </a:lnTo>
                    <a:lnTo>
                      <a:pt x="140" y="101"/>
                    </a:lnTo>
                    <a:lnTo>
                      <a:pt x="114" y="50"/>
                    </a:lnTo>
                    <a:lnTo>
                      <a:pt x="88" y="0"/>
                    </a:lnTo>
                    <a:lnTo>
                      <a:pt x="0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8" name="Freeform 699">
                <a:extLst>
                  <a:ext uri="{FF2B5EF4-FFF2-40B4-BE49-F238E27FC236}">
                    <a16:creationId xmlns:a16="http://schemas.microsoft.com/office/drawing/2014/main" id="{EB21E983-4894-EF8B-3585-719592076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3491"/>
                <a:ext cx="4" cy="7"/>
              </a:xfrm>
              <a:custGeom>
                <a:avLst/>
                <a:gdLst>
                  <a:gd name="T0" fmla="*/ 0 w 30"/>
                  <a:gd name="T1" fmla="*/ 0 h 51"/>
                  <a:gd name="T2" fmla="*/ 0 w 30"/>
                  <a:gd name="T3" fmla="*/ 0 h 51"/>
                  <a:gd name="T4" fmla="*/ 0 w 30"/>
                  <a:gd name="T5" fmla="*/ 0 h 51"/>
                  <a:gd name="T6" fmla="*/ 0 w 30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"/>
                  <a:gd name="T13" fmla="*/ 0 h 51"/>
                  <a:gd name="T14" fmla="*/ 30 w 30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" h="51">
                    <a:moveTo>
                      <a:pt x="0" y="0"/>
                    </a:moveTo>
                    <a:lnTo>
                      <a:pt x="26" y="51"/>
                    </a:lnTo>
                    <a:lnTo>
                      <a:pt x="30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9" name="Line 700">
                <a:extLst>
                  <a:ext uri="{FF2B5EF4-FFF2-40B4-BE49-F238E27FC236}">
                    <a16:creationId xmlns:a16="http://schemas.microsoft.com/office/drawing/2014/main" id="{E94C33CD-C2F7-4ED8-A2C8-9CBB802FE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88" y="34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0" name="Freeform 701">
                <a:extLst>
                  <a:ext uri="{FF2B5EF4-FFF2-40B4-BE49-F238E27FC236}">
                    <a16:creationId xmlns:a16="http://schemas.microsoft.com/office/drawing/2014/main" id="{FD9D6B61-CFA6-FC3E-B2BF-8DAF1559A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476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0" y="52"/>
                    </a:move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1" name="Freeform 702">
                <a:extLst>
                  <a:ext uri="{FF2B5EF4-FFF2-40B4-BE49-F238E27FC236}">
                    <a16:creationId xmlns:a16="http://schemas.microsoft.com/office/drawing/2014/main" id="{D1032C18-BFD3-8162-37F3-E99753ED5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3476"/>
                <a:ext cx="21" cy="21"/>
              </a:xfrm>
              <a:custGeom>
                <a:avLst/>
                <a:gdLst>
                  <a:gd name="T0" fmla="*/ 0 w 143"/>
                  <a:gd name="T1" fmla="*/ 0 h 147"/>
                  <a:gd name="T2" fmla="*/ 0 w 143"/>
                  <a:gd name="T3" fmla="*/ 0 h 147"/>
                  <a:gd name="T4" fmla="*/ 0 w 143"/>
                  <a:gd name="T5" fmla="*/ 0 h 147"/>
                  <a:gd name="T6" fmla="*/ 0 w 143"/>
                  <a:gd name="T7" fmla="*/ 0 h 147"/>
                  <a:gd name="T8" fmla="*/ 0 w 143"/>
                  <a:gd name="T9" fmla="*/ 0 h 147"/>
                  <a:gd name="T10" fmla="*/ 0 w 143"/>
                  <a:gd name="T11" fmla="*/ 0 h 147"/>
                  <a:gd name="T12" fmla="*/ 0 w 143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47"/>
                  <a:gd name="T23" fmla="*/ 143 w 143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47">
                    <a:moveTo>
                      <a:pt x="0" y="52"/>
                    </a:moveTo>
                    <a:lnTo>
                      <a:pt x="31" y="99"/>
                    </a:lnTo>
                    <a:lnTo>
                      <a:pt x="61" y="147"/>
                    </a:lnTo>
                    <a:lnTo>
                      <a:pt x="143" y="94"/>
                    </a:lnTo>
                    <a:lnTo>
                      <a:pt x="113" y="47"/>
                    </a:lnTo>
                    <a:lnTo>
                      <a:pt x="82" y="0"/>
                    </a:lnTo>
                    <a:lnTo>
                      <a:pt x="0" y="5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2" name="Freeform 703">
                <a:extLst>
                  <a:ext uri="{FF2B5EF4-FFF2-40B4-BE49-F238E27FC236}">
                    <a16:creationId xmlns:a16="http://schemas.microsoft.com/office/drawing/2014/main" id="{B0CFD21E-2E18-7B62-6E51-11E044133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3483"/>
                <a:ext cx="5" cy="7"/>
              </a:xfrm>
              <a:custGeom>
                <a:avLst/>
                <a:gdLst>
                  <a:gd name="T0" fmla="*/ 0 w 36"/>
                  <a:gd name="T1" fmla="*/ 0 h 47"/>
                  <a:gd name="T2" fmla="*/ 0 w 36"/>
                  <a:gd name="T3" fmla="*/ 0 h 47"/>
                  <a:gd name="T4" fmla="*/ 0 w 36"/>
                  <a:gd name="T5" fmla="*/ 0 h 47"/>
                  <a:gd name="T6" fmla="*/ 0 w 36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47"/>
                  <a:gd name="T14" fmla="*/ 36 w 3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47">
                    <a:moveTo>
                      <a:pt x="0" y="0"/>
                    </a:moveTo>
                    <a:lnTo>
                      <a:pt x="30" y="47"/>
                    </a:lnTo>
                    <a:lnTo>
                      <a:pt x="36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" name="Line 704">
                <a:extLst>
                  <a:ext uri="{FF2B5EF4-FFF2-40B4-BE49-F238E27FC236}">
                    <a16:creationId xmlns:a16="http://schemas.microsoft.com/office/drawing/2014/main" id="{138D8137-A3A5-FD7C-8929-9CB0FB2A4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0" y="34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" name="Freeform 705">
                <a:extLst>
                  <a:ext uri="{FF2B5EF4-FFF2-40B4-BE49-F238E27FC236}">
                    <a16:creationId xmlns:a16="http://schemas.microsoft.com/office/drawing/2014/main" id="{696D7500-37F6-581A-BDD4-8446A24F6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468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0" y="62"/>
                    </a:moveTo>
                    <a:lnTo>
                      <a:pt x="36" y="106"/>
                    </a:lnTo>
                    <a:lnTo>
                      <a:pt x="72" y="149"/>
                    </a:lnTo>
                    <a:lnTo>
                      <a:pt x="148" y="88"/>
                    </a:lnTo>
                    <a:lnTo>
                      <a:pt x="112" y="44"/>
                    </a:lnTo>
                    <a:lnTo>
                      <a:pt x="76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5" name="Freeform 706">
                <a:extLst>
                  <a:ext uri="{FF2B5EF4-FFF2-40B4-BE49-F238E27FC236}">
                    <a16:creationId xmlns:a16="http://schemas.microsoft.com/office/drawing/2014/main" id="{358F6709-8A72-0AD1-83E0-C1ECBAA630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3468"/>
                <a:ext cx="22" cy="21"/>
              </a:xfrm>
              <a:custGeom>
                <a:avLst/>
                <a:gdLst>
                  <a:gd name="T0" fmla="*/ 0 w 148"/>
                  <a:gd name="T1" fmla="*/ 0 h 149"/>
                  <a:gd name="T2" fmla="*/ 0 w 148"/>
                  <a:gd name="T3" fmla="*/ 0 h 149"/>
                  <a:gd name="T4" fmla="*/ 0 w 148"/>
                  <a:gd name="T5" fmla="*/ 0 h 149"/>
                  <a:gd name="T6" fmla="*/ 0 w 148"/>
                  <a:gd name="T7" fmla="*/ 0 h 149"/>
                  <a:gd name="T8" fmla="*/ 0 w 148"/>
                  <a:gd name="T9" fmla="*/ 0 h 149"/>
                  <a:gd name="T10" fmla="*/ 0 w 148"/>
                  <a:gd name="T11" fmla="*/ 0 h 149"/>
                  <a:gd name="T12" fmla="*/ 0 w 14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9"/>
                  <a:gd name="T23" fmla="*/ 148 w 14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9">
                    <a:moveTo>
                      <a:pt x="0" y="62"/>
                    </a:moveTo>
                    <a:lnTo>
                      <a:pt x="36" y="106"/>
                    </a:lnTo>
                    <a:lnTo>
                      <a:pt x="72" y="149"/>
                    </a:lnTo>
                    <a:lnTo>
                      <a:pt x="148" y="88"/>
                    </a:lnTo>
                    <a:lnTo>
                      <a:pt x="112" y="44"/>
                    </a:lnTo>
                    <a:lnTo>
                      <a:pt x="76" y="0"/>
                    </a:lnTo>
                    <a:lnTo>
                      <a:pt x="0" y="6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6" name="Freeform 707">
                <a:extLst>
                  <a:ext uri="{FF2B5EF4-FFF2-40B4-BE49-F238E27FC236}">
                    <a16:creationId xmlns:a16="http://schemas.microsoft.com/office/drawing/2014/main" id="{1D02BA22-4D2E-1166-9320-5BB567E0D8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" y="3474"/>
                <a:ext cx="6" cy="7"/>
              </a:xfrm>
              <a:custGeom>
                <a:avLst/>
                <a:gdLst>
                  <a:gd name="T0" fmla="*/ 0 w 40"/>
                  <a:gd name="T1" fmla="*/ 0 h 44"/>
                  <a:gd name="T2" fmla="*/ 0 w 40"/>
                  <a:gd name="T3" fmla="*/ 0 h 44"/>
                  <a:gd name="T4" fmla="*/ 0 w 40"/>
                  <a:gd name="T5" fmla="*/ 0 h 44"/>
                  <a:gd name="T6" fmla="*/ 0 w 40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4"/>
                  <a:gd name="T14" fmla="*/ 40 w 40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4">
                    <a:moveTo>
                      <a:pt x="0" y="0"/>
                    </a:moveTo>
                    <a:lnTo>
                      <a:pt x="36" y="44"/>
                    </a:lnTo>
                    <a:lnTo>
                      <a:pt x="4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7" name="Line 708">
                <a:extLst>
                  <a:ext uri="{FF2B5EF4-FFF2-40B4-BE49-F238E27FC236}">
                    <a16:creationId xmlns:a16="http://schemas.microsoft.com/office/drawing/2014/main" id="{B11A4981-71BF-5175-E317-CFBD6CB07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2" y="34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8" name="Freeform 709">
                <a:extLst>
                  <a:ext uri="{FF2B5EF4-FFF2-40B4-BE49-F238E27FC236}">
                    <a16:creationId xmlns:a16="http://schemas.microsoft.com/office/drawing/2014/main" id="{0C45CE2A-8AB9-4E3C-2944-5F088BA18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459"/>
                <a:ext cx="21" cy="21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0" y="70"/>
                    </a:moveTo>
                    <a:lnTo>
                      <a:pt x="40" y="110"/>
                    </a:lnTo>
                    <a:lnTo>
                      <a:pt x="80" y="150"/>
                    </a:lnTo>
                    <a:lnTo>
                      <a:pt x="150" y="81"/>
                    </a:lnTo>
                    <a:lnTo>
                      <a:pt x="110" y="40"/>
                    </a:lnTo>
                    <a:lnTo>
                      <a:pt x="69" y="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9" name="Freeform 710">
                <a:extLst>
                  <a:ext uri="{FF2B5EF4-FFF2-40B4-BE49-F238E27FC236}">
                    <a16:creationId xmlns:a16="http://schemas.microsoft.com/office/drawing/2014/main" id="{19EEDD49-6C85-2E0B-B083-7E2A6CA45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3459"/>
                <a:ext cx="21" cy="21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0 h 150"/>
                  <a:gd name="T6" fmla="*/ 0 w 150"/>
                  <a:gd name="T7" fmla="*/ 0 h 150"/>
                  <a:gd name="T8" fmla="*/ 0 w 150"/>
                  <a:gd name="T9" fmla="*/ 0 h 150"/>
                  <a:gd name="T10" fmla="*/ 0 w 150"/>
                  <a:gd name="T11" fmla="*/ 0 h 150"/>
                  <a:gd name="T12" fmla="*/ 0 w 150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0"/>
                  <a:gd name="T22" fmla="*/ 0 h 150"/>
                  <a:gd name="T23" fmla="*/ 150 w 150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0" h="150">
                    <a:moveTo>
                      <a:pt x="0" y="70"/>
                    </a:moveTo>
                    <a:lnTo>
                      <a:pt x="40" y="110"/>
                    </a:lnTo>
                    <a:lnTo>
                      <a:pt x="80" y="150"/>
                    </a:lnTo>
                    <a:lnTo>
                      <a:pt x="150" y="81"/>
                    </a:lnTo>
                    <a:lnTo>
                      <a:pt x="110" y="40"/>
                    </a:lnTo>
                    <a:lnTo>
                      <a:pt x="69" y="0"/>
                    </a:lnTo>
                    <a:lnTo>
                      <a:pt x="0" y="7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0" name="Freeform 711">
                <a:extLst>
                  <a:ext uri="{FF2B5EF4-FFF2-40B4-BE49-F238E27FC236}">
                    <a16:creationId xmlns:a16="http://schemas.microsoft.com/office/drawing/2014/main" id="{CA88F133-2F6A-A742-DBC1-D6174D20C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" y="3464"/>
                <a:ext cx="7" cy="6"/>
              </a:xfrm>
              <a:custGeom>
                <a:avLst/>
                <a:gdLst>
                  <a:gd name="T0" fmla="*/ 0 w 43"/>
                  <a:gd name="T1" fmla="*/ 0 h 41"/>
                  <a:gd name="T2" fmla="*/ 0 w 43"/>
                  <a:gd name="T3" fmla="*/ 0 h 41"/>
                  <a:gd name="T4" fmla="*/ 0 w 43"/>
                  <a:gd name="T5" fmla="*/ 0 h 41"/>
                  <a:gd name="T6" fmla="*/ 0 w 43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1"/>
                  <a:gd name="T14" fmla="*/ 43 w 43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1">
                    <a:moveTo>
                      <a:pt x="0" y="0"/>
                    </a:moveTo>
                    <a:lnTo>
                      <a:pt x="40" y="41"/>
                    </a:lnTo>
                    <a:lnTo>
                      <a:pt x="4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1" name="Line 712">
                <a:extLst>
                  <a:ext uri="{FF2B5EF4-FFF2-40B4-BE49-F238E27FC236}">
                    <a16:creationId xmlns:a16="http://schemas.microsoft.com/office/drawing/2014/main" id="{0029148D-9493-30AF-623F-83E02C63B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2" y="34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2" name="Freeform 713">
                <a:extLst>
                  <a:ext uri="{FF2B5EF4-FFF2-40B4-BE49-F238E27FC236}">
                    <a16:creationId xmlns:a16="http://schemas.microsoft.com/office/drawing/2014/main" id="{72FB4F6F-3AFF-2FC0-266F-0C549BCEF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448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0" y="77"/>
                    </a:moveTo>
                    <a:lnTo>
                      <a:pt x="44" y="112"/>
                    </a:lnTo>
                    <a:lnTo>
                      <a:pt x="87" y="148"/>
                    </a:lnTo>
                    <a:lnTo>
                      <a:pt x="149" y="72"/>
                    </a:lnTo>
                    <a:lnTo>
                      <a:pt x="105" y="36"/>
                    </a:lnTo>
                    <a:lnTo>
                      <a:pt x="62" y="0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3" name="Freeform 714">
                <a:extLst>
                  <a:ext uri="{FF2B5EF4-FFF2-40B4-BE49-F238E27FC236}">
                    <a16:creationId xmlns:a16="http://schemas.microsoft.com/office/drawing/2014/main" id="{4729A85F-AFC9-B781-D9F2-BBE36ECFD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3448"/>
                <a:ext cx="21" cy="21"/>
              </a:xfrm>
              <a:custGeom>
                <a:avLst/>
                <a:gdLst>
                  <a:gd name="T0" fmla="*/ 0 w 149"/>
                  <a:gd name="T1" fmla="*/ 0 h 148"/>
                  <a:gd name="T2" fmla="*/ 0 w 149"/>
                  <a:gd name="T3" fmla="*/ 0 h 148"/>
                  <a:gd name="T4" fmla="*/ 0 w 149"/>
                  <a:gd name="T5" fmla="*/ 0 h 148"/>
                  <a:gd name="T6" fmla="*/ 0 w 149"/>
                  <a:gd name="T7" fmla="*/ 0 h 148"/>
                  <a:gd name="T8" fmla="*/ 0 w 149"/>
                  <a:gd name="T9" fmla="*/ 0 h 148"/>
                  <a:gd name="T10" fmla="*/ 0 w 149"/>
                  <a:gd name="T11" fmla="*/ 0 h 148"/>
                  <a:gd name="T12" fmla="*/ 0 w 149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48"/>
                  <a:gd name="T23" fmla="*/ 149 w 149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48">
                    <a:moveTo>
                      <a:pt x="0" y="77"/>
                    </a:moveTo>
                    <a:lnTo>
                      <a:pt x="44" y="112"/>
                    </a:lnTo>
                    <a:lnTo>
                      <a:pt x="87" y="148"/>
                    </a:lnTo>
                    <a:lnTo>
                      <a:pt x="149" y="72"/>
                    </a:lnTo>
                    <a:lnTo>
                      <a:pt x="105" y="36"/>
                    </a:lnTo>
                    <a:lnTo>
                      <a:pt x="62" y="0"/>
                    </a:lnTo>
                    <a:lnTo>
                      <a:pt x="0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" name="Freeform 715">
                <a:extLst>
                  <a:ext uri="{FF2B5EF4-FFF2-40B4-BE49-F238E27FC236}">
                    <a16:creationId xmlns:a16="http://schemas.microsoft.com/office/drawing/2014/main" id="{17362318-4714-FFCA-F5CE-6B63F98CA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3453"/>
                <a:ext cx="7" cy="6"/>
              </a:xfrm>
              <a:custGeom>
                <a:avLst/>
                <a:gdLst>
                  <a:gd name="T0" fmla="*/ 0 w 47"/>
                  <a:gd name="T1" fmla="*/ 0 h 36"/>
                  <a:gd name="T2" fmla="*/ 0 w 47"/>
                  <a:gd name="T3" fmla="*/ 0 h 36"/>
                  <a:gd name="T4" fmla="*/ 0 w 47"/>
                  <a:gd name="T5" fmla="*/ 0 h 36"/>
                  <a:gd name="T6" fmla="*/ 0 w 47"/>
                  <a:gd name="T7" fmla="*/ 0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6"/>
                  <a:gd name="T14" fmla="*/ 47 w 47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6">
                    <a:moveTo>
                      <a:pt x="0" y="0"/>
                    </a:moveTo>
                    <a:lnTo>
                      <a:pt x="44" y="36"/>
                    </a:lnTo>
                    <a:lnTo>
                      <a:pt x="47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5" name="Line 716">
                <a:extLst>
                  <a:ext uri="{FF2B5EF4-FFF2-40B4-BE49-F238E27FC236}">
                    <a16:creationId xmlns:a16="http://schemas.microsoft.com/office/drawing/2014/main" id="{CB2E4B88-B3C3-2FA1-973C-17A2A98F3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1" y="34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6" name="Freeform 717">
                <a:extLst>
                  <a:ext uri="{FF2B5EF4-FFF2-40B4-BE49-F238E27FC236}">
                    <a16:creationId xmlns:a16="http://schemas.microsoft.com/office/drawing/2014/main" id="{37CDC7AD-C70C-F9F6-B919-F85383A82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437"/>
                <a:ext cx="22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0" y="83"/>
                    </a:move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7" name="Freeform 718">
                <a:extLst>
                  <a:ext uri="{FF2B5EF4-FFF2-40B4-BE49-F238E27FC236}">
                    <a16:creationId xmlns:a16="http://schemas.microsoft.com/office/drawing/2014/main" id="{742E7687-7FE0-7051-7611-D371ADA42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" y="3437"/>
                <a:ext cx="22" cy="21"/>
              </a:xfrm>
              <a:custGeom>
                <a:avLst/>
                <a:gdLst>
                  <a:gd name="T0" fmla="*/ 0 w 148"/>
                  <a:gd name="T1" fmla="*/ 0 h 143"/>
                  <a:gd name="T2" fmla="*/ 0 w 148"/>
                  <a:gd name="T3" fmla="*/ 0 h 143"/>
                  <a:gd name="T4" fmla="*/ 0 w 148"/>
                  <a:gd name="T5" fmla="*/ 0 h 143"/>
                  <a:gd name="T6" fmla="*/ 0 w 148"/>
                  <a:gd name="T7" fmla="*/ 0 h 143"/>
                  <a:gd name="T8" fmla="*/ 0 w 148"/>
                  <a:gd name="T9" fmla="*/ 0 h 143"/>
                  <a:gd name="T10" fmla="*/ 0 w 148"/>
                  <a:gd name="T11" fmla="*/ 0 h 143"/>
                  <a:gd name="T12" fmla="*/ 0 w 148"/>
                  <a:gd name="T13" fmla="*/ 0 h 1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8"/>
                  <a:gd name="T22" fmla="*/ 0 h 143"/>
                  <a:gd name="T23" fmla="*/ 148 w 148"/>
                  <a:gd name="T24" fmla="*/ 143 h 14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8" h="143">
                    <a:moveTo>
                      <a:pt x="0" y="83"/>
                    </a:moveTo>
                    <a:lnTo>
                      <a:pt x="47" y="113"/>
                    </a:lnTo>
                    <a:lnTo>
                      <a:pt x="94" y="143"/>
                    </a:lnTo>
                    <a:lnTo>
                      <a:pt x="148" y="60"/>
                    </a:lnTo>
                    <a:lnTo>
                      <a:pt x="101" y="30"/>
                    </a:lnTo>
                    <a:lnTo>
                      <a:pt x="54" y="0"/>
                    </a:lnTo>
                    <a:lnTo>
                      <a:pt x="0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8" name="Freeform 719">
                <a:extLst>
                  <a:ext uri="{FF2B5EF4-FFF2-40B4-BE49-F238E27FC236}">
                    <a16:creationId xmlns:a16="http://schemas.microsoft.com/office/drawing/2014/main" id="{9DAA808E-EE4B-90E0-832E-EA14024D3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" y="3442"/>
                <a:ext cx="7" cy="4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0" y="0"/>
                    </a:moveTo>
                    <a:lnTo>
                      <a:pt x="47" y="30"/>
                    </a:lnTo>
                    <a:lnTo>
                      <a:pt x="5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9" name="Line 720">
                <a:extLst>
                  <a:ext uri="{FF2B5EF4-FFF2-40B4-BE49-F238E27FC236}">
                    <a16:creationId xmlns:a16="http://schemas.microsoft.com/office/drawing/2014/main" id="{FC1A4C66-E108-1999-9A77-806BB753A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0" y="34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0" name="Freeform 721">
                <a:extLst>
                  <a:ext uri="{FF2B5EF4-FFF2-40B4-BE49-F238E27FC236}">
                    <a16:creationId xmlns:a16="http://schemas.microsoft.com/office/drawing/2014/main" id="{BB14F17E-0432-8868-D795-330A4077B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425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0" y="87"/>
                    </a:moveTo>
                    <a:lnTo>
                      <a:pt x="50" y="113"/>
                    </a:lnTo>
                    <a:lnTo>
                      <a:pt x="101" y="139"/>
                    </a:lnTo>
                    <a:lnTo>
                      <a:pt x="146" y="51"/>
                    </a:lnTo>
                    <a:lnTo>
                      <a:pt x="95" y="26"/>
                    </a:lnTo>
                    <a:lnTo>
                      <a:pt x="45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1" name="Freeform 722">
                <a:extLst>
                  <a:ext uri="{FF2B5EF4-FFF2-40B4-BE49-F238E27FC236}">
                    <a16:creationId xmlns:a16="http://schemas.microsoft.com/office/drawing/2014/main" id="{8D1CC514-E09D-90E7-7508-4DEC52189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425"/>
                <a:ext cx="21" cy="20"/>
              </a:xfrm>
              <a:custGeom>
                <a:avLst/>
                <a:gdLst>
                  <a:gd name="T0" fmla="*/ 0 w 146"/>
                  <a:gd name="T1" fmla="*/ 0 h 139"/>
                  <a:gd name="T2" fmla="*/ 0 w 146"/>
                  <a:gd name="T3" fmla="*/ 0 h 139"/>
                  <a:gd name="T4" fmla="*/ 0 w 146"/>
                  <a:gd name="T5" fmla="*/ 0 h 139"/>
                  <a:gd name="T6" fmla="*/ 0 w 146"/>
                  <a:gd name="T7" fmla="*/ 0 h 139"/>
                  <a:gd name="T8" fmla="*/ 0 w 146"/>
                  <a:gd name="T9" fmla="*/ 0 h 139"/>
                  <a:gd name="T10" fmla="*/ 0 w 146"/>
                  <a:gd name="T11" fmla="*/ 0 h 139"/>
                  <a:gd name="T12" fmla="*/ 0 w 146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39"/>
                  <a:gd name="T23" fmla="*/ 146 w 146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39">
                    <a:moveTo>
                      <a:pt x="0" y="87"/>
                    </a:moveTo>
                    <a:lnTo>
                      <a:pt x="50" y="113"/>
                    </a:lnTo>
                    <a:lnTo>
                      <a:pt x="101" y="139"/>
                    </a:lnTo>
                    <a:lnTo>
                      <a:pt x="146" y="51"/>
                    </a:lnTo>
                    <a:lnTo>
                      <a:pt x="95" y="26"/>
                    </a:lnTo>
                    <a:lnTo>
                      <a:pt x="45" y="0"/>
                    </a:lnTo>
                    <a:lnTo>
                      <a:pt x="0" y="8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2" name="Freeform 723">
                <a:extLst>
                  <a:ext uri="{FF2B5EF4-FFF2-40B4-BE49-F238E27FC236}">
                    <a16:creationId xmlns:a16="http://schemas.microsoft.com/office/drawing/2014/main" id="{090C80C7-953D-996E-DA80-BDFF2F769E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9" y="3429"/>
                <a:ext cx="8" cy="4"/>
              </a:xfrm>
              <a:custGeom>
                <a:avLst/>
                <a:gdLst>
                  <a:gd name="T0" fmla="*/ 0 w 53"/>
                  <a:gd name="T1" fmla="*/ 0 h 25"/>
                  <a:gd name="T2" fmla="*/ 0 w 53"/>
                  <a:gd name="T3" fmla="*/ 0 h 25"/>
                  <a:gd name="T4" fmla="*/ 0 w 53"/>
                  <a:gd name="T5" fmla="*/ 0 h 25"/>
                  <a:gd name="T6" fmla="*/ 0 w 53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5"/>
                  <a:gd name="T14" fmla="*/ 53 w 53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5">
                    <a:moveTo>
                      <a:pt x="0" y="0"/>
                    </a:moveTo>
                    <a:lnTo>
                      <a:pt x="51" y="25"/>
                    </a:lnTo>
                    <a:lnTo>
                      <a:pt x="53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3" name="Line 724">
                <a:extLst>
                  <a:ext uri="{FF2B5EF4-FFF2-40B4-BE49-F238E27FC236}">
                    <a16:creationId xmlns:a16="http://schemas.microsoft.com/office/drawing/2014/main" id="{D59D17AA-0E4C-F9AB-07FA-FA48EDE70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7" y="34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" name="Freeform 725">
                <a:extLst>
                  <a:ext uri="{FF2B5EF4-FFF2-40B4-BE49-F238E27FC236}">
                    <a16:creationId xmlns:a16="http://schemas.microsoft.com/office/drawing/2014/main" id="{94F11218-0152-FEC1-90FA-7D13B812E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413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0" y="91"/>
                    </a:moveTo>
                    <a:lnTo>
                      <a:pt x="53" y="112"/>
                    </a:lnTo>
                    <a:lnTo>
                      <a:pt x="106" y="132"/>
                    </a:lnTo>
                    <a:lnTo>
                      <a:pt x="141" y="41"/>
                    </a:lnTo>
                    <a:lnTo>
                      <a:pt x="88" y="21"/>
                    </a:lnTo>
                    <a:lnTo>
                      <a:pt x="35" y="0"/>
                    </a:lnTo>
                    <a:lnTo>
                      <a:pt x="0" y="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" name="Freeform 726">
                <a:extLst>
                  <a:ext uri="{FF2B5EF4-FFF2-40B4-BE49-F238E27FC236}">
                    <a16:creationId xmlns:a16="http://schemas.microsoft.com/office/drawing/2014/main" id="{A56156E4-936E-3085-7F7E-D2BF0A0D6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2" y="3413"/>
                <a:ext cx="20" cy="19"/>
              </a:xfrm>
              <a:custGeom>
                <a:avLst/>
                <a:gdLst>
                  <a:gd name="T0" fmla="*/ 0 w 141"/>
                  <a:gd name="T1" fmla="*/ 0 h 132"/>
                  <a:gd name="T2" fmla="*/ 0 w 141"/>
                  <a:gd name="T3" fmla="*/ 0 h 132"/>
                  <a:gd name="T4" fmla="*/ 0 w 141"/>
                  <a:gd name="T5" fmla="*/ 0 h 132"/>
                  <a:gd name="T6" fmla="*/ 0 w 141"/>
                  <a:gd name="T7" fmla="*/ 0 h 132"/>
                  <a:gd name="T8" fmla="*/ 0 w 141"/>
                  <a:gd name="T9" fmla="*/ 0 h 132"/>
                  <a:gd name="T10" fmla="*/ 0 w 141"/>
                  <a:gd name="T11" fmla="*/ 0 h 132"/>
                  <a:gd name="T12" fmla="*/ 0 w 141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32"/>
                  <a:gd name="T23" fmla="*/ 141 w 141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32">
                    <a:moveTo>
                      <a:pt x="0" y="91"/>
                    </a:moveTo>
                    <a:lnTo>
                      <a:pt x="53" y="112"/>
                    </a:lnTo>
                    <a:lnTo>
                      <a:pt x="106" y="132"/>
                    </a:lnTo>
                    <a:lnTo>
                      <a:pt x="141" y="41"/>
                    </a:lnTo>
                    <a:lnTo>
                      <a:pt x="88" y="21"/>
                    </a:lnTo>
                    <a:lnTo>
                      <a:pt x="35" y="0"/>
                    </a:lnTo>
                    <a:lnTo>
                      <a:pt x="0" y="9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" name="Freeform 727">
                <a:extLst>
                  <a:ext uri="{FF2B5EF4-FFF2-40B4-BE49-F238E27FC236}">
                    <a16:creationId xmlns:a16="http://schemas.microsoft.com/office/drawing/2014/main" id="{21F3B2ED-942D-E4E2-92D3-95E5B8D15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3416"/>
                <a:ext cx="8" cy="3"/>
              </a:xfrm>
              <a:custGeom>
                <a:avLst/>
                <a:gdLst>
                  <a:gd name="T0" fmla="*/ 0 w 55"/>
                  <a:gd name="T1" fmla="*/ 0 h 20"/>
                  <a:gd name="T2" fmla="*/ 0 w 55"/>
                  <a:gd name="T3" fmla="*/ 0 h 20"/>
                  <a:gd name="T4" fmla="*/ 0 w 55"/>
                  <a:gd name="T5" fmla="*/ 0 h 20"/>
                  <a:gd name="T6" fmla="*/ 0 w 55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0"/>
                  <a:gd name="T14" fmla="*/ 55 w 55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0">
                    <a:moveTo>
                      <a:pt x="0" y="0"/>
                    </a:moveTo>
                    <a:lnTo>
                      <a:pt x="53" y="20"/>
                    </a:lnTo>
                    <a:lnTo>
                      <a:pt x="55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" name="Line 728">
                <a:extLst>
                  <a:ext uri="{FF2B5EF4-FFF2-40B4-BE49-F238E27FC236}">
                    <a16:creationId xmlns:a16="http://schemas.microsoft.com/office/drawing/2014/main" id="{1D4A1A22-5749-257B-DE2E-1DD829F20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34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" name="Freeform 729">
                <a:extLst>
                  <a:ext uri="{FF2B5EF4-FFF2-40B4-BE49-F238E27FC236}">
                    <a16:creationId xmlns:a16="http://schemas.microsoft.com/office/drawing/2014/main" id="{857CA733-A99E-E22F-0A1B-E66C919AD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400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0" y="95"/>
                    </a:move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lnTo>
                      <a:pt x="80" y="14"/>
                    </a:lnTo>
                    <a:lnTo>
                      <a:pt x="25" y="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" name="Freeform 730">
                <a:extLst>
                  <a:ext uri="{FF2B5EF4-FFF2-40B4-BE49-F238E27FC236}">
                    <a16:creationId xmlns:a16="http://schemas.microsoft.com/office/drawing/2014/main" id="{D3A34D42-4410-811D-6616-1BD42EAC2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3400"/>
                <a:ext cx="20" cy="18"/>
              </a:xfrm>
              <a:custGeom>
                <a:avLst/>
                <a:gdLst>
                  <a:gd name="T0" fmla="*/ 0 w 135"/>
                  <a:gd name="T1" fmla="*/ 0 h 124"/>
                  <a:gd name="T2" fmla="*/ 0 w 135"/>
                  <a:gd name="T3" fmla="*/ 0 h 124"/>
                  <a:gd name="T4" fmla="*/ 0 w 135"/>
                  <a:gd name="T5" fmla="*/ 0 h 124"/>
                  <a:gd name="T6" fmla="*/ 0 w 135"/>
                  <a:gd name="T7" fmla="*/ 0 h 124"/>
                  <a:gd name="T8" fmla="*/ 0 w 135"/>
                  <a:gd name="T9" fmla="*/ 0 h 124"/>
                  <a:gd name="T10" fmla="*/ 0 w 135"/>
                  <a:gd name="T11" fmla="*/ 0 h 124"/>
                  <a:gd name="T12" fmla="*/ 0 w 135"/>
                  <a:gd name="T13" fmla="*/ 0 h 1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4"/>
                  <a:gd name="T23" fmla="*/ 135 w 135"/>
                  <a:gd name="T24" fmla="*/ 124 h 12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4">
                    <a:moveTo>
                      <a:pt x="0" y="95"/>
                    </a:moveTo>
                    <a:lnTo>
                      <a:pt x="55" y="110"/>
                    </a:lnTo>
                    <a:lnTo>
                      <a:pt x="110" y="124"/>
                    </a:lnTo>
                    <a:lnTo>
                      <a:pt x="135" y="29"/>
                    </a:lnTo>
                    <a:lnTo>
                      <a:pt x="80" y="14"/>
                    </a:lnTo>
                    <a:lnTo>
                      <a:pt x="25" y="0"/>
                    </a:lnTo>
                    <a:lnTo>
                      <a:pt x="0" y="9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" name="Freeform 731">
                <a:extLst>
                  <a:ext uri="{FF2B5EF4-FFF2-40B4-BE49-F238E27FC236}">
                    <a16:creationId xmlns:a16="http://schemas.microsoft.com/office/drawing/2014/main" id="{3AC71CBE-128B-5B20-6C9E-D14C73997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3402"/>
                <a:ext cx="8" cy="3"/>
              </a:xfrm>
              <a:custGeom>
                <a:avLst/>
                <a:gdLst>
                  <a:gd name="T0" fmla="*/ 0 w 56"/>
                  <a:gd name="T1" fmla="*/ 0 h 15"/>
                  <a:gd name="T2" fmla="*/ 0 w 56"/>
                  <a:gd name="T3" fmla="*/ 0 h 15"/>
                  <a:gd name="T4" fmla="*/ 0 w 56"/>
                  <a:gd name="T5" fmla="*/ 0 h 15"/>
                  <a:gd name="T6" fmla="*/ 0 w 56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5"/>
                  <a:gd name="T14" fmla="*/ 56 w 56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5">
                    <a:moveTo>
                      <a:pt x="0" y="0"/>
                    </a:moveTo>
                    <a:lnTo>
                      <a:pt x="55" y="15"/>
                    </a:lnTo>
                    <a:lnTo>
                      <a:pt x="56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Line 732">
                <a:extLst>
                  <a:ext uri="{FF2B5EF4-FFF2-40B4-BE49-F238E27FC236}">
                    <a16:creationId xmlns:a16="http://schemas.microsoft.com/office/drawing/2014/main" id="{4E29263C-952B-1D02-2D13-824582790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6" y="34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" name="Freeform 733">
                <a:extLst>
                  <a:ext uri="{FF2B5EF4-FFF2-40B4-BE49-F238E27FC236}">
                    <a16:creationId xmlns:a16="http://schemas.microsoft.com/office/drawing/2014/main" id="{05995C54-2587-7872-3AE9-BB1E138DF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0" y="96"/>
                    </a:moveTo>
                    <a:lnTo>
                      <a:pt x="57" y="105"/>
                    </a:lnTo>
                    <a:lnTo>
                      <a:pt x="113" y="114"/>
                    </a:lnTo>
                    <a:lnTo>
                      <a:pt x="128" y="18"/>
                    </a:ln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" name="Freeform 734">
                <a:extLst>
                  <a:ext uri="{FF2B5EF4-FFF2-40B4-BE49-F238E27FC236}">
                    <a16:creationId xmlns:a16="http://schemas.microsoft.com/office/drawing/2014/main" id="{9BBB9EEA-52E3-9E79-3261-E93E0C697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3387"/>
                <a:ext cx="18" cy="17"/>
              </a:xfrm>
              <a:custGeom>
                <a:avLst/>
                <a:gdLst>
                  <a:gd name="T0" fmla="*/ 0 w 128"/>
                  <a:gd name="T1" fmla="*/ 0 h 114"/>
                  <a:gd name="T2" fmla="*/ 0 w 128"/>
                  <a:gd name="T3" fmla="*/ 0 h 114"/>
                  <a:gd name="T4" fmla="*/ 0 w 128"/>
                  <a:gd name="T5" fmla="*/ 0 h 114"/>
                  <a:gd name="T6" fmla="*/ 0 w 128"/>
                  <a:gd name="T7" fmla="*/ 0 h 114"/>
                  <a:gd name="T8" fmla="*/ 0 w 128"/>
                  <a:gd name="T9" fmla="*/ 0 h 114"/>
                  <a:gd name="T10" fmla="*/ 0 w 128"/>
                  <a:gd name="T11" fmla="*/ 0 h 114"/>
                  <a:gd name="T12" fmla="*/ 0 w 128"/>
                  <a:gd name="T13" fmla="*/ 0 h 1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14"/>
                  <a:gd name="T23" fmla="*/ 128 w 128"/>
                  <a:gd name="T24" fmla="*/ 114 h 1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14">
                    <a:moveTo>
                      <a:pt x="0" y="96"/>
                    </a:moveTo>
                    <a:lnTo>
                      <a:pt x="57" y="105"/>
                    </a:lnTo>
                    <a:lnTo>
                      <a:pt x="113" y="114"/>
                    </a:lnTo>
                    <a:lnTo>
                      <a:pt x="128" y="18"/>
                    </a:lnTo>
                    <a:lnTo>
                      <a:pt x="72" y="9"/>
                    </a:lnTo>
                    <a:lnTo>
                      <a:pt x="16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" name="Freeform 735">
                <a:extLst>
                  <a:ext uri="{FF2B5EF4-FFF2-40B4-BE49-F238E27FC236}">
                    <a16:creationId xmlns:a16="http://schemas.microsoft.com/office/drawing/2014/main" id="{F834FB6F-619F-ED4F-62F8-5B382ED31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3389"/>
                <a:ext cx="8" cy="1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0"/>
                    </a:moveTo>
                    <a:lnTo>
                      <a:pt x="56" y="9"/>
                    </a:lnTo>
                    <a:lnTo>
                      <a:pt x="56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" name="Line 736">
                <a:extLst>
                  <a:ext uri="{FF2B5EF4-FFF2-40B4-BE49-F238E27FC236}">
                    <a16:creationId xmlns:a16="http://schemas.microsoft.com/office/drawing/2014/main" id="{6C731F4C-9657-B05B-DAEA-E38793801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8" y="33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37">
                <a:extLst>
                  <a:ext uri="{FF2B5EF4-FFF2-40B4-BE49-F238E27FC236}">
                    <a16:creationId xmlns:a16="http://schemas.microsoft.com/office/drawing/2014/main" id="{FE221758-8697-8F4D-38D1-2A49D60ED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74"/>
                <a:ext cx="17" cy="15"/>
              </a:xfrm>
              <a:custGeom>
                <a:avLst/>
                <a:gdLst>
                  <a:gd name="T0" fmla="*/ 0 w 118"/>
                  <a:gd name="T1" fmla="*/ 0 h 104"/>
                  <a:gd name="T2" fmla="*/ 0 w 118"/>
                  <a:gd name="T3" fmla="*/ 0 h 104"/>
                  <a:gd name="T4" fmla="*/ 0 w 118"/>
                  <a:gd name="T5" fmla="*/ 0 h 104"/>
                  <a:gd name="T6" fmla="*/ 0 w 118"/>
                  <a:gd name="T7" fmla="*/ 0 h 104"/>
                  <a:gd name="T8" fmla="*/ 0 w 118"/>
                  <a:gd name="T9" fmla="*/ 0 h 104"/>
                  <a:gd name="T10" fmla="*/ 0 w 118"/>
                  <a:gd name="T11" fmla="*/ 0 h 104"/>
                  <a:gd name="T12" fmla="*/ 0 w 118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4"/>
                  <a:gd name="T23" fmla="*/ 118 w 118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4">
                    <a:moveTo>
                      <a:pt x="0" y="97"/>
                    </a:moveTo>
                    <a:lnTo>
                      <a:pt x="56" y="101"/>
                    </a:lnTo>
                    <a:lnTo>
                      <a:pt x="112" y="104"/>
                    </a:lnTo>
                    <a:lnTo>
                      <a:pt x="118" y="7"/>
                    </a:lnTo>
                    <a:lnTo>
                      <a:pt x="62" y="3"/>
                    </a:lnTo>
                    <a:lnTo>
                      <a:pt x="6" y="0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738">
                <a:extLst>
                  <a:ext uri="{FF2B5EF4-FFF2-40B4-BE49-F238E27FC236}">
                    <a16:creationId xmlns:a16="http://schemas.microsoft.com/office/drawing/2014/main" id="{8FC81F4F-236D-1784-763B-75F47CA5A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3374"/>
                <a:ext cx="17" cy="15"/>
              </a:xfrm>
              <a:custGeom>
                <a:avLst/>
                <a:gdLst>
                  <a:gd name="T0" fmla="*/ 0 w 118"/>
                  <a:gd name="T1" fmla="*/ 0 h 104"/>
                  <a:gd name="T2" fmla="*/ 0 w 118"/>
                  <a:gd name="T3" fmla="*/ 0 h 104"/>
                  <a:gd name="T4" fmla="*/ 0 w 118"/>
                  <a:gd name="T5" fmla="*/ 0 h 104"/>
                  <a:gd name="T6" fmla="*/ 0 w 118"/>
                  <a:gd name="T7" fmla="*/ 0 h 104"/>
                  <a:gd name="T8" fmla="*/ 0 w 118"/>
                  <a:gd name="T9" fmla="*/ 0 h 104"/>
                  <a:gd name="T10" fmla="*/ 0 w 118"/>
                  <a:gd name="T11" fmla="*/ 0 h 104"/>
                  <a:gd name="T12" fmla="*/ 0 w 118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04"/>
                  <a:gd name="T23" fmla="*/ 118 w 118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04">
                    <a:moveTo>
                      <a:pt x="0" y="97"/>
                    </a:moveTo>
                    <a:lnTo>
                      <a:pt x="56" y="101"/>
                    </a:lnTo>
                    <a:lnTo>
                      <a:pt x="112" y="104"/>
                    </a:lnTo>
                    <a:lnTo>
                      <a:pt x="118" y="7"/>
                    </a:lnTo>
                    <a:lnTo>
                      <a:pt x="62" y="3"/>
                    </a:lnTo>
                    <a:lnTo>
                      <a:pt x="6" y="0"/>
                    </a:lnTo>
                    <a:lnTo>
                      <a:pt x="0" y="9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739">
                <a:extLst>
                  <a:ext uri="{FF2B5EF4-FFF2-40B4-BE49-F238E27FC236}">
                    <a16:creationId xmlns:a16="http://schemas.microsoft.com/office/drawing/2014/main" id="{C461B85A-549C-E377-AF4D-35788A177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337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0" y="3"/>
                    </a:moveTo>
                    <a:lnTo>
                      <a:pt x="56" y="7"/>
                    </a:lnTo>
                    <a:lnTo>
                      <a:pt x="56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Line 740">
                <a:extLst>
                  <a:ext uri="{FF2B5EF4-FFF2-40B4-BE49-F238E27FC236}">
                    <a16:creationId xmlns:a16="http://schemas.microsoft.com/office/drawing/2014/main" id="{9F65BAAC-79FB-2D0E-B4F6-FBDA5A5D3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9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0" name="Freeform 741">
                <a:extLst>
                  <a:ext uri="{FF2B5EF4-FFF2-40B4-BE49-F238E27FC236}">
                    <a16:creationId xmlns:a16="http://schemas.microsoft.com/office/drawing/2014/main" id="{6CBB451D-2C9E-7939-35C3-BF72BAFBC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9"/>
                <a:ext cx="16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w 113"/>
                  <a:gd name="T31" fmla="*/ 0 h 56"/>
                  <a:gd name="T32" fmla="*/ 0 w 113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6"/>
                  <a:gd name="T53" fmla="*/ 113 w 113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6">
                    <a:moveTo>
                      <a:pt x="56" y="0"/>
                    </a:moveTo>
                    <a:lnTo>
                      <a:pt x="113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1" name="Freeform 742">
                <a:extLst>
                  <a:ext uri="{FF2B5EF4-FFF2-40B4-BE49-F238E27FC236}">
                    <a16:creationId xmlns:a16="http://schemas.microsoft.com/office/drawing/2014/main" id="{91952B11-B56E-BEA7-7F8F-1EE5BA097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9"/>
                <a:ext cx="16" cy="8"/>
              </a:xfrm>
              <a:custGeom>
                <a:avLst/>
                <a:gdLst>
                  <a:gd name="T0" fmla="*/ 0 w 113"/>
                  <a:gd name="T1" fmla="*/ 0 h 56"/>
                  <a:gd name="T2" fmla="*/ 0 w 113"/>
                  <a:gd name="T3" fmla="*/ 0 h 56"/>
                  <a:gd name="T4" fmla="*/ 0 w 113"/>
                  <a:gd name="T5" fmla="*/ 0 h 56"/>
                  <a:gd name="T6" fmla="*/ 0 w 113"/>
                  <a:gd name="T7" fmla="*/ 0 h 56"/>
                  <a:gd name="T8" fmla="*/ 0 w 113"/>
                  <a:gd name="T9" fmla="*/ 0 h 56"/>
                  <a:gd name="T10" fmla="*/ 0 w 113"/>
                  <a:gd name="T11" fmla="*/ 0 h 56"/>
                  <a:gd name="T12" fmla="*/ 0 w 113"/>
                  <a:gd name="T13" fmla="*/ 0 h 56"/>
                  <a:gd name="T14" fmla="*/ 0 w 113"/>
                  <a:gd name="T15" fmla="*/ 0 h 56"/>
                  <a:gd name="T16" fmla="*/ 0 w 113"/>
                  <a:gd name="T17" fmla="*/ 0 h 56"/>
                  <a:gd name="T18" fmla="*/ 0 w 113"/>
                  <a:gd name="T19" fmla="*/ 0 h 56"/>
                  <a:gd name="T20" fmla="*/ 0 w 113"/>
                  <a:gd name="T21" fmla="*/ 0 h 56"/>
                  <a:gd name="T22" fmla="*/ 0 w 113"/>
                  <a:gd name="T23" fmla="*/ 0 h 56"/>
                  <a:gd name="T24" fmla="*/ 0 w 113"/>
                  <a:gd name="T25" fmla="*/ 0 h 56"/>
                  <a:gd name="T26" fmla="*/ 0 w 113"/>
                  <a:gd name="T27" fmla="*/ 0 h 56"/>
                  <a:gd name="T28" fmla="*/ 0 w 113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6"/>
                  <a:gd name="T47" fmla="*/ 113 w 113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6">
                    <a:moveTo>
                      <a:pt x="113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8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1" y="51"/>
                    </a:lnTo>
                    <a:lnTo>
                      <a:pt x="21" y="44"/>
                    </a:lnTo>
                    <a:lnTo>
                      <a:pt x="12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743">
                <a:extLst>
                  <a:ext uri="{FF2B5EF4-FFF2-40B4-BE49-F238E27FC236}">
                    <a16:creationId xmlns:a16="http://schemas.microsoft.com/office/drawing/2014/main" id="{8FA9EA15-E5AC-8E70-992B-967116255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900"/>
                <a:ext cx="16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0" y="5940"/>
                    </a:move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3" name="Freeform 744">
                <a:extLst>
                  <a:ext uri="{FF2B5EF4-FFF2-40B4-BE49-F238E27FC236}">
                    <a16:creationId xmlns:a16="http://schemas.microsoft.com/office/drawing/2014/main" id="{9E66CF35-8ABC-6291-526E-7BEAB45D2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900"/>
                <a:ext cx="16" cy="849"/>
              </a:xfrm>
              <a:custGeom>
                <a:avLst/>
                <a:gdLst>
                  <a:gd name="T0" fmla="*/ 0 w 113"/>
                  <a:gd name="T1" fmla="*/ 0 h 5940"/>
                  <a:gd name="T2" fmla="*/ 0 w 113"/>
                  <a:gd name="T3" fmla="*/ 0 h 5940"/>
                  <a:gd name="T4" fmla="*/ 0 w 113"/>
                  <a:gd name="T5" fmla="*/ 0 h 5940"/>
                  <a:gd name="T6" fmla="*/ 0 w 113"/>
                  <a:gd name="T7" fmla="*/ 0 h 5940"/>
                  <a:gd name="T8" fmla="*/ 0 w 113"/>
                  <a:gd name="T9" fmla="*/ 0 h 5940"/>
                  <a:gd name="T10" fmla="*/ 0 w 113"/>
                  <a:gd name="T11" fmla="*/ 0 h 5940"/>
                  <a:gd name="T12" fmla="*/ 0 w 113"/>
                  <a:gd name="T13" fmla="*/ 0 h 59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5940"/>
                  <a:gd name="T23" fmla="*/ 113 w 113"/>
                  <a:gd name="T24" fmla="*/ 5940 h 59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5940">
                    <a:moveTo>
                      <a:pt x="0" y="5940"/>
                    </a:moveTo>
                    <a:lnTo>
                      <a:pt x="56" y="5940"/>
                    </a:lnTo>
                    <a:lnTo>
                      <a:pt x="113" y="5940"/>
                    </a:lnTo>
                    <a:lnTo>
                      <a:pt x="113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594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" name="Freeform 745">
                <a:extLst>
                  <a:ext uri="{FF2B5EF4-FFF2-40B4-BE49-F238E27FC236}">
                    <a16:creationId xmlns:a16="http://schemas.microsoft.com/office/drawing/2014/main" id="{480F212F-FAE4-F814-E048-6B2E48CEB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5" name="Freeform 746">
                <a:extLst>
                  <a:ext uri="{FF2B5EF4-FFF2-40B4-BE49-F238E27FC236}">
                    <a16:creationId xmlns:a16="http://schemas.microsoft.com/office/drawing/2014/main" id="{DA66B836-6E82-DFEC-87C3-707C7A073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8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3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" name="Freeform 747">
                <a:extLst>
                  <a:ext uri="{FF2B5EF4-FFF2-40B4-BE49-F238E27FC236}">
                    <a16:creationId xmlns:a16="http://schemas.microsoft.com/office/drawing/2014/main" id="{9ED4F0A1-25F3-8C1D-229C-DE3B54E19F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3375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6" y="0"/>
                    </a:moveTo>
                    <a:lnTo>
                      <a:pt x="114" y="0"/>
                    </a:ln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7" name="Freeform 748">
                <a:extLst>
                  <a:ext uri="{FF2B5EF4-FFF2-40B4-BE49-F238E27FC236}">
                    <a16:creationId xmlns:a16="http://schemas.microsoft.com/office/drawing/2014/main" id="{94BB25F7-1875-6194-3E2A-3F3DD0EDB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3375"/>
                <a:ext cx="17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1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6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1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" name="Freeform 749">
                <a:extLst>
                  <a:ext uri="{FF2B5EF4-FFF2-40B4-BE49-F238E27FC236}">
                    <a16:creationId xmlns:a16="http://schemas.microsoft.com/office/drawing/2014/main" id="{55D4EC32-5B97-3197-BA33-907A93A95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900"/>
                <a:ext cx="17" cy="475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9" name="Freeform 750">
                <a:extLst>
                  <a:ext uri="{FF2B5EF4-FFF2-40B4-BE49-F238E27FC236}">
                    <a16:creationId xmlns:a16="http://schemas.microsoft.com/office/drawing/2014/main" id="{9AB89340-401C-1D32-BF72-D05770385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900"/>
                <a:ext cx="17" cy="475"/>
              </a:xfrm>
              <a:custGeom>
                <a:avLst/>
                <a:gdLst>
                  <a:gd name="T0" fmla="*/ 0 w 114"/>
                  <a:gd name="T1" fmla="*/ 0 h 3320"/>
                  <a:gd name="T2" fmla="*/ 0 w 114"/>
                  <a:gd name="T3" fmla="*/ 0 h 3320"/>
                  <a:gd name="T4" fmla="*/ 0 w 114"/>
                  <a:gd name="T5" fmla="*/ 0 h 3320"/>
                  <a:gd name="T6" fmla="*/ 0 w 114"/>
                  <a:gd name="T7" fmla="*/ 0 h 3320"/>
                  <a:gd name="T8" fmla="*/ 0 w 114"/>
                  <a:gd name="T9" fmla="*/ 0 h 3320"/>
                  <a:gd name="T10" fmla="*/ 0 w 114"/>
                  <a:gd name="T11" fmla="*/ 0 h 3320"/>
                  <a:gd name="T12" fmla="*/ 0 w 114"/>
                  <a:gd name="T13" fmla="*/ 0 h 3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3320"/>
                  <a:gd name="T23" fmla="*/ 114 w 114"/>
                  <a:gd name="T24" fmla="*/ 3320 h 3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3320">
                    <a:moveTo>
                      <a:pt x="0" y="3320"/>
                    </a:moveTo>
                    <a:lnTo>
                      <a:pt x="56" y="3320"/>
                    </a:lnTo>
                    <a:lnTo>
                      <a:pt x="114" y="3320"/>
                    </a:lnTo>
                    <a:lnTo>
                      <a:pt x="114" y="0"/>
                    </a:lnTo>
                    <a:lnTo>
                      <a:pt x="56" y="0"/>
                    </a:lnTo>
                    <a:lnTo>
                      <a:pt x="0" y="0"/>
                    </a:lnTo>
                    <a:lnTo>
                      <a:pt x="0" y="332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0" name="Freeform 751">
                <a:extLst>
                  <a:ext uri="{FF2B5EF4-FFF2-40B4-BE49-F238E27FC236}">
                    <a16:creationId xmlns:a16="http://schemas.microsoft.com/office/drawing/2014/main" id="{5E9FFC0A-A298-AC68-594F-0B034766F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6" y="57"/>
                    </a:move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Freeform 752">
                <a:extLst>
                  <a:ext uri="{FF2B5EF4-FFF2-40B4-BE49-F238E27FC236}">
                    <a16:creationId xmlns:a16="http://schemas.microsoft.com/office/drawing/2014/main" id="{C2E95601-D9E6-4697-775D-AB0021CE1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2892"/>
                <a:ext cx="17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1" y="44"/>
                    </a:lnTo>
                    <a:lnTo>
                      <a:pt x="6" y="32"/>
                    </a:lnTo>
                    <a:lnTo>
                      <a:pt x="13" y="22"/>
                    </a:lnTo>
                    <a:lnTo>
                      <a:pt x="22" y="13"/>
                    </a:lnTo>
                    <a:lnTo>
                      <a:pt x="32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69" y="2"/>
                    </a:lnTo>
                    <a:lnTo>
                      <a:pt x="81" y="6"/>
                    </a:lnTo>
                    <a:lnTo>
                      <a:pt x="91" y="13"/>
                    </a:lnTo>
                    <a:lnTo>
                      <a:pt x="100" y="22"/>
                    </a:lnTo>
                    <a:lnTo>
                      <a:pt x="107" y="32"/>
                    </a:lnTo>
                    <a:lnTo>
                      <a:pt x="111" y="44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753">
                <a:extLst>
                  <a:ext uri="{FF2B5EF4-FFF2-40B4-BE49-F238E27FC236}">
                    <a16:creationId xmlns:a16="http://schemas.microsoft.com/office/drawing/2014/main" id="{A87D8FCC-9F12-9340-2F4E-4D079D52C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574"/>
                <a:ext cx="1" cy="5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754">
                <a:extLst>
                  <a:ext uri="{FF2B5EF4-FFF2-40B4-BE49-F238E27FC236}">
                    <a16:creationId xmlns:a16="http://schemas.microsoft.com/office/drawing/2014/main" id="{2373787D-B2ED-CCEC-FCF2-2D650814C2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511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755">
                <a:extLst>
                  <a:ext uri="{FF2B5EF4-FFF2-40B4-BE49-F238E27FC236}">
                    <a16:creationId xmlns:a16="http://schemas.microsoft.com/office/drawing/2014/main" id="{F9FD7A30-0435-F7FF-3A9C-C056B50D7D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448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" name="Line 756">
                <a:extLst>
                  <a:ext uri="{FF2B5EF4-FFF2-40B4-BE49-F238E27FC236}">
                    <a16:creationId xmlns:a16="http://schemas.microsoft.com/office/drawing/2014/main" id="{9E4211AA-356A-619D-AF34-1F78B1308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385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" name="Line 757">
                <a:extLst>
                  <a:ext uri="{FF2B5EF4-FFF2-40B4-BE49-F238E27FC236}">
                    <a16:creationId xmlns:a16="http://schemas.microsoft.com/office/drawing/2014/main" id="{FFE95B85-D5CC-8507-9CC0-19B857F80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322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7" name="Line 758">
                <a:extLst>
                  <a:ext uri="{FF2B5EF4-FFF2-40B4-BE49-F238E27FC236}">
                    <a16:creationId xmlns:a16="http://schemas.microsoft.com/office/drawing/2014/main" id="{3B2BEA72-D47A-6FE6-160A-08C971598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259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8" name="Line 759">
                <a:extLst>
                  <a:ext uri="{FF2B5EF4-FFF2-40B4-BE49-F238E27FC236}">
                    <a16:creationId xmlns:a16="http://schemas.microsoft.com/office/drawing/2014/main" id="{004E8A78-725C-1D02-0115-4AF15029C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197"/>
                <a:ext cx="1" cy="4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9" name="Line 760">
                <a:extLst>
                  <a:ext uri="{FF2B5EF4-FFF2-40B4-BE49-F238E27FC236}">
                    <a16:creationId xmlns:a16="http://schemas.microsoft.com/office/drawing/2014/main" id="{94A39230-8126-C655-4E3C-91AB8F5FE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3" y="3125"/>
                <a:ext cx="1" cy="5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0" name="Freeform 761">
                <a:extLst>
                  <a:ext uri="{FF2B5EF4-FFF2-40B4-BE49-F238E27FC236}">
                    <a16:creationId xmlns:a16="http://schemas.microsoft.com/office/drawing/2014/main" id="{7F335676-3509-658D-010D-44E22699A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3749"/>
                <a:ext cx="16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w 114"/>
                  <a:gd name="T31" fmla="*/ 0 h 56"/>
                  <a:gd name="T32" fmla="*/ 0 w 114"/>
                  <a:gd name="T33" fmla="*/ 0 h 5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6"/>
                  <a:gd name="T53" fmla="*/ 114 w 114"/>
                  <a:gd name="T54" fmla="*/ 56 h 5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6">
                    <a:moveTo>
                      <a:pt x="57" y="0"/>
                    </a:moveTo>
                    <a:lnTo>
                      <a:pt x="114" y="0"/>
                    </a:ln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1" name="Freeform 762">
                <a:extLst>
                  <a:ext uri="{FF2B5EF4-FFF2-40B4-BE49-F238E27FC236}">
                    <a16:creationId xmlns:a16="http://schemas.microsoft.com/office/drawing/2014/main" id="{016C4A19-1AC9-E8A3-0952-4B12C1CD2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3749"/>
                <a:ext cx="16" cy="8"/>
              </a:xfrm>
              <a:custGeom>
                <a:avLst/>
                <a:gdLst>
                  <a:gd name="T0" fmla="*/ 0 w 114"/>
                  <a:gd name="T1" fmla="*/ 0 h 56"/>
                  <a:gd name="T2" fmla="*/ 0 w 114"/>
                  <a:gd name="T3" fmla="*/ 0 h 56"/>
                  <a:gd name="T4" fmla="*/ 0 w 114"/>
                  <a:gd name="T5" fmla="*/ 0 h 56"/>
                  <a:gd name="T6" fmla="*/ 0 w 114"/>
                  <a:gd name="T7" fmla="*/ 0 h 56"/>
                  <a:gd name="T8" fmla="*/ 0 w 114"/>
                  <a:gd name="T9" fmla="*/ 0 h 56"/>
                  <a:gd name="T10" fmla="*/ 0 w 114"/>
                  <a:gd name="T11" fmla="*/ 0 h 56"/>
                  <a:gd name="T12" fmla="*/ 0 w 114"/>
                  <a:gd name="T13" fmla="*/ 0 h 56"/>
                  <a:gd name="T14" fmla="*/ 0 w 114"/>
                  <a:gd name="T15" fmla="*/ 0 h 56"/>
                  <a:gd name="T16" fmla="*/ 0 w 114"/>
                  <a:gd name="T17" fmla="*/ 0 h 56"/>
                  <a:gd name="T18" fmla="*/ 0 w 114"/>
                  <a:gd name="T19" fmla="*/ 0 h 56"/>
                  <a:gd name="T20" fmla="*/ 0 w 114"/>
                  <a:gd name="T21" fmla="*/ 0 h 56"/>
                  <a:gd name="T22" fmla="*/ 0 w 114"/>
                  <a:gd name="T23" fmla="*/ 0 h 56"/>
                  <a:gd name="T24" fmla="*/ 0 w 114"/>
                  <a:gd name="T25" fmla="*/ 0 h 56"/>
                  <a:gd name="T26" fmla="*/ 0 w 114"/>
                  <a:gd name="T27" fmla="*/ 0 h 56"/>
                  <a:gd name="T28" fmla="*/ 0 w 114"/>
                  <a:gd name="T29" fmla="*/ 0 h 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6"/>
                  <a:gd name="T47" fmla="*/ 114 w 114"/>
                  <a:gd name="T48" fmla="*/ 56 h 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6">
                    <a:moveTo>
                      <a:pt x="114" y="0"/>
                    </a:moveTo>
                    <a:lnTo>
                      <a:pt x="112" y="13"/>
                    </a:lnTo>
                    <a:lnTo>
                      <a:pt x="107" y="25"/>
                    </a:lnTo>
                    <a:lnTo>
                      <a:pt x="100" y="35"/>
                    </a:lnTo>
                    <a:lnTo>
                      <a:pt x="91" y="44"/>
                    </a:lnTo>
                    <a:lnTo>
                      <a:pt x="81" y="51"/>
                    </a:lnTo>
                    <a:lnTo>
                      <a:pt x="69" y="55"/>
                    </a:lnTo>
                    <a:lnTo>
                      <a:pt x="57" y="56"/>
                    </a:lnTo>
                    <a:lnTo>
                      <a:pt x="44" y="55"/>
                    </a:lnTo>
                    <a:lnTo>
                      <a:pt x="32" y="51"/>
                    </a:lnTo>
                    <a:lnTo>
                      <a:pt x="22" y="44"/>
                    </a:lnTo>
                    <a:lnTo>
                      <a:pt x="13" y="35"/>
                    </a:lnTo>
                    <a:lnTo>
                      <a:pt x="6" y="25"/>
                    </a:lnTo>
                    <a:lnTo>
                      <a:pt x="2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2" name="Freeform 763">
                <a:extLst>
                  <a:ext uri="{FF2B5EF4-FFF2-40B4-BE49-F238E27FC236}">
                    <a16:creationId xmlns:a16="http://schemas.microsoft.com/office/drawing/2014/main" id="{D2164A9D-5909-F69B-AF7B-13503EACA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84"/>
                <a:ext cx="16" cy="765"/>
              </a:xfrm>
              <a:custGeom>
                <a:avLst/>
                <a:gdLst>
                  <a:gd name="T0" fmla="*/ 0 w 114"/>
                  <a:gd name="T1" fmla="*/ 0 h 5356"/>
                  <a:gd name="T2" fmla="*/ 0 w 114"/>
                  <a:gd name="T3" fmla="*/ 0 h 5356"/>
                  <a:gd name="T4" fmla="*/ 0 w 114"/>
                  <a:gd name="T5" fmla="*/ 0 h 5356"/>
                  <a:gd name="T6" fmla="*/ 0 w 114"/>
                  <a:gd name="T7" fmla="*/ 0 h 5356"/>
                  <a:gd name="T8" fmla="*/ 0 w 114"/>
                  <a:gd name="T9" fmla="*/ 0 h 5356"/>
                  <a:gd name="T10" fmla="*/ 0 w 114"/>
                  <a:gd name="T11" fmla="*/ 0 h 5356"/>
                  <a:gd name="T12" fmla="*/ 0 w 114"/>
                  <a:gd name="T13" fmla="*/ 0 h 53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356"/>
                  <a:gd name="T23" fmla="*/ 114 w 114"/>
                  <a:gd name="T24" fmla="*/ 5356 h 53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356">
                    <a:moveTo>
                      <a:pt x="0" y="5356"/>
                    </a:moveTo>
                    <a:lnTo>
                      <a:pt x="57" y="5356"/>
                    </a:lnTo>
                    <a:lnTo>
                      <a:pt x="114" y="5356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3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764">
                <a:extLst>
                  <a:ext uri="{FF2B5EF4-FFF2-40B4-BE49-F238E27FC236}">
                    <a16:creationId xmlns:a16="http://schemas.microsoft.com/office/drawing/2014/main" id="{FFA9A6D5-5CB8-6507-86DA-3CAB8D5C1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84"/>
                <a:ext cx="16" cy="765"/>
              </a:xfrm>
              <a:custGeom>
                <a:avLst/>
                <a:gdLst>
                  <a:gd name="T0" fmla="*/ 0 w 114"/>
                  <a:gd name="T1" fmla="*/ 0 h 5356"/>
                  <a:gd name="T2" fmla="*/ 0 w 114"/>
                  <a:gd name="T3" fmla="*/ 0 h 5356"/>
                  <a:gd name="T4" fmla="*/ 0 w 114"/>
                  <a:gd name="T5" fmla="*/ 0 h 5356"/>
                  <a:gd name="T6" fmla="*/ 0 w 114"/>
                  <a:gd name="T7" fmla="*/ 0 h 5356"/>
                  <a:gd name="T8" fmla="*/ 0 w 114"/>
                  <a:gd name="T9" fmla="*/ 0 h 5356"/>
                  <a:gd name="T10" fmla="*/ 0 w 114"/>
                  <a:gd name="T11" fmla="*/ 0 h 5356"/>
                  <a:gd name="T12" fmla="*/ 0 w 114"/>
                  <a:gd name="T13" fmla="*/ 0 h 53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5356"/>
                  <a:gd name="T23" fmla="*/ 114 w 114"/>
                  <a:gd name="T24" fmla="*/ 5356 h 53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5356">
                    <a:moveTo>
                      <a:pt x="0" y="5356"/>
                    </a:moveTo>
                    <a:lnTo>
                      <a:pt x="57" y="5356"/>
                    </a:lnTo>
                    <a:lnTo>
                      <a:pt x="114" y="5356"/>
                    </a:lnTo>
                    <a:lnTo>
                      <a:pt x="114" y="0"/>
                    </a:lnTo>
                    <a:lnTo>
                      <a:pt x="57" y="0"/>
                    </a:lnTo>
                    <a:lnTo>
                      <a:pt x="0" y="0"/>
                    </a:lnTo>
                    <a:lnTo>
                      <a:pt x="0" y="53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765">
                <a:extLst>
                  <a:ext uri="{FF2B5EF4-FFF2-40B4-BE49-F238E27FC236}">
                    <a16:creationId xmlns:a16="http://schemas.microsoft.com/office/drawing/2014/main" id="{F97BB343-6CDA-C76D-3BFF-1780F2739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76"/>
                <a:ext cx="16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w 114"/>
                  <a:gd name="T31" fmla="*/ 0 h 57"/>
                  <a:gd name="T32" fmla="*/ 0 w 114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4"/>
                  <a:gd name="T52" fmla="*/ 0 h 57"/>
                  <a:gd name="T53" fmla="*/ 114 w 114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4" h="57">
                    <a:moveTo>
                      <a:pt x="57" y="57"/>
                    </a:moveTo>
                    <a:lnTo>
                      <a:pt x="0" y="57"/>
                    </a:lnTo>
                    <a:lnTo>
                      <a:pt x="2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2" y="45"/>
                    </a:lnTo>
                    <a:lnTo>
                      <a:pt x="114" y="57"/>
                    </a:lnTo>
                    <a:lnTo>
                      <a:pt x="57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" name="Freeform 766">
                <a:extLst>
                  <a:ext uri="{FF2B5EF4-FFF2-40B4-BE49-F238E27FC236}">
                    <a16:creationId xmlns:a16="http://schemas.microsoft.com/office/drawing/2014/main" id="{EE6CAC68-1F9F-A7F8-18EF-21C747134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976"/>
                <a:ext cx="16" cy="8"/>
              </a:xfrm>
              <a:custGeom>
                <a:avLst/>
                <a:gdLst>
                  <a:gd name="T0" fmla="*/ 0 w 114"/>
                  <a:gd name="T1" fmla="*/ 0 h 57"/>
                  <a:gd name="T2" fmla="*/ 0 w 114"/>
                  <a:gd name="T3" fmla="*/ 0 h 57"/>
                  <a:gd name="T4" fmla="*/ 0 w 114"/>
                  <a:gd name="T5" fmla="*/ 0 h 57"/>
                  <a:gd name="T6" fmla="*/ 0 w 114"/>
                  <a:gd name="T7" fmla="*/ 0 h 57"/>
                  <a:gd name="T8" fmla="*/ 0 w 114"/>
                  <a:gd name="T9" fmla="*/ 0 h 57"/>
                  <a:gd name="T10" fmla="*/ 0 w 114"/>
                  <a:gd name="T11" fmla="*/ 0 h 57"/>
                  <a:gd name="T12" fmla="*/ 0 w 114"/>
                  <a:gd name="T13" fmla="*/ 0 h 57"/>
                  <a:gd name="T14" fmla="*/ 0 w 114"/>
                  <a:gd name="T15" fmla="*/ 0 h 57"/>
                  <a:gd name="T16" fmla="*/ 0 w 114"/>
                  <a:gd name="T17" fmla="*/ 0 h 57"/>
                  <a:gd name="T18" fmla="*/ 0 w 114"/>
                  <a:gd name="T19" fmla="*/ 0 h 57"/>
                  <a:gd name="T20" fmla="*/ 0 w 114"/>
                  <a:gd name="T21" fmla="*/ 0 h 57"/>
                  <a:gd name="T22" fmla="*/ 0 w 114"/>
                  <a:gd name="T23" fmla="*/ 0 h 57"/>
                  <a:gd name="T24" fmla="*/ 0 w 114"/>
                  <a:gd name="T25" fmla="*/ 0 h 57"/>
                  <a:gd name="T26" fmla="*/ 0 w 114"/>
                  <a:gd name="T27" fmla="*/ 0 h 57"/>
                  <a:gd name="T28" fmla="*/ 0 w 114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4"/>
                  <a:gd name="T46" fmla="*/ 0 h 57"/>
                  <a:gd name="T47" fmla="*/ 114 w 114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4" h="57">
                    <a:moveTo>
                      <a:pt x="0" y="57"/>
                    </a:moveTo>
                    <a:lnTo>
                      <a:pt x="2" y="45"/>
                    </a:lnTo>
                    <a:lnTo>
                      <a:pt x="6" y="33"/>
                    </a:lnTo>
                    <a:lnTo>
                      <a:pt x="13" y="23"/>
                    </a:lnTo>
                    <a:lnTo>
                      <a:pt x="22" y="14"/>
                    </a:lnTo>
                    <a:lnTo>
                      <a:pt x="32" y="7"/>
                    </a:lnTo>
                    <a:lnTo>
                      <a:pt x="44" y="2"/>
                    </a:lnTo>
                    <a:lnTo>
                      <a:pt x="57" y="0"/>
                    </a:lnTo>
                    <a:lnTo>
                      <a:pt x="69" y="2"/>
                    </a:lnTo>
                    <a:lnTo>
                      <a:pt x="81" y="7"/>
                    </a:lnTo>
                    <a:lnTo>
                      <a:pt x="91" y="14"/>
                    </a:lnTo>
                    <a:lnTo>
                      <a:pt x="100" y="23"/>
                    </a:lnTo>
                    <a:lnTo>
                      <a:pt x="107" y="33"/>
                    </a:lnTo>
                    <a:lnTo>
                      <a:pt x="112" y="45"/>
                    </a:lnTo>
                    <a:lnTo>
                      <a:pt x="114" y="5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6" name="Freeform 767">
                <a:extLst>
                  <a:ext uri="{FF2B5EF4-FFF2-40B4-BE49-F238E27FC236}">
                    <a16:creationId xmlns:a16="http://schemas.microsoft.com/office/drawing/2014/main" id="{C988C384-F65F-1A5A-4143-5378C2A8F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7" name="Freeform 768">
                <a:extLst>
                  <a:ext uri="{FF2B5EF4-FFF2-40B4-BE49-F238E27FC236}">
                    <a16:creationId xmlns:a16="http://schemas.microsoft.com/office/drawing/2014/main" id="{522F0278-120A-3E89-B046-CFFE25494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3741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8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2"/>
                    </a:lnTo>
                    <a:lnTo>
                      <a:pt x="1" y="70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6" y="33"/>
                    </a:lnTo>
                    <a:lnTo>
                      <a:pt x="12" y="23"/>
                    </a:lnTo>
                    <a:lnTo>
                      <a:pt x="21" y="14"/>
                    </a:lnTo>
                    <a:lnTo>
                      <a:pt x="31" y="7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8" name="Freeform 769">
                <a:extLst>
                  <a:ext uri="{FF2B5EF4-FFF2-40B4-BE49-F238E27FC236}">
                    <a16:creationId xmlns:a16="http://schemas.microsoft.com/office/drawing/2014/main" id="{6C971F70-DBB9-9924-33B6-1A3DA3DF2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3741"/>
                <a:ext cx="469" cy="16"/>
              </a:xfrm>
              <a:custGeom>
                <a:avLst/>
                <a:gdLst>
                  <a:gd name="T0" fmla="*/ 0 w 3281"/>
                  <a:gd name="T1" fmla="*/ 0 h 113"/>
                  <a:gd name="T2" fmla="*/ 0 w 3281"/>
                  <a:gd name="T3" fmla="*/ 0 h 113"/>
                  <a:gd name="T4" fmla="*/ 0 w 3281"/>
                  <a:gd name="T5" fmla="*/ 0 h 113"/>
                  <a:gd name="T6" fmla="*/ 0 w 3281"/>
                  <a:gd name="T7" fmla="*/ 0 h 113"/>
                  <a:gd name="T8" fmla="*/ 0 w 3281"/>
                  <a:gd name="T9" fmla="*/ 0 h 113"/>
                  <a:gd name="T10" fmla="*/ 0 w 3281"/>
                  <a:gd name="T11" fmla="*/ 0 h 113"/>
                  <a:gd name="T12" fmla="*/ 0 w 3281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81"/>
                  <a:gd name="T22" fmla="*/ 0 h 113"/>
                  <a:gd name="T23" fmla="*/ 3281 w 3281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81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281" y="113"/>
                    </a:lnTo>
                    <a:lnTo>
                      <a:pt x="3281" y="57"/>
                    </a:lnTo>
                    <a:lnTo>
                      <a:pt x="32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9" name="Freeform 770">
                <a:extLst>
                  <a:ext uri="{FF2B5EF4-FFF2-40B4-BE49-F238E27FC236}">
                    <a16:creationId xmlns:a16="http://schemas.microsoft.com/office/drawing/2014/main" id="{E6C6EEC6-22D3-FFD9-000F-EB36EF4A8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3741"/>
                <a:ext cx="469" cy="16"/>
              </a:xfrm>
              <a:custGeom>
                <a:avLst/>
                <a:gdLst>
                  <a:gd name="T0" fmla="*/ 0 w 3281"/>
                  <a:gd name="T1" fmla="*/ 0 h 113"/>
                  <a:gd name="T2" fmla="*/ 0 w 3281"/>
                  <a:gd name="T3" fmla="*/ 0 h 113"/>
                  <a:gd name="T4" fmla="*/ 0 w 3281"/>
                  <a:gd name="T5" fmla="*/ 0 h 113"/>
                  <a:gd name="T6" fmla="*/ 0 w 3281"/>
                  <a:gd name="T7" fmla="*/ 0 h 113"/>
                  <a:gd name="T8" fmla="*/ 0 w 3281"/>
                  <a:gd name="T9" fmla="*/ 0 h 113"/>
                  <a:gd name="T10" fmla="*/ 0 w 3281"/>
                  <a:gd name="T11" fmla="*/ 0 h 113"/>
                  <a:gd name="T12" fmla="*/ 0 w 3281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281"/>
                  <a:gd name="T22" fmla="*/ 0 h 113"/>
                  <a:gd name="T23" fmla="*/ 3281 w 3281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281" h="113">
                    <a:moveTo>
                      <a:pt x="0" y="0"/>
                    </a:moveTo>
                    <a:lnTo>
                      <a:pt x="0" y="57"/>
                    </a:lnTo>
                    <a:lnTo>
                      <a:pt x="0" y="113"/>
                    </a:lnTo>
                    <a:lnTo>
                      <a:pt x="3281" y="113"/>
                    </a:lnTo>
                    <a:lnTo>
                      <a:pt x="3281" y="57"/>
                    </a:lnTo>
                    <a:lnTo>
                      <a:pt x="3281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0" name="Freeform 771">
                <a:extLst>
                  <a:ext uri="{FF2B5EF4-FFF2-40B4-BE49-F238E27FC236}">
                    <a16:creationId xmlns:a16="http://schemas.microsoft.com/office/drawing/2014/main" id="{85523571-73BE-2F6A-6B85-E6D1AECE9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3741"/>
                <a:ext cx="8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w 57"/>
                  <a:gd name="T31" fmla="*/ 0 h 113"/>
                  <a:gd name="T32" fmla="*/ 0 w 57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7"/>
                  <a:gd name="T52" fmla="*/ 0 h 113"/>
                  <a:gd name="T53" fmla="*/ 57 w 57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7" h="113">
                    <a:moveTo>
                      <a:pt x="0" y="57"/>
                    </a:moveTo>
                    <a:lnTo>
                      <a:pt x="0" y="0"/>
                    </a:ln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1" name="Freeform 772">
                <a:extLst>
                  <a:ext uri="{FF2B5EF4-FFF2-40B4-BE49-F238E27FC236}">
                    <a16:creationId xmlns:a16="http://schemas.microsoft.com/office/drawing/2014/main" id="{5EA33F4C-25B5-ED2F-8979-D4108D24B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3741"/>
                <a:ext cx="8" cy="16"/>
              </a:xfrm>
              <a:custGeom>
                <a:avLst/>
                <a:gdLst>
                  <a:gd name="T0" fmla="*/ 0 w 57"/>
                  <a:gd name="T1" fmla="*/ 0 h 113"/>
                  <a:gd name="T2" fmla="*/ 0 w 57"/>
                  <a:gd name="T3" fmla="*/ 0 h 113"/>
                  <a:gd name="T4" fmla="*/ 0 w 57"/>
                  <a:gd name="T5" fmla="*/ 0 h 113"/>
                  <a:gd name="T6" fmla="*/ 0 w 57"/>
                  <a:gd name="T7" fmla="*/ 0 h 113"/>
                  <a:gd name="T8" fmla="*/ 0 w 57"/>
                  <a:gd name="T9" fmla="*/ 0 h 113"/>
                  <a:gd name="T10" fmla="*/ 0 w 57"/>
                  <a:gd name="T11" fmla="*/ 0 h 113"/>
                  <a:gd name="T12" fmla="*/ 0 w 57"/>
                  <a:gd name="T13" fmla="*/ 0 h 113"/>
                  <a:gd name="T14" fmla="*/ 0 w 57"/>
                  <a:gd name="T15" fmla="*/ 0 h 113"/>
                  <a:gd name="T16" fmla="*/ 0 w 57"/>
                  <a:gd name="T17" fmla="*/ 0 h 113"/>
                  <a:gd name="T18" fmla="*/ 0 w 57"/>
                  <a:gd name="T19" fmla="*/ 0 h 113"/>
                  <a:gd name="T20" fmla="*/ 0 w 57"/>
                  <a:gd name="T21" fmla="*/ 0 h 113"/>
                  <a:gd name="T22" fmla="*/ 0 w 57"/>
                  <a:gd name="T23" fmla="*/ 0 h 113"/>
                  <a:gd name="T24" fmla="*/ 0 w 57"/>
                  <a:gd name="T25" fmla="*/ 0 h 113"/>
                  <a:gd name="T26" fmla="*/ 0 w 57"/>
                  <a:gd name="T27" fmla="*/ 0 h 113"/>
                  <a:gd name="T28" fmla="*/ 0 w 57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7"/>
                  <a:gd name="T46" fmla="*/ 0 h 113"/>
                  <a:gd name="T47" fmla="*/ 57 w 57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7" h="113">
                    <a:moveTo>
                      <a:pt x="0" y="0"/>
                    </a:moveTo>
                    <a:lnTo>
                      <a:pt x="12" y="2"/>
                    </a:lnTo>
                    <a:lnTo>
                      <a:pt x="24" y="7"/>
                    </a:lnTo>
                    <a:lnTo>
                      <a:pt x="34" y="14"/>
                    </a:lnTo>
                    <a:lnTo>
                      <a:pt x="43" y="23"/>
                    </a:lnTo>
                    <a:lnTo>
                      <a:pt x="50" y="33"/>
                    </a:lnTo>
                    <a:lnTo>
                      <a:pt x="55" y="45"/>
                    </a:lnTo>
                    <a:lnTo>
                      <a:pt x="57" y="57"/>
                    </a:lnTo>
                    <a:lnTo>
                      <a:pt x="55" y="70"/>
                    </a:lnTo>
                    <a:lnTo>
                      <a:pt x="50" y="82"/>
                    </a:lnTo>
                    <a:lnTo>
                      <a:pt x="43" y="92"/>
                    </a:lnTo>
                    <a:lnTo>
                      <a:pt x="34" y="101"/>
                    </a:lnTo>
                    <a:lnTo>
                      <a:pt x="24" y="108"/>
                    </a:lnTo>
                    <a:lnTo>
                      <a:pt x="12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2" name="Freeform 773">
                <a:extLst>
                  <a:ext uri="{FF2B5EF4-FFF2-40B4-BE49-F238E27FC236}">
                    <a16:creationId xmlns:a16="http://schemas.microsoft.com/office/drawing/2014/main" id="{51D1E8F9-4FB3-CE11-5F14-14365F31A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2892"/>
                <a:ext cx="9" cy="16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w 58"/>
                  <a:gd name="T31" fmla="*/ 0 h 113"/>
                  <a:gd name="T32" fmla="*/ 0 w 58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8"/>
                  <a:gd name="T52" fmla="*/ 0 h 113"/>
                  <a:gd name="T53" fmla="*/ 58 w 58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8" h="113">
                    <a:moveTo>
                      <a:pt x="0" y="57"/>
                    </a:moveTo>
                    <a:lnTo>
                      <a:pt x="0" y="0"/>
                    </a:ln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3" name="Freeform 774">
                <a:extLst>
                  <a:ext uri="{FF2B5EF4-FFF2-40B4-BE49-F238E27FC236}">
                    <a16:creationId xmlns:a16="http://schemas.microsoft.com/office/drawing/2014/main" id="{72AFA859-C074-76E9-64AB-A039E6F5F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2892"/>
                <a:ext cx="9" cy="16"/>
              </a:xfrm>
              <a:custGeom>
                <a:avLst/>
                <a:gdLst>
                  <a:gd name="T0" fmla="*/ 0 w 58"/>
                  <a:gd name="T1" fmla="*/ 0 h 113"/>
                  <a:gd name="T2" fmla="*/ 0 w 58"/>
                  <a:gd name="T3" fmla="*/ 0 h 113"/>
                  <a:gd name="T4" fmla="*/ 0 w 58"/>
                  <a:gd name="T5" fmla="*/ 0 h 113"/>
                  <a:gd name="T6" fmla="*/ 0 w 58"/>
                  <a:gd name="T7" fmla="*/ 0 h 113"/>
                  <a:gd name="T8" fmla="*/ 0 w 58"/>
                  <a:gd name="T9" fmla="*/ 0 h 113"/>
                  <a:gd name="T10" fmla="*/ 0 w 58"/>
                  <a:gd name="T11" fmla="*/ 0 h 113"/>
                  <a:gd name="T12" fmla="*/ 0 w 58"/>
                  <a:gd name="T13" fmla="*/ 0 h 113"/>
                  <a:gd name="T14" fmla="*/ 0 w 58"/>
                  <a:gd name="T15" fmla="*/ 0 h 113"/>
                  <a:gd name="T16" fmla="*/ 0 w 58"/>
                  <a:gd name="T17" fmla="*/ 0 h 113"/>
                  <a:gd name="T18" fmla="*/ 0 w 58"/>
                  <a:gd name="T19" fmla="*/ 0 h 113"/>
                  <a:gd name="T20" fmla="*/ 0 w 58"/>
                  <a:gd name="T21" fmla="*/ 0 h 113"/>
                  <a:gd name="T22" fmla="*/ 0 w 58"/>
                  <a:gd name="T23" fmla="*/ 0 h 113"/>
                  <a:gd name="T24" fmla="*/ 0 w 58"/>
                  <a:gd name="T25" fmla="*/ 0 h 113"/>
                  <a:gd name="T26" fmla="*/ 0 w 58"/>
                  <a:gd name="T27" fmla="*/ 0 h 113"/>
                  <a:gd name="T28" fmla="*/ 0 w 58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8"/>
                  <a:gd name="T46" fmla="*/ 0 h 113"/>
                  <a:gd name="T47" fmla="*/ 58 w 58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8" h="113">
                    <a:moveTo>
                      <a:pt x="0" y="0"/>
                    </a:moveTo>
                    <a:lnTo>
                      <a:pt x="13" y="2"/>
                    </a:lnTo>
                    <a:lnTo>
                      <a:pt x="25" y="6"/>
                    </a:lnTo>
                    <a:lnTo>
                      <a:pt x="35" y="13"/>
                    </a:lnTo>
                    <a:lnTo>
                      <a:pt x="44" y="22"/>
                    </a:lnTo>
                    <a:lnTo>
                      <a:pt x="51" y="32"/>
                    </a:lnTo>
                    <a:lnTo>
                      <a:pt x="55" y="44"/>
                    </a:lnTo>
                    <a:lnTo>
                      <a:pt x="58" y="57"/>
                    </a:lnTo>
                    <a:lnTo>
                      <a:pt x="55" y="69"/>
                    </a:lnTo>
                    <a:lnTo>
                      <a:pt x="51" y="81"/>
                    </a:lnTo>
                    <a:lnTo>
                      <a:pt x="44" y="92"/>
                    </a:lnTo>
                    <a:lnTo>
                      <a:pt x="35" y="101"/>
                    </a:lnTo>
                    <a:lnTo>
                      <a:pt x="25" y="107"/>
                    </a:lnTo>
                    <a:lnTo>
                      <a:pt x="13" y="112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4" name="Freeform 775">
                <a:extLst>
                  <a:ext uri="{FF2B5EF4-FFF2-40B4-BE49-F238E27FC236}">
                    <a16:creationId xmlns:a16="http://schemas.microsoft.com/office/drawing/2014/main" id="{59012AFD-B2F9-332F-6C45-023C40D38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892"/>
                <a:ext cx="156" cy="16"/>
              </a:xfrm>
              <a:custGeom>
                <a:avLst/>
                <a:gdLst>
                  <a:gd name="T0" fmla="*/ 0 w 1094"/>
                  <a:gd name="T1" fmla="*/ 0 h 113"/>
                  <a:gd name="T2" fmla="*/ 0 w 1094"/>
                  <a:gd name="T3" fmla="*/ 0 h 113"/>
                  <a:gd name="T4" fmla="*/ 0 w 1094"/>
                  <a:gd name="T5" fmla="*/ 0 h 113"/>
                  <a:gd name="T6" fmla="*/ 0 w 1094"/>
                  <a:gd name="T7" fmla="*/ 0 h 113"/>
                  <a:gd name="T8" fmla="*/ 0 w 1094"/>
                  <a:gd name="T9" fmla="*/ 0 h 113"/>
                  <a:gd name="T10" fmla="*/ 0 w 1094"/>
                  <a:gd name="T11" fmla="*/ 0 h 113"/>
                  <a:gd name="T12" fmla="*/ 0 w 1094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94"/>
                  <a:gd name="T22" fmla="*/ 0 h 113"/>
                  <a:gd name="T23" fmla="*/ 1094 w 1094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94" h="113">
                    <a:moveTo>
                      <a:pt x="1094" y="113"/>
                    </a:moveTo>
                    <a:lnTo>
                      <a:pt x="1094" y="5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09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" name="Freeform 776">
                <a:extLst>
                  <a:ext uri="{FF2B5EF4-FFF2-40B4-BE49-F238E27FC236}">
                    <a16:creationId xmlns:a16="http://schemas.microsoft.com/office/drawing/2014/main" id="{5C22D66D-6B34-A21B-9C6A-DEAB838C0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2892"/>
                <a:ext cx="156" cy="16"/>
              </a:xfrm>
              <a:custGeom>
                <a:avLst/>
                <a:gdLst>
                  <a:gd name="T0" fmla="*/ 0 w 1094"/>
                  <a:gd name="T1" fmla="*/ 0 h 113"/>
                  <a:gd name="T2" fmla="*/ 0 w 1094"/>
                  <a:gd name="T3" fmla="*/ 0 h 113"/>
                  <a:gd name="T4" fmla="*/ 0 w 1094"/>
                  <a:gd name="T5" fmla="*/ 0 h 113"/>
                  <a:gd name="T6" fmla="*/ 0 w 1094"/>
                  <a:gd name="T7" fmla="*/ 0 h 113"/>
                  <a:gd name="T8" fmla="*/ 0 w 1094"/>
                  <a:gd name="T9" fmla="*/ 0 h 113"/>
                  <a:gd name="T10" fmla="*/ 0 w 1094"/>
                  <a:gd name="T11" fmla="*/ 0 h 113"/>
                  <a:gd name="T12" fmla="*/ 0 w 1094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94"/>
                  <a:gd name="T22" fmla="*/ 0 h 113"/>
                  <a:gd name="T23" fmla="*/ 1094 w 1094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94" h="113">
                    <a:moveTo>
                      <a:pt x="1094" y="113"/>
                    </a:moveTo>
                    <a:lnTo>
                      <a:pt x="1094" y="5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0" y="113"/>
                    </a:lnTo>
                    <a:lnTo>
                      <a:pt x="1094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6" name="Freeform 777">
                <a:extLst>
                  <a:ext uri="{FF2B5EF4-FFF2-40B4-BE49-F238E27FC236}">
                    <a16:creationId xmlns:a16="http://schemas.microsoft.com/office/drawing/2014/main" id="{12C920F9-A45B-200D-98DF-4FFD34417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w 56"/>
                  <a:gd name="T31" fmla="*/ 0 h 113"/>
                  <a:gd name="T32" fmla="*/ 0 w 56"/>
                  <a:gd name="T33" fmla="*/ 0 h 11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6"/>
                  <a:gd name="T52" fmla="*/ 0 h 113"/>
                  <a:gd name="T53" fmla="*/ 56 w 56"/>
                  <a:gd name="T54" fmla="*/ 113 h 11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6" h="113">
                    <a:moveTo>
                      <a:pt x="56" y="57"/>
                    </a:moveTo>
                    <a:lnTo>
                      <a:pt x="56" y="113"/>
                    </a:ln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7" name="Freeform 778">
                <a:extLst>
                  <a:ext uri="{FF2B5EF4-FFF2-40B4-BE49-F238E27FC236}">
                    <a16:creationId xmlns:a16="http://schemas.microsoft.com/office/drawing/2014/main" id="{0DDF03BE-189E-35B2-39F7-0BCB10576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3" y="2892"/>
                <a:ext cx="8" cy="16"/>
              </a:xfrm>
              <a:custGeom>
                <a:avLst/>
                <a:gdLst>
                  <a:gd name="T0" fmla="*/ 0 w 56"/>
                  <a:gd name="T1" fmla="*/ 0 h 113"/>
                  <a:gd name="T2" fmla="*/ 0 w 56"/>
                  <a:gd name="T3" fmla="*/ 0 h 113"/>
                  <a:gd name="T4" fmla="*/ 0 w 56"/>
                  <a:gd name="T5" fmla="*/ 0 h 113"/>
                  <a:gd name="T6" fmla="*/ 0 w 56"/>
                  <a:gd name="T7" fmla="*/ 0 h 113"/>
                  <a:gd name="T8" fmla="*/ 0 w 56"/>
                  <a:gd name="T9" fmla="*/ 0 h 113"/>
                  <a:gd name="T10" fmla="*/ 0 w 56"/>
                  <a:gd name="T11" fmla="*/ 0 h 113"/>
                  <a:gd name="T12" fmla="*/ 0 w 56"/>
                  <a:gd name="T13" fmla="*/ 0 h 113"/>
                  <a:gd name="T14" fmla="*/ 0 w 56"/>
                  <a:gd name="T15" fmla="*/ 0 h 113"/>
                  <a:gd name="T16" fmla="*/ 0 w 56"/>
                  <a:gd name="T17" fmla="*/ 0 h 113"/>
                  <a:gd name="T18" fmla="*/ 0 w 56"/>
                  <a:gd name="T19" fmla="*/ 0 h 113"/>
                  <a:gd name="T20" fmla="*/ 0 w 56"/>
                  <a:gd name="T21" fmla="*/ 0 h 113"/>
                  <a:gd name="T22" fmla="*/ 0 w 56"/>
                  <a:gd name="T23" fmla="*/ 0 h 113"/>
                  <a:gd name="T24" fmla="*/ 0 w 56"/>
                  <a:gd name="T25" fmla="*/ 0 h 113"/>
                  <a:gd name="T26" fmla="*/ 0 w 56"/>
                  <a:gd name="T27" fmla="*/ 0 h 113"/>
                  <a:gd name="T28" fmla="*/ 0 w 56"/>
                  <a:gd name="T29" fmla="*/ 0 h 11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"/>
                  <a:gd name="T46" fmla="*/ 0 h 113"/>
                  <a:gd name="T47" fmla="*/ 56 w 56"/>
                  <a:gd name="T48" fmla="*/ 113 h 11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" h="113">
                    <a:moveTo>
                      <a:pt x="56" y="113"/>
                    </a:moveTo>
                    <a:lnTo>
                      <a:pt x="44" y="112"/>
                    </a:lnTo>
                    <a:lnTo>
                      <a:pt x="31" y="107"/>
                    </a:lnTo>
                    <a:lnTo>
                      <a:pt x="21" y="101"/>
                    </a:lnTo>
                    <a:lnTo>
                      <a:pt x="12" y="92"/>
                    </a:lnTo>
                    <a:lnTo>
                      <a:pt x="6" y="81"/>
                    </a:lnTo>
                    <a:lnTo>
                      <a:pt x="1" y="69"/>
                    </a:lnTo>
                    <a:lnTo>
                      <a:pt x="0" y="57"/>
                    </a:lnTo>
                    <a:lnTo>
                      <a:pt x="1" y="44"/>
                    </a:lnTo>
                    <a:lnTo>
                      <a:pt x="6" y="32"/>
                    </a:lnTo>
                    <a:lnTo>
                      <a:pt x="12" y="22"/>
                    </a:lnTo>
                    <a:lnTo>
                      <a:pt x="21" y="13"/>
                    </a:lnTo>
                    <a:lnTo>
                      <a:pt x="31" y="6"/>
                    </a:lnTo>
                    <a:lnTo>
                      <a:pt x="44" y="2"/>
                    </a:lnTo>
                    <a:lnTo>
                      <a:pt x="5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8" name="Line 779">
                <a:extLst>
                  <a:ext uri="{FF2B5EF4-FFF2-40B4-BE49-F238E27FC236}">
                    <a16:creationId xmlns:a16="http://schemas.microsoft.com/office/drawing/2014/main" id="{3EC79F5E-0C3E-23B8-7B21-24A3A51C3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241"/>
                <a:ext cx="53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9" name="Line 780">
                <a:extLst>
                  <a:ext uri="{FF2B5EF4-FFF2-40B4-BE49-F238E27FC236}">
                    <a16:creationId xmlns:a16="http://schemas.microsoft.com/office/drawing/2014/main" id="{2410E8FF-F26A-4B1F-F62D-579C770D7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509"/>
                <a:ext cx="539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0" name="Line 781">
                <a:extLst>
                  <a:ext uri="{FF2B5EF4-FFF2-40B4-BE49-F238E27FC236}">
                    <a16:creationId xmlns:a16="http://schemas.microsoft.com/office/drawing/2014/main" id="{169339C3-8F09-AB0D-AFA6-8C22E66D9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7" y="3378"/>
                <a:ext cx="22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1" name="Line 782">
                <a:extLst>
                  <a:ext uri="{FF2B5EF4-FFF2-40B4-BE49-F238E27FC236}">
                    <a16:creationId xmlns:a16="http://schemas.microsoft.com/office/drawing/2014/main" id="{CBAB70F7-9638-91F6-9AEA-069BFBD15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5" y="3375"/>
                <a:ext cx="2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2" name="Line 783">
                <a:extLst>
                  <a:ext uri="{FF2B5EF4-FFF2-40B4-BE49-F238E27FC236}">
                    <a16:creationId xmlns:a16="http://schemas.microsoft.com/office/drawing/2014/main" id="{C961E529-2B14-D3D5-8734-6476BB2E6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7" y="3375"/>
                <a:ext cx="225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3" name="Line 784">
                <a:extLst>
                  <a:ext uri="{FF2B5EF4-FFF2-40B4-BE49-F238E27FC236}">
                    <a16:creationId xmlns:a16="http://schemas.microsoft.com/office/drawing/2014/main" id="{4A6F4ED1-4C1F-2F9C-CB01-F30320D81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642"/>
                <a:ext cx="1" cy="1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4" name="Line 785">
                <a:extLst>
                  <a:ext uri="{FF2B5EF4-FFF2-40B4-BE49-F238E27FC236}">
                    <a16:creationId xmlns:a16="http://schemas.microsoft.com/office/drawing/2014/main" id="{8CEB9A6F-60C7-210F-8092-3042AE56B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600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" name="Line 786">
                <a:extLst>
                  <a:ext uri="{FF2B5EF4-FFF2-40B4-BE49-F238E27FC236}">
                    <a16:creationId xmlns:a16="http://schemas.microsoft.com/office/drawing/2014/main" id="{E7C614F0-FBF1-1FF2-297A-EBC0A3206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356"/>
                <a:ext cx="1" cy="2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6" name="Line 787">
                <a:extLst>
                  <a:ext uri="{FF2B5EF4-FFF2-40B4-BE49-F238E27FC236}">
                    <a16:creationId xmlns:a16="http://schemas.microsoft.com/office/drawing/2014/main" id="{61B82D69-6FE7-913B-0C89-19469C0CC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314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7" name="Line 788">
                <a:extLst>
                  <a:ext uri="{FF2B5EF4-FFF2-40B4-BE49-F238E27FC236}">
                    <a16:creationId xmlns:a16="http://schemas.microsoft.com/office/drawing/2014/main" id="{790807A6-31CA-2335-EDCE-FBF4DB751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070"/>
                <a:ext cx="1" cy="2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8" name="Line 789">
                <a:extLst>
                  <a:ext uri="{FF2B5EF4-FFF2-40B4-BE49-F238E27FC236}">
                    <a16:creationId xmlns:a16="http://schemas.microsoft.com/office/drawing/2014/main" id="{63AAEF3E-58EF-C85C-F049-6CF9E2C62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3028"/>
                <a:ext cx="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9" name="Line 790">
                <a:extLst>
                  <a:ext uri="{FF2B5EF4-FFF2-40B4-BE49-F238E27FC236}">
                    <a16:creationId xmlns:a16="http://schemas.microsoft.com/office/drawing/2014/main" id="{51B4D956-5AFC-4963-1942-0C65D3F50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17" y="2878"/>
                <a:ext cx="1" cy="1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0" name="Line 791">
                <a:extLst>
                  <a:ext uri="{FF2B5EF4-FFF2-40B4-BE49-F238E27FC236}">
                    <a16:creationId xmlns:a16="http://schemas.microsoft.com/office/drawing/2014/main" id="{BC353868-07B1-6B79-E721-88400689E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91" y="3375"/>
                <a:ext cx="24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1" name="Line 792">
                <a:extLst>
                  <a:ext uri="{FF2B5EF4-FFF2-40B4-BE49-F238E27FC236}">
                    <a16:creationId xmlns:a16="http://schemas.microsoft.com/office/drawing/2014/main" id="{4C1A2E1F-4B3D-C016-E7EB-319BFBF700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49" y="3375"/>
                <a:ext cx="2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2" name="Line 793">
                <a:extLst>
                  <a:ext uri="{FF2B5EF4-FFF2-40B4-BE49-F238E27FC236}">
                    <a16:creationId xmlns:a16="http://schemas.microsoft.com/office/drawing/2014/main" id="{5B4D0FDE-1379-19BC-B979-F6203137B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5" y="3375"/>
                <a:ext cx="22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" name="Line 794">
                <a:extLst>
                  <a:ext uri="{FF2B5EF4-FFF2-40B4-BE49-F238E27FC236}">
                    <a16:creationId xmlns:a16="http://schemas.microsoft.com/office/drawing/2014/main" id="{B1D57DB5-8AEE-9E33-E3E6-A47C428C0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3375"/>
                <a:ext cx="20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" name="Line 795">
                <a:extLst>
                  <a:ext uri="{FF2B5EF4-FFF2-40B4-BE49-F238E27FC236}">
                    <a16:creationId xmlns:a16="http://schemas.microsoft.com/office/drawing/2014/main" id="{5D221694-83B2-2251-23CC-35F50390C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9" y="3375"/>
                <a:ext cx="244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" name="Freeform 796">
                <a:extLst>
                  <a:ext uri="{FF2B5EF4-FFF2-40B4-BE49-F238E27FC236}">
                    <a16:creationId xmlns:a16="http://schemas.microsoft.com/office/drawing/2014/main" id="{87BC07D5-9F97-E546-19B4-FA80EFCE2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75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w 113"/>
                  <a:gd name="T31" fmla="*/ 0 h 57"/>
                  <a:gd name="T32" fmla="*/ 0 w 113"/>
                  <a:gd name="T33" fmla="*/ 0 h 5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3"/>
                  <a:gd name="T52" fmla="*/ 0 h 57"/>
                  <a:gd name="T53" fmla="*/ 113 w 113"/>
                  <a:gd name="T54" fmla="*/ 57 h 5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3" h="57">
                    <a:moveTo>
                      <a:pt x="57" y="1"/>
                    </a:moveTo>
                    <a:lnTo>
                      <a:pt x="113" y="0"/>
                    </a:lnTo>
                    <a:lnTo>
                      <a:pt x="113" y="12"/>
                    </a:lnTo>
                    <a:lnTo>
                      <a:pt x="108" y="25"/>
                    </a:lnTo>
                    <a:lnTo>
                      <a:pt x="101" y="35"/>
                    </a:lnTo>
                    <a:lnTo>
                      <a:pt x="94" y="45"/>
                    </a:lnTo>
                    <a:lnTo>
                      <a:pt x="82" y="52"/>
                    </a:lnTo>
                    <a:lnTo>
                      <a:pt x="71" y="56"/>
                    </a:lnTo>
                    <a:lnTo>
                      <a:pt x="58" y="57"/>
                    </a:lnTo>
                    <a:lnTo>
                      <a:pt x="45" y="57"/>
                    </a:lnTo>
                    <a:lnTo>
                      <a:pt x="33" y="53"/>
                    </a:lnTo>
                    <a:lnTo>
                      <a:pt x="23" y="46"/>
                    </a:lnTo>
                    <a:lnTo>
                      <a:pt x="13" y="38"/>
                    </a:lnTo>
                    <a:lnTo>
                      <a:pt x="6" y="27"/>
                    </a:lnTo>
                    <a:lnTo>
                      <a:pt x="2" y="16"/>
                    </a:lnTo>
                    <a:lnTo>
                      <a:pt x="0" y="2"/>
                    </a:lnTo>
                    <a:lnTo>
                      <a:pt x="57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" name="Freeform 797">
                <a:extLst>
                  <a:ext uri="{FF2B5EF4-FFF2-40B4-BE49-F238E27FC236}">
                    <a16:creationId xmlns:a16="http://schemas.microsoft.com/office/drawing/2014/main" id="{DC673752-4677-5346-AF6D-0F583B04F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75"/>
                <a:ext cx="16" cy="8"/>
              </a:xfrm>
              <a:custGeom>
                <a:avLst/>
                <a:gdLst>
                  <a:gd name="T0" fmla="*/ 0 w 113"/>
                  <a:gd name="T1" fmla="*/ 0 h 57"/>
                  <a:gd name="T2" fmla="*/ 0 w 113"/>
                  <a:gd name="T3" fmla="*/ 0 h 57"/>
                  <a:gd name="T4" fmla="*/ 0 w 113"/>
                  <a:gd name="T5" fmla="*/ 0 h 57"/>
                  <a:gd name="T6" fmla="*/ 0 w 113"/>
                  <a:gd name="T7" fmla="*/ 0 h 57"/>
                  <a:gd name="T8" fmla="*/ 0 w 113"/>
                  <a:gd name="T9" fmla="*/ 0 h 57"/>
                  <a:gd name="T10" fmla="*/ 0 w 113"/>
                  <a:gd name="T11" fmla="*/ 0 h 57"/>
                  <a:gd name="T12" fmla="*/ 0 w 113"/>
                  <a:gd name="T13" fmla="*/ 0 h 57"/>
                  <a:gd name="T14" fmla="*/ 0 w 113"/>
                  <a:gd name="T15" fmla="*/ 0 h 57"/>
                  <a:gd name="T16" fmla="*/ 0 w 113"/>
                  <a:gd name="T17" fmla="*/ 0 h 57"/>
                  <a:gd name="T18" fmla="*/ 0 w 113"/>
                  <a:gd name="T19" fmla="*/ 0 h 57"/>
                  <a:gd name="T20" fmla="*/ 0 w 113"/>
                  <a:gd name="T21" fmla="*/ 0 h 57"/>
                  <a:gd name="T22" fmla="*/ 0 w 113"/>
                  <a:gd name="T23" fmla="*/ 0 h 57"/>
                  <a:gd name="T24" fmla="*/ 0 w 113"/>
                  <a:gd name="T25" fmla="*/ 0 h 57"/>
                  <a:gd name="T26" fmla="*/ 0 w 113"/>
                  <a:gd name="T27" fmla="*/ 0 h 57"/>
                  <a:gd name="T28" fmla="*/ 0 w 113"/>
                  <a:gd name="T29" fmla="*/ 0 h 5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3"/>
                  <a:gd name="T46" fmla="*/ 0 h 57"/>
                  <a:gd name="T47" fmla="*/ 113 w 113"/>
                  <a:gd name="T48" fmla="*/ 57 h 5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3" h="57">
                    <a:moveTo>
                      <a:pt x="113" y="0"/>
                    </a:moveTo>
                    <a:lnTo>
                      <a:pt x="113" y="12"/>
                    </a:lnTo>
                    <a:lnTo>
                      <a:pt x="108" y="25"/>
                    </a:lnTo>
                    <a:lnTo>
                      <a:pt x="101" y="35"/>
                    </a:lnTo>
                    <a:lnTo>
                      <a:pt x="94" y="45"/>
                    </a:lnTo>
                    <a:lnTo>
                      <a:pt x="82" y="52"/>
                    </a:lnTo>
                    <a:lnTo>
                      <a:pt x="71" y="56"/>
                    </a:lnTo>
                    <a:lnTo>
                      <a:pt x="58" y="57"/>
                    </a:lnTo>
                    <a:lnTo>
                      <a:pt x="45" y="57"/>
                    </a:lnTo>
                    <a:lnTo>
                      <a:pt x="33" y="53"/>
                    </a:lnTo>
                    <a:lnTo>
                      <a:pt x="23" y="46"/>
                    </a:lnTo>
                    <a:lnTo>
                      <a:pt x="13" y="38"/>
                    </a:lnTo>
                    <a:lnTo>
                      <a:pt x="6" y="27"/>
                    </a:lnTo>
                    <a:lnTo>
                      <a:pt x="2" y="16"/>
                    </a:lnTo>
                    <a:lnTo>
                      <a:pt x="0" y="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" name="Freeform 798">
                <a:extLst>
                  <a:ext uri="{FF2B5EF4-FFF2-40B4-BE49-F238E27FC236}">
                    <a16:creationId xmlns:a16="http://schemas.microsoft.com/office/drawing/2014/main" id="{85507507-987D-9721-BA62-10779A1F6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50"/>
                <a:ext cx="16" cy="25"/>
              </a:xfrm>
              <a:custGeom>
                <a:avLst/>
                <a:gdLst>
                  <a:gd name="T0" fmla="*/ 0 w 117"/>
                  <a:gd name="T1" fmla="*/ 0 h 175"/>
                  <a:gd name="T2" fmla="*/ 0 w 117"/>
                  <a:gd name="T3" fmla="*/ 0 h 175"/>
                  <a:gd name="T4" fmla="*/ 0 w 117"/>
                  <a:gd name="T5" fmla="*/ 0 h 175"/>
                  <a:gd name="T6" fmla="*/ 0 w 117"/>
                  <a:gd name="T7" fmla="*/ 0 h 175"/>
                  <a:gd name="T8" fmla="*/ 0 w 117"/>
                  <a:gd name="T9" fmla="*/ 0 h 175"/>
                  <a:gd name="T10" fmla="*/ 0 w 117"/>
                  <a:gd name="T11" fmla="*/ 0 h 175"/>
                  <a:gd name="T12" fmla="*/ 0 w 11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75"/>
                  <a:gd name="T23" fmla="*/ 117 w 11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75">
                    <a:moveTo>
                      <a:pt x="4" y="175"/>
                    </a:moveTo>
                    <a:lnTo>
                      <a:pt x="61" y="174"/>
                    </a:lnTo>
                    <a:lnTo>
                      <a:pt x="117" y="173"/>
                    </a:lnTo>
                    <a:lnTo>
                      <a:pt x="112" y="0"/>
                    </a:lnTo>
                    <a:lnTo>
                      <a:pt x="56" y="1"/>
                    </a:lnTo>
                    <a:lnTo>
                      <a:pt x="0" y="2"/>
                    </a:lnTo>
                    <a:lnTo>
                      <a:pt x="4" y="1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" name="Freeform 799">
                <a:extLst>
                  <a:ext uri="{FF2B5EF4-FFF2-40B4-BE49-F238E27FC236}">
                    <a16:creationId xmlns:a16="http://schemas.microsoft.com/office/drawing/2014/main" id="{B68362C0-8501-5DF9-8F36-0CCE1931E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3350"/>
                <a:ext cx="16" cy="25"/>
              </a:xfrm>
              <a:custGeom>
                <a:avLst/>
                <a:gdLst>
                  <a:gd name="T0" fmla="*/ 0 w 117"/>
                  <a:gd name="T1" fmla="*/ 0 h 175"/>
                  <a:gd name="T2" fmla="*/ 0 w 117"/>
                  <a:gd name="T3" fmla="*/ 0 h 175"/>
                  <a:gd name="T4" fmla="*/ 0 w 117"/>
                  <a:gd name="T5" fmla="*/ 0 h 175"/>
                  <a:gd name="T6" fmla="*/ 0 w 117"/>
                  <a:gd name="T7" fmla="*/ 0 h 175"/>
                  <a:gd name="T8" fmla="*/ 0 w 117"/>
                  <a:gd name="T9" fmla="*/ 0 h 175"/>
                  <a:gd name="T10" fmla="*/ 0 w 117"/>
                  <a:gd name="T11" fmla="*/ 0 h 175"/>
                  <a:gd name="T12" fmla="*/ 0 w 11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75"/>
                  <a:gd name="T23" fmla="*/ 117 w 11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75">
                    <a:moveTo>
                      <a:pt x="4" y="175"/>
                    </a:moveTo>
                    <a:lnTo>
                      <a:pt x="61" y="174"/>
                    </a:lnTo>
                    <a:lnTo>
                      <a:pt x="117" y="173"/>
                    </a:lnTo>
                    <a:lnTo>
                      <a:pt x="112" y="0"/>
                    </a:lnTo>
                    <a:lnTo>
                      <a:pt x="56" y="1"/>
                    </a:lnTo>
                    <a:lnTo>
                      <a:pt x="0" y="2"/>
                    </a:lnTo>
                    <a:lnTo>
                      <a:pt x="4" y="17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9" name="Freeform 800">
                <a:extLst>
                  <a:ext uri="{FF2B5EF4-FFF2-40B4-BE49-F238E27FC236}">
                    <a16:creationId xmlns:a16="http://schemas.microsoft.com/office/drawing/2014/main" id="{8632BFEC-B64E-4B9C-686A-E6BEEACC7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7" y="3349"/>
                <a:ext cx="8" cy="1"/>
              </a:xfrm>
              <a:custGeom>
                <a:avLst/>
                <a:gdLst>
                  <a:gd name="T0" fmla="*/ 0 w 56"/>
                  <a:gd name="T1" fmla="*/ 0 h 5"/>
                  <a:gd name="T2" fmla="*/ 0 w 56"/>
                  <a:gd name="T3" fmla="*/ 0 h 5"/>
                  <a:gd name="T4" fmla="*/ 0 w 56"/>
                  <a:gd name="T5" fmla="*/ 0 h 5"/>
                  <a:gd name="T6" fmla="*/ 0 w 56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5"/>
                  <a:gd name="T14" fmla="*/ 56 w 56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5">
                    <a:moveTo>
                      <a:pt x="0" y="5"/>
                    </a:moveTo>
                    <a:lnTo>
                      <a:pt x="56" y="4"/>
                    </a:lnTo>
                    <a:lnTo>
                      <a:pt x="56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0" name="Line 801">
                <a:extLst>
                  <a:ext uri="{FF2B5EF4-FFF2-40B4-BE49-F238E27FC236}">
                    <a16:creationId xmlns:a16="http://schemas.microsoft.com/office/drawing/2014/main" id="{61532B1A-5CAE-1957-E73A-B68781324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5" y="334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1" name="Freeform 802">
                <a:extLst>
                  <a:ext uri="{FF2B5EF4-FFF2-40B4-BE49-F238E27FC236}">
                    <a16:creationId xmlns:a16="http://schemas.microsoft.com/office/drawing/2014/main" id="{CBDEBD2A-2A95-49AC-8A33-EC40ED260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325"/>
                <a:ext cx="19" cy="26"/>
              </a:xfrm>
              <a:custGeom>
                <a:avLst/>
                <a:gdLst>
                  <a:gd name="T0" fmla="*/ 0 w 129"/>
                  <a:gd name="T1" fmla="*/ 0 h 182"/>
                  <a:gd name="T2" fmla="*/ 0 w 129"/>
                  <a:gd name="T3" fmla="*/ 0 h 182"/>
                  <a:gd name="T4" fmla="*/ 0 w 129"/>
                  <a:gd name="T5" fmla="*/ 0 h 182"/>
                  <a:gd name="T6" fmla="*/ 0 w 129"/>
                  <a:gd name="T7" fmla="*/ 0 h 182"/>
                  <a:gd name="T8" fmla="*/ 0 w 129"/>
                  <a:gd name="T9" fmla="*/ 0 h 182"/>
                  <a:gd name="T10" fmla="*/ 0 w 129"/>
                  <a:gd name="T11" fmla="*/ 0 h 182"/>
                  <a:gd name="T12" fmla="*/ 0 w 129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82"/>
                  <a:gd name="T23" fmla="*/ 129 w 129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82">
                    <a:moveTo>
                      <a:pt x="17" y="182"/>
                    </a:moveTo>
                    <a:lnTo>
                      <a:pt x="73" y="176"/>
                    </a:lnTo>
                    <a:lnTo>
                      <a:pt x="129" y="171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1"/>
                    </a:lnTo>
                    <a:lnTo>
                      <a:pt x="17" y="1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2" name="Freeform 803">
                <a:extLst>
                  <a:ext uri="{FF2B5EF4-FFF2-40B4-BE49-F238E27FC236}">
                    <a16:creationId xmlns:a16="http://schemas.microsoft.com/office/drawing/2014/main" id="{F7B92921-60FD-23DC-D476-B68C34D0F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3325"/>
                <a:ext cx="19" cy="26"/>
              </a:xfrm>
              <a:custGeom>
                <a:avLst/>
                <a:gdLst>
                  <a:gd name="T0" fmla="*/ 0 w 129"/>
                  <a:gd name="T1" fmla="*/ 0 h 182"/>
                  <a:gd name="T2" fmla="*/ 0 w 129"/>
                  <a:gd name="T3" fmla="*/ 0 h 182"/>
                  <a:gd name="T4" fmla="*/ 0 w 129"/>
                  <a:gd name="T5" fmla="*/ 0 h 182"/>
                  <a:gd name="T6" fmla="*/ 0 w 129"/>
                  <a:gd name="T7" fmla="*/ 0 h 182"/>
                  <a:gd name="T8" fmla="*/ 0 w 129"/>
                  <a:gd name="T9" fmla="*/ 0 h 182"/>
                  <a:gd name="T10" fmla="*/ 0 w 129"/>
                  <a:gd name="T11" fmla="*/ 0 h 182"/>
                  <a:gd name="T12" fmla="*/ 0 w 129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82"/>
                  <a:gd name="T23" fmla="*/ 129 w 129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82">
                    <a:moveTo>
                      <a:pt x="17" y="182"/>
                    </a:moveTo>
                    <a:lnTo>
                      <a:pt x="73" y="176"/>
                    </a:lnTo>
                    <a:lnTo>
                      <a:pt x="129" y="171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1"/>
                    </a:lnTo>
                    <a:lnTo>
                      <a:pt x="17" y="18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3" name="Freeform 804">
                <a:extLst>
                  <a:ext uri="{FF2B5EF4-FFF2-40B4-BE49-F238E27FC236}">
                    <a16:creationId xmlns:a16="http://schemas.microsoft.com/office/drawing/2014/main" id="{EEA95A2B-0AC2-6DC9-3F4C-D9E985016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3324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0" y="9"/>
                    </a:moveTo>
                    <a:lnTo>
                      <a:pt x="56" y="3"/>
                    </a:lnTo>
                    <a:lnTo>
                      <a:pt x="56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4" name="Line 805">
                <a:extLst>
                  <a:ext uri="{FF2B5EF4-FFF2-40B4-BE49-F238E27FC236}">
                    <a16:creationId xmlns:a16="http://schemas.microsoft.com/office/drawing/2014/main" id="{A4F51346-731A-A614-468B-604CF7214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2" y="33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" name="Freeform 806">
                <a:extLst>
                  <a:ext uri="{FF2B5EF4-FFF2-40B4-BE49-F238E27FC236}">
                    <a16:creationId xmlns:a16="http://schemas.microsoft.com/office/drawing/2014/main" id="{ECB84428-0447-E5D8-8FAE-82CB8C930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27" y="188"/>
                    </a:moveTo>
                    <a:lnTo>
                      <a:pt x="83" y="179"/>
                    </a:lnTo>
                    <a:lnTo>
                      <a:pt x="139" y="170"/>
                    </a:lnTo>
                    <a:lnTo>
                      <a:pt x="112" y="0"/>
                    </a:lnTo>
                    <a:lnTo>
                      <a:pt x="56" y="9"/>
                    </a:lnTo>
                    <a:lnTo>
                      <a:pt x="0" y="18"/>
                    </a:lnTo>
                    <a:lnTo>
                      <a:pt x="27" y="1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" name="Freeform 807">
                <a:extLst>
                  <a:ext uri="{FF2B5EF4-FFF2-40B4-BE49-F238E27FC236}">
                    <a16:creationId xmlns:a16="http://schemas.microsoft.com/office/drawing/2014/main" id="{8D3D09F7-1263-925D-7566-622AD63757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27" y="188"/>
                    </a:moveTo>
                    <a:lnTo>
                      <a:pt x="83" y="179"/>
                    </a:lnTo>
                    <a:lnTo>
                      <a:pt x="139" y="170"/>
                    </a:lnTo>
                    <a:lnTo>
                      <a:pt x="112" y="0"/>
                    </a:lnTo>
                    <a:lnTo>
                      <a:pt x="56" y="9"/>
                    </a:lnTo>
                    <a:lnTo>
                      <a:pt x="0" y="18"/>
                    </a:lnTo>
                    <a:lnTo>
                      <a:pt x="27" y="18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7" name="Freeform 808">
                <a:extLst>
                  <a:ext uri="{FF2B5EF4-FFF2-40B4-BE49-F238E27FC236}">
                    <a16:creationId xmlns:a16="http://schemas.microsoft.com/office/drawing/2014/main" id="{F433C56B-2157-63D9-04C1-289E4A150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3300"/>
                <a:ext cx="8" cy="1"/>
              </a:xfrm>
              <a:custGeom>
                <a:avLst/>
                <a:gdLst>
                  <a:gd name="T0" fmla="*/ 0 w 56"/>
                  <a:gd name="T1" fmla="*/ 0 h 12"/>
                  <a:gd name="T2" fmla="*/ 0 w 56"/>
                  <a:gd name="T3" fmla="*/ 0 h 12"/>
                  <a:gd name="T4" fmla="*/ 0 w 56"/>
                  <a:gd name="T5" fmla="*/ 0 h 12"/>
                  <a:gd name="T6" fmla="*/ 0 w 56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2"/>
                  <a:gd name="T14" fmla="*/ 56 w 56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2">
                    <a:moveTo>
                      <a:pt x="0" y="12"/>
                    </a:moveTo>
                    <a:lnTo>
                      <a:pt x="56" y="3"/>
                    </a:lnTo>
                    <a:lnTo>
                      <a:pt x="55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8" name="Line 809">
                <a:extLst>
                  <a:ext uri="{FF2B5EF4-FFF2-40B4-BE49-F238E27FC236}">
                    <a16:creationId xmlns:a16="http://schemas.microsoft.com/office/drawing/2014/main" id="{5CE3E2CD-7948-A1A7-3D29-14F9EDE1B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8" y="33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9" name="Freeform 810">
                <a:extLst>
                  <a:ext uri="{FF2B5EF4-FFF2-40B4-BE49-F238E27FC236}">
                    <a16:creationId xmlns:a16="http://schemas.microsoft.com/office/drawing/2014/main" id="{B9B4C526-D5E8-BD04-23C3-09637E6AE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37" y="193"/>
                    </a:moveTo>
                    <a:lnTo>
                      <a:pt x="92" y="180"/>
                    </a:lnTo>
                    <a:lnTo>
                      <a:pt x="147" y="168"/>
                    </a:lnTo>
                    <a:lnTo>
                      <a:pt x="110" y="0"/>
                    </a:lnTo>
                    <a:lnTo>
                      <a:pt x="55" y="12"/>
                    </a:lnTo>
                    <a:lnTo>
                      <a:pt x="0" y="24"/>
                    </a:lnTo>
                    <a:lnTo>
                      <a:pt x="37" y="1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0" name="Freeform 811">
                <a:extLst>
                  <a:ext uri="{FF2B5EF4-FFF2-40B4-BE49-F238E27FC236}">
                    <a16:creationId xmlns:a16="http://schemas.microsoft.com/office/drawing/2014/main" id="{515C6B8D-2028-A1F2-5C9A-F2E212F2B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37" y="193"/>
                    </a:moveTo>
                    <a:lnTo>
                      <a:pt x="92" y="180"/>
                    </a:lnTo>
                    <a:lnTo>
                      <a:pt x="147" y="168"/>
                    </a:lnTo>
                    <a:lnTo>
                      <a:pt x="110" y="0"/>
                    </a:lnTo>
                    <a:lnTo>
                      <a:pt x="55" y="12"/>
                    </a:lnTo>
                    <a:lnTo>
                      <a:pt x="0" y="24"/>
                    </a:lnTo>
                    <a:lnTo>
                      <a:pt x="37" y="19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1" name="Freeform 812">
                <a:extLst>
                  <a:ext uri="{FF2B5EF4-FFF2-40B4-BE49-F238E27FC236}">
                    <a16:creationId xmlns:a16="http://schemas.microsoft.com/office/drawing/2014/main" id="{ED5C00A2-3305-7B39-51E1-CAA26460D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5" y="3275"/>
                <a:ext cx="8" cy="2"/>
              </a:xfrm>
              <a:custGeom>
                <a:avLst/>
                <a:gdLst>
                  <a:gd name="T0" fmla="*/ 0 w 55"/>
                  <a:gd name="T1" fmla="*/ 0 h 16"/>
                  <a:gd name="T2" fmla="*/ 0 w 55"/>
                  <a:gd name="T3" fmla="*/ 0 h 16"/>
                  <a:gd name="T4" fmla="*/ 0 w 55"/>
                  <a:gd name="T5" fmla="*/ 0 h 16"/>
                  <a:gd name="T6" fmla="*/ 0 w 5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6"/>
                  <a:gd name="T14" fmla="*/ 55 w 5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6">
                    <a:moveTo>
                      <a:pt x="0" y="16"/>
                    </a:moveTo>
                    <a:lnTo>
                      <a:pt x="55" y="4"/>
                    </a:lnTo>
                    <a:lnTo>
                      <a:pt x="54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2" name="Line 813">
                <a:extLst>
                  <a:ext uri="{FF2B5EF4-FFF2-40B4-BE49-F238E27FC236}">
                    <a16:creationId xmlns:a16="http://schemas.microsoft.com/office/drawing/2014/main" id="{431275CA-4546-C067-889F-8BA62DC89D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3" y="327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3" name="Freeform 814">
                <a:extLst>
                  <a:ext uri="{FF2B5EF4-FFF2-40B4-BE49-F238E27FC236}">
                    <a16:creationId xmlns:a16="http://schemas.microsoft.com/office/drawing/2014/main" id="{B4FC6811-C7B5-BDB1-C351-F5DDB2579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48" y="197"/>
                    </a:moveTo>
                    <a:lnTo>
                      <a:pt x="102" y="181"/>
                    </a:lnTo>
                    <a:lnTo>
                      <a:pt x="156" y="165"/>
                    </a:lnTo>
                    <a:lnTo>
                      <a:pt x="108" y="0"/>
                    </a:lnTo>
                    <a:lnTo>
                      <a:pt x="54" y="16"/>
                    </a:lnTo>
                    <a:lnTo>
                      <a:pt x="0" y="32"/>
                    </a:lnTo>
                    <a:lnTo>
                      <a:pt x="48" y="1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4" name="Freeform 815">
                <a:extLst>
                  <a:ext uri="{FF2B5EF4-FFF2-40B4-BE49-F238E27FC236}">
                    <a16:creationId xmlns:a16="http://schemas.microsoft.com/office/drawing/2014/main" id="{B3092F32-9F26-D6FD-DF31-4BC8CCF62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48" y="197"/>
                    </a:moveTo>
                    <a:lnTo>
                      <a:pt x="102" y="181"/>
                    </a:lnTo>
                    <a:lnTo>
                      <a:pt x="156" y="165"/>
                    </a:lnTo>
                    <a:lnTo>
                      <a:pt x="108" y="0"/>
                    </a:lnTo>
                    <a:lnTo>
                      <a:pt x="54" y="16"/>
                    </a:lnTo>
                    <a:lnTo>
                      <a:pt x="0" y="32"/>
                    </a:lnTo>
                    <a:lnTo>
                      <a:pt x="48" y="19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5" name="Freeform 816">
                <a:extLst>
                  <a:ext uri="{FF2B5EF4-FFF2-40B4-BE49-F238E27FC236}">
                    <a16:creationId xmlns:a16="http://schemas.microsoft.com/office/drawing/2014/main" id="{ED042FA6-1E2D-37F2-F599-2AD20E19C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8" y="3251"/>
                <a:ext cx="8" cy="3"/>
              </a:xfrm>
              <a:custGeom>
                <a:avLst/>
                <a:gdLst>
                  <a:gd name="T0" fmla="*/ 0 w 54"/>
                  <a:gd name="T1" fmla="*/ 0 h 19"/>
                  <a:gd name="T2" fmla="*/ 0 w 54"/>
                  <a:gd name="T3" fmla="*/ 0 h 19"/>
                  <a:gd name="T4" fmla="*/ 0 w 54"/>
                  <a:gd name="T5" fmla="*/ 0 h 19"/>
                  <a:gd name="T6" fmla="*/ 0 w 54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"/>
                  <a:gd name="T13" fmla="*/ 0 h 19"/>
                  <a:gd name="T14" fmla="*/ 54 w 54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" h="19">
                    <a:moveTo>
                      <a:pt x="0" y="19"/>
                    </a:moveTo>
                    <a:lnTo>
                      <a:pt x="54" y="3"/>
                    </a:lnTo>
                    <a:lnTo>
                      <a:pt x="53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" name="Line 817">
                <a:extLst>
                  <a:ext uri="{FF2B5EF4-FFF2-40B4-BE49-F238E27FC236}">
                    <a16:creationId xmlns:a16="http://schemas.microsoft.com/office/drawing/2014/main" id="{AA15E874-2445-2674-9213-49962AE42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96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7" name="Freeform 818">
                <a:extLst>
                  <a:ext uri="{FF2B5EF4-FFF2-40B4-BE49-F238E27FC236}">
                    <a16:creationId xmlns:a16="http://schemas.microsoft.com/office/drawing/2014/main" id="{0F09AC1D-0FA6-655C-2C47-EF319F987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228"/>
                <a:ext cx="24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58" y="200"/>
                    </a:moveTo>
                    <a:lnTo>
                      <a:pt x="111" y="181"/>
                    </a:lnTo>
                    <a:lnTo>
                      <a:pt x="164" y="162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9"/>
                    </a:lnTo>
                    <a:lnTo>
                      <a:pt x="58" y="2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8" name="Freeform 819">
                <a:extLst>
                  <a:ext uri="{FF2B5EF4-FFF2-40B4-BE49-F238E27FC236}">
                    <a16:creationId xmlns:a16="http://schemas.microsoft.com/office/drawing/2014/main" id="{8AE7D2D8-CEB0-2072-A6AF-A4CF1FA97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2" y="3228"/>
                <a:ext cx="24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58" y="200"/>
                    </a:moveTo>
                    <a:lnTo>
                      <a:pt x="111" y="181"/>
                    </a:lnTo>
                    <a:lnTo>
                      <a:pt x="164" y="162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9"/>
                    </a:lnTo>
                    <a:lnTo>
                      <a:pt x="58" y="20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9" name="Freeform 820">
                <a:extLst>
                  <a:ext uri="{FF2B5EF4-FFF2-40B4-BE49-F238E27FC236}">
                    <a16:creationId xmlns:a16="http://schemas.microsoft.com/office/drawing/2014/main" id="{F26B314D-EA00-9BE9-C5A3-98DAB1E21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0" y="3228"/>
                <a:ext cx="7" cy="3"/>
              </a:xfrm>
              <a:custGeom>
                <a:avLst/>
                <a:gdLst>
                  <a:gd name="T0" fmla="*/ 0 w 52"/>
                  <a:gd name="T1" fmla="*/ 0 h 22"/>
                  <a:gd name="T2" fmla="*/ 0 w 52"/>
                  <a:gd name="T3" fmla="*/ 0 h 22"/>
                  <a:gd name="T4" fmla="*/ 0 w 52"/>
                  <a:gd name="T5" fmla="*/ 0 h 22"/>
                  <a:gd name="T6" fmla="*/ 0 w 52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2"/>
                  <a:gd name="T14" fmla="*/ 52 w 52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2">
                    <a:moveTo>
                      <a:pt x="0" y="22"/>
                    </a:moveTo>
                    <a:lnTo>
                      <a:pt x="52" y="3"/>
                    </a:lnTo>
                    <a:lnTo>
                      <a:pt x="51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0" name="Line 821">
                <a:extLst>
                  <a:ext uri="{FF2B5EF4-FFF2-40B4-BE49-F238E27FC236}">
                    <a16:creationId xmlns:a16="http://schemas.microsoft.com/office/drawing/2014/main" id="{528F8C22-4344-221A-1877-F0A21979A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7" y="322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1" name="Freeform 822">
                <a:extLst>
                  <a:ext uri="{FF2B5EF4-FFF2-40B4-BE49-F238E27FC236}">
                    <a16:creationId xmlns:a16="http://schemas.microsoft.com/office/drawing/2014/main" id="{8DFAA436-3F12-2E01-C4FF-BEFCF8C21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3205"/>
                <a:ext cx="24" cy="29"/>
              </a:xfrm>
              <a:custGeom>
                <a:avLst/>
                <a:gdLst>
                  <a:gd name="T0" fmla="*/ 0 w 170"/>
                  <a:gd name="T1" fmla="*/ 0 h 203"/>
                  <a:gd name="T2" fmla="*/ 0 w 170"/>
                  <a:gd name="T3" fmla="*/ 0 h 203"/>
                  <a:gd name="T4" fmla="*/ 0 w 170"/>
                  <a:gd name="T5" fmla="*/ 0 h 203"/>
                  <a:gd name="T6" fmla="*/ 0 w 170"/>
                  <a:gd name="T7" fmla="*/ 0 h 203"/>
                  <a:gd name="T8" fmla="*/ 0 w 170"/>
                  <a:gd name="T9" fmla="*/ 0 h 203"/>
                  <a:gd name="T10" fmla="*/ 0 w 170"/>
                  <a:gd name="T11" fmla="*/ 0 h 203"/>
                  <a:gd name="T12" fmla="*/ 0 w 170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203"/>
                  <a:gd name="T23" fmla="*/ 170 w 170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203">
                    <a:moveTo>
                      <a:pt x="67" y="203"/>
                    </a:moveTo>
                    <a:lnTo>
                      <a:pt x="119" y="180"/>
                    </a:lnTo>
                    <a:lnTo>
                      <a:pt x="170" y="158"/>
                    </a:lnTo>
                    <a:lnTo>
                      <a:pt x="103" y="0"/>
                    </a:lnTo>
                    <a:lnTo>
                      <a:pt x="51" y="22"/>
                    </a:lnTo>
                    <a:lnTo>
                      <a:pt x="0" y="45"/>
                    </a:lnTo>
                    <a:lnTo>
                      <a:pt x="67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2" name="Freeform 823">
                <a:extLst>
                  <a:ext uri="{FF2B5EF4-FFF2-40B4-BE49-F238E27FC236}">
                    <a16:creationId xmlns:a16="http://schemas.microsoft.com/office/drawing/2014/main" id="{A70F0D60-E9B6-AE0A-600D-33DBB4567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3205"/>
                <a:ext cx="24" cy="29"/>
              </a:xfrm>
              <a:custGeom>
                <a:avLst/>
                <a:gdLst>
                  <a:gd name="T0" fmla="*/ 0 w 170"/>
                  <a:gd name="T1" fmla="*/ 0 h 203"/>
                  <a:gd name="T2" fmla="*/ 0 w 170"/>
                  <a:gd name="T3" fmla="*/ 0 h 203"/>
                  <a:gd name="T4" fmla="*/ 0 w 170"/>
                  <a:gd name="T5" fmla="*/ 0 h 203"/>
                  <a:gd name="T6" fmla="*/ 0 w 170"/>
                  <a:gd name="T7" fmla="*/ 0 h 203"/>
                  <a:gd name="T8" fmla="*/ 0 w 170"/>
                  <a:gd name="T9" fmla="*/ 0 h 203"/>
                  <a:gd name="T10" fmla="*/ 0 w 170"/>
                  <a:gd name="T11" fmla="*/ 0 h 203"/>
                  <a:gd name="T12" fmla="*/ 0 w 170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203"/>
                  <a:gd name="T23" fmla="*/ 170 w 170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203">
                    <a:moveTo>
                      <a:pt x="67" y="203"/>
                    </a:moveTo>
                    <a:lnTo>
                      <a:pt x="119" y="180"/>
                    </a:lnTo>
                    <a:lnTo>
                      <a:pt x="170" y="158"/>
                    </a:lnTo>
                    <a:lnTo>
                      <a:pt x="103" y="0"/>
                    </a:lnTo>
                    <a:lnTo>
                      <a:pt x="51" y="22"/>
                    </a:lnTo>
                    <a:lnTo>
                      <a:pt x="0" y="45"/>
                    </a:lnTo>
                    <a:lnTo>
                      <a:pt x="67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3" name="Freeform 824">
                <a:extLst>
                  <a:ext uri="{FF2B5EF4-FFF2-40B4-BE49-F238E27FC236}">
                    <a16:creationId xmlns:a16="http://schemas.microsoft.com/office/drawing/2014/main" id="{AECACD42-4EFC-AFEE-7043-7F5181D806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3204"/>
                <a:ext cx="8" cy="4"/>
              </a:xfrm>
              <a:custGeom>
                <a:avLst/>
                <a:gdLst>
                  <a:gd name="T0" fmla="*/ 0 w 52"/>
                  <a:gd name="T1" fmla="*/ 0 h 26"/>
                  <a:gd name="T2" fmla="*/ 0 w 52"/>
                  <a:gd name="T3" fmla="*/ 0 h 26"/>
                  <a:gd name="T4" fmla="*/ 0 w 52"/>
                  <a:gd name="T5" fmla="*/ 0 h 26"/>
                  <a:gd name="T6" fmla="*/ 0 w 5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6"/>
                  <a:gd name="T14" fmla="*/ 52 w 52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6">
                    <a:moveTo>
                      <a:pt x="0" y="26"/>
                    </a:moveTo>
                    <a:lnTo>
                      <a:pt x="52" y="4"/>
                    </a:lnTo>
                    <a:lnTo>
                      <a:pt x="51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4" name="Line 825">
                <a:extLst>
                  <a:ext uri="{FF2B5EF4-FFF2-40B4-BE49-F238E27FC236}">
                    <a16:creationId xmlns:a16="http://schemas.microsoft.com/office/drawing/2014/main" id="{D909B361-FACE-9A01-6BB7-F590ACE24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78" y="32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5" name="Freeform 826">
                <a:extLst>
                  <a:ext uri="{FF2B5EF4-FFF2-40B4-BE49-F238E27FC236}">
                    <a16:creationId xmlns:a16="http://schemas.microsoft.com/office/drawing/2014/main" id="{BA93F775-CFDA-DD1B-A0C7-011B00F589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3183"/>
                <a:ext cx="26" cy="29"/>
              </a:xfrm>
              <a:custGeom>
                <a:avLst/>
                <a:gdLst>
                  <a:gd name="T0" fmla="*/ 0 w 180"/>
                  <a:gd name="T1" fmla="*/ 0 h 204"/>
                  <a:gd name="T2" fmla="*/ 0 w 180"/>
                  <a:gd name="T3" fmla="*/ 0 h 204"/>
                  <a:gd name="T4" fmla="*/ 0 w 180"/>
                  <a:gd name="T5" fmla="*/ 0 h 204"/>
                  <a:gd name="T6" fmla="*/ 0 w 180"/>
                  <a:gd name="T7" fmla="*/ 0 h 204"/>
                  <a:gd name="T8" fmla="*/ 0 w 180"/>
                  <a:gd name="T9" fmla="*/ 0 h 204"/>
                  <a:gd name="T10" fmla="*/ 0 w 180"/>
                  <a:gd name="T11" fmla="*/ 0 h 204"/>
                  <a:gd name="T12" fmla="*/ 0 w 18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204"/>
                  <a:gd name="T23" fmla="*/ 180 w 18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204">
                    <a:moveTo>
                      <a:pt x="79" y="204"/>
                    </a:moveTo>
                    <a:lnTo>
                      <a:pt x="129" y="178"/>
                    </a:lnTo>
                    <a:lnTo>
                      <a:pt x="180" y="152"/>
                    </a:lnTo>
                    <a:lnTo>
                      <a:pt x="101" y="0"/>
                    </a:lnTo>
                    <a:lnTo>
                      <a:pt x="51" y="26"/>
                    </a:lnTo>
                    <a:lnTo>
                      <a:pt x="0" y="51"/>
                    </a:lnTo>
                    <a:lnTo>
                      <a:pt x="79" y="2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" name="Freeform 827">
                <a:extLst>
                  <a:ext uri="{FF2B5EF4-FFF2-40B4-BE49-F238E27FC236}">
                    <a16:creationId xmlns:a16="http://schemas.microsoft.com/office/drawing/2014/main" id="{B96864D2-373F-2776-6E08-E5AFD7493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3183"/>
                <a:ext cx="26" cy="29"/>
              </a:xfrm>
              <a:custGeom>
                <a:avLst/>
                <a:gdLst>
                  <a:gd name="T0" fmla="*/ 0 w 180"/>
                  <a:gd name="T1" fmla="*/ 0 h 204"/>
                  <a:gd name="T2" fmla="*/ 0 w 180"/>
                  <a:gd name="T3" fmla="*/ 0 h 204"/>
                  <a:gd name="T4" fmla="*/ 0 w 180"/>
                  <a:gd name="T5" fmla="*/ 0 h 204"/>
                  <a:gd name="T6" fmla="*/ 0 w 180"/>
                  <a:gd name="T7" fmla="*/ 0 h 204"/>
                  <a:gd name="T8" fmla="*/ 0 w 180"/>
                  <a:gd name="T9" fmla="*/ 0 h 204"/>
                  <a:gd name="T10" fmla="*/ 0 w 180"/>
                  <a:gd name="T11" fmla="*/ 0 h 204"/>
                  <a:gd name="T12" fmla="*/ 0 w 18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0"/>
                  <a:gd name="T22" fmla="*/ 0 h 204"/>
                  <a:gd name="T23" fmla="*/ 180 w 18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0" h="204">
                    <a:moveTo>
                      <a:pt x="79" y="204"/>
                    </a:moveTo>
                    <a:lnTo>
                      <a:pt x="129" y="178"/>
                    </a:lnTo>
                    <a:lnTo>
                      <a:pt x="180" y="152"/>
                    </a:lnTo>
                    <a:lnTo>
                      <a:pt x="101" y="0"/>
                    </a:lnTo>
                    <a:lnTo>
                      <a:pt x="51" y="26"/>
                    </a:lnTo>
                    <a:lnTo>
                      <a:pt x="0" y="51"/>
                    </a:lnTo>
                    <a:lnTo>
                      <a:pt x="79" y="20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" name="Freeform 828">
                <a:extLst>
                  <a:ext uri="{FF2B5EF4-FFF2-40B4-BE49-F238E27FC236}">
                    <a16:creationId xmlns:a16="http://schemas.microsoft.com/office/drawing/2014/main" id="{AA770FDB-1902-FD54-4993-704F1C05F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3182"/>
                <a:ext cx="7" cy="4"/>
              </a:xfrm>
              <a:custGeom>
                <a:avLst/>
                <a:gdLst>
                  <a:gd name="T0" fmla="*/ 0 w 50"/>
                  <a:gd name="T1" fmla="*/ 0 h 30"/>
                  <a:gd name="T2" fmla="*/ 0 w 50"/>
                  <a:gd name="T3" fmla="*/ 0 h 30"/>
                  <a:gd name="T4" fmla="*/ 0 w 50"/>
                  <a:gd name="T5" fmla="*/ 0 h 30"/>
                  <a:gd name="T6" fmla="*/ 0 w 50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30"/>
                  <a:gd name="T14" fmla="*/ 50 w 50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30">
                    <a:moveTo>
                      <a:pt x="0" y="30"/>
                    </a:moveTo>
                    <a:lnTo>
                      <a:pt x="50" y="4"/>
                    </a:lnTo>
                    <a:lnTo>
                      <a:pt x="48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" name="Line 829">
                <a:extLst>
                  <a:ext uri="{FF2B5EF4-FFF2-40B4-BE49-F238E27FC236}">
                    <a16:creationId xmlns:a16="http://schemas.microsoft.com/office/drawing/2014/main" id="{19C922FC-97E7-7033-B234-AEBB31774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6" y="318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" name="Freeform 830">
                <a:extLst>
                  <a:ext uri="{FF2B5EF4-FFF2-40B4-BE49-F238E27FC236}">
                    <a16:creationId xmlns:a16="http://schemas.microsoft.com/office/drawing/2014/main" id="{672BFDE7-C45C-7F23-EBA4-BDEC1FB5A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87" y="207"/>
                    </a:moveTo>
                    <a:lnTo>
                      <a:pt x="136" y="178"/>
                    </a:lnTo>
                    <a:lnTo>
                      <a:pt x="184" y="148"/>
                    </a:lnTo>
                    <a:lnTo>
                      <a:pt x="96" y="0"/>
                    </a:lnTo>
                    <a:lnTo>
                      <a:pt x="48" y="30"/>
                    </a:lnTo>
                    <a:lnTo>
                      <a:pt x="0" y="59"/>
                    </a:lnTo>
                    <a:lnTo>
                      <a:pt x="87" y="20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" name="Freeform 831">
                <a:extLst>
                  <a:ext uri="{FF2B5EF4-FFF2-40B4-BE49-F238E27FC236}">
                    <a16:creationId xmlns:a16="http://schemas.microsoft.com/office/drawing/2014/main" id="{F9AC8EDE-4730-C6C4-780B-CC1ABC74A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87" y="207"/>
                    </a:moveTo>
                    <a:lnTo>
                      <a:pt x="136" y="178"/>
                    </a:lnTo>
                    <a:lnTo>
                      <a:pt x="184" y="148"/>
                    </a:lnTo>
                    <a:lnTo>
                      <a:pt x="96" y="0"/>
                    </a:lnTo>
                    <a:lnTo>
                      <a:pt x="48" y="30"/>
                    </a:lnTo>
                    <a:lnTo>
                      <a:pt x="0" y="59"/>
                    </a:lnTo>
                    <a:lnTo>
                      <a:pt x="87" y="20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" name="Freeform 832">
                <a:extLst>
                  <a:ext uri="{FF2B5EF4-FFF2-40B4-BE49-F238E27FC236}">
                    <a16:creationId xmlns:a16="http://schemas.microsoft.com/office/drawing/2014/main" id="{3E405850-BD65-9085-9726-5CB9EFC5C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7" y="3161"/>
                <a:ext cx="6" cy="4"/>
              </a:xfrm>
              <a:custGeom>
                <a:avLst/>
                <a:gdLst>
                  <a:gd name="T0" fmla="*/ 0 w 48"/>
                  <a:gd name="T1" fmla="*/ 0 h 32"/>
                  <a:gd name="T2" fmla="*/ 0 w 48"/>
                  <a:gd name="T3" fmla="*/ 0 h 32"/>
                  <a:gd name="T4" fmla="*/ 0 w 48"/>
                  <a:gd name="T5" fmla="*/ 0 h 32"/>
                  <a:gd name="T6" fmla="*/ 0 w 48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32"/>
                  <a:gd name="T14" fmla="*/ 48 w 48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32">
                    <a:moveTo>
                      <a:pt x="0" y="32"/>
                    </a:moveTo>
                    <a:lnTo>
                      <a:pt x="48" y="2"/>
                    </a:lnTo>
                    <a:lnTo>
                      <a:pt x="47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" name="Line 833">
                <a:extLst>
                  <a:ext uri="{FF2B5EF4-FFF2-40B4-BE49-F238E27FC236}">
                    <a16:creationId xmlns:a16="http://schemas.microsoft.com/office/drawing/2014/main" id="{032E27A2-9CD0-61E2-9AA1-894A6674C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53" y="31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" name="Freeform 834">
                <a:extLst>
                  <a:ext uri="{FF2B5EF4-FFF2-40B4-BE49-F238E27FC236}">
                    <a16:creationId xmlns:a16="http://schemas.microsoft.com/office/drawing/2014/main" id="{BFE9EB09-8DA5-99FD-A466-97AA5F9D5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141"/>
                <a:ext cx="27" cy="29"/>
              </a:xfrm>
              <a:custGeom>
                <a:avLst/>
                <a:gdLst>
                  <a:gd name="T0" fmla="*/ 0 w 190"/>
                  <a:gd name="T1" fmla="*/ 0 h 204"/>
                  <a:gd name="T2" fmla="*/ 0 w 190"/>
                  <a:gd name="T3" fmla="*/ 0 h 204"/>
                  <a:gd name="T4" fmla="*/ 0 w 190"/>
                  <a:gd name="T5" fmla="*/ 0 h 204"/>
                  <a:gd name="T6" fmla="*/ 0 w 190"/>
                  <a:gd name="T7" fmla="*/ 0 h 204"/>
                  <a:gd name="T8" fmla="*/ 0 w 190"/>
                  <a:gd name="T9" fmla="*/ 0 h 204"/>
                  <a:gd name="T10" fmla="*/ 0 w 190"/>
                  <a:gd name="T11" fmla="*/ 0 h 204"/>
                  <a:gd name="T12" fmla="*/ 0 w 19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0"/>
                  <a:gd name="T22" fmla="*/ 0 h 204"/>
                  <a:gd name="T23" fmla="*/ 190 w 19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0" h="204">
                    <a:moveTo>
                      <a:pt x="96" y="204"/>
                    </a:moveTo>
                    <a:lnTo>
                      <a:pt x="143" y="173"/>
                    </a:lnTo>
                    <a:lnTo>
                      <a:pt x="190" y="141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96" y="2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" name="Freeform 835">
                <a:extLst>
                  <a:ext uri="{FF2B5EF4-FFF2-40B4-BE49-F238E27FC236}">
                    <a16:creationId xmlns:a16="http://schemas.microsoft.com/office/drawing/2014/main" id="{D47C35D1-740B-ABB4-46F1-C33148F19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" y="3141"/>
                <a:ext cx="27" cy="29"/>
              </a:xfrm>
              <a:custGeom>
                <a:avLst/>
                <a:gdLst>
                  <a:gd name="T0" fmla="*/ 0 w 190"/>
                  <a:gd name="T1" fmla="*/ 0 h 204"/>
                  <a:gd name="T2" fmla="*/ 0 w 190"/>
                  <a:gd name="T3" fmla="*/ 0 h 204"/>
                  <a:gd name="T4" fmla="*/ 0 w 190"/>
                  <a:gd name="T5" fmla="*/ 0 h 204"/>
                  <a:gd name="T6" fmla="*/ 0 w 190"/>
                  <a:gd name="T7" fmla="*/ 0 h 204"/>
                  <a:gd name="T8" fmla="*/ 0 w 190"/>
                  <a:gd name="T9" fmla="*/ 0 h 204"/>
                  <a:gd name="T10" fmla="*/ 0 w 190"/>
                  <a:gd name="T11" fmla="*/ 0 h 204"/>
                  <a:gd name="T12" fmla="*/ 0 w 190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0"/>
                  <a:gd name="T22" fmla="*/ 0 h 204"/>
                  <a:gd name="T23" fmla="*/ 190 w 190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0" h="204">
                    <a:moveTo>
                      <a:pt x="96" y="204"/>
                    </a:moveTo>
                    <a:lnTo>
                      <a:pt x="143" y="173"/>
                    </a:lnTo>
                    <a:lnTo>
                      <a:pt x="190" y="141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96" y="20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" name="Freeform 836">
                <a:extLst>
                  <a:ext uri="{FF2B5EF4-FFF2-40B4-BE49-F238E27FC236}">
                    <a16:creationId xmlns:a16="http://schemas.microsoft.com/office/drawing/2014/main" id="{2A405C9D-F855-0DEB-9D04-B04235938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3140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0" y="35"/>
                    </a:moveTo>
                    <a:lnTo>
                      <a:pt x="47" y="4"/>
                    </a:lnTo>
                    <a:lnTo>
                      <a:pt x="45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" name="Line 837">
                <a:extLst>
                  <a:ext uri="{FF2B5EF4-FFF2-40B4-BE49-F238E27FC236}">
                    <a16:creationId xmlns:a16="http://schemas.microsoft.com/office/drawing/2014/main" id="{F7106F03-5C7B-4748-9F0A-9EEEEF253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39" y="3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" name="Freeform 838">
                <a:extLst>
                  <a:ext uri="{FF2B5EF4-FFF2-40B4-BE49-F238E27FC236}">
                    <a16:creationId xmlns:a16="http://schemas.microsoft.com/office/drawing/2014/main" id="{35BBE816-1559-7CF9-61D8-9691F0612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3121"/>
                <a:ext cx="28" cy="29"/>
              </a:xfrm>
              <a:custGeom>
                <a:avLst/>
                <a:gdLst>
                  <a:gd name="T0" fmla="*/ 0 w 196"/>
                  <a:gd name="T1" fmla="*/ 0 h 205"/>
                  <a:gd name="T2" fmla="*/ 0 w 196"/>
                  <a:gd name="T3" fmla="*/ 0 h 205"/>
                  <a:gd name="T4" fmla="*/ 0 w 196"/>
                  <a:gd name="T5" fmla="*/ 0 h 205"/>
                  <a:gd name="T6" fmla="*/ 0 w 196"/>
                  <a:gd name="T7" fmla="*/ 0 h 205"/>
                  <a:gd name="T8" fmla="*/ 0 w 196"/>
                  <a:gd name="T9" fmla="*/ 0 h 205"/>
                  <a:gd name="T10" fmla="*/ 0 w 196"/>
                  <a:gd name="T11" fmla="*/ 0 h 205"/>
                  <a:gd name="T12" fmla="*/ 0 w 196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205"/>
                  <a:gd name="T23" fmla="*/ 196 w 196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205">
                    <a:moveTo>
                      <a:pt x="106" y="205"/>
                    </a:moveTo>
                    <a:lnTo>
                      <a:pt x="151" y="170"/>
                    </a:lnTo>
                    <a:lnTo>
                      <a:pt x="196" y="135"/>
                    </a:lnTo>
                    <a:lnTo>
                      <a:pt x="90" y="0"/>
                    </a:lnTo>
                    <a:lnTo>
                      <a:pt x="45" y="34"/>
                    </a:lnTo>
                    <a:lnTo>
                      <a:pt x="0" y="69"/>
                    </a:lnTo>
                    <a:lnTo>
                      <a:pt x="106" y="20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" name="Freeform 839">
                <a:extLst>
                  <a:ext uri="{FF2B5EF4-FFF2-40B4-BE49-F238E27FC236}">
                    <a16:creationId xmlns:a16="http://schemas.microsoft.com/office/drawing/2014/main" id="{3A6D6251-F693-DAFA-79A4-6B6AC07BB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3121"/>
                <a:ext cx="28" cy="29"/>
              </a:xfrm>
              <a:custGeom>
                <a:avLst/>
                <a:gdLst>
                  <a:gd name="T0" fmla="*/ 0 w 196"/>
                  <a:gd name="T1" fmla="*/ 0 h 205"/>
                  <a:gd name="T2" fmla="*/ 0 w 196"/>
                  <a:gd name="T3" fmla="*/ 0 h 205"/>
                  <a:gd name="T4" fmla="*/ 0 w 196"/>
                  <a:gd name="T5" fmla="*/ 0 h 205"/>
                  <a:gd name="T6" fmla="*/ 0 w 196"/>
                  <a:gd name="T7" fmla="*/ 0 h 205"/>
                  <a:gd name="T8" fmla="*/ 0 w 196"/>
                  <a:gd name="T9" fmla="*/ 0 h 205"/>
                  <a:gd name="T10" fmla="*/ 0 w 196"/>
                  <a:gd name="T11" fmla="*/ 0 h 205"/>
                  <a:gd name="T12" fmla="*/ 0 w 196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205"/>
                  <a:gd name="T23" fmla="*/ 196 w 196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205">
                    <a:moveTo>
                      <a:pt x="106" y="205"/>
                    </a:moveTo>
                    <a:lnTo>
                      <a:pt x="151" y="170"/>
                    </a:lnTo>
                    <a:lnTo>
                      <a:pt x="196" y="135"/>
                    </a:lnTo>
                    <a:lnTo>
                      <a:pt x="90" y="0"/>
                    </a:lnTo>
                    <a:lnTo>
                      <a:pt x="45" y="34"/>
                    </a:lnTo>
                    <a:lnTo>
                      <a:pt x="0" y="69"/>
                    </a:lnTo>
                    <a:lnTo>
                      <a:pt x="106" y="20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" name="Freeform 840">
                <a:extLst>
                  <a:ext uri="{FF2B5EF4-FFF2-40B4-BE49-F238E27FC236}">
                    <a16:creationId xmlns:a16="http://schemas.microsoft.com/office/drawing/2014/main" id="{F97CC3D0-39A0-55F6-3BF2-084B456F2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3120"/>
                <a:ext cx="6" cy="6"/>
              </a:xfrm>
              <a:custGeom>
                <a:avLst/>
                <a:gdLst>
                  <a:gd name="T0" fmla="*/ 0 w 45"/>
                  <a:gd name="T1" fmla="*/ 0 h 37"/>
                  <a:gd name="T2" fmla="*/ 0 w 45"/>
                  <a:gd name="T3" fmla="*/ 0 h 37"/>
                  <a:gd name="T4" fmla="*/ 0 w 45"/>
                  <a:gd name="T5" fmla="*/ 0 h 37"/>
                  <a:gd name="T6" fmla="*/ 0 w 45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7"/>
                  <a:gd name="T14" fmla="*/ 45 w 4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7">
                    <a:moveTo>
                      <a:pt x="0" y="37"/>
                    </a:moveTo>
                    <a:lnTo>
                      <a:pt x="45" y="3"/>
                    </a:lnTo>
                    <a:lnTo>
                      <a:pt x="43" y="0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" name="Line 841">
                <a:extLst>
                  <a:ext uri="{FF2B5EF4-FFF2-40B4-BE49-F238E27FC236}">
                    <a16:creationId xmlns:a16="http://schemas.microsoft.com/office/drawing/2014/main" id="{C1DC7F3E-5825-BEE3-ABE9-73DFE9887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24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" name="Freeform 842">
                <a:extLst>
                  <a:ext uri="{FF2B5EF4-FFF2-40B4-BE49-F238E27FC236}">
                    <a16:creationId xmlns:a16="http://schemas.microsoft.com/office/drawing/2014/main" id="{8CB2EB65-CBD8-FA33-2906-5C41EAA8B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3102"/>
                <a:ext cx="29" cy="29"/>
              </a:xfrm>
              <a:custGeom>
                <a:avLst/>
                <a:gdLst>
                  <a:gd name="T0" fmla="*/ 0 w 199"/>
                  <a:gd name="T1" fmla="*/ 0 h 203"/>
                  <a:gd name="T2" fmla="*/ 0 w 199"/>
                  <a:gd name="T3" fmla="*/ 0 h 203"/>
                  <a:gd name="T4" fmla="*/ 0 w 199"/>
                  <a:gd name="T5" fmla="*/ 0 h 203"/>
                  <a:gd name="T6" fmla="*/ 0 w 199"/>
                  <a:gd name="T7" fmla="*/ 0 h 203"/>
                  <a:gd name="T8" fmla="*/ 0 w 199"/>
                  <a:gd name="T9" fmla="*/ 0 h 203"/>
                  <a:gd name="T10" fmla="*/ 0 w 199"/>
                  <a:gd name="T11" fmla="*/ 0 h 203"/>
                  <a:gd name="T12" fmla="*/ 0 w 199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203"/>
                  <a:gd name="T23" fmla="*/ 199 w 199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203">
                    <a:moveTo>
                      <a:pt x="114" y="203"/>
                    </a:moveTo>
                    <a:lnTo>
                      <a:pt x="156" y="166"/>
                    </a:lnTo>
                    <a:lnTo>
                      <a:pt x="199" y="129"/>
                    </a:lnTo>
                    <a:lnTo>
                      <a:pt x="85" y="0"/>
                    </a:lnTo>
                    <a:lnTo>
                      <a:pt x="43" y="37"/>
                    </a:lnTo>
                    <a:lnTo>
                      <a:pt x="0" y="74"/>
                    </a:lnTo>
                    <a:lnTo>
                      <a:pt x="114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" name="Freeform 843">
                <a:extLst>
                  <a:ext uri="{FF2B5EF4-FFF2-40B4-BE49-F238E27FC236}">
                    <a16:creationId xmlns:a16="http://schemas.microsoft.com/office/drawing/2014/main" id="{E65CA32E-1164-0D84-7521-3CF058FF3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3102"/>
                <a:ext cx="29" cy="29"/>
              </a:xfrm>
              <a:custGeom>
                <a:avLst/>
                <a:gdLst>
                  <a:gd name="T0" fmla="*/ 0 w 199"/>
                  <a:gd name="T1" fmla="*/ 0 h 203"/>
                  <a:gd name="T2" fmla="*/ 0 w 199"/>
                  <a:gd name="T3" fmla="*/ 0 h 203"/>
                  <a:gd name="T4" fmla="*/ 0 w 199"/>
                  <a:gd name="T5" fmla="*/ 0 h 203"/>
                  <a:gd name="T6" fmla="*/ 0 w 199"/>
                  <a:gd name="T7" fmla="*/ 0 h 203"/>
                  <a:gd name="T8" fmla="*/ 0 w 199"/>
                  <a:gd name="T9" fmla="*/ 0 h 203"/>
                  <a:gd name="T10" fmla="*/ 0 w 199"/>
                  <a:gd name="T11" fmla="*/ 0 h 203"/>
                  <a:gd name="T12" fmla="*/ 0 w 199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203"/>
                  <a:gd name="T23" fmla="*/ 199 w 199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203">
                    <a:moveTo>
                      <a:pt x="114" y="203"/>
                    </a:moveTo>
                    <a:lnTo>
                      <a:pt x="156" y="166"/>
                    </a:lnTo>
                    <a:lnTo>
                      <a:pt x="199" y="129"/>
                    </a:lnTo>
                    <a:lnTo>
                      <a:pt x="85" y="0"/>
                    </a:lnTo>
                    <a:lnTo>
                      <a:pt x="43" y="37"/>
                    </a:lnTo>
                    <a:lnTo>
                      <a:pt x="0" y="74"/>
                    </a:lnTo>
                    <a:lnTo>
                      <a:pt x="114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" name="Freeform 844">
                <a:extLst>
                  <a:ext uri="{FF2B5EF4-FFF2-40B4-BE49-F238E27FC236}">
                    <a16:creationId xmlns:a16="http://schemas.microsoft.com/office/drawing/2014/main" id="{7375DD67-7C59-23C3-01AD-3BE898E7F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3101"/>
                <a:ext cx="6" cy="6"/>
              </a:xfrm>
              <a:custGeom>
                <a:avLst/>
                <a:gdLst>
                  <a:gd name="T0" fmla="*/ 0 w 42"/>
                  <a:gd name="T1" fmla="*/ 0 h 40"/>
                  <a:gd name="T2" fmla="*/ 0 w 42"/>
                  <a:gd name="T3" fmla="*/ 0 h 40"/>
                  <a:gd name="T4" fmla="*/ 0 w 42"/>
                  <a:gd name="T5" fmla="*/ 0 h 40"/>
                  <a:gd name="T6" fmla="*/ 0 w 42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0"/>
                  <a:gd name="T14" fmla="*/ 42 w 42"/>
                  <a:gd name="T15" fmla="*/ 40 h 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0">
                    <a:moveTo>
                      <a:pt x="0" y="40"/>
                    </a:moveTo>
                    <a:lnTo>
                      <a:pt x="42" y="3"/>
                    </a:lnTo>
                    <a:lnTo>
                      <a:pt x="40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" name="Line 845">
                <a:extLst>
                  <a:ext uri="{FF2B5EF4-FFF2-40B4-BE49-F238E27FC236}">
                    <a16:creationId xmlns:a16="http://schemas.microsoft.com/office/drawing/2014/main" id="{7DE20A3B-5421-0457-A756-5AE4A79BED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07" y="310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" name="Freeform 846">
                <a:extLst>
                  <a:ext uri="{FF2B5EF4-FFF2-40B4-BE49-F238E27FC236}">
                    <a16:creationId xmlns:a16="http://schemas.microsoft.com/office/drawing/2014/main" id="{A142F323-F989-D01B-BC17-6B70ACFD9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121" y="203"/>
                    </a:moveTo>
                    <a:lnTo>
                      <a:pt x="162" y="162"/>
                    </a:lnTo>
                    <a:lnTo>
                      <a:pt x="202" y="122"/>
                    </a:lnTo>
                    <a:lnTo>
                      <a:pt x="81" y="0"/>
                    </a:lnTo>
                    <a:lnTo>
                      <a:pt x="41" y="40"/>
                    </a:lnTo>
                    <a:lnTo>
                      <a:pt x="0" y="80"/>
                    </a:lnTo>
                    <a:lnTo>
                      <a:pt x="121" y="2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6" name="Freeform 847">
                <a:extLst>
                  <a:ext uri="{FF2B5EF4-FFF2-40B4-BE49-F238E27FC236}">
                    <a16:creationId xmlns:a16="http://schemas.microsoft.com/office/drawing/2014/main" id="{5E0F8015-31A7-EDDD-8D90-4CF869445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121" y="203"/>
                    </a:moveTo>
                    <a:lnTo>
                      <a:pt x="162" y="162"/>
                    </a:lnTo>
                    <a:lnTo>
                      <a:pt x="202" y="122"/>
                    </a:lnTo>
                    <a:lnTo>
                      <a:pt x="81" y="0"/>
                    </a:lnTo>
                    <a:lnTo>
                      <a:pt x="41" y="40"/>
                    </a:lnTo>
                    <a:lnTo>
                      <a:pt x="0" y="80"/>
                    </a:lnTo>
                    <a:lnTo>
                      <a:pt x="121" y="2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" name="Freeform 848">
                <a:extLst>
                  <a:ext uri="{FF2B5EF4-FFF2-40B4-BE49-F238E27FC236}">
                    <a16:creationId xmlns:a16="http://schemas.microsoft.com/office/drawing/2014/main" id="{37B8C363-18C4-9466-B7C3-96EF020F5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4" y="3084"/>
                <a:ext cx="6" cy="6"/>
              </a:xfrm>
              <a:custGeom>
                <a:avLst/>
                <a:gdLst>
                  <a:gd name="T0" fmla="*/ 0 w 40"/>
                  <a:gd name="T1" fmla="*/ 0 h 43"/>
                  <a:gd name="T2" fmla="*/ 0 w 40"/>
                  <a:gd name="T3" fmla="*/ 0 h 43"/>
                  <a:gd name="T4" fmla="*/ 0 w 40"/>
                  <a:gd name="T5" fmla="*/ 0 h 43"/>
                  <a:gd name="T6" fmla="*/ 0 w 40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43"/>
                  <a:gd name="T14" fmla="*/ 40 w 40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43">
                    <a:moveTo>
                      <a:pt x="0" y="43"/>
                    </a:moveTo>
                    <a:lnTo>
                      <a:pt x="40" y="3"/>
                    </a:lnTo>
                    <a:lnTo>
                      <a:pt x="37" y="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" name="Line 849">
                <a:extLst>
                  <a:ext uri="{FF2B5EF4-FFF2-40B4-BE49-F238E27FC236}">
                    <a16:creationId xmlns:a16="http://schemas.microsoft.com/office/drawing/2014/main" id="{68C11732-0848-419F-14CD-D8CF30A71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90" y="30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9" name="Freeform 850">
                <a:extLst>
                  <a:ext uri="{FF2B5EF4-FFF2-40B4-BE49-F238E27FC236}">
                    <a16:creationId xmlns:a16="http://schemas.microsoft.com/office/drawing/2014/main" id="{25B85892-2518-9D24-737D-41129373B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129" y="199"/>
                    </a:moveTo>
                    <a:lnTo>
                      <a:pt x="166" y="156"/>
                    </a:lnTo>
                    <a:lnTo>
                      <a:pt x="203" y="113"/>
                    </a:lnTo>
                    <a:lnTo>
                      <a:pt x="74" y="0"/>
                    </a:lnTo>
                    <a:lnTo>
                      <a:pt x="37" y="43"/>
                    </a:lnTo>
                    <a:lnTo>
                      <a:pt x="0" y="85"/>
                    </a:lnTo>
                    <a:lnTo>
                      <a:pt x="129" y="1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0" name="Freeform 851">
                <a:extLst>
                  <a:ext uri="{FF2B5EF4-FFF2-40B4-BE49-F238E27FC236}">
                    <a16:creationId xmlns:a16="http://schemas.microsoft.com/office/drawing/2014/main" id="{2E16EDAD-816C-5439-E108-7E93C80AB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129" y="199"/>
                    </a:moveTo>
                    <a:lnTo>
                      <a:pt x="166" y="156"/>
                    </a:lnTo>
                    <a:lnTo>
                      <a:pt x="203" y="113"/>
                    </a:lnTo>
                    <a:lnTo>
                      <a:pt x="74" y="0"/>
                    </a:lnTo>
                    <a:lnTo>
                      <a:pt x="37" y="43"/>
                    </a:lnTo>
                    <a:lnTo>
                      <a:pt x="0" y="85"/>
                    </a:lnTo>
                    <a:lnTo>
                      <a:pt x="129" y="19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1" name="Freeform 852">
                <a:extLst>
                  <a:ext uri="{FF2B5EF4-FFF2-40B4-BE49-F238E27FC236}">
                    <a16:creationId xmlns:a16="http://schemas.microsoft.com/office/drawing/2014/main" id="{A1108363-3F2A-AC62-1F83-04149980E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067"/>
                <a:ext cx="5" cy="7"/>
              </a:xfrm>
              <a:custGeom>
                <a:avLst/>
                <a:gdLst>
                  <a:gd name="T0" fmla="*/ 0 w 37"/>
                  <a:gd name="T1" fmla="*/ 0 h 45"/>
                  <a:gd name="T2" fmla="*/ 0 w 37"/>
                  <a:gd name="T3" fmla="*/ 0 h 45"/>
                  <a:gd name="T4" fmla="*/ 0 w 37"/>
                  <a:gd name="T5" fmla="*/ 0 h 45"/>
                  <a:gd name="T6" fmla="*/ 0 w 37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5"/>
                  <a:gd name="T14" fmla="*/ 37 w 37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5">
                    <a:moveTo>
                      <a:pt x="0" y="45"/>
                    </a:moveTo>
                    <a:lnTo>
                      <a:pt x="37" y="2"/>
                    </a:lnTo>
                    <a:lnTo>
                      <a:pt x="34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2" name="Line 853">
                <a:extLst>
                  <a:ext uri="{FF2B5EF4-FFF2-40B4-BE49-F238E27FC236}">
                    <a16:creationId xmlns:a16="http://schemas.microsoft.com/office/drawing/2014/main" id="{D2A3FDC0-AE25-6F3D-491C-232A9E68E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1" y="306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3" name="Freeform 854">
                <a:extLst>
                  <a:ext uri="{FF2B5EF4-FFF2-40B4-BE49-F238E27FC236}">
                    <a16:creationId xmlns:a16="http://schemas.microsoft.com/office/drawing/2014/main" id="{2E487586-148F-1021-5A7D-33589FAF2E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052"/>
                <a:ext cx="30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136" y="196"/>
                    </a:moveTo>
                    <a:lnTo>
                      <a:pt x="171" y="151"/>
                    </a:lnTo>
                    <a:lnTo>
                      <a:pt x="205" y="106"/>
                    </a:lnTo>
                    <a:lnTo>
                      <a:pt x="70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36" y="1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4" name="Freeform 855">
                <a:extLst>
                  <a:ext uri="{FF2B5EF4-FFF2-40B4-BE49-F238E27FC236}">
                    <a16:creationId xmlns:a16="http://schemas.microsoft.com/office/drawing/2014/main" id="{15B465FF-8ABD-F41B-01F9-81F38D33A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3052"/>
                <a:ext cx="30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136" y="196"/>
                    </a:moveTo>
                    <a:lnTo>
                      <a:pt x="171" y="151"/>
                    </a:lnTo>
                    <a:lnTo>
                      <a:pt x="205" y="106"/>
                    </a:lnTo>
                    <a:lnTo>
                      <a:pt x="70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36" y="1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5" name="Freeform 856">
                <a:extLst>
                  <a:ext uri="{FF2B5EF4-FFF2-40B4-BE49-F238E27FC236}">
                    <a16:creationId xmlns:a16="http://schemas.microsoft.com/office/drawing/2014/main" id="{33B2B790-D75B-7F66-940C-14061EC11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052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0" y="47"/>
                    </a:moveTo>
                    <a:lnTo>
                      <a:pt x="35" y="2"/>
                    </a:lnTo>
                    <a:lnTo>
                      <a:pt x="31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6" name="Line 857">
                <a:extLst>
                  <a:ext uri="{FF2B5EF4-FFF2-40B4-BE49-F238E27FC236}">
                    <a16:creationId xmlns:a16="http://schemas.microsoft.com/office/drawing/2014/main" id="{F7DED0BC-D03A-94B7-0488-0DDB127E0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51" y="305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7" name="Freeform 858">
                <a:extLst>
                  <a:ext uri="{FF2B5EF4-FFF2-40B4-BE49-F238E27FC236}">
                    <a16:creationId xmlns:a16="http://schemas.microsoft.com/office/drawing/2014/main" id="{F5CBF616-F9B3-4177-DCF3-ED5C037A5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8"/>
                <a:ext cx="29" cy="27"/>
              </a:xfrm>
              <a:custGeom>
                <a:avLst/>
                <a:gdLst>
                  <a:gd name="T0" fmla="*/ 0 w 204"/>
                  <a:gd name="T1" fmla="*/ 0 h 190"/>
                  <a:gd name="T2" fmla="*/ 0 w 204"/>
                  <a:gd name="T3" fmla="*/ 0 h 190"/>
                  <a:gd name="T4" fmla="*/ 0 w 204"/>
                  <a:gd name="T5" fmla="*/ 0 h 190"/>
                  <a:gd name="T6" fmla="*/ 0 w 204"/>
                  <a:gd name="T7" fmla="*/ 0 h 190"/>
                  <a:gd name="T8" fmla="*/ 0 w 204"/>
                  <a:gd name="T9" fmla="*/ 0 h 190"/>
                  <a:gd name="T10" fmla="*/ 0 w 204"/>
                  <a:gd name="T11" fmla="*/ 0 h 190"/>
                  <a:gd name="T12" fmla="*/ 0 w 204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90"/>
                  <a:gd name="T23" fmla="*/ 204 w 204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90">
                    <a:moveTo>
                      <a:pt x="141" y="190"/>
                    </a:moveTo>
                    <a:lnTo>
                      <a:pt x="173" y="143"/>
                    </a:lnTo>
                    <a:lnTo>
                      <a:pt x="204" y="9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41" y="1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8" name="Freeform 859">
                <a:extLst>
                  <a:ext uri="{FF2B5EF4-FFF2-40B4-BE49-F238E27FC236}">
                    <a16:creationId xmlns:a16="http://schemas.microsoft.com/office/drawing/2014/main" id="{10857442-05DA-AC71-2357-5633B331C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" y="3038"/>
                <a:ext cx="29" cy="27"/>
              </a:xfrm>
              <a:custGeom>
                <a:avLst/>
                <a:gdLst>
                  <a:gd name="T0" fmla="*/ 0 w 204"/>
                  <a:gd name="T1" fmla="*/ 0 h 190"/>
                  <a:gd name="T2" fmla="*/ 0 w 204"/>
                  <a:gd name="T3" fmla="*/ 0 h 190"/>
                  <a:gd name="T4" fmla="*/ 0 w 204"/>
                  <a:gd name="T5" fmla="*/ 0 h 190"/>
                  <a:gd name="T6" fmla="*/ 0 w 204"/>
                  <a:gd name="T7" fmla="*/ 0 h 190"/>
                  <a:gd name="T8" fmla="*/ 0 w 204"/>
                  <a:gd name="T9" fmla="*/ 0 h 190"/>
                  <a:gd name="T10" fmla="*/ 0 w 204"/>
                  <a:gd name="T11" fmla="*/ 0 h 190"/>
                  <a:gd name="T12" fmla="*/ 0 w 204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90"/>
                  <a:gd name="T23" fmla="*/ 204 w 204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90">
                    <a:moveTo>
                      <a:pt x="141" y="190"/>
                    </a:moveTo>
                    <a:lnTo>
                      <a:pt x="173" y="143"/>
                    </a:lnTo>
                    <a:lnTo>
                      <a:pt x="204" y="9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41" y="1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9" name="Freeform 860">
                <a:extLst>
                  <a:ext uri="{FF2B5EF4-FFF2-40B4-BE49-F238E27FC236}">
                    <a16:creationId xmlns:a16="http://schemas.microsoft.com/office/drawing/2014/main" id="{CFB989F8-031B-FF81-357F-149461F9C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3038"/>
                <a:ext cx="5" cy="7"/>
              </a:xfrm>
              <a:custGeom>
                <a:avLst/>
                <a:gdLst>
                  <a:gd name="T0" fmla="*/ 0 w 32"/>
                  <a:gd name="T1" fmla="*/ 0 h 49"/>
                  <a:gd name="T2" fmla="*/ 0 w 32"/>
                  <a:gd name="T3" fmla="*/ 0 h 49"/>
                  <a:gd name="T4" fmla="*/ 0 w 32"/>
                  <a:gd name="T5" fmla="*/ 0 h 49"/>
                  <a:gd name="T6" fmla="*/ 0 w 32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9"/>
                  <a:gd name="T14" fmla="*/ 32 w 32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9">
                    <a:moveTo>
                      <a:pt x="0" y="49"/>
                    </a:moveTo>
                    <a:lnTo>
                      <a:pt x="32" y="2"/>
                    </a:lnTo>
                    <a:lnTo>
                      <a:pt x="30" y="0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0" name="Line 861">
                <a:extLst>
                  <a:ext uri="{FF2B5EF4-FFF2-40B4-BE49-F238E27FC236}">
                    <a16:creationId xmlns:a16="http://schemas.microsoft.com/office/drawing/2014/main" id="{347D8CC9-9528-AF76-5670-88D74EEA66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0" y="303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1" name="Freeform 862">
                <a:extLst>
                  <a:ext uri="{FF2B5EF4-FFF2-40B4-BE49-F238E27FC236}">
                    <a16:creationId xmlns:a16="http://schemas.microsoft.com/office/drawing/2014/main" id="{AC1231F0-613E-7C57-FBA6-8669C3B7E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3025"/>
                <a:ext cx="29" cy="27"/>
              </a:xfrm>
              <a:custGeom>
                <a:avLst/>
                <a:gdLst>
                  <a:gd name="T0" fmla="*/ 0 w 207"/>
                  <a:gd name="T1" fmla="*/ 0 h 184"/>
                  <a:gd name="T2" fmla="*/ 0 w 207"/>
                  <a:gd name="T3" fmla="*/ 0 h 184"/>
                  <a:gd name="T4" fmla="*/ 0 w 207"/>
                  <a:gd name="T5" fmla="*/ 0 h 184"/>
                  <a:gd name="T6" fmla="*/ 0 w 207"/>
                  <a:gd name="T7" fmla="*/ 0 h 184"/>
                  <a:gd name="T8" fmla="*/ 0 w 207"/>
                  <a:gd name="T9" fmla="*/ 0 h 184"/>
                  <a:gd name="T10" fmla="*/ 0 w 207"/>
                  <a:gd name="T11" fmla="*/ 0 h 184"/>
                  <a:gd name="T12" fmla="*/ 0 w 207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7"/>
                  <a:gd name="T22" fmla="*/ 0 h 184"/>
                  <a:gd name="T23" fmla="*/ 207 w 207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7" h="184">
                    <a:moveTo>
                      <a:pt x="148" y="184"/>
                    </a:moveTo>
                    <a:lnTo>
                      <a:pt x="177" y="136"/>
                    </a:lnTo>
                    <a:lnTo>
                      <a:pt x="207" y="87"/>
                    </a:lnTo>
                    <a:lnTo>
                      <a:pt x="58" y="0"/>
                    </a:lnTo>
                    <a:lnTo>
                      <a:pt x="29" y="48"/>
                    </a:lnTo>
                    <a:lnTo>
                      <a:pt x="0" y="96"/>
                    </a:lnTo>
                    <a:lnTo>
                      <a:pt x="148" y="1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2" name="Freeform 863">
                <a:extLst>
                  <a:ext uri="{FF2B5EF4-FFF2-40B4-BE49-F238E27FC236}">
                    <a16:creationId xmlns:a16="http://schemas.microsoft.com/office/drawing/2014/main" id="{3124745F-2C3C-C66A-BF8E-02C3E562D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1" y="3025"/>
                <a:ext cx="29" cy="27"/>
              </a:xfrm>
              <a:custGeom>
                <a:avLst/>
                <a:gdLst>
                  <a:gd name="T0" fmla="*/ 0 w 207"/>
                  <a:gd name="T1" fmla="*/ 0 h 184"/>
                  <a:gd name="T2" fmla="*/ 0 w 207"/>
                  <a:gd name="T3" fmla="*/ 0 h 184"/>
                  <a:gd name="T4" fmla="*/ 0 w 207"/>
                  <a:gd name="T5" fmla="*/ 0 h 184"/>
                  <a:gd name="T6" fmla="*/ 0 w 207"/>
                  <a:gd name="T7" fmla="*/ 0 h 184"/>
                  <a:gd name="T8" fmla="*/ 0 w 207"/>
                  <a:gd name="T9" fmla="*/ 0 h 184"/>
                  <a:gd name="T10" fmla="*/ 0 w 207"/>
                  <a:gd name="T11" fmla="*/ 0 h 184"/>
                  <a:gd name="T12" fmla="*/ 0 w 207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7"/>
                  <a:gd name="T22" fmla="*/ 0 h 184"/>
                  <a:gd name="T23" fmla="*/ 207 w 207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7" h="184">
                    <a:moveTo>
                      <a:pt x="148" y="184"/>
                    </a:moveTo>
                    <a:lnTo>
                      <a:pt x="177" y="136"/>
                    </a:lnTo>
                    <a:lnTo>
                      <a:pt x="207" y="87"/>
                    </a:lnTo>
                    <a:lnTo>
                      <a:pt x="58" y="0"/>
                    </a:lnTo>
                    <a:lnTo>
                      <a:pt x="29" y="48"/>
                    </a:lnTo>
                    <a:lnTo>
                      <a:pt x="0" y="96"/>
                    </a:lnTo>
                    <a:lnTo>
                      <a:pt x="148" y="18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3" name="Freeform 864">
                <a:extLst>
                  <a:ext uri="{FF2B5EF4-FFF2-40B4-BE49-F238E27FC236}">
                    <a16:creationId xmlns:a16="http://schemas.microsoft.com/office/drawing/2014/main" id="{55CCC775-3A02-D492-317C-53E00D703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3025"/>
                <a:ext cx="4" cy="7"/>
              </a:xfrm>
              <a:custGeom>
                <a:avLst/>
                <a:gdLst>
                  <a:gd name="T0" fmla="*/ 0 w 29"/>
                  <a:gd name="T1" fmla="*/ 0 h 50"/>
                  <a:gd name="T2" fmla="*/ 0 w 29"/>
                  <a:gd name="T3" fmla="*/ 0 h 50"/>
                  <a:gd name="T4" fmla="*/ 0 w 29"/>
                  <a:gd name="T5" fmla="*/ 0 h 50"/>
                  <a:gd name="T6" fmla="*/ 0 w 29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0"/>
                  <a:gd name="T14" fmla="*/ 29 w 2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0">
                    <a:moveTo>
                      <a:pt x="0" y="50"/>
                    </a:moveTo>
                    <a:lnTo>
                      <a:pt x="29" y="2"/>
                    </a:lnTo>
                    <a:lnTo>
                      <a:pt x="26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4" name="Line 865">
                <a:extLst>
                  <a:ext uri="{FF2B5EF4-FFF2-40B4-BE49-F238E27FC236}">
                    <a16:creationId xmlns:a16="http://schemas.microsoft.com/office/drawing/2014/main" id="{85DA9D11-AAAB-1435-3E52-ACFAB240B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09" y="30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5" name="Freeform 866">
                <a:extLst>
                  <a:ext uri="{FF2B5EF4-FFF2-40B4-BE49-F238E27FC236}">
                    <a16:creationId xmlns:a16="http://schemas.microsoft.com/office/drawing/2014/main" id="{993E8DCF-382F-4CB3-D63A-9AD4A4F68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3014"/>
                <a:ext cx="29" cy="25"/>
              </a:xfrm>
              <a:custGeom>
                <a:avLst/>
                <a:gdLst>
                  <a:gd name="T0" fmla="*/ 0 w 204"/>
                  <a:gd name="T1" fmla="*/ 0 h 179"/>
                  <a:gd name="T2" fmla="*/ 0 w 204"/>
                  <a:gd name="T3" fmla="*/ 0 h 179"/>
                  <a:gd name="T4" fmla="*/ 0 w 204"/>
                  <a:gd name="T5" fmla="*/ 0 h 179"/>
                  <a:gd name="T6" fmla="*/ 0 w 204"/>
                  <a:gd name="T7" fmla="*/ 0 h 179"/>
                  <a:gd name="T8" fmla="*/ 0 w 204"/>
                  <a:gd name="T9" fmla="*/ 0 h 179"/>
                  <a:gd name="T10" fmla="*/ 0 w 204"/>
                  <a:gd name="T11" fmla="*/ 0 h 179"/>
                  <a:gd name="T12" fmla="*/ 0 w 204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79"/>
                  <a:gd name="T23" fmla="*/ 204 w 204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79">
                    <a:moveTo>
                      <a:pt x="152" y="179"/>
                    </a:moveTo>
                    <a:lnTo>
                      <a:pt x="178" y="128"/>
                    </a:lnTo>
                    <a:lnTo>
                      <a:pt x="204" y="78"/>
                    </a:lnTo>
                    <a:lnTo>
                      <a:pt x="51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152" y="1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6" name="Freeform 867">
                <a:extLst>
                  <a:ext uri="{FF2B5EF4-FFF2-40B4-BE49-F238E27FC236}">
                    <a16:creationId xmlns:a16="http://schemas.microsoft.com/office/drawing/2014/main" id="{7962531D-AE1F-88D4-1FBE-3EA76AEA2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0" y="3014"/>
                <a:ext cx="29" cy="25"/>
              </a:xfrm>
              <a:custGeom>
                <a:avLst/>
                <a:gdLst>
                  <a:gd name="T0" fmla="*/ 0 w 204"/>
                  <a:gd name="T1" fmla="*/ 0 h 179"/>
                  <a:gd name="T2" fmla="*/ 0 w 204"/>
                  <a:gd name="T3" fmla="*/ 0 h 179"/>
                  <a:gd name="T4" fmla="*/ 0 w 204"/>
                  <a:gd name="T5" fmla="*/ 0 h 179"/>
                  <a:gd name="T6" fmla="*/ 0 w 204"/>
                  <a:gd name="T7" fmla="*/ 0 h 179"/>
                  <a:gd name="T8" fmla="*/ 0 w 204"/>
                  <a:gd name="T9" fmla="*/ 0 h 179"/>
                  <a:gd name="T10" fmla="*/ 0 w 204"/>
                  <a:gd name="T11" fmla="*/ 0 h 179"/>
                  <a:gd name="T12" fmla="*/ 0 w 204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4"/>
                  <a:gd name="T22" fmla="*/ 0 h 179"/>
                  <a:gd name="T23" fmla="*/ 204 w 204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4" h="179">
                    <a:moveTo>
                      <a:pt x="152" y="179"/>
                    </a:moveTo>
                    <a:lnTo>
                      <a:pt x="178" y="128"/>
                    </a:lnTo>
                    <a:lnTo>
                      <a:pt x="204" y="78"/>
                    </a:lnTo>
                    <a:lnTo>
                      <a:pt x="51" y="0"/>
                    </a:lnTo>
                    <a:lnTo>
                      <a:pt x="26" y="51"/>
                    </a:lnTo>
                    <a:lnTo>
                      <a:pt x="0" y="101"/>
                    </a:lnTo>
                    <a:lnTo>
                      <a:pt x="152" y="17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" name="Freeform 868">
                <a:extLst>
                  <a:ext uri="{FF2B5EF4-FFF2-40B4-BE49-F238E27FC236}">
                    <a16:creationId xmlns:a16="http://schemas.microsoft.com/office/drawing/2014/main" id="{3E2FF390-395E-A915-2136-E785E3B98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3" y="3014"/>
                <a:ext cx="4" cy="7"/>
              </a:xfrm>
              <a:custGeom>
                <a:avLst/>
                <a:gdLst>
                  <a:gd name="T0" fmla="*/ 0 w 25"/>
                  <a:gd name="T1" fmla="*/ 0 h 52"/>
                  <a:gd name="T2" fmla="*/ 0 w 25"/>
                  <a:gd name="T3" fmla="*/ 0 h 52"/>
                  <a:gd name="T4" fmla="*/ 0 w 25"/>
                  <a:gd name="T5" fmla="*/ 0 h 52"/>
                  <a:gd name="T6" fmla="*/ 0 w 25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"/>
                  <a:gd name="T13" fmla="*/ 0 h 52"/>
                  <a:gd name="T14" fmla="*/ 25 w 25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" h="52">
                    <a:moveTo>
                      <a:pt x="0" y="52"/>
                    </a:moveTo>
                    <a:lnTo>
                      <a:pt x="25" y="1"/>
                    </a:lnTo>
                    <a:lnTo>
                      <a:pt x="22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" name="Line 869">
                <a:extLst>
                  <a:ext uri="{FF2B5EF4-FFF2-40B4-BE49-F238E27FC236}">
                    <a16:creationId xmlns:a16="http://schemas.microsoft.com/office/drawing/2014/main" id="{7F8E757A-5D79-3C59-AA39-97EAC296F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86" y="3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9" name="Freeform 870">
                <a:extLst>
                  <a:ext uri="{FF2B5EF4-FFF2-40B4-BE49-F238E27FC236}">
                    <a16:creationId xmlns:a16="http://schemas.microsoft.com/office/drawing/2014/main" id="{BFEEDAEF-342A-A9C1-DBD2-349C4BAB5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3004"/>
                <a:ext cx="29" cy="24"/>
              </a:xfrm>
              <a:custGeom>
                <a:avLst/>
                <a:gdLst>
                  <a:gd name="T0" fmla="*/ 0 w 203"/>
                  <a:gd name="T1" fmla="*/ 0 h 171"/>
                  <a:gd name="T2" fmla="*/ 0 w 203"/>
                  <a:gd name="T3" fmla="*/ 0 h 171"/>
                  <a:gd name="T4" fmla="*/ 0 w 203"/>
                  <a:gd name="T5" fmla="*/ 0 h 171"/>
                  <a:gd name="T6" fmla="*/ 0 w 203"/>
                  <a:gd name="T7" fmla="*/ 0 h 171"/>
                  <a:gd name="T8" fmla="*/ 0 w 203"/>
                  <a:gd name="T9" fmla="*/ 0 h 171"/>
                  <a:gd name="T10" fmla="*/ 0 w 203"/>
                  <a:gd name="T11" fmla="*/ 0 h 171"/>
                  <a:gd name="T12" fmla="*/ 0 w 203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71"/>
                  <a:gd name="T23" fmla="*/ 203 w 203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71">
                    <a:moveTo>
                      <a:pt x="158" y="171"/>
                    </a:moveTo>
                    <a:lnTo>
                      <a:pt x="181" y="120"/>
                    </a:lnTo>
                    <a:lnTo>
                      <a:pt x="203" y="68"/>
                    </a:lnTo>
                    <a:lnTo>
                      <a:pt x="45" y="0"/>
                    </a:lnTo>
                    <a:lnTo>
                      <a:pt x="22" y="51"/>
                    </a:lnTo>
                    <a:lnTo>
                      <a:pt x="0" y="103"/>
                    </a:lnTo>
                    <a:lnTo>
                      <a:pt x="158" y="1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0" name="Freeform 871">
                <a:extLst>
                  <a:ext uri="{FF2B5EF4-FFF2-40B4-BE49-F238E27FC236}">
                    <a16:creationId xmlns:a16="http://schemas.microsoft.com/office/drawing/2014/main" id="{610E9F60-6B49-5D53-2B15-6CDEC7D1CF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7" y="3004"/>
                <a:ext cx="29" cy="24"/>
              </a:xfrm>
              <a:custGeom>
                <a:avLst/>
                <a:gdLst>
                  <a:gd name="T0" fmla="*/ 0 w 203"/>
                  <a:gd name="T1" fmla="*/ 0 h 171"/>
                  <a:gd name="T2" fmla="*/ 0 w 203"/>
                  <a:gd name="T3" fmla="*/ 0 h 171"/>
                  <a:gd name="T4" fmla="*/ 0 w 203"/>
                  <a:gd name="T5" fmla="*/ 0 h 171"/>
                  <a:gd name="T6" fmla="*/ 0 w 203"/>
                  <a:gd name="T7" fmla="*/ 0 h 171"/>
                  <a:gd name="T8" fmla="*/ 0 w 203"/>
                  <a:gd name="T9" fmla="*/ 0 h 171"/>
                  <a:gd name="T10" fmla="*/ 0 w 203"/>
                  <a:gd name="T11" fmla="*/ 0 h 171"/>
                  <a:gd name="T12" fmla="*/ 0 w 203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71"/>
                  <a:gd name="T23" fmla="*/ 203 w 203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71">
                    <a:moveTo>
                      <a:pt x="158" y="171"/>
                    </a:moveTo>
                    <a:lnTo>
                      <a:pt x="181" y="120"/>
                    </a:lnTo>
                    <a:lnTo>
                      <a:pt x="203" y="68"/>
                    </a:lnTo>
                    <a:lnTo>
                      <a:pt x="45" y="0"/>
                    </a:lnTo>
                    <a:lnTo>
                      <a:pt x="22" y="51"/>
                    </a:lnTo>
                    <a:lnTo>
                      <a:pt x="0" y="103"/>
                    </a:lnTo>
                    <a:lnTo>
                      <a:pt x="158" y="17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1" name="Freeform 872">
                <a:extLst>
                  <a:ext uri="{FF2B5EF4-FFF2-40B4-BE49-F238E27FC236}">
                    <a16:creationId xmlns:a16="http://schemas.microsoft.com/office/drawing/2014/main" id="{80AD2B4F-0EBF-3E8E-6114-84B307DB8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3004"/>
                <a:ext cx="3" cy="7"/>
              </a:xfrm>
              <a:custGeom>
                <a:avLst/>
                <a:gdLst>
                  <a:gd name="T0" fmla="*/ 0 w 23"/>
                  <a:gd name="T1" fmla="*/ 0 h 52"/>
                  <a:gd name="T2" fmla="*/ 0 w 23"/>
                  <a:gd name="T3" fmla="*/ 0 h 52"/>
                  <a:gd name="T4" fmla="*/ 0 w 23"/>
                  <a:gd name="T5" fmla="*/ 0 h 52"/>
                  <a:gd name="T6" fmla="*/ 0 w 23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2"/>
                  <a:gd name="T14" fmla="*/ 23 w 23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2">
                    <a:moveTo>
                      <a:pt x="0" y="52"/>
                    </a:moveTo>
                    <a:lnTo>
                      <a:pt x="23" y="1"/>
                    </a:lnTo>
                    <a:lnTo>
                      <a:pt x="19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2" name="Line 873">
                <a:extLst>
                  <a:ext uri="{FF2B5EF4-FFF2-40B4-BE49-F238E27FC236}">
                    <a16:creationId xmlns:a16="http://schemas.microsoft.com/office/drawing/2014/main" id="{90E572FD-40B6-9F0E-E439-F1AF26D78A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63" y="30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3" name="Freeform 874">
                <a:extLst>
                  <a:ext uri="{FF2B5EF4-FFF2-40B4-BE49-F238E27FC236}">
                    <a16:creationId xmlns:a16="http://schemas.microsoft.com/office/drawing/2014/main" id="{3A09A905-A4FC-F6FB-F38C-2D8CD714A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95"/>
                <a:ext cx="28" cy="24"/>
              </a:xfrm>
              <a:custGeom>
                <a:avLst/>
                <a:gdLst>
                  <a:gd name="T0" fmla="*/ 0 w 199"/>
                  <a:gd name="T1" fmla="*/ 0 h 164"/>
                  <a:gd name="T2" fmla="*/ 0 w 199"/>
                  <a:gd name="T3" fmla="*/ 0 h 164"/>
                  <a:gd name="T4" fmla="*/ 0 w 199"/>
                  <a:gd name="T5" fmla="*/ 0 h 164"/>
                  <a:gd name="T6" fmla="*/ 0 w 199"/>
                  <a:gd name="T7" fmla="*/ 0 h 164"/>
                  <a:gd name="T8" fmla="*/ 0 w 199"/>
                  <a:gd name="T9" fmla="*/ 0 h 164"/>
                  <a:gd name="T10" fmla="*/ 0 w 199"/>
                  <a:gd name="T11" fmla="*/ 0 h 164"/>
                  <a:gd name="T12" fmla="*/ 0 w 199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164"/>
                  <a:gd name="T23" fmla="*/ 199 w 199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164">
                    <a:moveTo>
                      <a:pt x="161" y="164"/>
                    </a:moveTo>
                    <a:lnTo>
                      <a:pt x="180" y="111"/>
                    </a:lnTo>
                    <a:lnTo>
                      <a:pt x="199" y="59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61" y="1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4" name="Freeform 875">
                <a:extLst>
                  <a:ext uri="{FF2B5EF4-FFF2-40B4-BE49-F238E27FC236}">
                    <a16:creationId xmlns:a16="http://schemas.microsoft.com/office/drawing/2014/main" id="{D675528A-BF22-214A-32AB-51344FE42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5" y="2995"/>
                <a:ext cx="28" cy="24"/>
              </a:xfrm>
              <a:custGeom>
                <a:avLst/>
                <a:gdLst>
                  <a:gd name="T0" fmla="*/ 0 w 199"/>
                  <a:gd name="T1" fmla="*/ 0 h 164"/>
                  <a:gd name="T2" fmla="*/ 0 w 199"/>
                  <a:gd name="T3" fmla="*/ 0 h 164"/>
                  <a:gd name="T4" fmla="*/ 0 w 199"/>
                  <a:gd name="T5" fmla="*/ 0 h 164"/>
                  <a:gd name="T6" fmla="*/ 0 w 199"/>
                  <a:gd name="T7" fmla="*/ 0 h 164"/>
                  <a:gd name="T8" fmla="*/ 0 w 199"/>
                  <a:gd name="T9" fmla="*/ 0 h 164"/>
                  <a:gd name="T10" fmla="*/ 0 w 199"/>
                  <a:gd name="T11" fmla="*/ 0 h 164"/>
                  <a:gd name="T12" fmla="*/ 0 w 199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9"/>
                  <a:gd name="T22" fmla="*/ 0 h 164"/>
                  <a:gd name="T23" fmla="*/ 199 w 199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9" h="164">
                    <a:moveTo>
                      <a:pt x="161" y="164"/>
                    </a:moveTo>
                    <a:lnTo>
                      <a:pt x="180" y="111"/>
                    </a:lnTo>
                    <a:lnTo>
                      <a:pt x="199" y="59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61" y="16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5" name="Freeform 876">
                <a:extLst>
                  <a:ext uri="{FF2B5EF4-FFF2-40B4-BE49-F238E27FC236}">
                    <a16:creationId xmlns:a16="http://schemas.microsoft.com/office/drawing/2014/main" id="{43BB111A-5902-8225-FCE1-AC32C0DBA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2995"/>
                <a:ext cx="2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0" y="54"/>
                    </a:moveTo>
                    <a:lnTo>
                      <a:pt x="19" y="1"/>
                    </a:lnTo>
                    <a:lnTo>
                      <a:pt x="15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8" name="Group 877">
              <a:extLst>
                <a:ext uri="{FF2B5EF4-FFF2-40B4-BE49-F238E27FC236}">
                  <a16:creationId xmlns:a16="http://schemas.microsoft.com/office/drawing/2014/main" id="{922D465D-F4E9-3E8C-2087-37593533B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8" y="2976"/>
              <a:ext cx="657" cy="407"/>
              <a:chOff x="3018" y="2976"/>
              <a:chExt cx="657" cy="407"/>
            </a:xfrm>
          </p:grpSpPr>
          <p:sp>
            <p:nvSpPr>
              <p:cNvPr id="776" name="Line 878">
                <a:extLst>
                  <a:ext uri="{FF2B5EF4-FFF2-40B4-BE49-F238E27FC236}">
                    <a16:creationId xmlns:a16="http://schemas.microsoft.com/office/drawing/2014/main" id="{51FE467B-8381-4C3C-D1E8-F08FA1EFC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40" y="29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7" name="Freeform 879">
                <a:extLst>
                  <a:ext uri="{FF2B5EF4-FFF2-40B4-BE49-F238E27FC236}">
                    <a16:creationId xmlns:a16="http://schemas.microsoft.com/office/drawing/2014/main" id="{CA62E194-3F17-E93A-D032-EE8242044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65" y="156"/>
                    </a:moveTo>
                    <a:lnTo>
                      <a:pt x="181" y="102"/>
                    </a:lnTo>
                    <a:lnTo>
                      <a:pt x="196" y="48"/>
                    </a:lnTo>
                    <a:lnTo>
                      <a:pt x="31" y="0"/>
                    </a:lnTo>
                    <a:lnTo>
                      <a:pt x="16" y="54"/>
                    </a:lnTo>
                    <a:lnTo>
                      <a:pt x="0" y="108"/>
                    </a:lnTo>
                    <a:lnTo>
                      <a:pt x="165" y="1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" name="Freeform 880">
                <a:extLst>
                  <a:ext uri="{FF2B5EF4-FFF2-40B4-BE49-F238E27FC236}">
                    <a16:creationId xmlns:a16="http://schemas.microsoft.com/office/drawing/2014/main" id="{48F8C312-4BF4-A498-8DC4-C31CA894DD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65" y="156"/>
                    </a:moveTo>
                    <a:lnTo>
                      <a:pt x="181" y="102"/>
                    </a:lnTo>
                    <a:lnTo>
                      <a:pt x="196" y="48"/>
                    </a:lnTo>
                    <a:lnTo>
                      <a:pt x="31" y="0"/>
                    </a:lnTo>
                    <a:lnTo>
                      <a:pt x="16" y="54"/>
                    </a:lnTo>
                    <a:lnTo>
                      <a:pt x="0" y="108"/>
                    </a:lnTo>
                    <a:lnTo>
                      <a:pt x="165" y="1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" name="Freeform 881">
                <a:extLst>
                  <a:ext uri="{FF2B5EF4-FFF2-40B4-BE49-F238E27FC236}">
                    <a16:creationId xmlns:a16="http://schemas.microsoft.com/office/drawing/2014/main" id="{0D8E81B3-0372-AAB6-3DE6-852EA42B4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2988"/>
                <a:ext cx="2" cy="8"/>
              </a:xfrm>
              <a:custGeom>
                <a:avLst/>
                <a:gdLst>
                  <a:gd name="T0" fmla="*/ 0 w 15"/>
                  <a:gd name="T1" fmla="*/ 0 h 55"/>
                  <a:gd name="T2" fmla="*/ 0 w 15"/>
                  <a:gd name="T3" fmla="*/ 0 h 55"/>
                  <a:gd name="T4" fmla="*/ 0 w 15"/>
                  <a:gd name="T5" fmla="*/ 0 h 55"/>
                  <a:gd name="T6" fmla="*/ 0 w 15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5"/>
                  <a:gd name="T14" fmla="*/ 15 w 15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5">
                    <a:moveTo>
                      <a:pt x="0" y="55"/>
                    </a:moveTo>
                    <a:lnTo>
                      <a:pt x="15" y="1"/>
                    </a:lnTo>
                    <a:lnTo>
                      <a:pt x="12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" name="Line 882">
                <a:extLst>
                  <a:ext uri="{FF2B5EF4-FFF2-40B4-BE49-F238E27FC236}">
                    <a16:creationId xmlns:a16="http://schemas.microsoft.com/office/drawing/2014/main" id="{FC423613-EC93-EE44-3271-01E443215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6" y="298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1" name="Freeform 883">
                <a:extLst>
                  <a:ext uri="{FF2B5EF4-FFF2-40B4-BE49-F238E27FC236}">
                    <a16:creationId xmlns:a16="http://schemas.microsoft.com/office/drawing/2014/main" id="{402E13B6-484F-33DF-4D29-731B9DC41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2983"/>
                <a:ext cx="28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67" y="147"/>
                    </a:moveTo>
                    <a:lnTo>
                      <a:pt x="180" y="92"/>
                    </a:lnTo>
                    <a:lnTo>
                      <a:pt x="192" y="37"/>
                    </a:lnTo>
                    <a:lnTo>
                      <a:pt x="25" y="0"/>
                    </a:lnTo>
                    <a:lnTo>
                      <a:pt x="13" y="55"/>
                    </a:lnTo>
                    <a:lnTo>
                      <a:pt x="0" y="110"/>
                    </a:lnTo>
                    <a:lnTo>
                      <a:pt x="167" y="1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2" name="Freeform 884">
                <a:extLst>
                  <a:ext uri="{FF2B5EF4-FFF2-40B4-BE49-F238E27FC236}">
                    <a16:creationId xmlns:a16="http://schemas.microsoft.com/office/drawing/2014/main" id="{C72C6372-AD1D-4223-746C-2B2DF54EF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8" y="2983"/>
                <a:ext cx="28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67" y="147"/>
                    </a:moveTo>
                    <a:lnTo>
                      <a:pt x="180" y="92"/>
                    </a:lnTo>
                    <a:lnTo>
                      <a:pt x="192" y="37"/>
                    </a:lnTo>
                    <a:lnTo>
                      <a:pt x="25" y="0"/>
                    </a:lnTo>
                    <a:lnTo>
                      <a:pt x="13" y="55"/>
                    </a:lnTo>
                    <a:lnTo>
                      <a:pt x="0" y="110"/>
                    </a:lnTo>
                    <a:lnTo>
                      <a:pt x="167" y="1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3" name="Freeform 885">
                <a:extLst>
                  <a:ext uri="{FF2B5EF4-FFF2-40B4-BE49-F238E27FC236}">
                    <a16:creationId xmlns:a16="http://schemas.microsoft.com/office/drawing/2014/main" id="{E9DC22B2-B584-2723-DEF2-A091F755A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" y="2983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56"/>
                    </a:moveTo>
                    <a:lnTo>
                      <a:pt x="12" y="1"/>
                    </a:lnTo>
                    <a:lnTo>
                      <a:pt x="9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4" name="Line 886">
                <a:extLst>
                  <a:ext uri="{FF2B5EF4-FFF2-40B4-BE49-F238E27FC236}">
                    <a16:creationId xmlns:a16="http://schemas.microsoft.com/office/drawing/2014/main" id="{EBB97E3E-2DE1-BEB3-A8BA-E515A1F14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1" y="29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5" name="Freeform 887">
                <a:extLst>
                  <a:ext uri="{FF2B5EF4-FFF2-40B4-BE49-F238E27FC236}">
                    <a16:creationId xmlns:a16="http://schemas.microsoft.com/office/drawing/2014/main" id="{01370A05-8953-F49C-40C4-97747B06E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979"/>
                <a:ext cx="26" cy="20"/>
              </a:xfrm>
              <a:custGeom>
                <a:avLst/>
                <a:gdLst>
                  <a:gd name="T0" fmla="*/ 0 w 188"/>
                  <a:gd name="T1" fmla="*/ 0 h 139"/>
                  <a:gd name="T2" fmla="*/ 0 w 188"/>
                  <a:gd name="T3" fmla="*/ 0 h 139"/>
                  <a:gd name="T4" fmla="*/ 0 w 188"/>
                  <a:gd name="T5" fmla="*/ 0 h 139"/>
                  <a:gd name="T6" fmla="*/ 0 w 188"/>
                  <a:gd name="T7" fmla="*/ 0 h 139"/>
                  <a:gd name="T8" fmla="*/ 0 w 188"/>
                  <a:gd name="T9" fmla="*/ 0 h 139"/>
                  <a:gd name="T10" fmla="*/ 0 w 188"/>
                  <a:gd name="T11" fmla="*/ 0 h 139"/>
                  <a:gd name="T12" fmla="*/ 0 w 188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8"/>
                  <a:gd name="T22" fmla="*/ 0 h 139"/>
                  <a:gd name="T23" fmla="*/ 188 w 188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8" h="139">
                    <a:moveTo>
                      <a:pt x="170" y="139"/>
                    </a:moveTo>
                    <a:lnTo>
                      <a:pt x="179" y="83"/>
                    </a:lnTo>
                    <a:lnTo>
                      <a:pt x="188" y="27"/>
                    </a:lnTo>
                    <a:lnTo>
                      <a:pt x="18" y="0"/>
                    </a:lnTo>
                    <a:lnTo>
                      <a:pt x="9" y="56"/>
                    </a:lnTo>
                    <a:lnTo>
                      <a:pt x="0" y="112"/>
                    </a:lnTo>
                    <a:lnTo>
                      <a:pt x="170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6" name="Freeform 888">
                <a:extLst>
                  <a:ext uri="{FF2B5EF4-FFF2-40B4-BE49-F238E27FC236}">
                    <a16:creationId xmlns:a16="http://schemas.microsoft.com/office/drawing/2014/main" id="{E9434F8D-AA1C-9CE3-E6C0-AE8249981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5" y="2979"/>
                <a:ext cx="26" cy="20"/>
              </a:xfrm>
              <a:custGeom>
                <a:avLst/>
                <a:gdLst>
                  <a:gd name="T0" fmla="*/ 0 w 188"/>
                  <a:gd name="T1" fmla="*/ 0 h 139"/>
                  <a:gd name="T2" fmla="*/ 0 w 188"/>
                  <a:gd name="T3" fmla="*/ 0 h 139"/>
                  <a:gd name="T4" fmla="*/ 0 w 188"/>
                  <a:gd name="T5" fmla="*/ 0 h 139"/>
                  <a:gd name="T6" fmla="*/ 0 w 188"/>
                  <a:gd name="T7" fmla="*/ 0 h 139"/>
                  <a:gd name="T8" fmla="*/ 0 w 188"/>
                  <a:gd name="T9" fmla="*/ 0 h 139"/>
                  <a:gd name="T10" fmla="*/ 0 w 188"/>
                  <a:gd name="T11" fmla="*/ 0 h 139"/>
                  <a:gd name="T12" fmla="*/ 0 w 188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8"/>
                  <a:gd name="T22" fmla="*/ 0 h 139"/>
                  <a:gd name="T23" fmla="*/ 188 w 188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8" h="139">
                    <a:moveTo>
                      <a:pt x="170" y="139"/>
                    </a:moveTo>
                    <a:lnTo>
                      <a:pt x="179" y="83"/>
                    </a:lnTo>
                    <a:lnTo>
                      <a:pt x="188" y="27"/>
                    </a:lnTo>
                    <a:lnTo>
                      <a:pt x="18" y="0"/>
                    </a:lnTo>
                    <a:lnTo>
                      <a:pt x="9" y="56"/>
                    </a:lnTo>
                    <a:lnTo>
                      <a:pt x="0" y="112"/>
                    </a:lnTo>
                    <a:lnTo>
                      <a:pt x="170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7" name="Freeform 889">
                <a:extLst>
                  <a:ext uri="{FF2B5EF4-FFF2-40B4-BE49-F238E27FC236}">
                    <a16:creationId xmlns:a16="http://schemas.microsoft.com/office/drawing/2014/main" id="{B04A2035-B7B1-B112-013D-686988124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6" y="2979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0" y="56"/>
                    </a:moveTo>
                    <a:lnTo>
                      <a:pt x="9" y="0"/>
                    </a:lnTo>
                    <a:lnTo>
                      <a:pt x="6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" name="Line 890">
                <a:extLst>
                  <a:ext uri="{FF2B5EF4-FFF2-40B4-BE49-F238E27FC236}">
                    <a16:creationId xmlns:a16="http://schemas.microsoft.com/office/drawing/2014/main" id="{66B8ED87-17E3-7D2C-EA17-F9395C891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7" y="29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" name="Freeform 891">
                <a:extLst>
                  <a:ext uri="{FF2B5EF4-FFF2-40B4-BE49-F238E27FC236}">
                    <a16:creationId xmlns:a16="http://schemas.microsoft.com/office/drawing/2014/main" id="{FE716295-08E2-8CEF-1C4C-DDB147358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26" cy="18"/>
              </a:xfrm>
              <a:custGeom>
                <a:avLst/>
                <a:gdLst>
                  <a:gd name="T0" fmla="*/ 0 w 182"/>
                  <a:gd name="T1" fmla="*/ 0 h 129"/>
                  <a:gd name="T2" fmla="*/ 0 w 182"/>
                  <a:gd name="T3" fmla="*/ 0 h 129"/>
                  <a:gd name="T4" fmla="*/ 0 w 182"/>
                  <a:gd name="T5" fmla="*/ 0 h 129"/>
                  <a:gd name="T6" fmla="*/ 0 w 182"/>
                  <a:gd name="T7" fmla="*/ 0 h 129"/>
                  <a:gd name="T8" fmla="*/ 0 w 182"/>
                  <a:gd name="T9" fmla="*/ 0 h 129"/>
                  <a:gd name="T10" fmla="*/ 0 w 182"/>
                  <a:gd name="T11" fmla="*/ 0 h 129"/>
                  <a:gd name="T12" fmla="*/ 0 w 18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2"/>
                  <a:gd name="T22" fmla="*/ 0 h 129"/>
                  <a:gd name="T23" fmla="*/ 182 w 18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2" h="129">
                    <a:moveTo>
                      <a:pt x="170" y="129"/>
                    </a:moveTo>
                    <a:lnTo>
                      <a:pt x="176" y="73"/>
                    </a:lnTo>
                    <a:lnTo>
                      <a:pt x="182" y="17"/>
                    </a:lnTo>
                    <a:lnTo>
                      <a:pt x="11" y="0"/>
                    </a:lnTo>
                    <a:lnTo>
                      <a:pt x="5" y="56"/>
                    </a:lnTo>
                    <a:lnTo>
                      <a:pt x="0" y="112"/>
                    </a:lnTo>
                    <a:lnTo>
                      <a:pt x="170" y="1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" name="Freeform 892">
                <a:extLst>
                  <a:ext uri="{FF2B5EF4-FFF2-40B4-BE49-F238E27FC236}">
                    <a16:creationId xmlns:a16="http://schemas.microsoft.com/office/drawing/2014/main" id="{F347793D-EE8D-918A-0E73-D181AAB44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26" cy="18"/>
              </a:xfrm>
              <a:custGeom>
                <a:avLst/>
                <a:gdLst>
                  <a:gd name="T0" fmla="*/ 0 w 182"/>
                  <a:gd name="T1" fmla="*/ 0 h 129"/>
                  <a:gd name="T2" fmla="*/ 0 w 182"/>
                  <a:gd name="T3" fmla="*/ 0 h 129"/>
                  <a:gd name="T4" fmla="*/ 0 w 182"/>
                  <a:gd name="T5" fmla="*/ 0 h 129"/>
                  <a:gd name="T6" fmla="*/ 0 w 182"/>
                  <a:gd name="T7" fmla="*/ 0 h 129"/>
                  <a:gd name="T8" fmla="*/ 0 w 182"/>
                  <a:gd name="T9" fmla="*/ 0 h 129"/>
                  <a:gd name="T10" fmla="*/ 0 w 182"/>
                  <a:gd name="T11" fmla="*/ 0 h 129"/>
                  <a:gd name="T12" fmla="*/ 0 w 182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2"/>
                  <a:gd name="T22" fmla="*/ 0 h 129"/>
                  <a:gd name="T23" fmla="*/ 182 w 182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2" h="129">
                    <a:moveTo>
                      <a:pt x="170" y="129"/>
                    </a:moveTo>
                    <a:lnTo>
                      <a:pt x="176" y="73"/>
                    </a:lnTo>
                    <a:lnTo>
                      <a:pt x="182" y="17"/>
                    </a:lnTo>
                    <a:lnTo>
                      <a:pt x="11" y="0"/>
                    </a:lnTo>
                    <a:lnTo>
                      <a:pt x="5" y="56"/>
                    </a:lnTo>
                    <a:lnTo>
                      <a:pt x="0" y="112"/>
                    </a:lnTo>
                    <a:lnTo>
                      <a:pt x="170" y="12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1" name="Freeform 893">
                <a:extLst>
                  <a:ext uri="{FF2B5EF4-FFF2-40B4-BE49-F238E27FC236}">
                    <a16:creationId xmlns:a16="http://schemas.microsoft.com/office/drawing/2014/main" id="{81189658-04F4-1522-90DF-2D21BEF05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1" y="2977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56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2" name="Line 894">
                <a:extLst>
                  <a:ext uri="{FF2B5EF4-FFF2-40B4-BE49-F238E27FC236}">
                    <a16:creationId xmlns:a16="http://schemas.microsoft.com/office/drawing/2014/main" id="{F7FEADBB-36DB-E766-0AF8-1340F78FF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2" y="297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3" name="Freeform 895">
                <a:extLst>
                  <a:ext uri="{FF2B5EF4-FFF2-40B4-BE49-F238E27FC236}">
                    <a16:creationId xmlns:a16="http://schemas.microsoft.com/office/drawing/2014/main" id="{3D799CA6-A0B5-8DCF-553D-1786F1591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1" y="117"/>
                    </a:moveTo>
                    <a:lnTo>
                      <a:pt x="172" y="61"/>
                    </a:lnTo>
                    <a:lnTo>
                      <a:pt x="174" y="5"/>
                    </a:lnTo>
                    <a:lnTo>
                      <a:pt x="2" y="0"/>
                    </a:lnTo>
                    <a:lnTo>
                      <a:pt x="1" y="56"/>
                    </a:lnTo>
                    <a:lnTo>
                      <a:pt x="0" y="112"/>
                    </a:lnTo>
                    <a:lnTo>
                      <a:pt x="171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4" name="Freeform 896">
                <a:extLst>
                  <a:ext uri="{FF2B5EF4-FFF2-40B4-BE49-F238E27FC236}">
                    <a16:creationId xmlns:a16="http://schemas.microsoft.com/office/drawing/2014/main" id="{99DAD57D-3662-0A6A-2CC5-40E2CA46C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1" y="117"/>
                    </a:moveTo>
                    <a:lnTo>
                      <a:pt x="172" y="61"/>
                    </a:lnTo>
                    <a:lnTo>
                      <a:pt x="174" y="5"/>
                    </a:lnTo>
                    <a:lnTo>
                      <a:pt x="2" y="0"/>
                    </a:lnTo>
                    <a:lnTo>
                      <a:pt x="1" y="56"/>
                    </a:lnTo>
                    <a:lnTo>
                      <a:pt x="0" y="112"/>
                    </a:lnTo>
                    <a:lnTo>
                      <a:pt x="171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5" name="Freeform 897">
                <a:extLst>
                  <a:ext uri="{FF2B5EF4-FFF2-40B4-BE49-F238E27FC236}">
                    <a16:creationId xmlns:a16="http://schemas.microsoft.com/office/drawing/2014/main" id="{5381F426-B6EC-1AD7-D734-83794BA5C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2976"/>
                <a:ext cx="1" cy="8"/>
              </a:xfrm>
              <a:custGeom>
                <a:avLst/>
                <a:gdLst>
                  <a:gd name="T0" fmla="*/ 1 w 2"/>
                  <a:gd name="T1" fmla="*/ 0 h 56"/>
                  <a:gd name="T2" fmla="*/ 1 w 2"/>
                  <a:gd name="T3" fmla="*/ 0 h 56"/>
                  <a:gd name="T4" fmla="*/ 0 w 2"/>
                  <a:gd name="T5" fmla="*/ 0 h 56"/>
                  <a:gd name="T6" fmla="*/ 1 w 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"/>
                  <a:gd name="T13" fmla="*/ 0 h 56"/>
                  <a:gd name="T14" fmla="*/ 2 w 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" h="56">
                    <a:moveTo>
                      <a:pt x="1" y="56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6" name="Line 898">
                <a:extLst>
                  <a:ext uri="{FF2B5EF4-FFF2-40B4-BE49-F238E27FC236}">
                    <a16:creationId xmlns:a16="http://schemas.microsoft.com/office/drawing/2014/main" id="{8497A068-2D9F-49EE-DB72-7EB222A06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29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7" name="Freeform 899">
                <a:extLst>
                  <a:ext uri="{FF2B5EF4-FFF2-40B4-BE49-F238E27FC236}">
                    <a16:creationId xmlns:a16="http://schemas.microsoft.com/office/drawing/2014/main" id="{8C0DDE60-1436-605E-610F-FE01E4254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4" y="112"/>
                    </a:moveTo>
                    <a:lnTo>
                      <a:pt x="173" y="56"/>
                    </a:lnTo>
                    <a:lnTo>
                      <a:pt x="172" y="0"/>
                    </a:lnTo>
                    <a:lnTo>
                      <a:pt x="0" y="5"/>
                    </a:lnTo>
                    <a:lnTo>
                      <a:pt x="1" y="61"/>
                    </a:lnTo>
                    <a:lnTo>
                      <a:pt x="2" y="117"/>
                    </a:lnTo>
                    <a:lnTo>
                      <a:pt x="174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" name="Freeform 900">
                <a:extLst>
                  <a:ext uri="{FF2B5EF4-FFF2-40B4-BE49-F238E27FC236}">
                    <a16:creationId xmlns:a16="http://schemas.microsoft.com/office/drawing/2014/main" id="{7F50E228-07D3-CD94-B17D-F74735372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6"/>
                <a:ext cx="25" cy="17"/>
              </a:xfrm>
              <a:custGeom>
                <a:avLst/>
                <a:gdLst>
                  <a:gd name="T0" fmla="*/ 0 w 174"/>
                  <a:gd name="T1" fmla="*/ 0 h 117"/>
                  <a:gd name="T2" fmla="*/ 0 w 174"/>
                  <a:gd name="T3" fmla="*/ 0 h 117"/>
                  <a:gd name="T4" fmla="*/ 0 w 174"/>
                  <a:gd name="T5" fmla="*/ 0 h 117"/>
                  <a:gd name="T6" fmla="*/ 0 w 174"/>
                  <a:gd name="T7" fmla="*/ 0 h 117"/>
                  <a:gd name="T8" fmla="*/ 0 w 174"/>
                  <a:gd name="T9" fmla="*/ 0 h 117"/>
                  <a:gd name="T10" fmla="*/ 0 w 174"/>
                  <a:gd name="T11" fmla="*/ 0 h 117"/>
                  <a:gd name="T12" fmla="*/ 0 w 174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17"/>
                  <a:gd name="T23" fmla="*/ 174 w 174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17">
                    <a:moveTo>
                      <a:pt x="174" y="112"/>
                    </a:moveTo>
                    <a:lnTo>
                      <a:pt x="173" y="56"/>
                    </a:lnTo>
                    <a:lnTo>
                      <a:pt x="172" y="0"/>
                    </a:lnTo>
                    <a:lnTo>
                      <a:pt x="0" y="5"/>
                    </a:lnTo>
                    <a:lnTo>
                      <a:pt x="1" y="61"/>
                    </a:lnTo>
                    <a:lnTo>
                      <a:pt x="2" y="117"/>
                    </a:lnTo>
                    <a:lnTo>
                      <a:pt x="174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" name="Freeform 901">
                <a:extLst>
                  <a:ext uri="{FF2B5EF4-FFF2-40B4-BE49-F238E27FC236}">
                    <a16:creationId xmlns:a16="http://schemas.microsoft.com/office/drawing/2014/main" id="{5F2E03C7-1153-2537-3859-738C0218F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977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6" y="56"/>
                    </a:moveTo>
                    <a:lnTo>
                      <a:pt x="5" y="0"/>
                    </a:lnTo>
                    <a:lnTo>
                      <a:pt x="0" y="0"/>
                    </a:lnTo>
                    <a:lnTo>
                      <a:pt x="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" name="Line 902">
                <a:extLst>
                  <a:ext uri="{FF2B5EF4-FFF2-40B4-BE49-F238E27FC236}">
                    <a16:creationId xmlns:a16="http://schemas.microsoft.com/office/drawing/2014/main" id="{3E43355F-FA39-F4FF-45F7-E92BD528B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2" y="297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1" name="Freeform 903">
                <a:extLst>
                  <a:ext uri="{FF2B5EF4-FFF2-40B4-BE49-F238E27FC236}">
                    <a16:creationId xmlns:a16="http://schemas.microsoft.com/office/drawing/2014/main" id="{269DA8D5-27B8-EF69-682F-E46788566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7"/>
                <a:ext cx="26" cy="18"/>
              </a:xfrm>
              <a:custGeom>
                <a:avLst/>
                <a:gdLst>
                  <a:gd name="T0" fmla="*/ 0 w 183"/>
                  <a:gd name="T1" fmla="*/ 0 h 129"/>
                  <a:gd name="T2" fmla="*/ 0 w 183"/>
                  <a:gd name="T3" fmla="*/ 0 h 129"/>
                  <a:gd name="T4" fmla="*/ 0 w 183"/>
                  <a:gd name="T5" fmla="*/ 0 h 129"/>
                  <a:gd name="T6" fmla="*/ 0 w 183"/>
                  <a:gd name="T7" fmla="*/ 0 h 129"/>
                  <a:gd name="T8" fmla="*/ 0 w 183"/>
                  <a:gd name="T9" fmla="*/ 0 h 129"/>
                  <a:gd name="T10" fmla="*/ 0 w 183"/>
                  <a:gd name="T11" fmla="*/ 0 h 129"/>
                  <a:gd name="T12" fmla="*/ 0 w 183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3"/>
                  <a:gd name="T22" fmla="*/ 0 h 129"/>
                  <a:gd name="T23" fmla="*/ 183 w 183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3" h="129">
                    <a:moveTo>
                      <a:pt x="183" y="112"/>
                    </a:moveTo>
                    <a:lnTo>
                      <a:pt x="177" y="56"/>
                    </a:lnTo>
                    <a:lnTo>
                      <a:pt x="171" y="0"/>
                    </a:lnTo>
                    <a:lnTo>
                      <a:pt x="0" y="17"/>
                    </a:lnTo>
                    <a:lnTo>
                      <a:pt x="5" y="73"/>
                    </a:lnTo>
                    <a:lnTo>
                      <a:pt x="11" y="129"/>
                    </a:lnTo>
                    <a:lnTo>
                      <a:pt x="18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2" name="Freeform 904">
                <a:extLst>
                  <a:ext uri="{FF2B5EF4-FFF2-40B4-BE49-F238E27FC236}">
                    <a16:creationId xmlns:a16="http://schemas.microsoft.com/office/drawing/2014/main" id="{737B51B8-16C4-5450-F1F5-C9C217396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7"/>
                <a:ext cx="26" cy="18"/>
              </a:xfrm>
              <a:custGeom>
                <a:avLst/>
                <a:gdLst>
                  <a:gd name="T0" fmla="*/ 0 w 183"/>
                  <a:gd name="T1" fmla="*/ 0 h 129"/>
                  <a:gd name="T2" fmla="*/ 0 w 183"/>
                  <a:gd name="T3" fmla="*/ 0 h 129"/>
                  <a:gd name="T4" fmla="*/ 0 w 183"/>
                  <a:gd name="T5" fmla="*/ 0 h 129"/>
                  <a:gd name="T6" fmla="*/ 0 w 183"/>
                  <a:gd name="T7" fmla="*/ 0 h 129"/>
                  <a:gd name="T8" fmla="*/ 0 w 183"/>
                  <a:gd name="T9" fmla="*/ 0 h 129"/>
                  <a:gd name="T10" fmla="*/ 0 w 183"/>
                  <a:gd name="T11" fmla="*/ 0 h 129"/>
                  <a:gd name="T12" fmla="*/ 0 w 183"/>
                  <a:gd name="T13" fmla="*/ 0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3"/>
                  <a:gd name="T22" fmla="*/ 0 h 129"/>
                  <a:gd name="T23" fmla="*/ 183 w 183"/>
                  <a:gd name="T24" fmla="*/ 129 h 12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3" h="129">
                    <a:moveTo>
                      <a:pt x="183" y="112"/>
                    </a:moveTo>
                    <a:lnTo>
                      <a:pt x="177" y="56"/>
                    </a:lnTo>
                    <a:lnTo>
                      <a:pt x="171" y="0"/>
                    </a:lnTo>
                    <a:lnTo>
                      <a:pt x="0" y="17"/>
                    </a:lnTo>
                    <a:lnTo>
                      <a:pt x="5" y="73"/>
                    </a:lnTo>
                    <a:lnTo>
                      <a:pt x="11" y="129"/>
                    </a:lnTo>
                    <a:lnTo>
                      <a:pt x="18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3" name="Freeform 905">
                <a:extLst>
                  <a:ext uri="{FF2B5EF4-FFF2-40B4-BE49-F238E27FC236}">
                    <a16:creationId xmlns:a16="http://schemas.microsoft.com/office/drawing/2014/main" id="{9ECF4A48-76CE-11A4-1D92-9A382E4D5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7" y="2979"/>
                <a:ext cx="1" cy="8"/>
              </a:xfrm>
              <a:custGeom>
                <a:avLst/>
                <a:gdLst>
                  <a:gd name="T0" fmla="*/ 0 w 9"/>
                  <a:gd name="T1" fmla="*/ 0 h 56"/>
                  <a:gd name="T2" fmla="*/ 0 w 9"/>
                  <a:gd name="T3" fmla="*/ 0 h 56"/>
                  <a:gd name="T4" fmla="*/ 0 w 9"/>
                  <a:gd name="T5" fmla="*/ 0 h 56"/>
                  <a:gd name="T6" fmla="*/ 0 w 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56"/>
                  <a:gd name="T14" fmla="*/ 9 w 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56">
                    <a:moveTo>
                      <a:pt x="9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9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4" name="Line 906">
                <a:extLst>
                  <a:ext uri="{FF2B5EF4-FFF2-40B4-BE49-F238E27FC236}">
                    <a16:creationId xmlns:a16="http://schemas.microsoft.com/office/drawing/2014/main" id="{F4668519-8522-0B48-6F6A-EFDBB807E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7" y="29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5" name="Freeform 907">
                <a:extLst>
                  <a:ext uri="{FF2B5EF4-FFF2-40B4-BE49-F238E27FC236}">
                    <a16:creationId xmlns:a16="http://schemas.microsoft.com/office/drawing/2014/main" id="{0E2A8884-B470-60AC-2612-A533BEE5C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79"/>
                <a:ext cx="27" cy="20"/>
              </a:xfrm>
              <a:custGeom>
                <a:avLst/>
                <a:gdLst>
                  <a:gd name="T0" fmla="*/ 0 w 187"/>
                  <a:gd name="T1" fmla="*/ 0 h 139"/>
                  <a:gd name="T2" fmla="*/ 0 w 187"/>
                  <a:gd name="T3" fmla="*/ 0 h 139"/>
                  <a:gd name="T4" fmla="*/ 0 w 187"/>
                  <a:gd name="T5" fmla="*/ 0 h 139"/>
                  <a:gd name="T6" fmla="*/ 0 w 187"/>
                  <a:gd name="T7" fmla="*/ 0 h 139"/>
                  <a:gd name="T8" fmla="*/ 0 w 187"/>
                  <a:gd name="T9" fmla="*/ 0 h 139"/>
                  <a:gd name="T10" fmla="*/ 0 w 187"/>
                  <a:gd name="T11" fmla="*/ 0 h 139"/>
                  <a:gd name="T12" fmla="*/ 0 w 18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7"/>
                  <a:gd name="T22" fmla="*/ 0 h 139"/>
                  <a:gd name="T23" fmla="*/ 187 w 18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7" h="139">
                    <a:moveTo>
                      <a:pt x="187" y="112"/>
                    </a:moveTo>
                    <a:lnTo>
                      <a:pt x="178" y="56"/>
                    </a:lnTo>
                    <a:lnTo>
                      <a:pt x="169" y="0"/>
                    </a:lnTo>
                    <a:lnTo>
                      <a:pt x="0" y="27"/>
                    </a:lnTo>
                    <a:lnTo>
                      <a:pt x="9" y="83"/>
                    </a:lnTo>
                    <a:lnTo>
                      <a:pt x="18" y="139"/>
                    </a:lnTo>
                    <a:lnTo>
                      <a:pt x="187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6" name="Freeform 908">
                <a:extLst>
                  <a:ext uri="{FF2B5EF4-FFF2-40B4-BE49-F238E27FC236}">
                    <a16:creationId xmlns:a16="http://schemas.microsoft.com/office/drawing/2014/main" id="{3A5A405D-5893-F72C-CEC4-0DE398FEE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79"/>
                <a:ext cx="27" cy="20"/>
              </a:xfrm>
              <a:custGeom>
                <a:avLst/>
                <a:gdLst>
                  <a:gd name="T0" fmla="*/ 0 w 187"/>
                  <a:gd name="T1" fmla="*/ 0 h 139"/>
                  <a:gd name="T2" fmla="*/ 0 w 187"/>
                  <a:gd name="T3" fmla="*/ 0 h 139"/>
                  <a:gd name="T4" fmla="*/ 0 w 187"/>
                  <a:gd name="T5" fmla="*/ 0 h 139"/>
                  <a:gd name="T6" fmla="*/ 0 w 187"/>
                  <a:gd name="T7" fmla="*/ 0 h 139"/>
                  <a:gd name="T8" fmla="*/ 0 w 187"/>
                  <a:gd name="T9" fmla="*/ 0 h 139"/>
                  <a:gd name="T10" fmla="*/ 0 w 187"/>
                  <a:gd name="T11" fmla="*/ 0 h 139"/>
                  <a:gd name="T12" fmla="*/ 0 w 18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7"/>
                  <a:gd name="T22" fmla="*/ 0 h 139"/>
                  <a:gd name="T23" fmla="*/ 187 w 18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7" h="139">
                    <a:moveTo>
                      <a:pt x="187" y="112"/>
                    </a:moveTo>
                    <a:lnTo>
                      <a:pt x="178" y="56"/>
                    </a:lnTo>
                    <a:lnTo>
                      <a:pt x="169" y="0"/>
                    </a:lnTo>
                    <a:lnTo>
                      <a:pt x="0" y="27"/>
                    </a:lnTo>
                    <a:lnTo>
                      <a:pt x="9" y="83"/>
                    </a:lnTo>
                    <a:lnTo>
                      <a:pt x="18" y="139"/>
                    </a:lnTo>
                    <a:lnTo>
                      <a:pt x="187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7" name="Freeform 909">
                <a:extLst>
                  <a:ext uri="{FF2B5EF4-FFF2-40B4-BE49-F238E27FC236}">
                    <a16:creationId xmlns:a16="http://schemas.microsoft.com/office/drawing/2014/main" id="{E33EE6EB-B73E-88D0-F45B-6349E2F98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983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12" y="56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8" name="Line 910">
                <a:extLst>
                  <a:ext uri="{FF2B5EF4-FFF2-40B4-BE49-F238E27FC236}">
                    <a16:creationId xmlns:a16="http://schemas.microsoft.com/office/drawing/2014/main" id="{60EDFF04-1F5B-1296-BDB6-C209FA965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42" y="29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" name="Freeform 911">
                <a:extLst>
                  <a:ext uri="{FF2B5EF4-FFF2-40B4-BE49-F238E27FC236}">
                    <a16:creationId xmlns:a16="http://schemas.microsoft.com/office/drawing/2014/main" id="{12E2B39D-AE4D-7754-4777-E7EB54C4C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3"/>
                <a:ext cx="27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92" y="110"/>
                    </a:moveTo>
                    <a:lnTo>
                      <a:pt x="180" y="55"/>
                    </a:lnTo>
                    <a:lnTo>
                      <a:pt x="168" y="0"/>
                    </a:lnTo>
                    <a:lnTo>
                      <a:pt x="0" y="37"/>
                    </a:lnTo>
                    <a:lnTo>
                      <a:pt x="13" y="92"/>
                    </a:lnTo>
                    <a:lnTo>
                      <a:pt x="25" y="147"/>
                    </a:lnTo>
                    <a:lnTo>
                      <a:pt x="192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" name="Freeform 912">
                <a:extLst>
                  <a:ext uri="{FF2B5EF4-FFF2-40B4-BE49-F238E27FC236}">
                    <a16:creationId xmlns:a16="http://schemas.microsoft.com/office/drawing/2014/main" id="{7D058A23-2FEC-2900-4A84-68EDF1774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3"/>
                <a:ext cx="27" cy="21"/>
              </a:xfrm>
              <a:custGeom>
                <a:avLst/>
                <a:gdLst>
                  <a:gd name="T0" fmla="*/ 0 w 192"/>
                  <a:gd name="T1" fmla="*/ 0 h 147"/>
                  <a:gd name="T2" fmla="*/ 0 w 192"/>
                  <a:gd name="T3" fmla="*/ 0 h 147"/>
                  <a:gd name="T4" fmla="*/ 0 w 192"/>
                  <a:gd name="T5" fmla="*/ 0 h 147"/>
                  <a:gd name="T6" fmla="*/ 0 w 192"/>
                  <a:gd name="T7" fmla="*/ 0 h 147"/>
                  <a:gd name="T8" fmla="*/ 0 w 192"/>
                  <a:gd name="T9" fmla="*/ 0 h 147"/>
                  <a:gd name="T10" fmla="*/ 0 w 192"/>
                  <a:gd name="T11" fmla="*/ 0 h 147"/>
                  <a:gd name="T12" fmla="*/ 0 w 192"/>
                  <a:gd name="T13" fmla="*/ 0 h 1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2"/>
                  <a:gd name="T22" fmla="*/ 0 h 147"/>
                  <a:gd name="T23" fmla="*/ 192 w 192"/>
                  <a:gd name="T24" fmla="*/ 147 h 1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2" h="147">
                    <a:moveTo>
                      <a:pt x="192" y="110"/>
                    </a:moveTo>
                    <a:lnTo>
                      <a:pt x="180" y="55"/>
                    </a:lnTo>
                    <a:lnTo>
                      <a:pt x="168" y="0"/>
                    </a:lnTo>
                    <a:lnTo>
                      <a:pt x="0" y="37"/>
                    </a:lnTo>
                    <a:lnTo>
                      <a:pt x="13" y="92"/>
                    </a:lnTo>
                    <a:lnTo>
                      <a:pt x="25" y="147"/>
                    </a:lnTo>
                    <a:lnTo>
                      <a:pt x="192" y="11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1" name="Freeform 913">
                <a:extLst>
                  <a:ext uri="{FF2B5EF4-FFF2-40B4-BE49-F238E27FC236}">
                    <a16:creationId xmlns:a16="http://schemas.microsoft.com/office/drawing/2014/main" id="{D8B78A7F-9A8A-BB2A-C670-EBC7590A4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2988"/>
                <a:ext cx="2" cy="8"/>
              </a:xfrm>
              <a:custGeom>
                <a:avLst/>
                <a:gdLst>
                  <a:gd name="T0" fmla="*/ 0 w 16"/>
                  <a:gd name="T1" fmla="*/ 0 h 55"/>
                  <a:gd name="T2" fmla="*/ 0 w 16"/>
                  <a:gd name="T3" fmla="*/ 0 h 55"/>
                  <a:gd name="T4" fmla="*/ 0 w 16"/>
                  <a:gd name="T5" fmla="*/ 0 h 55"/>
                  <a:gd name="T6" fmla="*/ 0 w 16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5"/>
                  <a:gd name="T14" fmla="*/ 16 w 16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5">
                    <a:moveTo>
                      <a:pt x="16" y="55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6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2" name="Line 914">
                <a:extLst>
                  <a:ext uri="{FF2B5EF4-FFF2-40B4-BE49-F238E27FC236}">
                    <a16:creationId xmlns:a16="http://schemas.microsoft.com/office/drawing/2014/main" id="{2CF50E5E-A9EE-6048-1003-015201C97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8" y="298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3" name="Freeform 915">
                <a:extLst>
                  <a:ext uri="{FF2B5EF4-FFF2-40B4-BE49-F238E27FC236}">
                    <a16:creationId xmlns:a16="http://schemas.microsoft.com/office/drawing/2014/main" id="{324BDE3C-DFA9-55F2-5C68-7765310E7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96" y="108"/>
                    </a:moveTo>
                    <a:lnTo>
                      <a:pt x="181" y="54"/>
                    </a:lnTo>
                    <a:lnTo>
                      <a:pt x="165" y="0"/>
                    </a:lnTo>
                    <a:lnTo>
                      <a:pt x="0" y="48"/>
                    </a:lnTo>
                    <a:lnTo>
                      <a:pt x="16" y="102"/>
                    </a:lnTo>
                    <a:lnTo>
                      <a:pt x="31" y="156"/>
                    </a:lnTo>
                    <a:lnTo>
                      <a:pt x="196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4" name="Freeform 916">
                <a:extLst>
                  <a:ext uri="{FF2B5EF4-FFF2-40B4-BE49-F238E27FC236}">
                    <a16:creationId xmlns:a16="http://schemas.microsoft.com/office/drawing/2014/main" id="{24680D86-A53E-6146-E02B-C0E7A8640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88"/>
                <a:ext cx="28" cy="23"/>
              </a:xfrm>
              <a:custGeom>
                <a:avLst/>
                <a:gdLst>
                  <a:gd name="T0" fmla="*/ 0 w 196"/>
                  <a:gd name="T1" fmla="*/ 0 h 156"/>
                  <a:gd name="T2" fmla="*/ 0 w 196"/>
                  <a:gd name="T3" fmla="*/ 0 h 156"/>
                  <a:gd name="T4" fmla="*/ 0 w 196"/>
                  <a:gd name="T5" fmla="*/ 0 h 156"/>
                  <a:gd name="T6" fmla="*/ 0 w 196"/>
                  <a:gd name="T7" fmla="*/ 0 h 156"/>
                  <a:gd name="T8" fmla="*/ 0 w 196"/>
                  <a:gd name="T9" fmla="*/ 0 h 156"/>
                  <a:gd name="T10" fmla="*/ 0 w 196"/>
                  <a:gd name="T11" fmla="*/ 0 h 156"/>
                  <a:gd name="T12" fmla="*/ 0 w 196"/>
                  <a:gd name="T13" fmla="*/ 0 h 1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6"/>
                  <a:gd name="T22" fmla="*/ 0 h 156"/>
                  <a:gd name="T23" fmla="*/ 196 w 196"/>
                  <a:gd name="T24" fmla="*/ 156 h 1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6" h="156">
                    <a:moveTo>
                      <a:pt x="196" y="108"/>
                    </a:moveTo>
                    <a:lnTo>
                      <a:pt x="181" y="54"/>
                    </a:lnTo>
                    <a:lnTo>
                      <a:pt x="165" y="0"/>
                    </a:lnTo>
                    <a:lnTo>
                      <a:pt x="0" y="48"/>
                    </a:lnTo>
                    <a:lnTo>
                      <a:pt x="16" y="102"/>
                    </a:lnTo>
                    <a:lnTo>
                      <a:pt x="31" y="156"/>
                    </a:lnTo>
                    <a:lnTo>
                      <a:pt x="196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5" name="Freeform 917">
                <a:extLst>
                  <a:ext uri="{FF2B5EF4-FFF2-40B4-BE49-F238E27FC236}">
                    <a16:creationId xmlns:a16="http://schemas.microsoft.com/office/drawing/2014/main" id="{787786AA-52FE-C721-2141-C62F5140E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2995"/>
                <a:ext cx="2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54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9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6" name="Line 918">
                <a:extLst>
                  <a:ext uri="{FF2B5EF4-FFF2-40B4-BE49-F238E27FC236}">
                    <a16:creationId xmlns:a16="http://schemas.microsoft.com/office/drawing/2014/main" id="{921C7B16-490C-2947-DE64-36EB49C235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4" y="29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7" name="Freeform 919">
                <a:extLst>
                  <a:ext uri="{FF2B5EF4-FFF2-40B4-BE49-F238E27FC236}">
                    <a16:creationId xmlns:a16="http://schemas.microsoft.com/office/drawing/2014/main" id="{0DA3397A-605D-389F-0352-9F49724AB3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995"/>
                <a:ext cx="29" cy="24"/>
              </a:xfrm>
              <a:custGeom>
                <a:avLst/>
                <a:gdLst>
                  <a:gd name="T0" fmla="*/ 0 w 200"/>
                  <a:gd name="T1" fmla="*/ 0 h 164"/>
                  <a:gd name="T2" fmla="*/ 0 w 200"/>
                  <a:gd name="T3" fmla="*/ 0 h 164"/>
                  <a:gd name="T4" fmla="*/ 0 w 200"/>
                  <a:gd name="T5" fmla="*/ 0 h 164"/>
                  <a:gd name="T6" fmla="*/ 0 w 200"/>
                  <a:gd name="T7" fmla="*/ 0 h 164"/>
                  <a:gd name="T8" fmla="*/ 0 w 200"/>
                  <a:gd name="T9" fmla="*/ 0 h 164"/>
                  <a:gd name="T10" fmla="*/ 0 w 200"/>
                  <a:gd name="T11" fmla="*/ 0 h 164"/>
                  <a:gd name="T12" fmla="*/ 0 w 200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"/>
                  <a:gd name="T22" fmla="*/ 0 h 164"/>
                  <a:gd name="T23" fmla="*/ 200 w 200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" h="164">
                    <a:moveTo>
                      <a:pt x="200" y="106"/>
                    </a:moveTo>
                    <a:lnTo>
                      <a:pt x="181" y="53"/>
                    </a:lnTo>
                    <a:lnTo>
                      <a:pt x="162" y="0"/>
                    </a:lnTo>
                    <a:lnTo>
                      <a:pt x="0" y="59"/>
                    </a:lnTo>
                    <a:lnTo>
                      <a:pt x="19" y="111"/>
                    </a:lnTo>
                    <a:lnTo>
                      <a:pt x="38" y="164"/>
                    </a:lnTo>
                    <a:lnTo>
                      <a:pt x="200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8" name="Freeform 920">
                <a:extLst>
                  <a:ext uri="{FF2B5EF4-FFF2-40B4-BE49-F238E27FC236}">
                    <a16:creationId xmlns:a16="http://schemas.microsoft.com/office/drawing/2014/main" id="{318563EF-3376-F3CD-5451-3F6037B73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995"/>
                <a:ext cx="29" cy="24"/>
              </a:xfrm>
              <a:custGeom>
                <a:avLst/>
                <a:gdLst>
                  <a:gd name="T0" fmla="*/ 0 w 200"/>
                  <a:gd name="T1" fmla="*/ 0 h 164"/>
                  <a:gd name="T2" fmla="*/ 0 w 200"/>
                  <a:gd name="T3" fmla="*/ 0 h 164"/>
                  <a:gd name="T4" fmla="*/ 0 w 200"/>
                  <a:gd name="T5" fmla="*/ 0 h 164"/>
                  <a:gd name="T6" fmla="*/ 0 w 200"/>
                  <a:gd name="T7" fmla="*/ 0 h 164"/>
                  <a:gd name="T8" fmla="*/ 0 w 200"/>
                  <a:gd name="T9" fmla="*/ 0 h 164"/>
                  <a:gd name="T10" fmla="*/ 0 w 200"/>
                  <a:gd name="T11" fmla="*/ 0 h 164"/>
                  <a:gd name="T12" fmla="*/ 0 w 200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"/>
                  <a:gd name="T22" fmla="*/ 0 h 164"/>
                  <a:gd name="T23" fmla="*/ 200 w 200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" h="164">
                    <a:moveTo>
                      <a:pt x="200" y="106"/>
                    </a:moveTo>
                    <a:lnTo>
                      <a:pt x="181" y="53"/>
                    </a:lnTo>
                    <a:lnTo>
                      <a:pt x="162" y="0"/>
                    </a:lnTo>
                    <a:lnTo>
                      <a:pt x="0" y="59"/>
                    </a:lnTo>
                    <a:lnTo>
                      <a:pt x="19" y="111"/>
                    </a:lnTo>
                    <a:lnTo>
                      <a:pt x="38" y="164"/>
                    </a:lnTo>
                    <a:lnTo>
                      <a:pt x="200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" name="Freeform 921">
                <a:extLst>
                  <a:ext uri="{FF2B5EF4-FFF2-40B4-BE49-F238E27FC236}">
                    <a16:creationId xmlns:a16="http://schemas.microsoft.com/office/drawing/2014/main" id="{8AC1E7EB-3158-F322-4A25-E858BDF1C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3004"/>
                <a:ext cx="3" cy="7"/>
              </a:xfrm>
              <a:custGeom>
                <a:avLst/>
                <a:gdLst>
                  <a:gd name="T0" fmla="*/ 0 w 22"/>
                  <a:gd name="T1" fmla="*/ 0 h 52"/>
                  <a:gd name="T2" fmla="*/ 0 w 22"/>
                  <a:gd name="T3" fmla="*/ 0 h 52"/>
                  <a:gd name="T4" fmla="*/ 0 w 22"/>
                  <a:gd name="T5" fmla="*/ 0 h 52"/>
                  <a:gd name="T6" fmla="*/ 0 w 22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2"/>
                  <a:gd name="T14" fmla="*/ 22 w 22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2">
                    <a:moveTo>
                      <a:pt x="22" y="52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22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" name="Line 922">
                <a:extLst>
                  <a:ext uri="{FF2B5EF4-FFF2-40B4-BE49-F238E27FC236}">
                    <a16:creationId xmlns:a16="http://schemas.microsoft.com/office/drawing/2014/main" id="{AAD17846-D24E-E332-899C-9AE118762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70" y="30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" name="Freeform 923">
                <a:extLst>
                  <a:ext uri="{FF2B5EF4-FFF2-40B4-BE49-F238E27FC236}">
                    <a16:creationId xmlns:a16="http://schemas.microsoft.com/office/drawing/2014/main" id="{461ABF3D-43FD-C382-AFD1-E0A45EA06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3004"/>
                <a:ext cx="28" cy="24"/>
              </a:xfrm>
              <a:custGeom>
                <a:avLst/>
                <a:gdLst>
                  <a:gd name="T0" fmla="*/ 0 w 202"/>
                  <a:gd name="T1" fmla="*/ 0 h 171"/>
                  <a:gd name="T2" fmla="*/ 0 w 202"/>
                  <a:gd name="T3" fmla="*/ 0 h 171"/>
                  <a:gd name="T4" fmla="*/ 0 w 202"/>
                  <a:gd name="T5" fmla="*/ 0 h 171"/>
                  <a:gd name="T6" fmla="*/ 0 w 202"/>
                  <a:gd name="T7" fmla="*/ 0 h 171"/>
                  <a:gd name="T8" fmla="*/ 0 w 202"/>
                  <a:gd name="T9" fmla="*/ 0 h 171"/>
                  <a:gd name="T10" fmla="*/ 0 w 202"/>
                  <a:gd name="T11" fmla="*/ 0 h 171"/>
                  <a:gd name="T12" fmla="*/ 0 w 202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171"/>
                  <a:gd name="T23" fmla="*/ 202 w 202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171">
                    <a:moveTo>
                      <a:pt x="202" y="103"/>
                    </a:moveTo>
                    <a:lnTo>
                      <a:pt x="179" y="51"/>
                    </a:lnTo>
                    <a:lnTo>
                      <a:pt x="157" y="0"/>
                    </a:lnTo>
                    <a:lnTo>
                      <a:pt x="0" y="68"/>
                    </a:lnTo>
                    <a:lnTo>
                      <a:pt x="22" y="120"/>
                    </a:lnTo>
                    <a:lnTo>
                      <a:pt x="44" y="171"/>
                    </a:lnTo>
                    <a:lnTo>
                      <a:pt x="202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" name="Freeform 924">
                <a:extLst>
                  <a:ext uri="{FF2B5EF4-FFF2-40B4-BE49-F238E27FC236}">
                    <a16:creationId xmlns:a16="http://schemas.microsoft.com/office/drawing/2014/main" id="{31BABA15-3400-8A1B-E13B-9130A4473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3004"/>
                <a:ext cx="28" cy="24"/>
              </a:xfrm>
              <a:custGeom>
                <a:avLst/>
                <a:gdLst>
                  <a:gd name="T0" fmla="*/ 0 w 202"/>
                  <a:gd name="T1" fmla="*/ 0 h 171"/>
                  <a:gd name="T2" fmla="*/ 0 w 202"/>
                  <a:gd name="T3" fmla="*/ 0 h 171"/>
                  <a:gd name="T4" fmla="*/ 0 w 202"/>
                  <a:gd name="T5" fmla="*/ 0 h 171"/>
                  <a:gd name="T6" fmla="*/ 0 w 202"/>
                  <a:gd name="T7" fmla="*/ 0 h 171"/>
                  <a:gd name="T8" fmla="*/ 0 w 202"/>
                  <a:gd name="T9" fmla="*/ 0 h 171"/>
                  <a:gd name="T10" fmla="*/ 0 w 202"/>
                  <a:gd name="T11" fmla="*/ 0 h 171"/>
                  <a:gd name="T12" fmla="*/ 0 w 202"/>
                  <a:gd name="T13" fmla="*/ 0 h 1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171"/>
                  <a:gd name="T23" fmla="*/ 202 w 202"/>
                  <a:gd name="T24" fmla="*/ 171 h 17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171">
                    <a:moveTo>
                      <a:pt x="202" y="103"/>
                    </a:moveTo>
                    <a:lnTo>
                      <a:pt x="179" y="51"/>
                    </a:lnTo>
                    <a:lnTo>
                      <a:pt x="157" y="0"/>
                    </a:lnTo>
                    <a:lnTo>
                      <a:pt x="0" y="68"/>
                    </a:lnTo>
                    <a:lnTo>
                      <a:pt x="22" y="120"/>
                    </a:lnTo>
                    <a:lnTo>
                      <a:pt x="44" y="171"/>
                    </a:lnTo>
                    <a:lnTo>
                      <a:pt x="202" y="1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" name="Freeform 925">
                <a:extLst>
                  <a:ext uri="{FF2B5EF4-FFF2-40B4-BE49-F238E27FC236}">
                    <a16:creationId xmlns:a16="http://schemas.microsoft.com/office/drawing/2014/main" id="{4F6C8429-EB10-45A3-3020-3F6B93B1C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7" y="3014"/>
                <a:ext cx="4" cy="7"/>
              </a:xfrm>
              <a:custGeom>
                <a:avLst/>
                <a:gdLst>
                  <a:gd name="T0" fmla="*/ 0 w 26"/>
                  <a:gd name="T1" fmla="*/ 0 h 52"/>
                  <a:gd name="T2" fmla="*/ 0 w 26"/>
                  <a:gd name="T3" fmla="*/ 0 h 52"/>
                  <a:gd name="T4" fmla="*/ 0 w 26"/>
                  <a:gd name="T5" fmla="*/ 0 h 52"/>
                  <a:gd name="T6" fmla="*/ 0 w 26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"/>
                  <a:gd name="T13" fmla="*/ 0 h 52"/>
                  <a:gd name="T14" fmla="*/ 26 w 26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" h="52">
                    <a:moveTo>
                      <a:pt x="26" y="52"/>
                    </a:moveTo>
                    <a:lnTo>
                      <a:pt x="4" y="0"/>
                    </a:lnTo>
                    <a:lnTo>
                      <a:pt x="0" y="1"/>
                    </a:lnTo>
                    <a:lnTo>
                      <a:pt x="26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" name="Line 926">
                <a:extLst>
                  <a:ext uri="{FF2B5EF4-FFF2-40B4-BE49-F238E27FC236}">
                    <a16:creationId xmlns:a16="http://schemas.microsoft.com/office/drawing/2014/main" id="{B5A210D2-8DE8-8BBB-490D-0B3BD55C2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47" y="3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" name="Freeform 927">
                <a:extLst>
                  <a:ext uri="{FF2B5EF4-FFF2-40B4-BE49-F238E27FC236}">
                    <a16:creationId xmlns:a16="http://schemas.microsoft.com/office/drawing/2014/main" id="{06991421-11AA-E110-6628-3DCEEDC8C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14"/>
                <a:ext cx="29" cy="25"/>
              </a:xfrm>
              <a:custGeom>
                <a:avLst/>
                <a:gdLst>
                  <a:gd name="T0" fmla="*/ 0 w 206"/>
                  <a:gd name="T1" fmla="*/ 0 h 179"/>
                  <a:gd name="T2" fmla="*/ 0 w 206"/>
                  <a:gd name="T3" fmla="*/ 0 h 179"/>
                  <a:gd name="T4" fmla="*/ 0 w 206"/>
                  <a:gd name="T5" fmla="*/ 0 h 179"/>
                  <a:gd name="T6" fmla="*/ 0 w 206"/>
                  <a:gd name="T7" fmla="*/ 0 h 179"/>
                  <a:gd name="T8" fmla="*/ 0 w 206"/>
                  <a:gd name="T9" fmla="*/ 0 h 179"/>
                  <a:gd name="T10" fmla="*/ 0 w 206"/>
                  <a:gd name="T11" fmla="*/ 0 h 179"/>
                  <a:gd name="T12" fmla="*/ 0 w 206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79"/>
                  <a:gd name="T23" fmla="*/ 206 w 206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79">
                    <a:moveTo>
                      <a:pt x="206" y="101"/>
                    </a:moveTo>
                    <a:lnTo>
                      <a:pt x="180" y="51"/>
                    </a:lnTo>
                    <a:lnTo>
                      <a:pt x="154" y="0"/>
                    </a:lnTo>
                    <a:lnTo>
                      <a:pt x="0" y="78"/>
                    </a:lnTo>
                    <a:lnTo>
                      <a:pt x="26" y="128"/>
                    </a:lnTo>
                    <a:lnTo>
                      <a:pt x="52" y="179"/>
                    </a:lnTo>
                    <a:lnTo>
                      <a:pt x="206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" name="Freeform 928">
                <a:extLst>
                  <a:ext uri="{FF2B5EF4-FFF2-40B4-BE49-F238E27FC236}">
                    <a16:creationId xmlns:a16="http://schemas.microsoft.com/office/drawing/2014/main" id="{33A9365B-1EDD-5CBF-FC63-E4D0328FF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14"/>
                <a:ext cx="29" cy="25"/>
              </a:xfrm>
              <a:custGeom>
                <a:avLst/>
                <a:gdLst>
                  <a:gd name="T0" fmla="*/ 0 w 206"/>
                  <a:gd name="T1" fmla="*/ 0 h 179"/>
                  <a:gd name="T2" fmla="*/ 0 w 206"/>
                  <a:gd name="T3" fmla="*/ 0 h 179"/>
                  <a:gd name="T4" fmla="*/ 0 w 206"/>
                  <a:gd name="T5" fmla="*/ 0 h 179"/>
                  <a:gd name="T6" fmla="*/ 0 w 206"/>
                  <a:gd name="T7" fmla="*/ 0 h 179"/>
                  <a:gd name="T8" fmla="*/ 0 w 206"/>
                  <a:gd name="T9" fmla="*/ 0 h 179"/>
                  <a:gd name="T10" fmla="*/ 0 w 206"/>
                  <a:gd name="T11" fmla="*/ 0 h 179"/>
                  <a:gd name="T12" fmla="*/ 0 w 206"/>
                  <a:gd name="T13" fmla="*/ 0 h 1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79"/>
                  <a:gd name="T23" fmla="*/ 206 w 206"/>
                  <a:gd name="T24" fmla="*/ 179 h 17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79">
                    <a:moveTo>
                      <a:pt x="206" y="101"/>
                    </a:moveTo>
                    <a:lnTo>
                      <a:pt x="180" y="51"/>
                    </a:lnTo>
                    <a:lnTo>
                      <a:pt x="154" y="0"/>
                    </a:lnTo>
                    <a:lnTo>
                      <a:pt x="0" y="78"/>
                    </a:lnTo>
                    <a:lnTo>
                      <a:pt x="26" y="128"/>
                    </a:lnTo>
                    <a:lnTo>
                      <a:pt x="52" y="179"/>
                    </a:lnTo>
                    <a:lnTo>
                      <a:pt x="206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7" name="Freeform 929">
                <a:extLst>
                  <a:ext uri="{FF2B5EF4-FFF2-40B4-BE49-F238E27FC236}">
                    <a16:creationId xmlns:a16="http://schemas.microsoft.com/office/drawing/2014/main" id="{424743B9-6D7D-FBC9-D62E-79048041D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3025"/>
                <a:ext cx="4" cy="7"/>
              </a:xfrm>
              <a:custGeom>
                <a:avLst/>
                <a:gdLst>
                  <a:gd name="T0" fmla="*/ 0 w 29"/>
                  <a:gd name="T1" fmla="*/ 0 h 50"/>
                  <a:gd name="T2" fmla="*/ 0 w 29"/>
                  <a:gd name="T3" fmla="*/ 0 h 50"/>
                  <a:gd name="T4" fmla="*/ 0 w 29"/>
                  <a:gd name="T5" fmla="*/ 0 h 50"/>
                  <a:gd name="T6" fmla="*/ 0 w 29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0"/>
                  <a:gd name="T14" fmla="*/ 29 w 29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0">
                    <a:moveTo>
                      <a:pt x="29" y="50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29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" name="Line 930">
                <a:extLst>
                  <a:ext uri="{FF2B5EF4-FFF2-40B4-BE49-F238E27FC236}">
                    <a16:creationId xmlns:a16="http://schemas.microsoft.com/office/drawing/2014/main" id="{DA206AB8-A55D-BA4F-4657-06F8A6173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5" y="30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" name="Freeform 931">
                <a:extLst>
                  <a:ext uri="{FF2B5EF4-FFF2-40B4-BE49-F238E27FC236}">
                    <a16:creationId xmlns:a16="http://schemas.microsoft.com/office/drawing/2014/main" id="{12132FB8-8885-E534-33B9-523413EE4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25"/>
                <a:ext cx="30" cy="27"/>
              </a:xfrm>
              <a:custGeom>
                <a:avLst/>
                <a:gdLst>
                  <a:gd name="T0" fmla="*/ 0 w 206"/>
                  <a:gd name="T1" fmla="*/ 0 h 184"/>
                  <a:gd name="T2" fmla="*/ 0 w 206"/>
                  <a:gd name="T3" fmla="*/ 0 h 184"/>
                  <a:gd name="T4" fmla="*/ 0 w 206"/>
                  <a:gd name="T5" fmla="*/ 0 h 184"/>
                  <a:gd name="T6" fmla="*/ 0 w 206"/>
                  <a:gd name="T7" fmla="*/ 0 h 184"/>
                  <a:gd name="T8" fmla="*/ 0 w 206"/>
                  <a:gd name="T9" fmla="*/ 0 h 184"/>
                  <a:gd name="T10" fmla="*/ 0 w 206"/>
                  <a:gd name="T11" fmla="*/ 0 h 184"/>
                  <a:gd name="T12" fmla="*/ 0 w 206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84"/>
                  <a:gd name="T23" fmla="*/ 206 w 206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84">
                    <a:moveTo>
                      <a:pt x="206" y="96"/>
                    </a:moveTo>
                    <a:lnTo>
                      <a:pt x="177" y="48"/>
                    </a:lnTo>
                    <a:lnTo>
                      <a:pt x="148" y="0"/>
                    </a:lnTo>
                    <a:lnTo>
                      <a:pt x="0" y="87"/>
                    </a:lnTo>
                    <a:lnTo>
                      <a:pt x="29" y="136"/>
                    </a:lnTo>
                    <a:lnTo>
                      <a:pt x="58" y="184"/>
                    </a:lnTo>
                    <a:lnTo>
                      <a:pt x="20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" name="Freeform 932">
                <a:extLst>
                  <a:ext uri="{FF2B5EF4-FFF2-40B4-BE49-F238E27FC236}">
                    <a16:creationId xmlns:a16="http://schemas.microsoft.com/office/drawing/2014/main" id="{3635BBE0-94C8-D096-318F-23A8B8D37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25"/>
                <a:ext cx="30" cy="27"/>
              </a:xfrm>
              <a:custGeom>
                <a:avLst/>
                <a:gdLst>
                  <a:gd name="T0" fmla="*/ 0 w 206"/>
                  <a:gd name="T1" fmla="*/ 0 h 184"/>
                  <a:gd name="T2" fmla="*/ 0 w 206"/>
                  <a:gd name="T3" fmla="*/ 0 h 184"/>
                  <a:gd name="T4" fmla="*/ 0 w 206"/>
                  <a:gd name="T5" fmla="*/ 0 h 184"/>
                  <a:gd name="T6" fmla="*/ 0 w 206"/>
                  <a:gd name="T7" fmla="*/ 0 h 184"/>
                  <a:gd name="T8" fmla="*/ 0 w 206"/>
                  <a:gd name="T9" fmla="*/ 0 h 184"/>
                  <a:gd name="T10" fmla="*/ 0 w 206"/>
                  <a:gd name="T11" fmla="*/ 0 h 184"/>
                  <a:gd name="T12" fmla="*/ 0 w 206"/>
                  <a:gd name="T13" fmla="*/ 0 h 1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6"/>
                  <a:gd name="T22" fmla="*/ 0 h 184"/>
                  <a:gd name="T23" fmla="*/ 206 w 206"/>
                  <a:gd name="T24" fmla="*/ 184 h 1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6" h="184">
                    <a:moveTo>
                      <a:pt x="206" y="96"/>
                    </a:moveTo>
                    <a:lnTo>
                      <a:pt x="177" y="48"/>
                    </a:lnTo>
                    <a:lnTo>
                      <a:pt x="148" y="0"/>
                    </a:lnTo>
                    <a:lnTo>
                      <a:pt x="0" y="87"/>
                    </a:lnTo>
                    <a:lnTo>
                      <a:pt x="29" y="136"/>
                    </a:lnTo>
                    <a:lnTo>
                      <a:pt x="58" y="184"/>
                    </a:lnTo>
                    <a:lnTo>
                      <a:pt x="206" y="9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" name="Freeform 933">
                <a:extLst>
                  <a:ext uri="{FF2B5EF4-FFF2-40B4-BE49-F238E27FC236}">
                    <a16:creationId xmlns:a16="http://schemas.microsoft.com/office/drawing/2014/main" id="{5005CAB2-29B5-4E5D-0286-0FF2C65BA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3" y="3038"/>
                <a:ext cx="5" cy="7"/>
              </a:xfrm>
              <a:custGeom>
                <a:avLst/>
                <a:gdLst>
                  <a:gd name="T0" fmla="*/ 0 w 31"/>
                  <a:gd name="T1" fmla="*/ 0 h 49"/>
                  <a:gd name="T2" fmla="*/ 0 w 31"/>
                  <a:gd name="T3" fmla="*/ 0 h 49"/>
                  <a:gd name="T4" fmla="*/ 0 w 31"/>
                  <a:gd name="T5" fmla="*/ 0 h 49"/>
                  <a:gd name="T6" fmla="*/ 0 w 31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49"/>
                  <a:gd name="T14" fmla="*/ 31 w 31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49">
                    <a:moveTo>
                      <a:pt x="31" y="49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31" y="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" name="Line 934">
                <a:extLst>
                  <a:ext uri="{FF2B5EF4-FFF2-40B4-BE49-F238E27FC236}">
                    <a16:creationId xmlns:a16="http://schemas.microsoft.com/office/drawing/2014/main" id="{BADD901C-2922-7554-9716-377C4EB7B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3" y="303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" name="Freeform 935">
                <a:extLst>
                  <a:ext uri="{FF2B5EF4-FFF2-40B4-BE49-F238E27FC236}">
                    <a16:creationId xmlns:a16="http://schemas.microsoft.com/office/drawing/2014/main" id="{C100F167-8F31-420E-762C-A3ECD029A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3038"/>
                <a:ext cx="29" cy="27"/>
              </a:xfrm>
              <a:custGeom>
                <a:avLst/>
                <a:gdLst>
                  <a:gd name="T0" fmla="*/ 0 w 205"/>
                  <a:gd name="T1" fmla="*/ 0 h 190"/>
                  <a:gd name="T2" fmla="*/ 0 w 205"/>
                  <a:gd name="T3" fmla="*/ 0 h 190"/>
                  <a:gd name="T4" fmla="*/ 0 w 205"/>
                  <a:gd name="T5" fmla="*/ 0 h 190"/>
                  <a:gd name="T6" fmla="*/ 0 w 205"/>
                  <a:gd name="T7" fmla="*/ 0 h 190"/>
                  <a:gd name="T8" fmla="*/ 0 w 205"/>
                  <a:gd name="T9" fmla="*/ 0 h 190"/>
                  <a:gd name="T10" fmla="*/ 0 w 205"/>
                  <a:gd name="T11" fmla="*/ 0 h 190"/>
                  <a:gd name="T12" fmla="*/ 0 w 205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0"/>
                  <a:gd name="T23" fmla="*/ 205 w 205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0">
                    <a:moveTo>
                      <a:pt x="205" y="94"/>
                    </a:moveTo>
                    <a:lnTo>
                      <a:pt x="173" y="47"/>
                    </a:lnTo>
                    <a:lnTo>
                      <a:pt x="142" y="0"/>
                    </a:lnTo>
                    <a:lnTo>
                      <a:pt x="0" y="96"/>
                    </a:lnTo>
                    <a:lnTo>
                      <a:pt x="32" y="143"/>
                    </a:lnTo>
                    <a:lnTo>
                      <a:pt x="63" y="190"/>
                    </a:lnTo>
                    <a:lnTo>
                      <a:pt x="205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" name="Freeform 936">
                <a:extLst>
                  <a:ext uri="{FF2B5EF4-FFF2-40B4-BE49-F238E27FC236}">
                    <a16:creationId xmlns:a16="http://schemas.microsoft.com/office/drawing/2014/main" id="{40F2B76A-DE28-9372-439F-74E441E8F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3038"/>
                <a:ext cx="29" cy="27"/>
              </a:xfrm>
              <a:custGeom>
                <a:avLst/>
                <a:gdLst>
                  <a:gd name="T0" fmla="*/ 0 w 205"/>
                  <a:gd name="T1" fmla="*/ 0 h 190"/>
                  <a:gd name="T2" fmla="*/ 0 w 205"/>
                  <a:gd name="T3" fmla="*/ 0 h 190"/>
                  <a:gd name="T4" fmla="*/ 0 w 205"/>
                  <a:gd name="T5" fmla="*/ 0 h 190"/>
                  <a:gd name="T6" fmla="*/ 0 w 205"/>
                  <a:gd name="T7" fmla="*/ 0 h 190"/>
                  <a:gd name="T8" fmla="*/ 0 w 205"/>
                  <a:gd name="T9" fmla="*/ 0 h 190"/>
                  <a:gd name="T10" fmla="*/ 0 w 205"/>
                  <a:gd name="T11" fmla="*/ 0 h 190"/>
                  <a:gd name="T12" fmla="*/ 0 w 205"/>
                  <a:gd name="T13" fmla="*/ 0 h 1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0"/>
                  <a:gd name="T23" fmla="*/ 205 w 205"/>
                  <a:gd name="T24" fmla="*/ 190 h 1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0">
                    <a:moveTo>
                      <a:pt x="205" y="94"/>
                    </a:moveTo>
                    <a:lnTo>
                      <a:pt x="173" y="47"/>
                    </a:lnTo>
                    <a:lnTo>
                      <a:pt x="142" y="0"/>
                    </a:lnTo>
                    <a:lnTo>
                      <a:pt x="0" y="96"/>
                    </a:lnTo>
                    <a:lnTo>
                      <a:pt x="32" y="143"/>
                    </a:lnTo>
                    <a:lnTo>
                      <a:pt x="63" y="190"/>
                    </a:lnTo>
                    <a:lnTo>
                      <a:pt x="205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" name="Freeform 937">
                <a:extLst>
                  <a:ext uri="{FF2B5EF4-FFF2-40B4-BE49-F238E27FC236}">
                    <a16:creationId xmlns:a16="http://schemas.microsoft.com/office/drawing/2014/main" id="{F1F5B26D-156D-A795-C8B1-5E8472F53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2" y="3052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47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3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" name="Line 938">
                <a:extLst>
                  <a:ext uri="{FF2B5EF4-FFF2-40B4-BE49-F238E27FC236}">
                    <a16:creationId xmlns:a16="http://schemas.microsoft.com/office/drawing/2014/main" id="{5D361A7E-A1C8-9860-C131-7EC2EDB47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2" y="305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" name="Freeform 939">
                <a:extLst>
                  <a:ext uri="{FF2B5EF4-FFF2-40B4-BE49-F238E27FC236}">
                    <a16:creationId xmlns:a16="http://schemas.microsoft.com/office/drawing/2014/main" id="{B9E9AA7A-B4D2-8B91-42D8-C695F0F4B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29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205" y="90"/>
                    </a:moveTo>
                    <a:lnTo>
                      <a:pt x="171" y="45"/>
                    </a:lnTo>
                    <a:lnTo>
                      <a:pt x="136" y="0"/>
                    </a:lnTo>
                    <a:lnTo>
                      <a:pt x="0" y="106"/>
                    </a:lnTo>
                    <a:lnTo>
                      <a:pt x="35" y="151"/>
                    </a:lnTo>
                    <a:lnTo>
                      <a:pt x="70" y="196"/>
                    </a:lnTo>
                    <a:lnTo>
                      <a:pt x="205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8" name="Freeform 940">
                <a:extLst>
                  <a:ext uri="{FF2B5EF4-FFF2-40B4-BE49-F238E27FC236}">
                    <a16:creationId xmlns:a16="http://schemas.microsoft.com/office/drawing/2014/main" id="{46A9BC2A-104C-1E72-B3E5-547E062C8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52"/>
                <a:ext cx="29" cy="28"/>
              </a:xfrm>
              <a:custGeom>
                <a:avLst/>
                <a:gdLst>
                  <a:gd name="T0" fmla="*/ 0 w 205"/>
                  <a:gd name="T1" fmla="*/ 0 h 196"/>
                  <a:gd name="T2" fmla="*/ 0 w 205"/>
                  <a:gd name="T3" fmla="*/ 0 h 196"/>
                  <a:gd name="T4" fmla="*/ 0 w 205"/>
                  <a:gd name="T5" fmla="*/ 0 h 196"/>
                  <a:gd name="T6" fmla="*/ 0 w 205"/>
                  <a:gd name="T7" fmla="*/ 0 h 196"/>
                  <a:gd name="T8" fmla="*/ 0 w 205"/>
                  <a:gd name="T9" fmla="*/ 0 h 196"/>
                  <a:gd name="T10" fmla="*/ 0 w 205"/>
                  <a:gd name="T11" fmla="*/ 0 h 196"/>
                  <a:gd name="T12" fmla="*/ 0 w 205"/>
                  <a:gd name="T13" fmla="*/ 0 h 19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5"/>
                  <a:gd name="T22" fmla="*/ 0 h 196"/>
                  <a:gd name="T23" fmla="*/ 205 w 205"/>
                  <a:gd name="T24" fmla="*/ 196 h 19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5" h="196">
                    <a:moveTo>
                      <a:pt x="205" y="90"/>
                    </a:moveTo>
                    <a:lnTo>
                      <a:pt x="171" y="45"/>
                    </a:lnTo>
                    <a:lnTo>
                      <a:pt x="136" y="0"/>
                    </a:lnTo>
                    <a:lnTo>
                      <a:pt x="0" y="106"/>
                    </a:lnTo>
                    <a:lnTo>
                      <a:pt x="35" y="151"/>
                    </a:lnTo>
                    <a:lnTo>
                      <a:pt x="70" y="196"/>
                    </a:lnTo>
                    <a:lnTo>
                      <a:pt x="205" y="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" name="Freeform 941">
                <a:extLst>
                  <a:ext uri="{FF2B5EF4-FFF2-40B4-BE49-F238E27FC236}">
                    <a16:creationId xmlns:a16="http://schemas.microsoft.com/office/drawing/2014/main" id="{331C3129-ABE5-800E-7175-B2EE8EAD6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3" y="3067"/>
                <a:ext cx="5" cy="7"/>
              </a:xfrm>
              <a:custGeom>
                <a:avLst/>
                <a:gdLst>
                  <a:gd name="T0" fmla="*/ 0 w 37"/>
                  <a:gd name="T1" fmla="*/ 0 h 45"/>
                  <a:gd name="T2" fmla="*/ 0 w 37"/>
                  <a:gd name="T3" fmla="*/ 0 h 45"/>
                  <a:gd name="T4" fmla="*/ 0 w 37"/>
                  <a:gd name="T5" fmla="*/ 0 h 45"/>
                  <a:gd name="T6" fmla="*/ 0 w 37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5"/>
                  <a:gd name="T14" fmla="*/ 37 w 37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5">
                    <a:moveTo>
                      <a:pt x="37" y="45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37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" name="Line 942">
                <a:extLst>
                  <a:ext uri="{FF2B5EF4-FFF2-40B4-BE49-F238E27FC236}">
                    <a16:creationId xmlns:a16="http://schemas.microsoft.com/office/drawing/2014/main" id="{F9EF6709-AE95-8D26-1A6F-11CB754E5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3" y="306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1" name="Freeform 943">
                <a:extLst>
                  <a:ext uri="{FF2B5EF4-FFF2-40B4-BE49-F238E27FC236}">
                    <a16:creationId xmlns:a16="http://schemas.microsoft.com/office/drawing/2014/main" id="{6D7A34CD-6095-0399-8E7B-92F16035F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203" y="85"/>
                    </a:moveTo>
                    <a:lnTo>
                      <a:pt x="166" y="43"/>
                    </a:lnTo>
                    <a:lnTo>
                      <a:pt x="129" y="0"/>
                    </a:lnTo>
                    <a:lnTo>
                      <a:pt x="0" y="113"/>
                    </a:lnTo>
                    <a:lnTo>
                      <a:pt x="37" y="156"/>
                    </a:lnTo>
                    <a:lnTo>
                      <a:pt x="74" y="199"/>
                    </a:lnTo>
                    <a:lnTo>
                      <a:pt x="203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" name="Freeform 944">
                <a:extLst>
                  <a:ext uri="{FF2B5EF4-FFF2-40B4-BE49-F238E27FC236}">
                    <a16:creationId xmlns:a16="http://schemas.microsoft.com/office/drawing/2014/main" id="{2319D6ED-6D3E-204C-5ADA-98FB696E7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67"/>
                <a:ext cx="29" cy="29"/>
              </a:xfrm>
              <a:custGeom>
                <a:avLst/>
                <a:gdLst>
                  <a:gd name="T0" fmla="*/ 0 w 203"/>
                  <a:gd name="T1" fmla="*/ 0 h 199"/>
                  <a:gd name="T2" fmla="*/ 0 w 203"/>
                  <a:gd name="T3" fmla="*/ 0 h 199"/>
                  <a:gd name="T4" fmla="*/ 0 w 203"/>
                  <a:gd name="T5" fmla="*/ 0 h 199"/>
                  <a:gd name="T6" fmla="*/ 0 w 203"/>
                  <a:gd name="T7" fmla="*/ 0 h 199"/>
                  <a:gd name="T8" fmla="*/ 0 w 203"/>
                  <a:gd name="T9" fmla="*/ 0 h 199"/>
                  <a:gd name="T10" fmla="*/ 0 w 203"/>
                  <a:gd name="T11" fmla="*/ 0 h 199"/>
                  <a:gd name="T12" fmla="*/ 0 w 203"/>
                  <a:gd name="T13" fmla="*/ 0 h 1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3"/>
                  <a:gd name="T22" fmla="*/ 0 h 199"/>
                  <a:gd name="T23" fmla="*/ 203 w 203"/>
                  <a:gd name="T24" fmla="*/ 199 h 19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3" h="199">
                    <a:moveTo>
                      <a:pt x="203" y="85"/>
                    </a:moveTo>
                    <a:lnTo>
                      <a:pt x="166" y="43"/>
                    </a:lnTo>
                    <a:lnTo>
                      <a:pt x="129" y="0"/>
                    </a:lnTo>
                    <a:lnTo>
                      <a:pt x="0" y="113"/>
                    </a:lnTo>
                    <a:lnTo>
                      <a:pt x="37" y="156"/>
                    </a:lnTo>
                    <a:lnTo>
                      <a:pt x="74" y="199"/>
                    </a:lnTo>
                    <a:lnTo>
                      <a:pt x="203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3" name="Freeform 945">
                <a:extLst>
                  <a:ext uri="{FF2B5EF4-FFF2-40B4-BE49-F238E27FC236}">
                    <a16:creationId xmlns:a16="http://schemas.microsoft.com/office/drawing/2014/main" id="{A42BC3BC-B27E-6D72-3D14-1DE0AA689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3084"/>
                <a:ext cx="6" cy="6"/>
              </a:xfrm>
              <a:custGeom>
                <a:avLst/>
                <a:gdLst>
                  <a:gd name="T0" fmla="*/ 0 w 41"/>
                  <a:gd name="T1" fmla="*/ 0 h 43"/>
                  <a:gd name="T2" fmla="*/ 0 w 41"/>
                  <a:gd name="T3" fmla="*/ 0 h 43"/>
                  <a:gd name="T4" fmla="*/ 0 w 41"/>
                  <a:gd name="T5" fmla="*/ 0 h 43"/>
                  <a:gd name="T6" fmla="*/ 0 w 41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3"/>
                  <a:gd name="T14" fmla="*/ 41 w 41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3">
                    <a:moveTo>
                      <a:pt x="41" y="4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41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4" name="Line 946">
                <a:extLst>
                  <a:ext uri="{FF2B5EF4-FFF2-40B4-BE49-F238E27FC236}">
                    <a16:creationId xmlns:a16="http://schemas.microsoft.com/office/drawing/2014/main" id="{4FF4E8A7-C404-195D-2619-41E49D406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4" y="30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5" name="Freeform 947">
                <a:extLst>
                  <a:ext uri="{FF2B5EF4-FFF2-40B4-BE49-F238E27FC236}">
                    <a16:creationId xmlns:a16="http://schemas.microsoft.com/office/drawing/2014/main" id="{926E84B2-DD50-09EF-926F-F626CFFE3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202" y="80"/>
                    </a:moveTo>
                    <a:lnTo>
                      <a:pt x="162" y="40"/>
                    </a:lnTo>
                    <a:lnTo>
                      <a:pt x="121" y="0"/>
                    </a:lnTo>
                    <a:lnTo>
                      <a:pt x="0" y="122"/>
                    </a:lnTo>
                    <a:lnTo>
                      <a:pt x="41" y="162"/>
                    </a:lnTo>
                    <a:lnTo>
                      <a:pt x="81" y="203"/>
                    </a:lnTo>
                    <a:lnTo>
                      <a:pt x="202" y="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6" name="Freeform 948">
                <a:extLst>
                  <a:ext uri="{FF2B5EF4-FFF2-40B4-BE49-F238E27FC236}">
                    <a16:creationId xmlns:a16="http://schemas.microsoft.com/office/drawing/2014/main" id="{7E46AE99-8266-D2BC-9481-AE0D44050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084"/>
                <a:ext cx="29" cy="29"/>
              </a:xfrm>
              <a:custGeom>
                <a:avLst/>
                <a:gdLst>
                  <a:gd name="T0" fmla="*/ 0 w 202"/>
                  <a:gd name="T1" fmla="*/ 0 h 203"/>
                  <a:gd name="T2" fmla="*/ 0 w 202"/>
                  <a:gd name="T3" fmla="*/ 0 h 203"/>
                  <a:gd name="T4" fmla="*/ 0 w 202"/>
                  <a:gd name="T5" fmla="*/ 0 h 203"/>
                  <a:gd name="T6" fmla="*/ 0 w 202"/>
                  <a:gd name="T7" fmla="*/ 0 h 203"/>
                  <a:gd name="T8" fmla="*/ 0 w 202"/>
                  <a:gd name="T9" fmla="*/ 0 h 203"/>
                  <a:gd name="T10" fmla="*/ 0 w 202"/>
                  <a:gd name="T11" fmla="*/ 0 h 203"/>
                  <a:gd name="T12" fmla="*/ 0 w 20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2"/>
                  <a:gd name="T22" fmla="*/ 0 h 203"/>
                  <a:gd name="T23" fmla="*/ 202 w 20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2" h="203">
                    <a:moveTo>
                      <a:pt x="202" y="80"/>
                    </a:moveTo>
                    <a:lnTo>
                      <a:pt x="162" y="40"/>
                    </a:lnTo>
                    <a:lnTo>
                      <a:pt x="121" y="0"/>
                    </a:lnTo>
                    <a:lnTo>
                      <a:pt x="0" y="122"/>
                    </a:lnTo>
                    <a:lnTo>
                      <a:pt x="41" y="162"/>
                    </a:lnTo>
                    <a:lnTo>
                      <a:pt x="81" y="203"/>
                    </a:lnTo>
                    <a:lnTo>
                      <a:pt x="202" y="8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7" name="Freeform 949">
                <a:extLst>
                  <a:ext uri="{FF2B5EF4-FFF2-40B4-BE49-F238E27FC236}">
                    <a16:creationId xmlns:a16="http://schemas.microsoft.com/office/drawing/2014/main" id="{C406BA52-52CA-B53D-2F41-64E376377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6" y="3101"/>
                <a:ext cx="6" cy="6"/>
              </a:xfrm>
              <a:custGeom>
                <a:avLst/>
                <a:gdLst>
                  <a:gd name="T0" fmla="*/ 0 w 43"/>
                  <a:gd name="T1" fmla="*/ 0 h 40"/>
                  <a:gd name="T2" fmla="*/ 0 w 43"/>
                  <a:gd name="T3" fmla="*/ 0 h 40"/>
                  <a:gd name="T4" fmla="*/ 0 w 43"/>
                  <a:gd name="T5" fmla="*/ 0 h 40"/>
                  <a:gd name="T6" fmla="*/ 0 w 43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40"/>
                  <a:gd name="T14" fmla="*/ 43 w 43"/>
                  <a:gd name="T15" fmla="*/ 40 h 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40">
                    <a:moveTo>
                      <a:pt x="43" y="4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43" y="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8" name="Line 950">
                <a:extLst>
                  <a:ext uri="{FF2B5EF4-FFF2-40B4-BE49-F238E27FC236}">
                    <a16:creationId xmlns:a16="http://schemas.microsoft.com/office/drawing/2014/main" id="{7393904F-C1FA-470C-FAEA-83AB67D7D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6" y="310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9" name="Freeform 951">
                <a:extLst>
                  <a:ext uri="{FF2B5EF4-FFF2-40B4-BE49-F238E27FC236}">
                    <a16:creationId xmlns:a16="http://schemas.microsoft.com/office/drawing/2014/main" id="{030ED9F2-9B2B-49B2-3E69-D22DD2DF4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02"/>
                <a:ext cx="28" cy="29"/>
              </a:xfrm>
              <a:custGeom>
                <a:avLst/>
                <a:gdLst>
                  <a:gd name="T0" fmla="*/ 0 w 198"/>
                  <a:gd name="T1" fmla="*/ 0 h 203"/>
                  <a:gd name="T2" fmla="*/ 0 w 198"/>
                  <a:gd name="T3" fmla="*/ 0 h 203"/>
                  <a:gd name="T4" fmla="*/ 0 w 198"/>
                  <a:gd name="T5" fmla="*/ 0 h 203"/>
                  <a:gd name="T6" fmla="*/ 0 w 198"/>
                  <a:gd name="T7" fmla="*/ 0 h 203"/>
                  <a:gd name="T8" fmla="*/ 0 w 198"/>
                  <a:gd name="T9" fmla="*/ 0 h 203"/>
                  <a:gd name="T10" fmla="*/ 0 w 198"/>
                  <a:gd name="T11" fmla="*/ 0 h 203"/>
                  <a:gd name="T12" fmla="*/ 0 w 198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"/>
                  <a:gd name="T22" fmla="*/ 0 h 203"/>
                  <a:gd name="T23" fmla="*/ 198 w 198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8" h="203">
                    <a:moveTo>
                      <a:pt x="198" y="74"/>
                    </a:moveTo>
                    <a:lnTo>
                      <a:pt x="156" y="37"/>
                    </a:lnTo>
                    <a:lnTo>
                      <a:pt x="113" y="0"/>
                    </a:lnTo>
                    <a:lnTo>
                      <a:pt x="0" y="129"/>
                    </a:lnTo>
                    <a:lnTo>
                      <a:pt x="42" y="166"/>
                    </a:lnTo>
                    <a:lnTo>
                      <a:pt x="85" y="203"/>
                    </a:lnTo>
                    <a:lnTo>
                      <a:pt x="198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" name="Freeform 952">
                <a:extLst>
                  <a:ext uri="{FF2B5EF4-FFF2-40B4-BE49-F238E27FC236}">
                    <a16:creationId xmlns:a16="http://schemas.microsoft.com/office/drawing/2014/main" id="{48B759A0-1FA7-C861-3150-2BC9FD26A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02"/>
                <a:ext cx="28" cy="29"/>
              </a:xfrm>
              <a:custGeom>
                <a:avLst/>
                <a:gdLst>
                  <a:gd name="T0" fmla="*/ 0 w 198"/>
                  <a:gd name="T1" fmla="*/ 0 h 203"/>
                  <a:gd name="T2" fmla="*/ 0 w 198"/>
                  <a:gd name="T3" fmla="*/ 0 h 203"/>
                  <a:gd name="T4" fmla="*/ 0 w 198"/>
                  <a:gd name="T5" fmla="*/ 0 h 203"/>
                  <a:gd name="T6" fmla="*/ 0 w 198"/>
                  <a:gd name="T7" fmla="*/ 0 h 203"/>
                  <a:gd name="T8" fmla="*/ 0 w 198"/>
                  <a:gd name="T9" fmla="*/ 0 h 203"/>
                  <a:gd name="T10" fmla="*/ 0 w 198"/>
                  <a:gd name="T11" fmla="*/ 0 h 203"/>
                  <a:gd name="T12" fmla="*/ 0 w 198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8"/>
                  <a:gd name="T22" fmla="*/ 0 h 203"/>
                  <a:gd name="T23" fmla="*/ 198 w 198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8" h="203">
                    <a:moveTo>
                      <a:pt x="198" y="74"/>
                    </a:moveTo>
                    <a:lnTo>
                      <a:pt x="156" y="37"/>
                    </a:lnTo>
                    <a:lnTo>
                      <a:pt x="113" y="0"/>
                    </a:lnTo>
                    <a:lnTo>
                      <a:pt x="0" y="129"/>
                    </a:lnTo>
                    <a:lnTo>
                      <a:pt x="42" y="166"/>
                    </a:lnTo>
                    <a:lnTo>
                      <a:pt x="85" y="203"/>
                    </a:lnTo>
                    <a:lnTo>
                      <a:pt x="198" y="7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" name="Freeform 953">
                <a:extLst>
                  <a:ext uri="{FF2B5EF4-FFF2-40B4-BE49-F238E27FC236}">
                    <a16:creationId xmlns:a16="http://schemas.microsoft.com/office/drawing/2014/main" id="{C659FA53-651F-C9A2-0757-A17D7C627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3120"/>
                <a:ext cx="6" cy="6"/>
              </a:xfrm>
              <a:custGeom>
                <a:avLst/>
                <a:gdLst>
                  <a:gd name="T0" fmla="*/ 0 w 45"/>
                  <a:gd name="T1" fmla="*/ 0 h 37"/>
                  <a:gd name="T2" fmla="*/ 0 w 45"/>
                  <a:gd name="T3" fmla="*/ 0 h 37"/>
                  <a:gd name="T4" fmla="*/ 0 w 45"/>
                  <a:gd name="T5" fmla="*/ 0 h 37"/>
                  <a:gd name="T6" fmla="*/ 0 w 45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7"/>
                  <a:gd name="T14" fmla="*/ 45 w 45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7">
                    <a:moveTo>
                      <a:pt x="45" y="37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45" y="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2" name="Line 954">
                <a:extLst>
                  <a:ext uri="{FF2B5EF4-FFF2-40B4-BE49-F238E27FC236}">
                    <a16:creationId xmlns:a16="http://schemas.microsoft.com/office/drawing/2014/main" id="{ADB3A3E0-BB46-E5BC-4AC9-664CAC584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0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3" name="Freeform 955">
                <a:extLst>
                  <a:ext uri="{FF2B5EF4-FFF2-40B4-BE49-F238E27FC236}">
                    <a16:creationId xmlns:a16="http://schemas.microsoft.com/office/drawing/2014/main" id="{3EAE8CF0-8862-0882-1A9C-388427212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121"/>
                <a:ext cx="27" cy="29"/>
              </a:xfrm>
              <a:custGeom>
                <a:avLst/>
                <a:gdLst>
                  <a:gd name="T0" fmla="*/ 0 w 195"/>
                  <a:gd name="T1" fmla="*/ 0 h 205"/>
                  <a:gd name="T2" fmla="*/ 0 w 195"/>
                  <a:gd name="T3" fmla="*/ 0 h 205"/>
                  <a:gd name="T4" fmla="*/ 0 w 195"/>
                  <a:gd name="T5" fmla="*/ 0 h 205"/>
                  <a:gd name="T6" fmla="*/ 0 w 195"/>
                  <a:gd name="T7" fmla="*/ 0 h 205"/>
                  <a:gd name="T8" fmla="*/ 0 w 195"/>
                  <a:gd name="T9" fmla="*/ 0 h 205"/>
                  <a:gd name="T10" fmla="*/ 0 w 195"/>
                  <a:gd name="T11" fmla="*/ 0 h 205"/>
                  <a:gd name="T12" fmla="*/ 0 w 195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5"/>
                  <a:gd name="T22" fmla="*/ 0 h 205"/>
                  <a:gd name="T23" fmla="*/ 195 w 195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5" h="205">
                    <a:moveTo>
                      <a:pt x="195" y="69"/>
                    </a:moveTo>
                    <a:lnTo>
                      <a:pt x="150" y="34"/>
                    </a:lnTo>
                    <a:lnTo>
                      <a:pt x="105" y="0"/>
                    </a:lnTo>
                    <a:lnTo>
                      <a:pt x="0" y="135"/>
                    </a:lnTo>
                    <a:lnTo>
                      <a:pt x="45" y="170"/>
                    </a:lnTo>
                    <a:lnTo>
                      <a:pt x="90" y="205"/>
                    </a:lnTo>
                    <a:lnTo>
                      <a:pt x="195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4" name="Freeform 956">
                <a:extLst>
                  <a:ext uri="{FF2B5EF4-FFF2-40B4-BE49-F238E27FC236}">
                    <a16:creationId xmlns:a16="http://schemas.microsoft.com/office/drawing/2014/main" id="{5DE58E58-1CB8-AA27-5BC4-A3EB32372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5" y="3121"/>
                <a:ext cx="27" cy="29"/>
              </a:xfrm>
              <a:custGeom>
                <a:avLst/>
                <a:gdLst>
                  <a:gd name="T0" fmla="*/ 0 w 195"/>
                  <a:gd name="T1" fmla="*/ 0 h 205"/>
                  <a:gd name="T2" fmla="*/ 0 w 195"/>
                  <a:gd name="T3" fmla="*/ 0 h 205"/>
                  <a:gd name="T4" fmla="*/ 0 w 195"/>
                  <a:gd name="T5" fmla="*/ 0 h 205"/>
                  <a:gd name="T6" fmla="*/ 0 w 195"/>
                  <a:gd name="T7" fmla="*/ 0 h 205"/>
                  <a:gd name="T8" fmla="*/ 0 w 195"/>
                  <a:gd name="T9" fmla="*/ 0 h 205"/>
                  <a:gd name="T10" fmla="*/ 0 w 195"/>
                  <a:gd name="T11" fmla="*/ 0 h 205"/>
                  <a:gd name="T12" fmla="*/ 0 w 195"/>
                  <a:gd name="T13" fmla="*/ 0 h 2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5"/>
                  <a:gd name="T22" fmla="*/ 0 h 205"/>
                  <a:gd name="T23" fmla="*/ 195 w 195"/>
                  <a:gd name="T24" fmla="*/ 205 h 2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5" h="205">
                    <a:moveTo>
                      <a:pt x="195" y="69"/>
                    </a:moveTo>
                    <a:lnTo>
                      <a:pt x="150" y="34"/>
                    </a:lnTo>
                    <a:lnTo>
                      <a:pt x="105" y="0"/>
                    </a:lnTo>
                    <a:lnTo>
                      <a:pt x="0" y="135"/>
                    </a:lnTo>
                    <a:lnTo>
                      <a:pt x="45" y="170"/>
                    </a:lnTo>
                    <a:lnTo>
                      <a:pt x="90" y="205"/>
                    </a:lnTo>
                    <a:lnTo>
                      <a:pt x="195" y="6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5" name="Freeform 957">
                <a:extLst>
                  <a:ext uri="{FF2B5EF4-FFF2-40B4-BE49-F238E27FC236}">
                    <a16:creationId xmlns:a16="http://schemas.microsoft.com/office/drawing/2014/main" id="{3EA4C6ED-4D71-E211-AD45-C56195BF6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" y="3140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35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7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6" name="Line 958">
                <a:extLst>
                  <a:ext uri="{FF2B5EF4-FFF2-40B4-BE49-F238E27FC236}">
                    <a16:creationId xmlns:a16="http://schemas.microsoft.com/office/drawing/2014/main" id="{B8A3D88A-84F2-F8EE-A157-0E9C25BFA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94" y="3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7" name="Freeform 959">
                <a:extLst>
                  <a:ext uri="{FF2B5EF4-FFF2-40B4-BE49-F238E27FC236}">
                    <a16:creationId xmlns:a16="http://schemas.microsoft.com/office/drawing/2014/main" id="{11EFBF4C-2FBA-6400-DABD-F7DC67530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41"/>
                <a:ext cx="28" cy="29"/>
              </a:xfrm>
              <a:custGeom>
                <a:avLst/>
                <a:gdLst>
                  <a:gd name="T0" fmla="*/ 0 w 191"/>
                  <a:gd name="T1" fmla="*/ 0 h 204"/>
                  <a:gd name="T2" fmla="*/ 0 w 191"/>
                  <a:gd name="T3" fmla="*/ 0 h 204"/>
                  <a:gd name="T4" fmla="*/ 0 w 191"/>
                  <a:gd name="T5" fmla="*/ 0 h 204"/>
                  <a:gd name="T6" fmla="*/ 0 w 191"/>
                  <a:gd name="T7" fmla="*/ 0 h 204"/>
                  <a:gd name="T8" fmla="*/ 0 w 191"/>
                  <a:gd name="T9" fmla="*/ 0 h 204"/>
                  <a:gd name="T10" fmla="*/ 0 w 191"/>
                  <a:gd name="T11" fmla="*/ 0 h 204"/>
                  <a:gd name="T12" fmla="*/ 0 w 191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1"/>
                  <a:gd name="T22" fmla="*/ 0 h 204"/>
                  <a:gd name="T23" fmla="*/ 191 w 191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1" h="204">
                    <a:moveTo>
                      <a:pt x="191" y="63"/>
                    </a:moveTo>
                    <a:lnTo>
                      <a:pt x="144" y="31"/>
                    </a:lnTo>
                    <a:lnTo>
                      <a:pt x="97" y="0"/>
                    </a:lnTo>
                    <a:lnTo>
                      <a:pt x="0" y="141"/>
                    </a:lnTo>
                    <a:lnTo>
                      <a:pt x="47" y="173"/>
                    </a:lnTo>
                    <a:lnTo>
                      <a:pt x="94" y="204"/>
                    </a:lnTo>
                    <a:lnTo>
                      <a:pt x="191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8" name="Freeform 960">
                <a:extLst>
                  <a:ext uri="{FF2B5EF4-FFF2-40B4-BE49-F238E27FC236}">
                    <a16:creationId xmlns:a16="http://schemas.microsoft.com/office/drawing/2014/main" id="{D6D76384-BB17-4504-E37B-0F747FC8B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41"/>
                <a:ext cx="28" cy="29"/>
              </a:xfrm>
              <a:custGeom>
                <a:avLst/>
                <a:gdLst>
                  <a:gd name="T0" fmla="*/ 0 w 191"/>
                  <a:gd name="T1" fmla="*/ 0 h 204"/>
                  <a:gd name="T2" fmla="*/ 0 w 191"/>
                  <a:gd name="T3" fmla="*/ 0 h 204"/>
                  <a:gd name="T4" fmla="*/ 0 w 191"/>
                  <a:gd name="T5" fmla="*/ 0 h 204"/>
                  <a:gd name="T6" fmla="*/ 0 w 191"/>
                  <a:gd name="T7" fmla="*/ 0 h 204"/>
                  <a:gd name="T8" fmla="*/ 0 w 191"/>
                  <a:gd name="T9" fmla="*/ 0 h 204"/>
                  <a:gd name="T10" fmla="*/ 0 w 191"/>
                  <a:gd name="T11" fmla="*/ 0 h 204"/>
                  <a:gd name="T12" fmla="*/ 0 w 191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1"/>
                  <a:gd name="T22" fmla="*/ 0 h 204"/>
                  <a:gd name="T23" fmla="*/ 191 w 191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1" h="204">
                    <a:moveTo>
                      <a:pt x="191" y="63"/>
                    </a:moveTo>
                    <a:lnTo>
                      <a:pt x="144" y="31"/>
                    </a:lnTo>
                    <a:lnTo>
                      <a:pt x="97" y="0"/>
                    </a:lnTo>
                    <a:lnTo>
                      <a:pt x="0" y="141"/>
                    </a:lnTo>
                    <a:lnTo>
                      <a:pt x="47" y="173"/>
                    </a:lnTo>
                    <a:lnTo>
                      <a:pt x="94" y="204"/>
                    </a:lnTo>
                    <a:lnTo>
                      <a:pt x="191" y="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9" name="Freeform 961">
                <a:extLst>
                  <a:ext uri="{FF2B5EF4-FFF2-40B4-BE49-F238E27FC236}">
                    <a16:creationId xmlns:a16="http://schemas.microsoft.com/office/drawing/2014/main" id="{F25D23CD-712A-107D-D105-DEA6B551C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3161"/>
                <a:ext cx="7" cy="4"/>
              </a:xfrm>
              <a:custGeom>
                <a:avLst/>
                <a:gdLst>
                  <a:gd name="T0" fmla="*/ 0 w 48"/>
                  <a:gd name="T1" fmla="*/ 0 h 32"/>
                  <a:gd name="T2" fmla="*/ 0 w 48"/>
                  <a:gd name="T3" fmla="*/ 0 h 32"/>
                  <a:gd name="T4" fmla="*/ 0 w 48"/>
                  <a:gd name="T5" fmla="*/ 0 h 32"/>
                  <a:gd name="T6" fmla="*/ 0 w 48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32"/>
                  <a:gd name="T14" fmla="*/ 48 w 48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32">
                    <a:moveTo>
                      <a:pt x="48" y="32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48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0" name="Line 962">
                <a:extLst>
                  <a:ext uri="{FF2B5EF4-FFF2-40B4-BE49-F238E27FC236}">
                    <a16:creationId xmlns:a16="http://schemas.microsoft.com/office/drawing/2014/main" id="{5573E184-5FA8-E7E7-8154-BDFCDF270C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0" y="31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1" name="Freeform 963">
                <a:extLst>
                  <a:ext uri="{FF2B5EF4-FFF2-40B4-BE49-F238E27FC236}">
                    <a16:creationId xmlns:a16="http://schemas.microsoft.com/office/drawing/2014/main" id="{CD47EFB7-0A52-8D92-52C7-EB774A346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184" y="59"/>
                    </a:moveTo>
                    <a:lnTo>
                      <a:pt x="136" y="30"/>
                    </a:lnTo>
                    <a:lnTo>
                      <a:pt x="88" y="0"/>
                    </a:lnTo>
                    <a:lnTo>
                      <a:pt x="0" y="148"/>
                    </a:lnTo>
                    <a:lnTo>
                      <a:pt x="49" y="178"/>
                    </a:lnTo>
                    <a:lnTo>
                      <a:pt x="97" y="207"/>
                    </a:lnTo>
                    <a:lnTo>
                      <a:pt x="184" y="5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2" name="Freeform 964">
                <a:extLst>
                  <a:ext uri="{FF2B5EF4-FFF2-40B4-BE49-F238E27FC236}">
                    <a16:creationId xmlns:a16="http://schemas.microsoft.com/office/drawing/2014/main" id="{F87BE340-A8DE-83C3-6816-3C0DC736E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3161"/>
                <a:ext cx="26" cy="30"/>
              </a:xfrm>
              <a:custGeom>
                <a:avLst/>
                <a:gdLst>
                  <a:gd name="T0" fmla="*/ 0 w 184"/>
                  <a:gd name="T1" fmla="*/ 0 h 207"/>
                  <a:gd name="T2" fmla="*/ 0 w 184"/>
                  <a:gd name="T3" fmla="*/ 0 h 207"/>
                  <a:gd name="T4" fmla="*/ 0 w 184"/>
                  <a:gd name="T5" fmla="*/ 0 h 207"/>
                  <a:gd name="T6" fmla="*/ 0 w 184"/>
                  <a:gd name="T7" fmla="*/ 0 h 207"/>
                  <a:gd name="T8" fmla="*/ 0 w 184"/>
                  <a:gd name="T9" fmla="*/ 0 h 207"/>
                  <a:gd name="T10" fmla="*/ 0 w 184"/>
                  <a:gd name="T11" fmla="*/ 0 h 207"/>
                  <a:gd name="T12" fmla="*/ 0 w 184"/>
                  <a:gd name="T13" fmla="*/ 0 h 20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4"/>
                  <a:gd name="T22" fmla="*/ 0 h 207"/>
                  <a:gd name="T23" fmla="*/ 184 w 184"/>
                  <a:gd name="T24" fmla="*/ 207 h 20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4" h="207">
                    <a:moveTo>
                      <a:pt x="184" y="59"/>
                    </a:moveTo>
                    <a:lnTo>
                      <a:pt x="136" y="30"/>
                    </a:lnTo>
                    <a:lnTo>
                      <a:pt x="88" y="0"/>
                    </a:lnTo>
                    <a:lnTo>
                      <a:pt x="0" y="148"/>
                    </a:lnTo>
                    <a:lnTo>
                      <a:pt x="49" y="178"/>
                    </a:lnTo>
                    <a:lnTo>
                      <a:pt x="97" y="207"/>
                    </a:lnTo>
                    <a:lnTo>
                      <a:pt x="184" y="5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3" name="Freeform 965">
                <a:extLst>
                  <a:ext uri="{FF2B5EF4-FFF2-40B4-BE49-F238E27FC236}">
                    <a16:creationId xmlns:a16="http://schemas.microsoft.com/office/drawing/2014/main" id="{A8B410F9-F17F-1000-9E50-273E173D5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182"/>
                <a:ext cx="8" cy="4"/>
              </a:xfrm>
              <a:custGeom>
                <a:avLst/>
                <a:gdLst>
                  <a:gd name="T0" fmla="*/ 0 w 51"/>
                  <a:gd name="T1" fmla="*/ 0 h 30"/>
                  <a:gd name="T2" fmla="*/ 0 w 51"/>
                  <a:gd name="T3" fmla="*/ 0 h 30"/>
                  <a:gd name="T4" fmla="*/ 0 w 51"/>
                  <a:gd name="T5" fmla="*/ 0 h 30"/>
                  <a:gd name="T6" fmla="*/ 0 w 51"/>
                  <a:gd name="T7" fmla="*/ 0 h 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30"/>
                  <a:gd name="T14" fmla="*/ 51 w 51"/>
                  <a:gd name="T15" fmla="*/ 30 h 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30">
                    <a:moveTo>
                      <a:pt x="51" y="3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1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4" name="Line 966">
                <a:extLst>
                  <a:ext uri="{FF2B5EF4-FFF2-40B4-BE49-F238E27FC236}">
                    <a16:creationId xmlns:a16="http://schemas.microsoft.com/office/drawing/2014/main" id="{BCC6E317-1826-AD42-2CB4-4CB6D9F21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67" y="318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5" name="Freeform 967">
                <a:extLst>
                  <a:ext uri="{FF2B5EF4-FFF2-40B4-BE49-F238E27FC236}">
                    <a16:creationId xmlns:a16="http://schemas.microsoft.com/office/drawing/2014/main" id="{CEACDD16-67D4-57B7-1466-92C3C7D57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183"/>
                <a:ext cx="26" cy="29"/>
              </a:xfrm>
              <a:custGeom>
                <a:avLst/>
                <a:gdLst>
                  <a:gd name="T0" fmla="*/ 0 w 178"/>
                  <a:gd name="T1" fmla="*/ 0 h 204"/>
                  <a:gd name="T2" fmla="*/ 0 w 178"/>
                  <a:gd name="T3" fmla="*/ 0 h 204"/>
                  <a:gd name="T4" fmla="*/ 0 w 178"/>
                  <a:gd name="T5" fmla="*/ 0 h 204"/>
                  <a:gd name="T6" fmla="*/ 0 w 178"/>
                  <a:gd name="T7" fmla="*/ 0 h 204"/>
                  <a:gd name="T8" fmla="*/ 0 w 178"/>
                  <a:gd name="T9" fmla="*/ 0 h 204"/>
                  <a:gd name="T10" fmla="*/ 0 w 178"/>
                  <a:gd name="T11" fmla="*/ 0 h 204"/>
                  <a:gd name="T12" fmla="*/ 0 w 178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204"/>
                  <a:gd name="T23" fmla="*/ 178 w 178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204">
                    <a:moveTo>
                      <a:pt x="178" y="51"/>
                    </a:moveTo>
                    <a:lnTo>
                      <a:pt x="128" y="26"/>
                    </a:lnTo>
                    <a:lnTo>
                      <a:pt x="77" y="0"/>
                    </a:lnTo>
                    <a:lnTo>
                      <a:pt x="0" y="152"/>
                    </a:lnTo>
                    <a:lnTo>
                      <a:pt x="50" y="178"/>
                    </a:lnTo>
                    <a:lnTo>
                      <a:pt x="101" y="204"/>
                    </a:lnTo>
                    <a:lnTo>
                      <a:pt x="178" y="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id="{E912C7BF-191D-4230-5CBD-127764543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183"/>
                <a:ext cx="26" cy="29"/>
              </a:xfrm>
              <a:custGeom>
                <a:avLst/>
                <a:gdLst>
                  <a:gd name="T0" fmla="*/ 0 w 178"/>
                  <a:gd name="T1" fmla="*/ 0 h 204"/>
                  <a:gd name="T2" fmla="*/ 0 w 178"/>
                  <a:gd name="T3" fmla="*/ 0 h 204"/>
                  <a:gd name="T4" fmla="*/ 0 w 178"/>
                  <a:gd name="T5" fmla="*/ 0 h 204"/>
                  <a:gd name="T6" fmla="*/ 0 w 178"/>
                  <a:gd name="T7" fmla="*/ 0 h 204"/>
                  <a:gd name="T8" fmla="*/ 0 w 178"/>
                  <a:gd name="T9" fmla="*/ 0 h 204"/>
                  <a:gd name="T10" fmla="*/ 0 w 178"/>
                  <a:gd name="T11" fmla="*/ 0 h 204"/>
                  <a:gd name="T12" fmla="*/ 0 w 178"/>
                  <a:gd name="T13" fmla="*/ 0 h 2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204"/>
                  <a:gd name="T23" fmla="*/ 178 w 178"/>
                  <a:gd name="T24" fmla="*/ 204 h 2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204">
                    <a:moveTo>
                      <a:pt x="178" y="51"/>
                    </a:moveTo>
                    <a:lnTo>
                      <a:pt x="128" y="26"/>
                    </a:lnTo>
                    <a:lnTo>
                      <a:pt x="77" y="0"/>
                    </a:lnTo>
                    <a:lnTo>
                      <a:pt x="0" y="152"/>
                    </a:lnTo>
                    <a:lnTo>
                      <a:pt x="50" y="178"/>
                    </a:lnTo>
                    <a:lnTo>
                      <a:pt x="101" y="204"/>
                    </a:lnTo>
                    <a:lnTo>
                      <a:pt x="178" y="5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7" name="Freeform 969">
                <a:extLst>
                  <a:ext uri="{FF2B5EF4-FFF2-40B4-BE49-F238E27FC236}">
                    <a16:creationId xmlns:a16="http://schemas.microsoft.com/office/drawing/2014/main" id="{A7F0A1C9-483D-8D79-4087-FEEFF654A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3204"/>
                <a:ext cx="8" cy="4"/>
              </a:xfrm>
              <a:custGeom>
                <a:avLst/>
                <a:gdLst>
                  <a:gd name="T0" fmla="*/ 0 w 51"/>
                  <a:gd name="T1" fmla="*/ 0 h 26"/>
                  <a:gd name="T2" fmla="*/ 0 w 51"/>
                  <a:gd name="T3" fmla="*/ 0 h 26"/>
                  <a:gd name="T4" fmla="*/ 0 w 51"/>
                  <a:gd name="T5" fmla="*/ 0 h 26"/>
                  <a:gd name="T6" fmla="*/ 0 w 51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6"/>
                  <a:gd name="T14" fmla="*/ 51 w 51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6">
                    <a:moveTo>
                      <a:pt x="51" y="2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1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8" name="Line 970">
                <a:extLst>
                  <a:ext uri="{FF2B5EF4-FFF2-40B4-BE49-F238E27FC236}">
                    <a16:creationId xmlns:a16="http://schemas.microsoft.com/office/drawing/2014/main" id="{FE79888C-6EF7-4AC5-B1D6-BE37267FC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6" y="32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9" name="Freeform 971">
                <a:extLst>
                  <a:ext uri="{FF2B5EF4-FFF2-40B4-BE49-F238E27FC236}">
                    <a16:creationId xmlns:a16="http://schemas.microsoft.com/office/drawing/2014/main" id="{85F84AEE-4878-0A95-A5E7-E28B6AB10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05"/>
                <a:ext cx="25" cy="29"/>
              </a:xfrm>
              <a:custGeom>
                <a:avLst/>
                <a:gdLst>
                  <a:gd name="T0" fmla="*/ 0 w 172"/>
                  <a:gd name="T1" fmla="*/ 0 h 203"/>
                  <a:gd name="T2" fmla="*/ 0 w 172"/>
                  <a:gd name="T3" fmla="*/ 0 h 203"/>
                  <a:gd name="T4" fmla="*/ 0 w 172"/>
                  <a:gd name="T5" fmla="*/ 0 h 203"/>
                  <a:gd name="T6" fmla="*/ 0 w 172"/>
                  <a:gd name="T7" fmla="*/ 0 h 203"/>
                  <a:gd name="T8" fmla="*/ 0 w 172"/>
                  <a:gd name="T9" fmla="*/ 0 h 203"/>
                  <a:gd name="T10" fmla="*/ 0 w 172"/>
                  <a:gd name="T11" fmla="*/ 0 h 203"/>
                  <a:gd name="T12" fmla="*/ 0 w 17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203"/>
                  <a:gd name="T23" fmla="*/ 172 w 17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203">
                    <a:moveTo>
                      <a:pt x="172" y="45"/>
                    </a:moveTo>
                    <a:lnTo>
                      <a:pt x="120" y="22"/>
                    </a:lnTo>
                    <a:lnTo>
                      <a:pt x="69" y="0"/>
                    </a:lnTo>
                    <a:lnTo>
                      <a:pt x="0" y="158"/>
                    </a:lnTo>
                    <a:lnTo>
                      <a:pt x="52" y="180"/>
                    </a:lnTo>
                    <a:lnTo>
                      <a:pt x="103" y="203"/>
                    </a:lnTo>
                    <a:lnTo>
                      <a:pt x="172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0" name="Freeform 972">
                <a:extLst>
                  <a:ext uri="{FF2B5EF4-FFF2-40B4-BE49-F238E27FC236}">
                    <a16:creationId xmlns:a16="http://schemas.microsoft.com/office/drawing/2014/main" id="{F16654DE-1F6F-74ED-AEC1-C790CAF7A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05"/>
                <a:ext cx="25" cy="29"/>
              </a:xfrm>
              <a:custGeom>
                <a:avLst/>
                <a:gdLst>
                  <a:gd name="T0" fmla="*/ 0 w 172"/>
                  <a:gd name="T1" fmla="*/ 0 h 203"/>
                  <a:gd name="T2" fmla="*/ 0 w 172"/>
                  <a:gd name="T3" fmla="*/ 0 h 203"/>
                  <a:gd name="T4" fmla="*/ 0 w 172"/>
                  <a:gd name="T5" fmla="*/ 0 h 203"/>
                  <a:gd name="T6" fmla="*/ 0 w 172"/>
                  <a:gd name="T7" fmla="*/ 0 h 203"/>
                  <a:gd name="T8" fmla="*/ 0 w 172"/>
                  <a:gd name="T9" fmla="*/ 0 h 203"/>
                  <a:gd name="T10" fmla="*/ 0 w 172"/>
                  <a:gd name="T11" fmla="*/ 0 h 203"/>
                  <a:gd name="T12" fmla="*/ 0 w 172"/>
                  <a:gd name="T13" fmla="*/ 0 h 2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203"/>
                  <a:gd name="T23" fmla="*/ 172 w 172"/>
                  <a:gd name="T24" fmla="*/ 203 h 2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203">
                    <a:moveTo>
                      <a:pt x="172" y="45"/>
                    </a:moveTo>
                    <a:lnTo>
                      <a:pt x="120" y="22"/>
                    </a:lnTo>
                    <a:lnTo>
                      <a:pt x="69" y="0"/>
                    </a:lnTo>
                    <a:lnTo>
                      <a:pt x="0" y="158"/>
                    </a:lnTo>
                    <a:lnTo>
                      <a:pt x="52" y="180"/>
                    </a:lnTo>
                    <a:lnTo>
                      <a:pt x="103" y="203"/>
                    </a:lnTo>
                    <a:lnTo>
                      <a:pt x="172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" name="Freeform 973">
                <a:extLst>
                  <a:ext uri="{FF2B5EF4-FFF2-40B4-BE49-F238E27FC236}">
                    <a16:creationId xmlns:a16="http://schemas.microsoft.com/office/drawing/2014/main" id="{CD837E59-9F4F-6C8A-A89C-5484F1B9A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6" y="3228"/>
                <a:ext cx="8" cy="3"/>
              </a:xfrm>
              <a:custGeom>
                <a:avLst/>
                <a:gdLst>
                  <a:gd name="T0" fmla="*/ 0 w 53"/>
                  <a:gd name="T1" fmla="*/ 0 h 22"/>
                  <a:gd name="T2" fmla="*/ 0 w 53"/>
                  <a:gd name="T3" fmla="*/ 0 h 22"/>
                  <a:gd name="T4" fmla="*/ 0 w 53"/>
                  <a:gd name="T5" fmla="*/ 0 h 22"/>
                  <a:gd name="T6" fmla="*/ 0 w 53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2"/>
                  <a:gd name="T14" fmla="*/ 53 w 53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2">
                    <a:moveTo>
                      <a:pt x="53" y="22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3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2" name="Line 974">
                <a:extLst>
                  <a:ext uri="{FF2B5EF4-FFF2-40B4-BE49-F238E27FC236}">
                    <a16:creationId xmlns:a16="http://schemas.microsoft.com/office/drawing/2014/main" id="{6DFFD20C-6F42-B9C0-C56C-46E4A1D68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6" y="322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3" name="Freeform 975">
                <a:extLst>
                  <a:ext uri="{FF2B5EF4-FFF2-40B4-BE49-F238E27FC236}">
                    <a16:creationId xmlns:a16="http://schemas.microsoft.com/office/drawing/2014/main" id="{828ACBE9-35BF-9B74-0083-9F816E27C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28"/>
                <a:ext cx="23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164" y="39"/>
                    </a:moveTo>
                    <a:lnTo>
                      <a:pt x="111" y="19"/>
                    </a:lnTo>
                    <a:lnTo>
                      <a:pt x="58" y="0"/>
                    </a:lnTo>
                    <a:lnTo>
                      <a:pt x="0" y="162"/>
                    </a:lnTo>
                    <a:lnTo>
                      <a:pt x="52" y="181"/>
                    </a:lnTo>
                    <a:lnTo>
                      <a:pt x="105" y="200"/>
                    </a:lnTo>
                    <a:lnTo>
                      <a:pt x="164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4" name="Freeform 976">
                <a:extLst>
                  <a:ext uri="{FF2B5EF4-FFF2-40B4-BE49-F238E27FC236}">
                    <a16:creationId xmlns:a16="http://schemas.microsoft.com/office/drawing/2014/main" id="{210BE274-7A8E-0FC4-8B2A-639DC6302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28"/>
                <a:ext cx="23" cy="29"/>
              </a:xfrm>
              <a:custGeom>
                <a:avLst/>
                <a:gdLst>
                  <a:gd name="T0" fmla="*/ 0 w 164"/>
                  <a:gd name="T1" fmla="*/ 0 h 200"/>
                  <a:gd name="T2" fmla="*/ 0 w 164"/>
                  <a:gd name="T3" fmla="*/ 0 h 200"/>
                  <a:gd name="T4" fmla="*/ 0 w 164"/>
                  <a:gd name="T5" fmla="*/ 0 h 200"/>
                  <a:gd name="T6" fmla="*/ 0 w 164"/>
                  <a:gd name="T7" fmla="*/ 0 h 200"/>
                  <a:gd name="T8" fmla="*/ 0 w 164"/>
                  <a:gd name="T9" fmla="*/ 0 h 200"/>
                  <a:gd name="T10" fmla="*/ 0 w 164"/>
                  <a:gd name="T11" fmla="*/ 0 h 200"/>
                  <a:gd name="T12" fmla="*/ 0 w 164"/>
                  <a:gd name="T13" fmla="*/ 0 h 2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200"/>
                  <a:gd name="T23" fmla="*/ 164 w 164"/>
                  <a:gd name="T24" fmla="*/ 200 h 2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200">
                    <a:moveTo>
                      <a:pt x="164" y="39"/>
                    </a:moveTo>
                    <a:lnTo>
                      <a:pt x="111" y="19"/>
                    </a:lnTo>
                    <a:lnTo>
                      <a:pt x="58" y="0"/>
                    </a:lnTo>
                    <a:lnTo>
                      <a:pt x="0" y="162"/>
                    </a:lnTo>
                    <a:lnTo>
                      <a:pt x="52" y="181"/>
                    </a:lnTo>
                    <a:lnTo>
                      <a:pt x="105" y="200"/>
                    </a:lnTo>
                    <a:lnTo>
                      <a:pt x="164" y="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5" name="Freeform 977">
                <a:extLst>
                  <a:ext uri="{FF2B5EF4-FFF2-40B4-BE49-F238E27FC236}">
                    <a16:creationId xmlns:a16="http://schemas.microsoft.com/office/drawing/2014/main" id="{9997FE4B-9B7D-3116-FB00-655861657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3251"/>
                <a:ext cx="7" cy="3"/>
              </a:xfrm>
              <a:custGeom>
                <a:avLst/>
                <a:gdLst>
                  <a:gd name="T0" fmla="*/ 0 w 53"/>
                  <a:gd name="T1" fmla="*/ 0 h 19"/>
                  <a:gd name="T2" fmla="*/ 0 w 53"/>
                  <a:gd name="T3" fmla="*/ 0 h 19"/>
                  <a:gd name="T4" fmla="*/ 0 w 53"/>
                  <a:gd name="T5" fmla="*/ 0 h 19"/>
                  <a:gd name="T6" fmla="*/ 0 w 53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9"/>
                  <a:gd name="T14" fmla="*/ 53 w 53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9">
                    <a:moveTo>
                      <a:pt x="53" y="19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3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6" name="Line 978">
                <a:extLst>
                  <a:ext uri="{FF2B5EF4-FFF2-40B4-BE49-F238E27FC236}">
                    <a16:creationId xmlns:a16="http://schemas.microsoft.com/office/drawing/2014/main" id="{ACBCEB56-033A-5B97-2E22-2E594C593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8" y="325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7" name="Freeform 979">
                <a:extLst>
                  <a:ext uri="{FF2B5EF4-FFF2-40B4-BE49-F238E27FC236}">
                    <a16:creationId xmlns:a16="http://schemas.microsoft.com/office/drawing/2014/main" id="{62451722-707A-FCB9-26A3-35AA1CD15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156" y="32"/>
                    </a:moveTo>
                    <a:lnTo>
                      <a:pt x="102" y="16"/>
                    </a:lnTo>
                    <a:lnTo>
                      <a:pt x="49" y="0"/>
                    </a:lnTo>
                    <a:lnTo>
                      <a:pt x="0" y="165"/>
                    </a:lnTo>
                    <a:lnTo>
                      <a:pt x="54" y="181"/>
                    </a:lnTo>
                    <a:lnTo>
                      <a:pt x="108" y="197"/>
                    </a:lnTo>
                    <a:lnTo>
                      <a:pt x="156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8" name="Freeform 980">
                <a:extLst>
                  <a:ext uri="{FF2B5EF4-FFF2-40B4-BE49-F238E27FC236}">
                    <a16:creationId xmlns:a16="http://schemas.microsoft.com/office/drawing/2014/main" id="{0038B9DA-1982-E5A8-4A70-DA797AB9B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52"/>
                <a:ext cx="22" cy="28"/>
              </a:xfrm>
              <a:custGeom>
                <a:avLst/>
                <a:gdLst>
                  <a:gd name="T0" fmla="*/ 0 w 156"/>
                  <a:gd name="T1" fmla="*/ 0 h 197"/>
                  <a:gd name="T2" fmla="*/ 0 w 156"/>
                  <a:gd name="T3" fmla="*/ 0 h 197"/>
                  <a:gd name="T4" fmla="*/ 0 w 156"/>
                  <a:gd name="T5" fmla="*/ 0 h 197"/>
                  <a:gd name="T6" fmla="*/ 0 w 156"/>
                  <a:gd name="T7" fmla="*/ 0 h 197"/>
                  <a:gd name="T8" fmla="*/ 0 w 156"/>
                  <a:gd name="T9" fmla="*/ 0 h 197"/>
                  <a:gd name="T10" fmla="*/ 0 w 156"/>
                  <a:gd name="T11" fmla="*/ 0 h 197"/>
                  <a:gd name="T12" fmla="*/ 0 w 156"/>
                  <a:gd name="T13" fmla="*/ 0 h 1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6"/>
                  <a:gd name="T22" fmla="*/ 0 h 197"/>
                  <a:gd name="T23" fmla="*/ 156 w 156"/>
                  <a:gd name="T24" fmla="*/ 197 h 19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6" h="197">
                    <a:moveTo>
                      <a:pt x="156" y="32"/>
                    </a:moveTo>
                    <a:lnTo>
                      <a:pt x="102" y="16"/>
                    </a:lnTo>
                    <a:lnTo>
                      <a:pt x="49" y="0"/>
                    </a:lnTo>
                    <a:lnTo>
                      <a:pt x="0" y="165"/>
                    </a:lnTo>
                    <a:lnTo>
                      <a:pt x="54" y="181"/>
                    </a:lnTo>
                    <a:lnTo>
                      <a:pt x="108" y="197"/>
                    </a:lnTo>
                    <a:lnTo>
                      <a:pt x="156" y="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9" name="Freeform 981">
                <a:extLst>
                  <a:ext uri="{FF2B5EF4-FFF2-40B4-BE49-F238E27FC236}">
                    <a16:creationId xmlns:a16="http://schemas.microsoft.com/office/drawing/2014/main" id="{96736791-CD33-CC72-C9EB-1FDE6AB95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3275"/>
                <a:ext cx="8" cy="2"/>
              </a:xfrm>
              <a:custGeom>
                <a:avLst/>
                <a:gdLst>
                  <a:gd name="T0" fmla="*/ 0 w 55"/>
                  <a:gd name="T1" fmla="*/ 0 h 16"/>
                  <a:gd name="T2" fmla="*/ 0 w 55"/>
                  <a:gd name="T3" fmla="*/ 0 h 16"/>
                  <a:gd name="T4" fmla="*/ 0 w 55"/>
                  <a:gd name="T5" fmla="*/ 0 h 16"/>
                  <a:gd name="T6" fmla="*/ 0 w 55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6"/>
                  <a:gd name="T14" fmla="*/ 55 w 55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6">
                    <a:moveTo>
                      <a:pt x="55" y="1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5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" name="Line 982">
                <a:extLst>
                  <a:ext uri="{FF2B5EF4-FFF2-40B4-BE49-F238E27FC236}">
                    <a16:creationId xmlns:a16="http://schemas.microsoft.com/office/drawing/2014/main" id="{529F3AD1-4D24-83F8-C585-085982971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31" y="327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" name="Freeform 983">
                <a:extLst>
                  <a:ext uri="{FF2B5EF4-FFF2-40B4-BE49-F238E27FC236}">
                    <a16:creationId xmlns:a16="http://schemas.microsoft.com/office/drawing/2014/main" id="{EB7CFA41-61F9-4799-D499-7E28EE3A6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147" y="24"/>
                    </a:moveTo>
                    <a:lnTo>
                      <a:pt x="92" y="12"/>
                    </a:lnTo>
                    <a:lnTo>
                      <a:pt x="37" y="0"/>
                    </a:lnTo>
                    <a:lnTo>
                      <a:pt x="0" y="168"/>
                    </a:lnTo>
                    <a:lnTo>
                      <a:pt x="55" y="180"/>
                    </a:lnTo>
                    <a:lnTo>
                      <a:pt x="110" y="193"/>
                    </a:lnTo>
                    <a:lnTo>
                      <a:pt x="147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2" name="Freeform 984">
                <a:extLst>
                  <a:ext uri="{FF2B5EF4-FFF2-40B4-BE49-F238E27FC236}">
                    <a16:creationId xmlns:a16="http://schemas.microsoft.com/office/drawing/2014/main" id="{7B242D5A-DC3C-8813-0A50-9CC4BE694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276"/>
                <a:ext cx="21" cy="27"/>
              </a:xfrm>
              <a:custGeom>
                <a:avLst/>
                <a:gdLst>
                  <a:gd name="T0" fmla="*/ 0 w 147"/>
                  <a:gd name="T1" fmla="*/ 0 h 193"/>
                  <a:gd name="T2" fmla="*/ 0 w 147"/>
                  <a:gd name="T3" fmla="*/ 0 h 193"/>
                  <a:gd name="T4" fmla="*/ 0 w 147"/>
                  <a:gd name="T5" fmla="*/ 0 h 193"/>
                  <a:gd name="T6" fmla="*/ 0 w 147"/>
                  <a:gd name="T7" fmla="*/ 0 h 193"/>
                  <a:gd name="T8" fmla="*/ 0 w 147"/>
                  <a:gd name="T9" fmla="*/ 0 h 193"/>
                  <a:gd name="T10" fmla="*/ 0 w 147"/>
                  <a:gd name="T11" fmla="*/ 0 h 193"/>
                  <a:gd name="T12" fmla="*/ 0 w 147"/>
                  <a:gd name="T13" fmla="*/ 0 h 1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93"/>
                  <a:gd name="T23" fmla="*/ 147 w 147"/>
                  <a:gd name="T24" fmla="*/ 193 h 19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93">
                    <a:moveTo>
                      <a:pt x="147" y="24"/>
                    </a:moveTo>
                    <a:lnTo>
                      <a:pt x="92" y="12"/>
                    </a:lnTo>
                    <a:lnTo>
                      <a:pt x="37" y="0"/>
                    </a:lnTo>
                    <a:lnTo>
                      <a:pt x="0" y="168"/>
                    </a:lnTo>
                    <a:lnTo>
                      <a:pt x="55" y="180"/>
                    </a:lnTo>
                    <a:lnTo>
                      <a:pt x="110" y="193"/>
                    </a:lnTo>
                    <a:lnTo>
                      <a:pt x="147" y="2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3" name="Freeform 985">
                <a:extLst>
                  <a:ext uri="{FF2B5EF4-FFF2-40B4-BE49-F238E27FC236}">
                    <a16:creationId xmlns:a16="http://schemas.microsoft.com/office/drawing/2014/main" id="{FFE0CFF0-6BF6-72D0-7083-AB748E68C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3300"/>
                <a:ext cx="8" cy="1"/>
              </a:xfrm>
              <a:custGeom>
                <a:avLst/>
                <a:gdLst>
                  <a:gd name="T0" fmla="*/ 0 w 56"/>
                  <a:gd name="T1" fmla="*/ 0 h 12"/>
                  <a:gd name="T2" fmla="*/ 0 w 56"/>
                  <a:gd name="T3" fmla="*/ 0 h 12"/>
                  <a:gd name="T4" fmla="*/ 0 w 56"/>
                  <a:gd name="T5" fmla="*/ 0 h 12"/>
                  <a:gd name="T6" fmla="*/ 0 w 56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2"/>
                  <a:gd name="T14" fmla="*/ 56 w 56"/>
                  <a:gd name="T15" fmla="*/ 12 h 1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2">
                    <a:moveTo>
                      <a:pt x="56" y="12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5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4" name="Line 986">
                <a:extLst>
                  <a:ext uri="{FF2B5EF4-FFF2-40B4-BE49-F238E27FC236}">
                    <a16:creationId xmlns:a16="http://schemas.microsoft.com/office/drawing/2014/main" id="{4114BB5F-5AA7-6B20-0A69-1A444DDDF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5" y="33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5" name="Freeform 987">
                <a:extLst>
                  <a:ext uri="{FF2B5EF4-FFF2-40B4-BE49-F238E27FC236}">
                    <a16:creationId xmlns:a16="http://schemas.microsoft.com/office/drawing/2014/main" id="{3ABF9C71-E8FF-6854-A232-DD3622572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139" y="18"/>
                    </a:moveTo>
                    <a:lnTo>
                      <a:pt x="83" y="9"/>
                    </a:lnTo>
                    <a:lnTo>
                      <a:pt x="27" y="0"/>
                    </a:lnTo>
                    <a:lnTo>
                      <a:pt x="0" y="170"/>
                    </a:lnTo>
                    <a:lnTo>
                      <a:pt x="56" y="179"/>
                    </a:lnTo>
                    <a:lnTo>
                      <a:pt x="112" y="188"/>
                    </a:lnTo>
                    <a:lnTo>
                      <a:pt x="139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6" name="Freeform 988">
                <a:extLst>
                  <a:ext uri="{FF2B5EF4-FFF2-40B4-BE49-F238E27FC236}">
                    <a16:creationId xmlns:a16="http://schemas.microsoft.com/office/drawing/2014/main" id="{4DDDB505-7FC3-B2E4-D39F-8940B808D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00"/>
                <a:ext cx="20" cy="27"/>
              </a:xfrm>
              <a:custGeom>
                <a:avLst/>
                <a:gdLst>
                  <a:gd name="T0" fmla="*/ 0 w 139"/>
                  <a:gd name="T1" fmla="*/ 0 h 188"/>
                  <a:gd name="T2" fmla="*/ 0 w 139"/>
                  <a:gd name="T3" fmla="*/ 0 h 188"/>
                  <a:gd name="T4" fmla="*/ 0 w 139"/>
                  <a:gd name="T5" fmla="*/ 0 h 188"/>
                  <a:gd name="T6" fmla="*/ 0 w 139"/>
                  <a:gd name="T7" fmla="*/ 0 h 188"/>
                  <a:gd name="T8" fmla="*/ 0 w 139"/>
                  <a:gd name="T9" fmla="*/ 0 h 188"/>
                  <a:gd name="T10" fmla="*/ 0 w 139"/>
                  <a:gd name="T11" fmla="*/ 0 h 188"/>
                  <a:gd name="T12" fmla="*/ 0 w 139"/>
                  <a:gd name="T13" fmla="*/ 0 h 1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88"/>
                  <a:gd name="T23" fmla="*/ 139 w 139"/>
                  <a:gd name="T24" fmla="*/ 188 h 1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88">
                    <a:moveTo>
                      <a:pt x="139" y="18"/>
                    </a:moveTo>
                    <a:lnTo>
                      <a:pt x="83" y="9"/>
                    </a:lnTo>
                    <a:lnTo>
                      <a:pt x="27" y="0"/>
                    </a:lnTo>
                    <a:lnTo>
                      <a:pt x="0" y="170"/>
                    </a:lnTo>
                    <a:lnTo>
                      <a:pt x="56" y="179"/>
                    </a:lnTo>
                    <a:lnTo>
                      <a:pt x="112" y="188"/>
                    </a:lnTo>
                    <a:lnTo>
                      <a:pt x="139" y="1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7" name="Freeform 989">
                <a:extLst>
                  <a:ext uri="{FF2B5EF4-FFF2-40B4-BE49-F238E27FC236}">
                    <a16:creationId xmlns:a16="http://schemas.microsoft.com/office/drawing/2014/main" id="{DF996CAA-9926-E103-7DEA-5E6A269B7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3324"/>
                <a:ext cx="8" cy="2"/>
              </a:xfrm>
              <a:custGeom>
                <a:avLst/>
                <a:gdLst>
                  <a:gd name="T0" fmla="*/ 0 w 56"/>
                  <a:gd name="T1" fmla="*/ 0 h 9"/>
                  <a:gd name="T2" fmla="*/ 0 w 56"/>
                  <a:gd name="T3" fmla="*/ 0 h 9"/>
                  <a:gd name="T4" fmla="*/ 0 w 56"/>
                  <a:gd name="T5" fmla="*/ 0 h 9"/>
                  <a:gd name="T6" fmla="*/ 0 w 5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9"/>
                  <a:gd name="T14" fmla="*/ 56 w 56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9">
                    <a:moveTo>
                      <a:pt x="56" y="9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56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8" name="Line 990">
                <a:extLst>
                  <a:ext uri="{FF2B5EF4-FFF2-40B4-BE49-F238E27FC236}">
                    <a16:creationId xmlns:a16="http://schemas.microsoft.com/office/drawing/2014/main" id="{DF3F5578-85D9-A69C-E419-36E2A56A7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1" y="33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9" name="Freeform 991">
                <a:extLst>
                  <a:ext uri="{FF2B5EF4-FFF2-40B4-BE49-F238E27FC236}">
                    <a16:creationId xmlns:a16="http://schemas.microsoft.com/office/drawing/2014/main" id="{2C989893-95AA-C93D-BB78-423EB12E7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25"/>
                <a:ext cx="18" cy="26"/>
              </a:xfrm>
              <a:custGeom>
                <a:avLst/>
                <a:gdLst>
                  <a:gd name="T0" fmla="*/ 0 w 128"/>
                  <a:gd name="T1" fmla="*/ 0 h 182"/>
                  <a:gd name="T2" fmla="*/ 0 w 128"/>
                  <a:gd name="T3" fmla="*/ 0 h 182"/>
                  <a:gd name="T4" fmla="*/ 0 w 128"/>
                  <a:gd name="T5" fmla="*/ 0 h 182"/>
                  <a:gd name="T6" fmla="*/ 0 w 128"/>
                  <a:gd name="T7" fmla="*/ 0 h 182"/>
                  <a:gd name="T8" fmla="*/ 0 w 128"/>
                  <a:gd name="T9" fmla="*/ 0 h 182"/>
                  <a:gd name="T10" fmla="*/ 0 w 128"/>
                  <a:gd name="T11" fmla="*/ 0 h 182"/>
                  <a:gd name="T12" fmla="*/ 0 w 128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2"/>
                  <a:gd name="T23" fmla="*/ 128 w 128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2">
                    <a:moveTo>
                      <a:pt x="128" y="11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71"/>
                    </a:lnTo>
                    <a:lnTo>
                      <a:pt x="57" y="176"/>
                    </a:lnTo>
                    <a:lnTo>
                      <a:pt x="113" y="182"/>
                    </a:lnTo>
                    <a:lnTo>
                      <a:pt x="128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0" name="Freeform 992">
                <a:extLst>
                  <a:ext uri="{FF2B5EF4-FFF2-40B4-BE49-F238E27FC236}">
                    <a16:creationId xmlns:a16="http://schemas.microsoft.com/office/drawing/2014/main" id="{73334952-F83E-2890-8865-4238C4FE6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25"/>
                <a:ext cx="18" cy="26"/>
              </a:xfrm>
              <a:custGeom>
                <a:avLst/>
                <a:gdLst>
                  <a:gd name="T0" fmla="*/ 0 w 128"/>
                  <a:gd name="T1" fmla="*/ 0 h 182"/>
                  <a:gd name="T2" fmla="*/ 0 w 128"/>
                  <a:gd name="T3" fmla="*/ 0 h 182"/>
                  <a:gd name="T4" fmla="*/ 0 w 128"/>
                  <a:gd name="T5" fmla="*/ 0 h 182"/>
                  <a:gd name="T6" fmla="*/ 0 w 128"/>
                  <a:gd name="T7" fmla="*/ 0 h 182"/>
                  <a:gd name="T8" fmla="*/ 0 w 128"/>
                  <a:gd name="T9" fmla="*/ 0 h 182"/>
                  <a:gd name="T10" fmla="*/ 0 w 128"/>
                  <a:gd name="T11" fmla="*/ 0 h 182"/>
                  <a:gd name="T12" fmla="*/ 0 w 128"/>
                  <a:gd name="T13" fmla="*/ 0 h 18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2"/>
                  <a:gd name="T23" fmla="*/ 128 w 128"/>
                  <a:gd name="T24" fmla="*/ 182 h 18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2">
                    <a:moveTo>
                      <a:pt x="128" y="11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71"/>
                    </a:lnTo>
                    <a:lnTo>
                      <a:pt x="57" y="176"/>
                    </a:lnTo>
                    <a:lnTo>
                      <a:pt x="113" y="182"/>
                    </a:lnTo>
                    <a:lnTo>
                      <a:pt x="128" y="1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" name="Freeform 993">
                <a:extLst>
                  <a:ext uri="{FF2B5EF4-FFF2-40B4-BE49-F238E27FC236}">
                    <a16:creationId xmlns:a16="http://schemas.microsoft.com/office/drawing/2014/main" id="{2619AEC6-F556-17F7-E482-4A3A4536E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3349"/>
                <a:ext cx="8" cy="1"/>
              </a:xfrm>
              <a:custGeom>
                <a:avLst/>
                <a:gdLst>
                  <a:gd name="T0" fmla="*/ 0 w 57"/>
                  <a:gd name="T1" fmla="*/ 0 h 5"/>
                  <a:gd name="T2" fmla="*/ 0 w 57"/>
                  <a:gd name="T3" fmla="*/ 0 h 5"/>
                  <a:gd name="T4" fmla="*/ 0 w 57"/>
                  <a:gd name="T5" fmla="*/ 0 h 5"/>
                  <a:gd name="T6" fmla="*/ 0 w 57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"/>
                  <a:gd name="T13" fmla="*/ 0 h 5"/>
                  <a:gd name="T14" fmla="*/ 57 w 57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" h="5">
                    <a:moveTo>
                      <a:pt x="57" y="5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57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2" name="Line 994">
                <a:extLst>
                  <a:ext uri="{FF2B5EF4-FFF2-40B4-BE49-F238E27FC236}">
                    <a16:creationId xmlns:a16="http://schemas.microsoft.com/office/drawing/2014/main" id="{0FBCBB46-503C-4BD0-10DC-E7D446C81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9" y="334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3" name="Freeform 995">
                <a:extLst>
                  <a:ext uri="{FF2B5EF4-FFF2-40B4-BE49-F238E27FC236}">
                    <a16:creationId xmlns:a16="http://schemas.microsoft.com/office/drawing/2014/main" id="{02DC75D1-3160-8758-76E5-9833064AA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50"/>
                <a:ext cx="17" cy="25"/>
              </a:xfrm>
              <a:custGeom>
                <a:avLst/>
                <a:gdLst>
                  <a:gd name="T0" fmla="*/ 0 w 118"/>
                  <a:gd name="T1" fmla="*/ 0 h 177"/>
                  <a:gd name="T2" fmla="*/ 0 w 118"/>
                  <a:gd name="T3" fmla="*/ 0 h 177"/>
                  <a:gd name="T4" fmla="*/ 0 w 118"/>
                  <a:gd name="T5" fmla="*/ 0 h 177"/>
                  <a:gd name="T6" fmla="*/ 0 w 118"/>
                  <a:gd name="T7" fmla="*/ 0 h 177"/>
                  <a:gd name="T8" fmla="*/ 0 w 118"/>
                  <a:gd name="T9" fmla="*/ 0 h 177"/>
                  <a:gd name="T10" fmla="*/ 0 w 118"/>
                  <a:gd name="T11" fmla="*/ 0 h 177"/>
                  <a:gd name="T12" fmla="*/ 0 w 118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77"/>
                  <a:gd name="T23" fmla="*/ 118 w 118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77">
                    <a:moveTo>
                      <a:pt x="118" y="5"/>
                    </a:moveTo>
                    <a:lnTo>
                      <a:pt x="62" y="2"/>
                    </a:lnTo>
                    <a:lnTo>
                      <a:pt x="5" y="0"/>
                    </a:lnTo>
                    <a:lnTo>
                      <a:pt x="0" y="173"/>
                    </a:lnTo>
                    <a:lnTo>
                      <a:pt x="56" y="175"/>
                    </a:lnTo>
                    <a:lnTo>
                      <a:pt x="112" y="177"/>
                    </a:lnTo>
                    <a:lnTo>
                      <a:pt x="118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4" name="Freeform 996">
                <a:extLst>
                  <a:ext uri="{FF2B5EF4-FFF2-40B4-BE49-F238E27FC236}">
                    <a16:creationId xmlns:a16="http://schemas.microsoft.com/office/drawing/2014/main" id="{D88804D1-E4EC-3BE1-5EFA-A1562AA7D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50"/>
                <a:ext cx="17" cy="25"/>
              </a:xfrm>
              <a:custGeom>
                <a:avLst/>
                <a:gdLst>
                  <a:gd name="T0" fmla="*/ 0 w 118"/>
                  <a:gd name="T1" fmla="*/ 0 h 177"/>
                  <a:gd name="T2" fmla="*/ 0 w 118"/>
                  <a:gd name="T3" fmla="*/ 0 h 177"/>
                  <a:gd name="T4" fmla="*/ 0 w 118"/>
                  <a:gd name="T5" fmla="*/ 0 h 177"/>
                  <a:gd name="T6" fmla="*/ 0 w 118"/>
                  <a:gd name="T7" fmla="*/ 0 h 177"/>
                  <a:gd name="T8" fmla="*/ 0 w 118"/>
                  <a:gd name="T9" fmla="*/ 0 h 177"/>
                  <a:gd name="T10" fmla="*/ 0 w 118"/>
                  <a:gd name="T11" fmla="*/ 0 h 177"/>
                  <a:gd name="T12" fmla="*/ 0 w 118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77"/>
                  <a:gd name="T23" fmla="*/ 118 w 118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77">
                    <a:moveTo>
                      <a:pt x="118" y="5"/>
                    </a:moveTo>
                    <a:lnTo>
                      <a:pt x="62" y="2"/>
                    </a:lnTo>
                    <a:lnTo>
                      <a:pt x="5" y="0"/>
                    </a:lnTo>
                    <a:lnTo>
                      <a:pt x="0" y="173"/>
                    </a:lnTo>
                    <a:lnTo>
                      <a:pt x="56" y="175"/>
                    </a:lnTo>
                    <a:lnTo>
                      <a:pt x="112" y="177"/>
                    </a:lnTo>
                    <a:lnTo>
                      <a:pt x="118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5" name="Freeform 997">
                <a:extLst>
                  <a:ext uri="{FF2B5EF4-FFF2-40B4-BE49-F238E27FC236}">
                    <a16:creationId xmlns:a16="http://schemas.microsoft.com/office/drawing/2014/main" id="{547638E7-5C87-48EB-AD80-3A0C3F476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74"/>
                <a:ext cx="16" cy="9"/>
              </a:xfrm>
              <a:custGeom>
                <a:avLst/>
                <a:gdLst>
                  <a:gd name="T0" fmla="*/ 0 w 112"/>
                  <a:gd name="T1" fmla="*/ 0 h 58"/>
                  <a:gd name="T2" fmla="*/ 0 w 112"/>
                  <a:gd name="T3" fmla="*/ 0 h 58"/>
                  <a:gd name="T4" fmla="*/ 0 w 112"/>
                  <a:gd name="T5" fmla="*/ 0 h 58"/>
                  <a:gd name="T6" fmla="*/ 0 w 112"/>
                  <a:gd name="T7" fmla="*/ 0 h 58"/>
                  <a:gd name="T8" fmla="*/ 0 w 112"/>
                  <a:gd name="T9" fmla="*/ 0 h 58"/>
                  <a:gd name="T10" fmla="*/ 0 w 112"/>
                  <a:gd name="T11" fmla="*/ 0 h 58"/>
                  <a:gd name="T12" fmla="*/ 0 w 112"/>
                  <a:gd name="T13" fmla="*/ 0 h 58"/>
                  <a:gd name="T14" fmla="*/ 0 w 112"/>
                  <a:gd name="T15" fmla="*/ 0 h 58"/>
                  <a:gd name="T16" fmla="*/ 0 w 112"/>
                  <a:gd name="T17" fmla="*/ 0 h 58"/>
                  <a:gd name="T18" fmla="*/ 0 w 112"/>
                  <a:gd name="T19" fmla="*/ 0 h 58"/>
                  <a:gd name="T20" fmla="*/ 0 w 112"/>
                  <a:gd name="T21" fmla="*/ 0 h 58"/>
                  <a:gd name="T22" fmla="*/ 0 w 112"/>
                  <a:gd name="T23" fmla="*/ 0 h 58"/>
                  <a:gd name="T24" fmla="*/ 0 w 112"/>
                  <a:gd name="T25" fmla="*/ 0 h 58"/>
                  <a:gd name="T26" fmla="*/ 0 w 112"/>
                  <a:gd name="T27" fmla="*/ 0 h 58"/>
                  <a:gd name="T28" fmla="*/ 0 w 112"/>
                  <a:gd name="T29" fmla="*/ 0 h 58"/>
                  <a:gd name="T30" fmla="*/ 0 w 112"/>
                  <a:gd name="T31" fmla="*/ 0 h 58"/>
                  <a:gd name="T32" fmla="*/ 0 w 112"/>
                  <a:gd name="T33" fmla="*/ 0 h 5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12"/>
                  <a:gd name="T52" fmla="*/ 0 h 58"/>
                  <a:gd name="T53" fmla="*/ 112 w 112"/>
                  <a:gd name="T54" fmla="*/ 58 h 5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12" h="58">
                    <a:moveTo>
                      <a:pt x="56" y="2"/>
                    </a:moveTo>
                    <a:lnTo>
                      <a:pt x="112" y="4"/>
                    </a:lnTo>
                    <a:lnTo>
                      <a:pt x="111" y="17"/>
                    </a:lnTo>
                    <a:lnTo>
                      <a:pt x="106" y="28"/>
                    </a:lnTo>
                    <a:lnTo>
                      <a:pt x="99" y="39"/>
                    </a:lnTo>
                    <a:lnTo>
                      <a:pt x="90" y="47"/>
                    </a:lnTo>
                    <a:lnTo>
                      <a:pt x="78" y="54"/>
                    </a:lnTo>
                    <a:lnTo>
                      <a:pt x="67" y="58"/>
                    </a:lnTo>
                    <a:lnTo>
                      <a:pt x="54" y="58"/>
                    </a:lnTo>
                    <a:lnTo>
                      <a:pt x="41" y="57"/>
                    </a:lnTo>
                    <a:lnTo>
                      <a:pt x="30" y="53"/>
                    </a:lnTo>
                    <a:lnTo>
                      <a:pt x="19" y="45"/>
                    </a:lnTo>
                    <a:lnTo>
                      <a:pt x="11" y="36"/>
                    </a:lnTo>
                    <a:lnTo>
                      <a:pt x="4" y="25"/>
                    </a:lnTo>
                    <a:lnTo>
                      <a:pt x="0" y="13"/>
                    </a:lnTo>
                    <a:lnTo>
                      <a:pt x="0" y="0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6" name="Freeform 998">
                <a:extLst>
                  <a:ext uri="{FF2B5EF4-FFF2-40B4-BE49-F238E27FC236}">
                    <a16:creationId xmlns:a16="http://schemas.microsoft.com/office/drawing/2014/main" id="{5FCCD12F-3037-DD1C-90DE-382FE57B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3374"/>
                <a:ext cx="16" cy="9"/>
              </a:xfrm>
              <a:custGeom>
                <a:avLst/>
                <a:gdLst>
                  <a:gd name="T0" fmla="*/ 0 w 112"/>
                  <a:gd name="T1" fmla="*/ 0 h 58"/>
                  <a:gd name="T2" fmla="*/ 0 w 112"/>
                  <a:gd name="T3" fmla="*/ 0 h 58"/>
                  <a:gd name="T4" fmla="*/ 0 w 112"/>
                  <a:gd name="T5" fmla="*/ 0 h 58"/>
                  <a:gd name="T6" fmla="*/ 0 w 112"/>
                  <a:gd name="T7" fmla="*/ 0 h 58"/>
                  <a:gd name="T8" fmla="*/ 0 w 112"/>
                  <a:gd name="T9" fmla="*/ 0 h 58"/>
                  <a:gd name="T10" fmla="*/ 0 w 112"/>
                  <a:gd name="T11" fmla="*/ 0 h 58"/>
                  <a:gd name="T12" fmla="*/ 0 w 112"/>
                  <a:gd name="T13" fmla="*/ 0 h 58"/>
                  <a:gd name="T14" fmla="*/ 0 w 112"/>
                  <a:gd name="T15" fmla="*/ 0 h 58"/>
                  <a:gd name="T16" fmla="*/ 0 w 112"/>
                  <a:gd name="T17" fmla="*/ 0 h 58"/>
                  <a:gd name="T18" fmla="*/ 0 w 112"/>
                  <a:gd name="T19" fmla="*/ 0 h 58"/>
                  <a:gd name="T20" fmla="*/ 0 w 112"/>
                  <a:gd name="T21" fmla="*/ 0 h 58"/>
                  <a:gd name="T22" fmla="*/ 0 w 112"/>
                  <a:gd name="T23" fmla="*/ 0 h 58"/>
                  <a:gd name="T24" fmla="*/ 0 w 112"/>
                  <a:gd name="T25" fmla="*/ 0 h 58"/>
                  <a:gd name="T26" fmla="*/ 0 w 112"/>
                  <a:gd name="T27" fmla="*/ 0 h 58"/>
                  <a:gd name="T28" fmla="*/ 0 w 112"/>
                  <a:gd name="T29" fmla="*/ 0 h 5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12"/>
                  <a:gd name="T46" fmla="*/ 0 h 58"/>
                  <a:gd name="T47" fmla="*/ 112 w 112"/>
                  <a:gd name="T48" fmla="*/ 58 h 5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12" h="58">
                    <a:moveTo>
                      <a:pt x="112" y="4"/>
                    </a:moveTo>
                    <a:lnTo>
                      <a:pt x="111" y="17"/>
                    </a:lnTo>
                    <a:lnTo>
                      <a:pt x="106" y="28"/>
                    </a:lnTo>
                    <a:lnTo>
                      <a:pt x="99" y="39"/>
                    </a:lnTo>
                    <a:lnTo>
                      <a:pt x="90" y="47"/>
                    </a:lnTo>
                    <a:lnTo>
                      <a:pt x="78" y="54"/>
                    </a:lnTo>
                    <a:lnTo>
                      <a:pt x="67" y="58"/>
                    </a:lnTo>
                    <a:lnTo>
                      <a:pt x="54" y="58"/>
                    </a:lnTo>
                    <a:lnTo>
                      <a:pt x="41" y="57"/>
                    </a:lnTo>
                    <a:lnTo>
                      <a:pt x="30" y="53"/>
                    </a:lnTo>
                    <a:lnTo>
                      <a:pt x="19" y="45"/>
                    </a:lnTo>
                    <a:lnTo>
                      <a:pt x="11" y="36"/>
                    </a:lnTo>
                    <a:lnTo>
                      <a:pt x="4" y="25"/>
                    </a:lnTo>
                    <a:lnTo>
                      <a:pt x="0" y="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7" name="Freeform 999">
                <a:extLst>
                  <a:ext uri="{FF2B5EF4-FFF2-40B4-BE49-F238E27FC236}">
                    <a16:creationId xmlns:a16="http://schemas.microsoft.com/office/drawing/2014/main" id="{5BF3EC95-BE4A-E2EB-0518-879CE1915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3355"/>
                <a:ext cx="16" cy="20"/>
              </a:xfrm>
              <a:custGeom>
                <a:avLst/>
                <a:gdLst>
                  <a:gd name="T0" fmla="*/ 0 w 117"/>
                  <a:gd name="T1" fmla="*/ 0 h 142"/>
                  <a:gd name="T2" fmla="*/ 0 w 117"/>
                  <a:gd name="T3" fmla="*/ 0 h 142"/>
                  <a:gd name="T4" fmla="*/ 0 w 117"/>
                  <a:gd name="T5" fmla="*/ 0 h 142"/>
                  <a:gd name="T6" fmla="*/ 0 w 117"/>
                  <a:gd name="T7" fmla="*/ 0 h 142"/>
                  <a:gd name="T8" fmla="*/ 0 w 117"/>
                  <a:gd name="T9" fmla="*/ 0 h 142"/>
                  <a:gd name="T10" fmla="*/ 0 w 117"/>
                  <a:gd name="T11" fmla="*/ 0 h 142"/>
                  <a:gd name="T12" fmla="*/ 0 w 117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42"/>
                  <a:gd name="T23" fmla="*/ 117 w 117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42">
                    <a:moveTo>
                      <a:pt x="5" y="142"/>
                    </a:moveTo>
                    <a:lnTo>
                      <a:pt x="61" y="140"/>
                    </a:lnTo>
                    <a:lnTo>
                      <a:pt x="117" y="138"/>
                    </a:lnTo>
                    <a:lnTo>
                      <a:pt x="113" y="0"/>
                    </a:lnTo>
                    <a:lnTo>
                      <a:pt x="57" y="2"/>
                    </a:lnTo>
                    <a:lnTo>
                      <a:pt x="0" y="4"/>
                    </a:lnTo>
                    <a:lnTo>
                      <a:pt x="5" y="1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8" name="Freeform 1000">
                <a:extLst>
                  <a:ext uri="{FF2B5EF4-FFF2-40B4-BE49-F238E27FC236}">
                    <a16:creationId xmlns:a16="http://schemas.microsoft.com/office/drawing/2014/main" id="{24E4DA9F-B745-E60F-9153-088238719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3355"/>
                <a:ext cx="16" cy="20"/>
              </a:xfrm>
              <a:custGeom>
                <a:avLst/>
                <a:gdLst>
                  <a:gd name="T0" fmla="*/ 0 w 117"/>
                  <a:gd name="T1" fmla="*/ 0 h 142"/>
                  <a:gd name="T2" fmla="*/ 0 w 117"/>
                  <a:gd name="T3" fmla="*/ 0 h 142"/>
                  <a:gd name="T4" fmla="*/ 0 w 117"/>
                  <a:gd name="T5" fmla="*/ 0 h 142"/>
                  <a:gd name="T6" fmla="*/ 0 w 117"/>
                  <a:gd name="T7" fmla="*/ 0 h 142"/>
                  <a:gd name="T8" fmla="*/ 0 w 117"/>
                  <a:gd name="T9" fmla="*/ 0 h 142"/>
                  <a:gd name="T10" fmla="*/ 0 w 117"/>
                  <a:gd name="T11" fmla="*/ 0 h 142"/>
                  <a:gd name="T12" fmla="*/ 0 w 117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7"/>
                  <a:gd name="T22" fmla="*/ 0 h 142"/>
                  <a:gd name="T23" fmla="*/ 117 w 117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7" h="142">
                    <a:moveTo>
                      <a:pt x="5" y="142"/>
                    </a:moveTo>
                    <a:lnTo>
                      <a:pt x="61" y="140"/>
                    </a:lnTo>
                    <a:lnTo>
                      <a:pt x="117" y="138"/>
                    </a:lnTo>
                    <a:lnTo>
                      <a:pt x="113" y="0"/>
                    </a:lnTo>
                    <a:lnTo>
                      <a:pt x="57" y="2"/>
                    </a:lnTo>
                    <a:lnTo>
                      <a:pt x="0" y="4"/>
                    </a:lnTo>
                    <a:lnTo>
                      <a:pt x="5" y="14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" name="Freeform 1001">
                <a:extLst>
                  <a:ext uri="{FF2B5EF4-FFF2-40B4-BE49-F238E27FC236}">
                    <a16:creationId xmlns:a16="http://schemas.microsoft.com/office/drawing/2014/main" id="{D0C13FE2-61A3-35B4-49FC-EF80F53A5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335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0" y="7"/>
                    </a:moveTo>
                    <a:lnTo>
                      <a:pt x="56" y="5"/>
                    </a:lnTo>
                    <a:lnTo>
                      <a:pt x="56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0" name="Line 1002">
                <a:extLst>
                  <a:ext uri="{FF2B5EF4-FFF2-40B4-BE49-F238E27FC236}">
                    <a16:creationId xmlns:a16="http://schemas.microsoft.com/office/drawing/2014/main" id="{734DAD29-42CD-904B-3C59-A32F365C3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4" y="33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" name="Freeform 1003">
                <a:extLst>
                  <a:ext uri="{FF2B5EF4-FFF2-40B4-BE49-F238E27FC236}">
                    <a16:creationId xmlns:a16="http://schemas.microsoft.com/office/drawing/2014/main" id="{19226767-41C5-73D6-F2A3-6A05B4BB9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335"/>
                <a:ext cx="19" cy="21"/>
              </a:xfrm>
              <a:custGeom>
                <a:avLst/>
                <a:gdLst>
                  <a:gd name="T0" fmla="*/ 0 w 129"/>
                  <a:gd name="T1" fmla="*/ 0 h 149"/>
                  <a:gd name="T2" fmla="*/ 0 w 129"/>
                  <a:gd name="T3" fmla="*/ 0 h 149"/>
                  <a:gd name="T4" fmla="*/ 0 w 129"/>
                  <a:gd name="T5" fmla="*/ 0 h 149"/>
                  <a:gd name="T6" fmla="*/ 0 w 129"/>
                  <a:gd name="T7" fmla="*/ 0 h 149"/>
                  <a:gd name="T8" fmla="*/ 0 w 129"/>
                  <a:gd name="T9" fmla="*/ 0 h 149"/>
                  <a:gd name="T10" fmla="*/ 0 w 129"/>
                  <a:gd name="T11" fmla="*/ 0 h 149"/>
                  <a:gd name="T12" fmla="*/ 0 w 129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49"/>
                  <a:gd name="T23" fmla="*/ 129 w 129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49">
                    <a:moveTo>
                      <a:pt x="16" y="149"/>
                    </a:moveTo>
                    <a:lnTo>
                      <a:pt x="73" y="142"/>
                    </a:lnTo>
                    <a:lnTo>
                      <a:pt x="129" y="135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3"/>
                    </a:lnTo>
                    <a:lnTo>
                      <a:pt x="16" y="1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2" name="Freeform 1004">
                <a:extLst>
                  <a:ext uri="{FF2B5EF4-FFF2-40B4-BE49-F238E27FC236}">
                    <a16:creationId xmlns:a16="http://schemas.microsoft.com/office/drawing/2014/main" id="{64BB2CF0-0AB7-C51F-A42C-BD376911C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3335"/>
                <a:ext cx="19" cy="21"/>
              </a:xfrm>
              <a:custGeom>
                <a:avLst/>
                <a:gdLst>
                  <a:gd name="T0" fmla="*/ 0 w 129"/>
                  <a:gd name="T1" fmla="*/ 0 h 149"/>
                  <a:gd name="T2" fmla="*/ 0 w 129"/>
                  <a:gd name="T3" fmla="*/ 0 h 149"/>
                  <a:gd name="T4" fmla="*/ 0 w 129"/>
                  <a:gd name="T5" fmla="*/ 0 h 149"/>
                  <a:gd name="T6" fmla="*/ 0 w 129"/>
                  <a:gd name="T7" fmla="*/ 0 h 149"/>
                  <a:gd name="T8" fmla="*/ 0 w 129"/>
                  <a:gd name="T9" fmla="*/ 0 h 149"/>
                  <a:gd name="T10" fmla="*/ 0 w 129"/>
                  <a:gd name="T11" fmla="*/ 0 h 149"/>
                  <a:gd name="T12" fmla="*/ 0 w 129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49"/>
                  <a:gd name="T23" fmla="*/ 129 w 129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49">
                    <a:moveTo>
                      <a:pt x="16" y="149"/>
                    </a:moveTo>
                    <a:lnTo>
                      <a:pt x="73" y="142"/>
                    </a:lnTo>
                    <a:lnTo>
                      <a:pt x="129" y="135"/>
                    </a:lnTo>
                    <a:lnTo>
                      <a:pt x="112" y="0"/>
                    </a:lnTo>
                    <a:lnTo>
                      <a:pt x="56" y="6"/>
                    </a:lnTo>
                    <a:lnTo>
                      <a:pt x="0" y="13"/>
                    </a:lnTo>
                    <a:lnTo>
                      <a:pt x="16" y="14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3" name="Freeform 1005">
                <a:extLst>
                  <a:ext uri="{FF2B5EF4-FFF2-40B4-BE49-F238E27FC236}">
                    <a16:creationId xmlns:a16="http://schemas.microsoft.com/office/drawing/2014/main" id="{66F18A93-B6B8-F9B4-429E-AFA5EC5AFD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3" y="3334"/>
                <a:ext cx="8" cy="2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0" y="11"/>
                    </a:moveTo>
                    <a:lnTo>
                      <a:pt x="56" y="5"/>
                    </a:lnTo>
                    <a:lnTo>
                      <a:pt x="56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4" name="Line 1006">
                <a:extLst>
                  <a:ext uri="{FF2B5EF4-FFF2-40B4-BE49-F238E27FC236}">
                    <a16:creationId xmlns:a16="http://schemas.microsoft.com/office/drawing/2014/main" id="{1CD5E8F0-9BE9-8B12-7C29-A56429D05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1" y="333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5" name="Freeform 1007">
                <a:extLst>
                  <a:ext uri="{FF2B5EF4-FFF2-40B4-BE49-F238E27FC236}">
                    <a16:creationId xmlns:a16="http://schemas.microsoft.com/office/drawing/2014/main" id="{1E3DA0EE-E9EE-3BC9-9655-F465A2F0C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315"/>
                <a:ext cx="19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27" y="158"/>
                    </a:moveTo>
                    <a:lnTo>
                      <a:pt x="83" y="146"/>
                    </a:lnTo>
                    <a:lnTo>
                      <a:pt x="139" y="135"/>
                    </a:lnTo>
                    <a:lnTo>
                      <a:pt x="112" y="0"/>
                    </a:lnTo>
                    <a:lnTo>
                      <a:pt x="56" y="12"/>
                    </a:lnTo>
                    <a:lnTo>
                      <a:pt x="0" y="23"/>
                    </a:lnTo>
                    <a:lnTo>
                      <a:pt x="27" y="1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6" name="Freeform 1008">
                <a:extLst>
                  <a:ext uri="{FF2B5EF4-FFF2-40B4-BE49-F238E27FC236}">
                    <a16:creationId xmlns:a16="http://schemas.microsoft.com/office/drawing/2014/main" id="{EEA79809-EF9A-EA7D-40F8-0E741BD5B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3315"/>
                <a:ext cx="19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27" y="158"/>
                    </a:moveTo>
                    <a:lnTo>
                      <a:pt x="83" y="146"/>
                    </a:lnTo>
                    <a:lnTo>
                      <a:pt x="139" y="135"/>
                    </a:lnTo>
                    <a:lnTo>
                      <a:pt x="112" y="0"/>
                    </a:lnTo>
                    <a:lnTo>
                      <a:pt x="56" y="12"/>
                    </a:lnTo>
                    <a:lnTo>
                      <a:pt x="0" y="23"/>
                    </a:lnTo>
                    <a:lnTo>
                      <a:pt x="27" y="15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7" name="Freeform 1009">
                <a:extLst>
                  <a:ext uri="{FF2B5EF4-FFF2-40B4-BE49-F238E27FC236}">
                    <a16:creationId xmlns:a16="http://schemas.microsoft.com/office/drawing/2014/main" id="{238B1AE5-52F2-1E56-759B-AB6154880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0" y="3314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0" y="16"/>
                    </a:moveTo>
                    <a:lnTo>
                      <a:pt x="56" y="4"/>
                    </a:lnTo>
                    <a:lnTo>
                      <a:pt x="55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8" name="Line 1010">
                <a:extLst>
                  <a:ext uri="{FF2B5EF4-FFF2-40B4-BE49-F238E27FC236}">
                    <a16:creationId xmlns:a16="http://schemas.microsoft.com/office/drawing/2014/main" id="{E341B2FF-755D-BC98-A592-14D71A2C4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67" y="33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9" name="Freeform 1011">
                <a:extLst>
                  <a:ext uri="{FF2B5EF4-FFF2-40B4-BE49-F238E27FC236}">
                    <a16:creationId xmlns:a16="http://schemas.microsoft.com/office/drawing/2014/main" id="{DDB2806C-AD0B-840B-6B06-867AD34A1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37" y="163"/>
                    </a:move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31"/>
                    </a:lnTo>
                    <a:lnTo>
                      <a:pt x="37" y="1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0" name="Freeform 1012">
                <a:extLst>
                  <a:ext uri="{FF2B5EF4-FFF2-40B4-BE49-F238E27FC236}">
                    <a16:creationId xmlns:a16="http://schemas.microsoft.com/office/drawing/2014/main" id="{4FABBACA-8269-2B41-7908-845F5415E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37" y="163"/>
                    </a:move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lnTo>
                      <a:pt x="55" y="15"/>
                    </a:lnTo>
                    <a:lnTo>
                      <a:pt x="0" y="31"/>
                    </a:lnTo>
                    <a:lnTo>
                      <a:pt x="37" y="1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" name="Freeform 1013">
                <a:extLst>
                  <a:ext uri="{FF2B5EF4-FFF2-40B4-BE49-F238E27FC236}">
                    <a16:creationId xmlns:a16="http://schemas.microsoft.com/office/drawing/2014/main" id="{48441BBB-6165-489C-1D57-1EE90FF54C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3295"/>
                <a:ext cx="8" cy="2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0" y="19"/>
                    </a:moveTo>
                    <a:lnTo>
                      <a:pt x="55" y="4"/>
                    </a:lnTo>
                    <a:lnTo>
                      <a:pt x="53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2" name="Line 1014">
                <a:extLst>
                  <a:ext uri="{FF2B5EF4-FFF2-40B4-BE49-F238E27FC236}">
                    <a16:creationId xmlns:a16="http://schemas.microsoft.com/office/drawing/2014/main" id="{3200C088-160E-C6A1-06DC-EAA87F0129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62" y="32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3" name="Freeform 1015">
                <a:extLst>
                  <a:ext uri="{FF2B5EF4-FFF2-40B4-BE49-F238E27FC236}">
                    <a16:creationId xmlns:a16="http://schemas.microsoft.com/office/drawing/2014/main" id="{1F9FD7A3-95F6-45C7-B78B-773328D97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47" y="167"/>
                    </a:move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4" name="Freeform 1016">
                <a:extLst>
                  <a:ext uri="{FF2B5EF4-FFF2-40B4-BE49-F238E27FC236}">
                    <a16:creationId xmlns:a16="http://schemas.microsoft.com/office/drawing/2014/main" id="{83A17E83-26BC-9064-CC4F-35A58B835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47" y="167"/>
                    </a:move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5" name="Freeform 1017">
                <a:extLst>
                  <a:ext uri="{FF2B5EF4-FFF2-40B4-BE49-F238E27FC236}">
                    <a16:creationId xmlns:a16="http://schemas.microsoft.com/office/drawing/2014/main" id="{710070FC-E72D-7D90-B652-04DCF415E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3276"/>
                <a:ext cx="7" cy="3"/>
              </a:xfrm>
              <a:custGeom>
                <a:avLst/>
                <a:gdLst>
                  <a:gd name="T0" fmla="*/ 0 w 52"/>
                  <a:gd name="T1" fmla="*/ 0 h 23"/>
                  <a:gd name="T2" fmla="*/ 0 w 52"/>
                  <a:gd name="T3" fmla="*/ 0 h 23"/>
                  <a:gd name="T4" fmla="*/ 0 w 52"/>
                  <a:gd name="T5" fmla="*/ 0 h 23"/>
                  <a:gd name="T6" fmla="*/ 0 w 52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3"/>
                  <a:gd name="T14" fmla="*/ 52 w 52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3">
                    <a:moveTo>
                      <a:pt x="0" y="23"/>
                    </a:moveTo>
                    <a:lnTo>
                      <a:pt x="52" y="4"/>
                    </a:lnTo>
                    <a:lnTo>
                      <a:pt x="51" y="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6" name="Line 1018">
                <a:extLst>
                  <a:ext uri="{FF2B5EF4-FFF2-40B4-BE49-F238E27FC236}">
                    <a16:creationId xmlns:a16="http://schemas.microsoft.com/office/drawing/2014/main" id="{020CAFE5-C5D5-8AAC-C769-B5C0B4CC68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55" y="32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7" name="Freeform 1019">
                <a:extLst>
                  <a:ext uri="{FF2B5EF4-FFF2-40B4-BE49-F238E27FC236}">
                    <a16:creationId xmlns:a16="http://schemas.microsoft.com/office/drawing/2014/main" id="{80014CA2-8002-DEE3-A7C3-37A4A856D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3258"/>
                <a:ext cx="23" cy="24"/>
              </a:xfrm>
              <a:custGeom>
                <a:avLst/>
                <a:gdLst>
                  <a:gd name="T0" fmla="*/ 0 w 160"/>
                  <a:gd name="T1" fmla="*/ 0 h 172"/>
                  <a:gd name="T2" fmla="*/ 0 w 160"/>
                  <a:gd name="T3" fmla="*/ 0 h 172"/>
                  <a:gd name="T4" fmla="*/ 0 w 160"/>
                  <a:gd name="T5" fmla="*/ 0 h 172"/>
                  <a:gd name="T6" fmla="*/ 0 w 160"/>
                  <a:gd name="T7" fmla="*/ 0 h 172"/>
                  <a:gd name="T8" fmla="*/ 0 w 160"/>
                  <a:gd name="T9" fmla="*/ 0 h 172"/>
                  <a:gd name="T10" fmla="*/ 0 w 160"/>
                  <a:gd name="T11" fmla="*/ 0 h 172"/>
                  <a:gd name="T12" fmla="*/ 0 w 160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172"/>
                  <a:gd name="T23" fmla="*/ 160 w 160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172">
                    <a:moveTo>
                      <a:pt x="57" y="172"/>
                    </a:moveTo>
                    <a:lnTo>
                      <a:pt x="109" y="148"/>
                    </a:lnTo>
                    <a:lnTo>
                      <a:pt x="160" y="125"/>
                    </a:lnTo>
                    <a:lnTo>
                      <a:pt x="103" y="0"/>
                    </a:lnTo>
                    <a:lnTo>
                      <a:pt x="51" y="24"/>
                    </a:lnTo>
                    <a:lnTo>
                      <a:pt x="0" y="47"/>
                    </a:lnTo>
                    <a:lnTo>
                      <a:pt x="57" y="1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8" name="Freeform 1020">
                <a:extLst>
                  <a:ext uri="{FF2B5EF4-FFF2-40B4-BE49-F238E27FC236}">
                    <a16:creationId xmlns:a16="http://schemas.microsoft.com/office/drawing/2014/main" id="{4F4E18C2-6D19-1242-F21B-9AAFBC8D7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2" y="3258"/>
                <a:ext cx="23" cy="24"/>
              </a:xfrm>
              <a:custGeom>
                <a:avLst/>
                <a:gdLst>
                  <a:gd name="T0" fmla="*/ 0 w 160"/>
                  <a:gd name="T1" fmla="*/ 0 h 172"/>
                  <a:gd name="T2" fmla="*/ 0 w 160"/>
                  <a:gd name="T3" fmla="*/ 0 h 172"/>
                  <a:gd name="T4" fmla="*/ 0 w 160"/>
                  <a:gd name="T5" fmla="*/ 0 h 172"/>
                  <a:gd name="T6" fmla="*/ 0 w 160"/>
                  <a:gd name="T7" fmla="*/ 0 h 172"/>
                  <a:gd name="T8" fmla="*/ 0 w 160"/>
                  <a:gd name="T9" fmla="*/ 0 h 172"/>
                  <a:gd name="T10" fmla="*/ 0 w 160"/>
                  <a:gd name="T11" fmla="*/ 0 h 172"/>
                  <a:gd name="T12" fmla="*/ 0 w 160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172"/>
                  <a:gd name="T23" fmla="*/ 160 w 160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172">
                    <a:moveTo>
                      <a:pt x="57" y="172"/>
                    </a:moveTo>
                    <a:lnTo>
                      <a:pt x="109" y="148"/>
                    </a:lnTo>
                    <a:lnTo>
                      <a:pt x="160" y="125"/>
                    </a:lnTo>
                    <a:lnTo>
                      <a:pt x="103" y="0"/>
                    </a:lnTo>
                    <a:lnTo>
                      <a:pt x="51" y="24"/>
                    </a:lnTo>
                    <a:lnTo>
                      <a:pt x="0" y="47"/>
                    </a:lnTo>
                    <a:lnTo>
                      <a:pt x="57" y="17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9" name="Freeform 1021">
                <a:extLst>
                  <a:ext uri="{FF2B5EF4-FFF2-40B4-BE49-F238E27FC236}">
                    <a16:creationId xmlns:a16="http://schemas.microsoft.com/office/drawing/2014/main" id="{FFF8FBB1-028A-7AE0-3BB2-D190609C6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3257"/>
                <a:ext cx="8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0" y="28"/>
                    </a:moveTo>
                    <a:lnTo>
                      <a:pt x="52" y="4"/>
                    </a:lnTo>
                    <a:lnTo>
                      <a:pt x="5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0" name="Line 1022">
                <a:extLst>
                  <a:ext uri="{FF2B5EF4-FFF2-40B4-BE49-F238E27FC236}">
                    <a16:creationId xmlns:a16="http://schemas.microsoft.com/office/drawing/2014/main" id="{BEAB51CC-FDAA-D944-E7CE-3C110EB2D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46" y="32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1" name="Freeform 1023">
                <a:extLst>
                  <a:ext uri="{FF2B5EF4-FFF2-40B4-BE49-F238E27FC236}">
                    <a16:creationId xmlns:a16="http://schemas.microsoft.com/office/drawing/2014/main" id="{ABB62C30-B577-1AE7-48FC-7954C8708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240"/>
                <a:ext cx="23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67" y="176"/>
                    </a:moveTo>
                    <a:lnTo>
                      <a:pt x="116" y="148"/>
                    </a:lnTo>
                    <a:lnTo>
                      <a:pt x="166" y="120"/>
                    </a:lnTo>
                    <a:lnTo>
                      <a:pt x="98" y="0"/>
                    </a:lnTo>
                    <a:lnTo>
                      <a:pt x="49" y="28"/>
                    </a:lnTo>
                    <a:lnTo>
                      <a:pt x="0" y="56"/>
                    </a:lnTo>
                    <a:lnTo>
                      <a:pt x="67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" name="Freeform 1024">
                <a:extLst>
                  <a:ext uri="{FF2B5EF4-FFF2-40B4-BE49-F238E27FC236}">
                    <a16:creationId xmlns:a16="http://schemas.microsoft.com/office/drawing/2014/main" id="{B9D44C1F-6746-3CA3-9676-BD156DDA7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3" y="3240"/>
                <a:ext cx="23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67" y="176"/>
                    </a:moveTo>
                    <a:lnTo>
                      <a:pt x="116" y="148"/>
                    </a:lnTo>
                    <a:lnTo>
                      <a:pt x="166" y="120"/>
                    </a:lnTo>
                    <a:lnTo>
                      <a:pt x="98" y="0"/>
                    </a:lnTo>
                    <a:lnTo>
                      <a:pt x="49" y="28"/>
                    </a:lnTo>
                    <a:lnTo>
                      <a:pt x="0" y="56"/>
                    </a:lnTo>
                    <a:lnTo>
                      <a:pt x="67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" name="Freeform 1025">
                <a:extLst>
                  <a:ext uri="{FF2B5EF4-FFF2-40B4-BE49-F238E27FC236}">
                    <a16:creationId xmlns:a16="http://schemas.microsoft.com/office/drawing/2014/main" id="{A953A7E5-9AB9-4C08-E3EB-3CFA98C47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3240"/>
                <a:ext cx="7" cy="4"/>
              </a:xfrm>
              <a:custGeom>
                <a:avLst/>
                <a:gdLst>
                  <a:gd name="T0" fmla="*/ 0 w 49"/>
                  <a:gd name="T1" fmla="*/ 0 h 32"/>
                  <a:gd name="T2" fmla="*/ 0 w 49"/>
                  <a:gd name="T3" fmla="*/ 0 h 32"/>
                  <a:gd name="T4" fmla="*/ 0 w 49"/>
                  <a:gd name="T5" fmla="*/ 0 h 32"/>
                  <a:gd name="T6" fmla="*/ 0 w 4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2"/>
                  <a:gd name="T14" fmla="*/ 49 w 49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2">
                    <a:moveTo>
                      <a:pt x="0" y="32"/>
                    </a:moveTo>
                    <a:lnTo>
                      <a:pt x="49" y="4"/>
                    </a:lnTo>
                    <a:lnTo>
                      <a:pt x="47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" name="Line 1026">
                <a:extLst>
                  <a:ext uri="{FF2B5EF4-FFF2-40B4-BE49-F238E27FC236}">
                    <a16:creationId xmlns:a16="http://schemas.microsoft.com/office/drawing/2014/main" id="{82963EFF-9FEC-2A73-1B52-8463E7857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6" y="32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" name="Freeform 1027">
                <a:extLst>
                  <a:ext uri="{FF2B5EF4-FFF2-40B4-BE49-F238E27FC236}">
                    <a16:creationId xmlns:a16="http://schemas.microsoft.com/office/drawing/2014/main" id="{D0A1B0C5-3BF7-8BA2-4E9C-D15DC4910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23"/>
                <a:ext cx="24" cy="26"/>
              </a:xfrm>
              <a:custGeom>
                <a:avLst/>
                <a:gdLst>
                  <a:gd name="T0" fmla="*/ 0 w 170"/>
                  <a:gd name="T1" fmla="*/ 0 h 176"/>
                  <a:gd name="T2" fmla="*/ 0 w 170"/>
                  <a:gd name="T3" fmla="*/ 0 h 176"/>
                  <a:gd name="T4" fmla="*/ 0 w 170"/>
                  <a:gd name="T5" fmla="*/ 0 h 176"/>
                  <a:gd name="T6" fmla="*/ 0 w 170"/>
                  <a:gd name="T7" fmla="*/ 0 h 176"/>
                  <a:gd name="T8" fmla="*/ 0 w 170"/>
                  <a:gd name="T9" fmla="*/ 0 h 176"/>
                  <a:gd name="T10" fmla="*/ 0 w 170"/>
                  <a:gd name="T11" fmla="*/ 0 h 176"/>
                  <a:gd name="T12" fmla="*/ 0 w 170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176"/>
                  <a:gd name="T23" fmla="*/ 170 w 170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176">
                    <a:moveTo>
                      <a:pt x="76" y="176"/>
                    </a:moveTo>
                    <a:lnTo>
                      <a:pt x="123" y="145"/>
                    </a:lnTo>
                    <a:lnTo>
                      <a:pt x="170" y="113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76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6" name="Freeform 1028">
                <a:extLst>
                  <a:ext uri="{FF2B5EF4-FFF2-40B4-BE49-F238E27FC236}">
                    <a16:creationId xmlns:a16="http://schemas.microsoft.com/office/drawing/2014/main" id="{3FE7A3FF-E6C7-197E-0172-F1EE63353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3223"/>
                <a:ext cx="24" cy="26"/>
              </a:xfrm>
              <a:custGeom>
                <a:avLst/>
                <a:gdLst>
                  <a:gd name="T0" fmla="*/ 0 w 170"/>
                  <a:gd name="T1" fmla="*/ 0 h 176"/>
                  <a:gd name="T2" fmla="*/ 0 w 170"/>
                  <a:gd name="T3" fmla="*/ 0 h 176"/>
                  <a:gd name="T4" fmla="*/ 0 w 170"/>
                  <a:gd name="T5" fmla="*/ 0 h 176"/>
                  <a:gd name="T6" fmla="*/ 0 w 170"/>
                  <a:gd name="T7" fmla="*/ 0 h 176"/>
                  <a:gd name="T8" fmla="*/ 0 w 170"/>
                  <a:gd name="T9" fmla="*/ 0 h 176"/>
                  <a:gd name="T10" fmla="*/ 0 w 170"/>
                  <a:gd name="T11" fmla="*/ 0 h 176"/>
                  <a:gd name="T12" fmla="*/ 0 w 170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0"/>
                  <a:gd name="T22" fmla="*/ 0 h 176"/>
                  <a:gd name="T23" fmla="*/ 170 w 170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0" h="176">
                    <a:moveTo>
                      <a:pt x="76" y="176"/>
                    </a:moveTo>
                    <a:lnTo>
                      <a:pt x="123" y="145"/>
                    </a:lnTo>
                    <a:lnTo>
                      <a:pt x="170" y="113"/>
                    </a:lnTo>
                    <a:lnTo>
                      <a:pt x="94" y="0"/>
                    </a:lnTo>
                    <a:lnTo>
                      <a:pt x="47" y="31"/>
                    </a:lnTo>
                    <a:lnTo>
                      <a:pt x="0" y="63"/>
                    </a:lnTo>
                    <a:lnTo>
                      <a:pt x="76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" name="Freeform 1029">
                <a:extLst>
                  <a:ext uri="{FF2B5EF4-FFF2-40B4-BE49-F238E27FC236}">
                    <a16:creationId xmlns:a16="http://schemas.microsoft.com/office/drawing/2014/main" id="{2A3E1000-E2EF-5939-E8EC-954B95672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3223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0" y="35"/>
                    </a:moveTo>
                    <a:lnTo>
                      <a:pt x="47" y="4"/>
                    </a:lnTo>
                    <a:lnTo>
                      <a:pt x="45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" name="Line 1030">
                <a:extLst>
                  <a:ext uri="{FF2B5EF4-FFF2-40B4-BE49-F238E27FC236}">
                    <a16:creationId xmlns:a16="http://schemas.microsoft.com/office/drawing/2014/main" id="{343C9BF4-A2A2-D24D-3F18-7E711835E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25" y="322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9" name="Freeform 1031">
                <a:extLst>
                  <a:ext uri="{FF2B5EF4-FFF2-40B4-BE49-F238E27FC236}">
                    <a16:creationId xmlns:a16="http://schemas.microsoft.com/office/drawing/2014/main" id="{2896D968-4FF1-0D29-755C-AFC27F7DA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85" y="177"/>
                    </a:moveTo>
                    <a:lnTo>
                      <a:pt x="130" y="142"/>
                    </a:lnTo>
                    <a:lnTo>
                      <a:pt x="175" y="107"/>
                    </a:lnTo>
                    <a:lnTo>
                      <a:pt x="89" y="0"/>
                    </a:lnTo>
                    <a:lnTo>
                      <a:pt x="44" y="35"/>
                    </a:lnTo>
                    <a:lnTo>
                      <a:pt x="0" y="69"/>
                    </a:lnTo>
                    <a:lnTo>
                      <a:pt x="85" y="1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" name="Freeform 1032">
                <a:extLst>
                  <a:ext uri="{FF2B5EF4-FFF2-40B4-BE49-F238E27FC236}">
                    <a16:creationId xmlns:a16="http://schemas.microsoft.com/office/drawing/2014/main" id="{6A378C7A-CC02-3190-A93C-A743FA49C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85" y="177"/>
                    </a:moveTo>
                    <a:lnTo>
                      <a:pt x="130" y="142"/>
                    </a:lnTo>
                    <a:lnTo>
                      <a:pt x="175" y="107"/>
                    </a:lnTo>
                    <a:lnTo>
                      <a:pt x="89" y="0"/>
                    </a:lnTo>
                    <a:lnTo>
                      <a:pt x="44" y="35"/>
                    </a:lnTo>
                    <a:lnTo>
                      <a:pt x="0" y="69"/>
                    </a:lnTo>
                    <a:lnTo>
                      <a:pt x="85" y="1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1" name="Freeform 1033">
                <a:extLst>
                  <a:ext uri="{FF2B5EF4-FFF2-40B4-BE49-F238E27FC236}">
                    <a16:creationId xmlns:a16="http://schemas.microsoft.com/office/drawing/2014/main" id="{DE415CFE-4145-10B4-32FA-5D0B956C0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3207"/>
                <a:ext cx="6" cy="6"/>
              </a:xfrm>
              <a:custGeom>
                <a:avLst/>
                <a:gdLst>
                  <a:gd name="T0" fmla="*/ 0 w 45"/>
                  <a:gd name="T1" fmla="*/ 0 h 39"/>
                  <a:gd name="T2" fmla="*/ 0 w 45"/>
                  <a:gd name="T3" fmla="*/ 0 h 39"/>
                  <a:gd name="T4" fmla="*/ 0 w 45"/>
                  <a:gd name="T5" fmla="*/ 0 h 39"/>
                  <a:gd name="T6" fmla="*/ 0 w 45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9"/>
                  <a:gd name="T14" fmla="*/ 45 w 45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9">
                    <a:moveTo>
                      <a:pt x="0" y="39"/>
                    </a:moveTo>
                    <a:lnTo>
                      <a:pt x="45" y="4"/>
                    </a:lnTo>
                    <a:lnTo>
                      <a:pt x="42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" name="Line 1034">
                <a:extLst>
                  <a:ext uri="{FF2B5EF4-FFF2-40B4-BE49-F238E27FC236}">
                    <a16:creationId xmlns:a16="http://schemas.microsoft.com/office/drawing/2014/main" id="{927A2BA7-91E5-F833-2956-C8565E031D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13" y="320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3" name="Freeform 1035">
                <a:extLst>
                  <a:ext uri="{FF2B5EF4-FFF2-40B4-BE49-F238E27FC236}">
                    <a16:creationId xmlns:a16="http://schemas.microsoft.com/office/drawing/2014/main" id="{84034F4E-8DD4-83B1-5482-2F2892754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3193"/>
                <a:ext cx="26" cy="25"/>
              </a:xfrm>
              <a:custGeom>
                <a:avLst/>
                <a:gdLst>
                  <a:gd name="T0" fmla="*/ 0 w 176"/>
                  <a:gd name="T1" fmla="*/ 0 h 178"/>
                  <a:gd name="T2" fmla="*/ 0 w 176"/>
                  <a:gd name="T3" fmla="*/ 0 h 178"/>
                  <a:gd name="T4" fmla="*/ 0 w 176"/>
                  <a:gd name="T5" fmla="*/ 0 h 178"/>
                  <a:gd name="T6" fmla="*/ 0 w 176"/>
                  <a:gd name="T7" fmla="*/ 0 h 178"/>
                  <a:gd name="T8" fmla="*/ 0 w 176"/>
                  <a:gd name="T9" fmla="*/ 0 h 178"/>
                  <a:gd name="T10" fmla="*/ 0 w 176"/>
                  <a:gd name="T11" fmla="*/ 0 h 178"/>
                  <a:gd name="T12" fmla="*/ 0 w 176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8"/>
                  <a:gd name="T23" fmla="*/ 176 w 176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8">
                    <a:moveTo>
                      <a:pt x="93" y="178"/>
                    </a:moveTo>
                    <a:lnTo>
                      <a:pt x="134" y="140"/>
                    </a:lnTo>
                    <a:lnTo>
                      <a:pt x="176" y="101"/>
                    </a:lnTo>
                    <a:lnTo>
                      <a:pt x="83" y="0"/>
                    </a:lnTo>
                    <a:lnTo>
                      <a:pt x="41" y="39"/>
                    </a:lnTo>
                    <a:lnTo>
                      <a:pt x="0" y="77"/>
                    </a:lnTo>
                    <a:lnTo>
                      <a:pt x="93" y="1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4" name="Freeform 1036">
                <a:extLst>
                  <a:ext uri="{FF2B5EF4-FFF2-40B4-BE49-F238E27FC236}">
                    <a16:creationId xmlns:a16="http://schemas.microsoft.com/office/drawing/2014/main" id="{A3F5D2FE-476F-1180-F821-CF0F1502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7" y="3193"/>
                <a:ext cx="26" cy="25"/>
              </a:xfrm>
              <a:custGeom>
                <a:avLst/>
                <a:gdLst>
                  <a:gd name="T0" fmla="*/ 0 w 176"/>
                  <a:gd name="T1" fmla="*/ 0 h 178"/>
                  <a:gd name="T2" fmla="*/ 0 w 176"/>
                  <a:gd name="T3" fmla="*/ 0 h 178"/>
                  <a:gd name="T4" fmla="*/ 0 w 176"/>
                  <a:gd name="T5" fmla="*/ 0 h 178"/>
                  <a:gd name="T6" fmla="*/ 0 w 176"/>
                  <a:gd name="T7" fmla="*/ 0 h 178"/>
                  <a:gd name="T8" fmla="*/ 0 w 176"/>
                  <a:gd name="T9" fmla="*/ 0 h 178"/>
                  <a:gd name="T10" fmla="*/ 0 w 176"/>
                  <a:gd name="T11" fmla="*/ 0 h 178"/>
                  <a:gd name="T12" fmla="*/ 0 w 176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8"/>
                  <a:gd name="T23" fmla="*/ 176 w 176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8">
                    <a:moveTo>
                      <a:pt x="93" y="178"/>
                    </a:moveTo>
                    <a:lnTo>
                      <a:pt x="134" y="140"/>
                    </a:lnTo>
                    <a:lnTo>
                      <a:pt x="176" y="101"/>
                    </a:lnTo>
                    <a:lnTo>
                      <a:pt x="83" y="0"/>
                    </a:lnTo>
                    <a:lnTo>
                      <a:pt x="41" y="39"/>
                    </a:lnTo>
                    <a:lnTo>
                      <a:pt x="0" y="77"/>
                    </a:lnTo>
                    <a:lnTo>
                      <a:pt x="93" y="17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5" name="Freeform 1037">
                <a:extLst>
                  <a:ext uri="{FF2B5EF4-FFF2-40B4-BE49-F238E27FC236}">
                    <a16:creationId xmlns:a16="http://schemas.microsoft.com/office/drawing/2014/main" id="{D7273A54-3902-37D6-017C-37B9E559B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192"/>
                <a:ext cx="6" cy="6"/>
              </a:xfrm>
              <a:custGeom>
                <a:avLst/>
                <a:gdLst>
                  <a:gd name="T0" fmla="*/ 0 w 42"/>
                  <a:gd name="T1" fmla="*/ 0 h 42"/>
                  <a:gd name="T2" fmla="*/ 0 w 42"/>
                  <a:gd name="T3" fmla="*/ 0 h 42"/>
                  <a:gd name="T4" fmla="*/ 0 w 42"/>
                  <a:gd name="T5" fmla="*/ 0 h 42"/>
                  <a:gd name="T6" fmla="*/ 0 w 42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2"/>
                  <a:gd name="T14" fmla="*/ 42 w 42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2">
                    <a:moveTo>
                      <a:pt x="0" y="42"/>
                    </a:moveTo>
                    <a:lnTo>
                      <a:pt x="42" y="3"/>
                    </a:lnTo>
                    <a:lnTo>
                      <a:pt x="38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6" name="Line 1038">
                <a:extLst>
                  <a:ext uri="{FF2B5EF4-FFF2-40B4-BE49-F238E27FC236}">
                    <a16:creationId xmlns:a16="http://schemas.microsoft.com/office/drawing/2014/main" id="{30AE901F-29DA-0897-4B4F-BFA73047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99" y="319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7" name="Freeform 1039">
                <a:extLst>
                  <a:ext uri="{FF2B5EF4-FFF2-40B4-BE49-F238E27FC236}">
                    <a16:creationId xmlns:a16="http://schemas.microsoft.com/office/drawing/2014/main" id="{F0FE9C23-1AF0-DF4B-16C5-462DA08CE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179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100" y="176"/>
                    </a:moveTo>
                    <a:lnTo>
                      <a:pt x="138" y="135"/>
                    </a:lnTo>
                    <a:lnTo>
                      <a:pt x="176" y="93"/>
                    </a:lnTo>
                    <a:lnTo>
                      <a:pt x="77" y="0"/>
                    </a:lnTo>
                    <a:lnTo>
                      <a:pt x="38" y="41"/>
                    </a:lnTo>
                    <a:lnTo>
                      <a:pt x="0" y="83"/>
                    </a:lnTo>
                    <a:lnTo>
                      <a:pt x="100" y="1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8" name="Freeform 1040">
                <a:extLst>
                  <a:ext uri="{FF2B5EF4-FFF2-40B4-BE49-F238E27FC236}">
                    <a16:creationId xmlns:a16="http://schemas.microsoft.com/office/drawing/2014/main" id="{B2585EA0-3B64-7042-CD1A-923694AF0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179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100" y="176"/>
                    </a:moveTo>
                    <a:lnTo>
                      <a:pt x="138" y="135"/>
                    </a:lnTo>
                    <a:lnTo>
                      <a:pt x="176" y="93"/>
                    </a:lnTo>
                    <a:lnTo>
                      <a:pt x="77" y="0"/>
                    </a:lnTo>
                    <a:lnTo>
                      <a:pt x="38" y="41"/>
                    </a:lnTo>
                    <a:lnTo>
                      <a:pt x="0" y="83"/>
                    </a:lnTo>
                    <a:lnTo>
                      <a:pt x="100" y="1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9" name="Freeform 1041">
                <a:extLst>
                  <a:ext uri="{FF2B5EF4-FFF2-40B4-BE49-F238E27FC236}">
                    <a16:creationId xmlns:a16="http://schemas.microsoft.com/office/drawing/2014/main" id="{D450B9BA-F19D-54DA-3A96-6AD73AB48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178"/>
                <a:ext cx="6" cy="7"/>
              </a:xfrm>
              <a:custGeom>
                <a:avLst/>
                <a:gdLst>
                  <a:gd name="T0" fmla="*/ 0 w 39"/>
                  <a:gd name="T1" fmla="*/ 0 h 44"/>
                  <a:gd name="T2" fmla="*/ 0 w 39"/>
                  <a:gd name="T3" fmla="*/ 0 h 44"/>
                  <a:gd name="T4" fmla="*/ 0 w 39"/>
                  <a:gd name="T5" fmla="*/ 0 h 44"/>
                  <a:gd name="T6" fmla="*/ 0 w 39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44"/>
                  <a:gd name="T14" fmla="*/ 39 w 39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44">
                    <a:moveTo>
                      <a:pt x="0" y="44"/>
                    </a:moveTo>
                    <a:lnTo>
                      <a:pt x="39" y="3"/>
                    </a:lnTo>
                    <a:lnTo>
                      <a:pt x="35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0" name="Line 1042">
                <a:extLst>
                  <a:ext uri="{FF2B5EF4-FFF2-40B4-BE49-F238E27FC236}">
                    <a16:creationId xmlns:a16="http://schemas.microsoft.com/office/drawing/2014/main" id="{0F694B07-D57B-F635-D6F9-859813AE6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84" y="317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1" name="Freeform 1043">
                <a:extLst>
                  <a:ext uri="{FF2B5EF4-FFF2-40B4-BE49-F238E27FC236}">
                    <a16:creationId xmlns:a16="http://schemas.microsoft.com/office/drawing/2014/main" id="{1E55E5CA-4364-C155-1FD8-2F93D3FD2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166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108" y="175"/>
                    </a:moveTo>
                    <a:lnTo>
                      <a:pt x="142" y="130"/>
                    </a:lnTo>
                    <a:lnTo>
                      <a:pt x="177" y="86"/>
                    </a:lnTo>
                    <a:lnTo>
                      <a:pt x="69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" name="Freeform 1044">
                <a:extLst>
                  <a:ext uri="{FF2B5EF4-FFF2-40B4-BE49-F238E27FC236}">
                    <a16:creationId xmlns:a16="http://schemas.microsoft.com/office/drawing/2014/main" id="{C82145BE-69F9-AABE-A499-DA744D304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166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108" y="175"/>
                    </a:moveTo>
                    <a:lnTo>
                      <a:pt x="142" y="130"/>
                    </a:lnTo>
                    <a:lnTo>
                      <a:pt x="177" y="86"/>
                    </a:lnTo>
                    <a:lnTo>
                      <a:pt x="69" y="0"/>
                    </a:ln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" name="Freeform 1045">
                <a:extLst>
                  <a:ext uri="{FF2B5EF4-FFF2-40B4-BE49-F238E27FC236}">
                    <a16:creationId xmlns:a16="http://schemas.microsoft.com/office/drawing/2014/main" id="{72AF9516-41CE-00BE-1042-E4D83723B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166"/>
                <a:ext cx="5" cy="7"/>
              </a:xfrm>
              <a:custGeom>
                <a:avLst/>
                <a:gdLst>
                  <a:gd name="T0" fmla="*/ 0 w 34"/>
                  <a:gd name="T1" fmla="*/ 0 h 47"/>
                  <a:gd name="T2" fmla="*/ 0 w 34"/>
                  <a:gd name="T3" fmla="*/ 0 h 47"/>
                  <a:gd name="T4" fmla="*/ 0 w 34"/>
                  <a:gd name="T5" fmla="*/ 0 h 47"/>
                  <a:gd name="T6" fmla="*/ 0 w 34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7"/>
                  <a:gd name="T14" fmla="*/ 34 w 3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7">
                    <a:moveTo>
                      <a:pt x="0" y="47"/>
                    </a:moveTo>
                    <a:lnTo>
                      <a:pt x="34" y="2"/>
                    </a:lnTo>
                    <a:lnTo>
                      <a:pt x="31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" name="Line 1046">
                <a:extLst>
                  <a:ext uri="{FF2B5EF4-FFF2-40B4-BE49-F238E27FC236}">
                    <a16:creationId xmlns:a16="http://schemas.microsoft.com/office/drawing/2014/main" id="{02B6E743-A6E7-C959-92BA-50960A0D2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68" y="31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5" name="Freeform 1047">
                <a:extLst>
                  <a:ext uri="{FF2B5EF4-FFF2-40B4-BE49-F238E27FC236}">
                    <a16:creationId xmlns:a16="http://schemas.microsoft.com/office/drawing/2014/main" id="{21A1714F-BD31-4E12-6370-D8E678F77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14" y="170"/>
                    </a:moveTo>
                    <a:lnTo>
                      <a:pt x="146" y="123"/>
                    </a:lnTo>
                    <a:lnTo>
                      <a:pt x="177" y="7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14" y="1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6" name="Freeform 1048">
                <a:extLst>
                  <a:ext uri="{FF2B5EF4-FFF2-40B4-BE49-F238E27FC236}">
                    <a16:creationId xmlns:a16="http://schemas.microsoft.com/office/drawing/2014/main" id="{D69DDDF5-0231-4905-B4ED-7DD3D8396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14" y="170"/>
                    </a:moveTo>
                    <a:lnTo>
                      <a:pt x="146" y="123"/>
                    </a:lnTo>
                    <a:lnTo>
                      <a:pt x="177" y="76"/>
                    </a:lnTo>
                    <a:lnTo>
                      <a:pt x="63" y="0"/>
                    </a:lnTo>
                    <a:lnTo>
                      <a:pt x="31" y="47"/>
                    </a:lnTo>
                    <a:lnTo>
                      <a:pt x="0" y="94"/>
                    </a:lnTo>
                    <a:lnTo>
                      <a:pt x="114" y="17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7" name="Freeform 1049">
                <a:extLst>
                  <a:ext uri="{FF2B5EF4-FFF2-40B4-BE49-F238E27FC236}">
                    <a16:creationId xmlns:a16="http://schemas.microsoft.com/office/drawing/2014/main" id="{644374E6-601F-91D6-232D-82AB589F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" y="3155"/>
                <a:ext cx="5" cy="7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0 h 50"/>
                  <a:gd name="T4" fmla="*/ 0 w 32"/>
                  <a:gd name="T5" fmla="*/ 0 h 50"/>
                  <a:gd name="T6" fmla="*/ 0 w 3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50"/>
                  <a:gd name="T14" fmla="*/ 32 w 3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50">
                    <a:moveTo>
                      <a:pt x="0" y="50"/>
                    </a:moveTo>
                    <a:lnTo>
                      <a:pt x="32" y="3"/>
                    </a:lnTo>
                    <a:lnTo>
                      <a:pt x="28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8" name="Line 1050">
                <a:extLst>
                  <a:ext uri="{FF2B5EF4-FFF2-40B4-BE49-F238E27FC236}">
                    <a16:creationId xmlns:a16="http://schemas.microsoft.com/office/drawing/2014/main" id="{8B78B901-C4C7-019A-B40F-C856B6201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51" y="315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9" name="Freeform 1051">
                <a:extLst>
                  <a:ext uri="{FF2B5EF4-FFF2-40B4-BE49-F238E27FC236}">
                    <a16:creationId xmlns:a16="http://schemas.microsoft.com/office/drawing/2014/main" id="{5C6A457A-89B6-48EF-90B6-27FB0880C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145"/>
                <a:ext cx="25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20" y="166"/>
                    </a:move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lnTo>
                      <a:pt x="28" y="50"/>
                    </a:lnTo>
                    <a:lnTo>
                      <a:pt x="0" y="99"/>
                    </a:lnTo>
                    <a:lnTo>
                      <a:pt x="120" y="1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0" name="Freeform 1052">
                <a:extLst>
                  <a:ext uri="{FF2B5EF4-FFF2-40B4-BE49-F238E27FC236}">
                    <a16:creationId xmlns:a16="http://schemas.microsoft.com/office/drawing/2014/main" id="{E3E90EBF-ADEB-3946-DA6E-292093F119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145"/>
                <a:ext cx="25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20" y="166"/>
                    </a:move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lnTo>
                      <a:pt x="28" y="50"/>
                    </a:lnTo>
                    <a:lnTo>
                      <a:pt x="0" y="99"/>
                    </a:lnTo>
                    <a:lnTo>
                      <a:pt x="120" y="16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1" name="Freeform 1053">
                <a:extLst>
                  <a:ext uri="{FF2B5EF4-FFF2-40B4-BE49-F238E27FC236}">
                    <a16:creationId xmlns:a16="http://schemas.microsoft.com/office/drawing/2014/main" id="{EF509DCB-DF7A-39B8-FCB2-F1F5AB4E1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3145"/>
                <a:ext cx="4" cy="7"/>
              </a:xfrm>
              <a:custGeom>
                <a:avLst/>
                <a:gdLst>
                  <a:gd name="T0" fmla="*/ 0 w 28"/>
                  <a:gd name="T1" fmla="*/ 0 h 52"/>
                  <a:gd name="T2" fmla="*/ 0 w 28"/>
                  <a:gd name="T3" fmla="*/ 0 h 52"/>
                  <a:gd name="T4" fmla="*/ 0 w 28"/>
                  <a:gd name="T5" fmla="*/ 0 h 52"/>
                  <a:gd name="T6" fmla="*/ 0 w 2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2"/>
                  <a:gd name="T14" fmla="*/ 28 w 28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2">
                    <a:moveTo>
                      <a:pt x="0" y="52"/>
                    </a:moveTo>
                    <a:lnTo>
                      <a:pt x="28" y="2"/>
                    </a:lnTo>
                    <a:lnTo>
                      <a:pt x="24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" name="Line 1054">
                <a:extLst>
                  <a:ext uri="{FF2B5EF4-FFF2-40B4-BE49-F238E27FC236}">
                    <a16:creationId xmlns:a16="http://schemas.microsoft.com/office/drawing/2014/main" id="{A10E9A90-5FAF-466A-B028-DF6545237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34" y="31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3" name="Freeform 1055">
                <a:extLst>
                  <a:ext uri="{FF2B5EF4-FFF2-40B4-BE49-F238E27FC236}">
                    <a16:creationId xmlns:a16="http://schemas.microsoft.com/office/drawing/2014/main" id="{66E06E18-9661-5BE9-DED5-09A567A23E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137"/>
                <a:ext cx="25" cy="22"/>
              </a:xfrm>
              <a:custGeom>
                <a:avLst/>
                <a:gdLst>
                  <a:gd name="T0" fmla="*/ 0 w 172"/>
                  <a:gd name="T1" fmla="*/ 0 h 160"/>
                  <a:gd name="T2" fmla="*/ 0 w 172"/>
                  <a:gd name="T3" fmla="*/ 0 h 160"/>
                  <a:gd name="T4" fmla="*/ 0 w 172"/>
                  <a:gd name="T5" fmla="*/ 0 h 160"/>
                  <a:gd name="T6" fmla="*/ 0 w 172"/>
                  <a:gd name="T7" fmla="*/ 0 h 160"/>
                  <a:gd name="T8" fmla="*/ 0 w 172"/>
                  <a:gd name="T9" fmla="*/ 0 h 160"/>
                  <a:gd name="T10" fmla="*/ 0 w 172"/>
                  <a:gd name="T11" fmla="*/ 0 h 160"/>
                  <a:gd name="T12" fmla="*/ 0 w 172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0"/>
                  <a:gd name="T23" fmla="*/ 172 w 172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0">
                    <a:moveTo>
                      <a:pt x="125" y="160"/>
                    </a:moveTo>
                    <a:lnTo>
                      <a:pt x="148" y="109"/>
                    </a:lnTo>
                    <a:lnTo>
                      <a:pt x="172" y="57"/>
                    </a:lnTo>
                    <a:lnTo>
                      <a:pt x="47" y="0"/>
                    </a:lnTo>
                    <a:lnTo>
                      <a:pt x="24" y="51"/>
                    </a:lnTo>
                    <a:lnTo>
                      <a:pt x="0" y="103"/>
                    </a:lnTo>
                    <a:lnTo>
                      <a:pt x="125" y="1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4" name="Freeform 1056">
                <a:extLst>
                  <a:ext uri="{FF2B5EF4-FFF2-40B4-BE49-F238E27FC236}">
                    <a16:creationId xmlns:a16="http://schemas.microsoft.com/office/drawing/2014/main" id="{3EAA13D3-FB42-7FB8-DDE6-BEA3A3A7CD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137"/>
                <a:ext cx="25" cy="22"/>
              </a:xfrm>
              <a:custGeom>
                <a:avLst/>
                <a:gdLst>
                  <a:gd name="T0" fmla="*/ 0 w 172"/>
                  <a:gd name="T1" fmla="*/ 0 h 160"/>
                  <a:gd name="T2" fmla="*/ 0 w 172"/>
                  <a:gd name="T3" fmla="*/ 0 h 160"/>
                  <a:gd name="T4" fmla="*/ 0 w 172"/>
                  <a:gd name="T5" fmla="*/ 0 h 160"/>
                  <a:gd name="T6" fmla="*/ 0 w 172"/>
                  <a:gd name="T7" fmla="*/ 0 h 160"/>
                  <a:gd name="T8" fmla="*/ 0 w 172"/>
                  <a:gd name="T9" fmla="*/ 0 h 160"/>
                  <a:gd name="T10" fmla="*/ 0 w 172"/>
                  <a:gd name="T11" fmla="*/ 0 h 160"/>
                  <a:gd name="T12" fmla="*/ 0 w 172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0"/>
                  <a:gd name="T23" fmla="*/ 172 w 172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0">
                    <a:moveTo>
                      <a:pt x="125" y="160"/>
                    </a:moveTo>
                    <a:lnTo>
                      <a:pt x="148" y="109"/>
                    </a:lnTo>
                    <a:lnTo>
                      <a:pt x="172" y="57"/>
                    </a:lnTo>
                    <a:lnTo>
                      <a:pt x="47" y="0"/>
                    </a:lnTo>
                    <a:lnTo>
                      <a:pt x="24" y="51"/>
                    </a:lnTo>
                    <a:lnTo>
                      <a:pt x="0" y="103"/>
                    </a:lnTo>
                    <a:lnTo>
                      <a:pt x="125" y="1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5" name="Freeform 1057">
                <a:extLst>
                  <a:ext uri="{FF2B5EF4-FFF2-40B4-BE49-F238E27FC236}">
                    <a16:creationId xmlns:a16="http://schemas.microsoft.com/office/drawing/2014/main" id="{3D90D262-01B6-4170-048B-BA9C55937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136"/>
                <a:ext cx="4" cy="8"/>
              </a:xfrm>
              <a:custGeom>
                <a:avLst/>
                <a:gdLst>
                  <a:gd name="T0" fmla="*/ 0 w 23"/>
                  <a:gd name="T1" fmla="*/ 0 h 52"/>
                  <a:gd name="T2" fmla="*/ 0 w 23"/>
                  <a:gd name="T3" fmla="*/ 0 h 52"/>
                  <a:gd name="T4" fmla="*/ 0 w 23"/>
                  <a:gd name="T5" fmla="*/ 0 h 52"/>
                  <a:gd name="T6" fmla="*/ 0 w 23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2"/>
                  <a:gd name="T14" fmla="*/ 23 w 23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2">
                    <a:moveTo>
                      <a:pt x="0" y="52"/>
                    </a:moveTo>
                    <a:lnTo>
                      <a:pt x="23" y="1"/>
                    </a:lnTo>
                    <a:lnTo>
                      <a:pt x="19" y="0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6" name="Line 1058">
                <a:extLst>
                  <a:ext uri="{FF2B5EF4-FFF2-40B4-BE49-F238E27FC236}">
                    <a16:creationId xmlns:a16="http://schemas.microsoft.com/office/drawing/2014/main" id="{37582E66-D5DB-0A5B-0163-309934BC3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15" y="31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7" name="Freeform 1059">
                <a:extLst>
                  <a:ext uri="{FF2B5EF4-FFF2-40B4-BE49-F238E27FC236}">
                    <a16:creationId xmlns:a16="http://schemas.microsoft.com/office/drawing/2014/main" id="{0A75F1F2-8725-8D93-014D-11129AD0F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130"/>
                <a:ext cx="24" cy="21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127" y="153"/>
                    </a:moveTo>
                    <a:lnTo>
                      <a:pt x="147" y="100"/>
                    </a:lnTo>
                    <a:lnTo>
                      <a:pt x="166" y="48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27" y="1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8" name="Freeform 1060">
                <a:extLst>
                  <a:ext uri="{FF2B5EF4-FFF2-40B4-BE49-F238E27FC236}">
                    <a16:creationId xmlns:a16="http://schemas.microsoft.com/office/drawing/2014/main" id="{B0798D15-A1B3-2A5A-65D9-69A190174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130"/>
                <a:ext cx="24" cy="21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127" y="153"/>
                    </a:moveTo>
                    <a:lnTo>
                      <a:pt x="147" y="100"/>
                    </a:lnTo>
                    <a:lnTo>
                      <a:pt x="166" y="48"/>
                    </a:lnTo>
                    <a:lnTo>
                      <a:pt x="38" y="0"/>
                    </a:lnTo>
                    <a:lnTo>
                      <a:pt x="19" y="53"/>
                    </a:lnTo>
                    <a:lnTo>
                      <a:pt x="0" y="106"/>
                    </a:lnTo>
                    <a:lnTo>
                      <a:pt x="127" y="15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9" name="Freeform 1061">
                <a:extLst>
                  <a:ext uri="{FF2B5EF4-FFF2-40B4-BE49-F238E27FC236}">
                    <a16:creationId xmlns:a16="http://schemas.microsoft.com/office/drawing/2014/main" id="{621D3FE4-7207-CDBA-297D-46577178D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129"/>
                <a:ext cx="3" cy="8"/>
              </a:xfrm>
              <a:custGeom>
                <a:avLst/>
                <a:gdLst>
                  <a:gd name="T0" fmla="*/ 0 w 19"/>
                  <a:gd name="T1" fmla="*/ 0 h 55"/>
                  <a:gd name="T2" fmla="*/ 0 w 19"/>
                  <a:gd name="T3" fmla="*/ 0 h 55"/>
                  <a:gd name="T4" fmla="*/ 0 w 19"/>
                  <a:gd name="T5" fmla="*/ 0 h 55"/>
                  <a:gd name="T6" fmla="*/ 0 w 19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5"/>
                  <a:gd name="T14" fmla="*/ 19 w 1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5">
                    <a:moveTo>
                      <a:pt x="0" y="55"/>
                    </a:moveTo>
                    <a:lnTo>
                      <a:pt x="19" y="2"/>
                    </a:lnTo>
                    <a:lnTo>
                      <a:pt x="15" y="0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0" name="Line 1062">
                <a:extLst>
                  <a:ext uri="{FF2B5EF4-FFF2-40B4-BE49-F238E27FC236}">
                    <a16:creationId xmlns:a16="http://schemas.microsoft.com/office/drawing/2014/main" id="{7A6A24DE-B4A8-17FF-691A-8C146DE38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6" y="31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1" name="Freeform 1063">
                <a:extLst>
                  <a:ext uri="{FF2B5EF4-FFF2-40B4-BE49-F238E27FC236}">
                    <a16:creationId xmlns:a16="http://schemas.microsoft.com/office/drawing/2014/main" id="{7D7B698E-B146-EFA5-9CA6-47BCCC947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12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133" y="148"/>
                    </a:moveTo>
                    <a:lnTo>
                      <a:pt x="149" y="93"/>
                    </a:lnTo>
                    <a:lnTo>
                      <a:pt x="164" y="38"/>
                    </a:lnTo>
                    <a:lnTo>
                      <a:pt x="32" y="0"/>
                    </a:lnTo>
                    <a:lnTo>
                      <a:pt x="16" y="55"/>
                    </a:lnTo>
                    <a:lnTo>
                      <a:pt x="0" y="110"/>
                    </a:lnTo>
                    <a:lnTo>
                      <a:pt x="133" y="1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" name="Freeform 1064">
                <a:extLst>
                  <a:ext uri="{FF2B5EF4-FFF2-40B4-BE49-F238E27FC236}">
                    <a16:creationId xmlns:a16="http://schemas.microsoft.com/office/drawing/2014/main" id="{74364191-5EFD-4AC7-FBA6-BB690DE50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12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133" y="148"/>
                    </a:moveTo>
                    <a:lnTo>
                      <a:pt x="149" y="93"/>
                    </a:lnTo>
                    <a:lnTo>
                      <a:pt x="164" y="38"/>
                    </a:lnTo>
                    <a:lnTo>
                      <a:pt x="32" y="0"/>
                    </a:lnTo>
                    <a:lnTo>
                      <a:pt x="16" y="55"/>
                    </a:lnTo>
                    <a:lnTo>
                      <a:pt x="0" y="110"/>
                    </a:lnTo>
                    <a:lnTo>
                      <a:pt x="133" y="14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" name="Freeform 1065">
                <a:extLst>
                  <a:ext uri="{FF2B5EF4-FFF2-40B4-BE49-F238E27FC236}">
                    <a16:creationId xmlns:a16="http://schemas.microsoft.com/office/drawing/2014/main" id="{DB2E0A6D-2742-B868-6C9B-979F3C520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3124"/>
                <a:ext cx="2" cy="8"/>
              </a:xfrm>
              <a:custGeom>
                <a:avLst/>
                <a:gdLst>
                  <a:gd name="T0" fmla="*/ 0 w 16"/>
                  <a:gd name="T1" fmla="*/ 0 h 56"/>
                  <a:gd name="T2" fmla="*/ 0 w 16"/>
                  <a:gd name="T3" fmla="*/ 0 h 56"/>
                  <a:gd name="T4" fmla="*/ 0 w 16"/>
                  <a:gd name="T5" fmla="*/ 0 h 56"/>
                  <a:gd name="T6" fmla="*/ 0 w 1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6"/>
                  <a:gd name="T14" fmla="*/ 16 w 1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6">
                    <a:moveTo>
                      <a:pt x="0" y="56"/>
                    </a:moveTo>
                    <a:lnTo>
                      <a:pt x="16" y="1"/>
                    </a:lnTo>
                    <a:lnTo>
                      <a:pt x="11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" name="Line 1066">
                <a:extLst>
                  <a:ext uri="{FF2B5EF4-FFF2-40B4-BE49-F238E27FC236}">
                    <a16:creationId xmlns:a16="http://schemas.microsoft.com/office/drawing/2014/main" id="{85A8BC34-7A3B-1602-BFBF-274CBD791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7" y="31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5" name="Freeform 1067">
                <a:extLst>
                  <a:ext uri="{FF2B5EF4-FFF2-40B4-BE49-F238E27FC236}">
                    <a16:creationId xmlns:a16="http://schemas.microsoft.com/office/drawing/2014/main" id="{35B5D052-4B6C-8446-9C0E-A81339C68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120"/>
                <a:ext cx="23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35" y="139"/>
                    </a:moveTo>
                    <a:lnTo>
                      <a:pt x="146" y="83"/>
                    </a:lnTo>
                    <a:lnTo>
                      <a:pt x="157" y="27"/>
                    </a:lnTo>
                    <a:lnTo>
                      <a:pt x="23" y="0"/>
                    </a:ln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6" name="Freeform 1068">
                <a:extLst>
                  <a:ext uri="{FF2B5EF4-FFF2-40B4-BE49-F238E27FC236}">
                    <a16:creationId xmlns:a16="http://schemas.microsoft.com/office/drawing/2014/main" id="{315A9253-2080-A7C3-C79F-17BEDC5E47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120"/>
                <a:ext cx="23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35" y="139"/>
                    </a:moveTo>
                    <a:lnTo>
                      <a:pt x="146" y="83"/>
                    </a:lnTo>
                    <a:lnTo>
                      <a:pt x="157" y="27"/>
                    </a:lnTo>
                    <a:lnTo>
                      <a:pt x="23" y="0"/>
                    </a:ln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7" name="Freeform 1069">
                <a:extLst>
                  <a:ext uri="{FF2B5EF4-FFF2-40B4-BE49-F238E27FC236}">
                    <a16:creationId xmlns:a16="http://schemas.microsoft.com/office/drawing/2014/main" id="{D16DEF8F-AB4F-185B-818A-A61E9C435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3120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56"/>
                    </a:moveTo>
                    <a:lnTo>
                      <a:pt x="12" y="0"/>
                    </a:lnTo>
                    <a:lnTo>
                      <a:pt x="7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8" name="Line 1070">
                <a:extLst>
                  <a:ext uri="{FF2B5EF4-FFF2-40B4-BE49-F238E27FC236}">
                    <a16:creationId xmlns:a16="http://schemas.microsoft.com/office/drawing/2014/main" id="{57D161BC-F6F0-7993-7DDB-40BB56D46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7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9" name="Freeform 1071">
                <a:extLst>
                  <a:ext uri="{FF2B5EF4-FFF2-40B4-BE49-F238E27FC236}">
                    <a16:creationId xmlns:a16="http://schemas.microsoft.com/office/drawing/2014/main" id="{976BF94C-B5C8-D1C5-455A-E90C44B26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36" y="128"/>
                    </a:moveTo>
                    <a:lnTo>
                      <a:pt x="142" y="72"/>
                    </a:lnTo>
                    <a:lnTo>
                      <a:pt x="149" y="16"/>
                    </a:lnTo>
                    <a:lnTo>
                      <a:pt x="13" y="0"/>
                    </a:ln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0" name="Freeform 1072">
                <a:extLst>
                  <a:ext uri="{FF2B5EF4-FFF2-40B4-BE49-F238E27FC236}">
                    <a16:creationId xmlns:a16="http://schemas.microsoft.com/office/drawing/2014/main" id="{123CAC73-2242-A06F-6E0A-9843089AD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36" y="128"/>
                    </a:moveTo>
                    <a:lnTo>
                      <a:pt x="142" y="72"/>
                    </a:lnTo>
                    <a:lnTo>
                      <a:pt x="149" y="16"/>
                    </a:lnTo>
                    <a:lnTo>
                      <a:pt x="13" y="0"/>
                    </a:ln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1" name="Freeform 1073">
                <a:extLst>
                  <a:ext uri="{FF2B5EF4-FFF2-40B4-BE49-F238E27FC236}">
                    <a16:creationId xmlns:a16="http://schemas.microsoft.com/office/drawing/2014/main" id="{DF96173A-7BFA-D6DC-C005-1D9068976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3118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56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2" name="Line 1074">
                <a:extLst>
                  <a:ext uri="{FF2B5EF4-FFF2-40B4-BE49-F238E27FC236}">
                    <a16:creationId xmlns:a16="http://schemas.microsoft.com/office/drawing/2014/main" id="{2B858011-382A-356B-D38F-A62610C4F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7" y="31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" name="Freeform 1075">
                <a:extLst>
                  <a:ext uri="{FF2B5EF4-FFF2-40B4-BE49-F238E27FC236}">
                    <a16:creationId xmlns:a16="http://schemas.microsoft.com/office/drawing/2014/main" id="{4DF50068-CB77-369C-1DAD-48D1B32B6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20" cy="17"/>
              </a:xfrm>
              <a:custGeom>
                <a:avLst/>
                <a:gdLst>
                  <a:gd name="T0" fmla="*/ 0 w 141"/>
                  <a:gd name="T1" fmla="*/ 0 h 117"/>
                  <a:gd name="T2" fmla="*/ 0 w 141"/>
                  <a:gd name="T3" fmla="*/ 0 h 117"/>
                  <a:gd name="T4" fmla="*/ 0 w 141"/>
                  <a:gd name="T5" fmla="*/ 0 h 117"/>
                  <a:gd name="T6" fmla="*/ 0 w 141"/>
                  <a:gd name="T7" fmla="*/ 0 h 117"/>
                  <a:gd name="T8" fmla="*/ 0 w 141"/>
                  <a:gd name="T9" fmla="*/ 0 h 117"/>
                  <a:gd name="T10" fmla="*/ 0 w 141"/>
                  <a:gd name="T11" fmla="*/ 0 h 117"/>
                  <a:gd name="T12" fmla="*/ 0 w 141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7"/>
                  <a:gd name="T23" fmla="*/ 141 w 141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7">
                    <a:moveTo>
                      <a:pt x="136" y="117"/>
                    </a:moveTo>
                    <a:lnTo>
                      <a:pt x="139" y="61"/>
                    </a:lnTo>
                    <a:lnTo>
                      <a:pt x="141" y="5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136" y="1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" name="Freeform 1076">
                <a:extLst>
                  <a:ext uri="{FF2B5EF4-FFF2-40B4-BE49-F238E27FC236}">
                    <a16:creationId xmlns:a16="http://schemas.microsoft.com/office/drawing/2014/main" id="{C1ABF9E9-4EE9-7CFD-F0B7-089E82D16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20" cy="17"/>
              </a:xfrm>
              <a:custGeom>
                <a:avLst/>
                <a:gdLst>
                  <a:gd name="T0" fmla="*/ 0 w 141"/>
                  <a:gd name="T1" fmla="*/ 0 h 117"/>
                  <a:gd name="T2" fmla="*/ 0 w 141"/>
                  <a:gd name="T3" fmla="*/ 0 h 117"/>
                  <a:gd name="T4" fmla="*/ 0 w 141"/>
                  <a:gd name="T5" fmla="*/ 0 h 117"/>
                  <a:gd name="T6" fmla="*/ 0 w 141"/>
                  <a:gd name="T7" fmla="*/ 0 h 117"/>
                  <a:gd name="T8" fmla="*/ 0 w 141"/>
                  <a:gd name="T9" fmla="*/ 0 h 117"/>
                  <a:gd name="T10" fmla="*/ 0 w 141"/>
                  <a:gd name="T11" fmla="*/ 0 h 117"/>
                  <a:gd name="T12" fmla="*/ 0 w 141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7"/>
                  <a:gd name="T23" fmla="*/ 141 w 141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7">
                    <a:moveTo>
                      <a:pt x="136" y="117"/>
                    </a:moveTo>
                    <a:lnTo>
                      <a:pt x="139" y="61"/>
                    </a:lnTo>
                    <a:lnTo>
                      <a:pt x="141" y="5"/>
                    </a:lnTo>
                    <a:lnTo>
                      <a:pt x="4" y="0"/>
                    </a:lnTo>
                    <a:lnTo>
                      <a:pt x="2" y="56"/>
                    </a:lnTo>
                    <a:lnTo>
                      <a:pt x="0" y="112"/>
                    </a:lnTo>
                    <a:lnTo>
                      <a:pt x="136" y="11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5" name="Freeform 1077">
                <a:extLst>
                  <a:ext uri="{FF2B5EF4-FFF2-40B4-BE49-F238E27FC236}">
                    <a16:creationId xmlns:a16="http://schemas.microsoft.com/office/drawing/2014/main" id="{7E330D89-34CD-B5C7-C5ED-26ACEC2B4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117"/>
                <a:ext cx="1" cy="8"/>
              </a:xfrm>
              <a:custGeom>
                <a:avLst/>
                <a:gdLst>
                  <a:gd name="T0" fmla="*/ 0 w 4"/>
                  <a:gd name="T1" fmla="*/ 0 h 56"/>
                  <a:gd name="T2" fmla="*/ 0 w 4"/>
                  <a:gd name="T3" fmla="*/ 0 h 56"/>
                  <a:gd name="T4" fmla="*/ 0 w 4"/>
                  <a:gd name="T5" fmla="*/ 0 h 56"/>
                  <a:gd name="T6" fmla="*/ 0 w 4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6"/>
                  <a:gd name="T14" fmla="*/ 4 w 4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6">
                    <a:moveTo>
                      <a:pt x="2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9" name="Group 1078">
              <a:extLst>
                <a:ext uri="{FF2B5EF4-FFF2-40B4-BE49-F238E27FC236}">
                  <a16:creationId xmlns:a16="http://schemas.microsoft.com/office/drawing/2014/main" id="{530445FE-2D41-47E9-50D5-185C5AF68B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3117"/>
              <a:ext cx="440" cy="517"/>
              <a:chOff x="3159" y="3117"/>
              <a:chExt cx="440" cy="517"/>
            </a:xfrm>
          </p:grpSpPr>
          <p:sp>
            <p:nvSpPr>
              <p:cNvPr id="576" name="Line 1079">
                <a:extLst>
                  <a:ext uri="{FF2B5EF4-FFF2-40B4-BE49-F238E27FC236}">
                    <a16:creationId xmlns:a16="http://schemas.microsoft.com/office/drawing/2014/main" id="{2AD242BF-80BE-8973-4CE4-3BBD7B68D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17" y="311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7" name="Freeform 1080">
                <a:extLst>
                  <a:ext uri="{FF2B5EF4-FFF2-40B4-BE49-F238E27FC236}">
                    <a16:creationId xmlns:a16="http://schemas.microsoft.com/office/drawing/2014/main" id="{D712545A-ED7B-3B1B-BB6D-707AADF57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117"/>
                <a:ext cx="20" cy="17"/>
              </a:xfrm>
              <a:custGeom>
                <a:avLst/>
                <a:gdLst>
                  <a:gd name="T0" fmla="*/ 0 w 143"/>
                  <a:gd name="T1" fmla="*/ 0 h 117"/>
                  <a:gd name="T2" fmla="*/ 0 w 143"/>
                  <a:gd name="T3" fmla="*/ 0 h 117"/>
                  <a:gd name="T4" fmla="*/ 0 w 143"/>
                  <a:gd name="T5" fmla="*/ 0 h 117"/>
                  <a:gd name="T6" fmla="*/ 0 w 143"/>
                  <a:gd name="T7" fmla="*/ 0 h 117"/>
                  <a:gd name="T8" fmla="*/ 0 w 143"/>
                  <a:gd name="T9" fmla="*/ 0 h 117"/>
                  <a:gd name="T10" fmla="*/ 0 w 143"/>
                  <a:gd name="T11" fmla="*/ 0 h 117"/>
                  <a:gd name="T12" fmla="*/ 0 w 14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7"/>
                  <a:gd name="T23" fmla="*/ 143 w 14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7">
                    <a:moveTo>
                      <a:pt x="143" y="112"/>
                    </a:moveTo>
                    <a:lnTo>
                      <a:pt x="141" y="56"/>
                    </a:lnTo>
                    <a:lnTo>
                      <a:pt x="139" y="0"/>
                    </a:lnTo>
                    <a:lnTo>
                      <a:pt x="0" y="5"/>
                    </a:lnTo>
                    <a:lnTo>
                      <a:pt x="3" y="61"/>
                    </a:lnTo>
                    <a:lnTo>
                      <a:pt x="5" y="117"/>
                    </a:lnTo>
                    <a:lnTo>
                      <a:pt x="143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8" name="Freeform 1081">
                <a:extLst>
                  <a:ext uri="{FF2B5EF4-FFF2-40B4-BE49-F238E27FC236}">
                    <a16:creationId xmlns:a16="http://schemas.microsoft.com/office/drawing/2014/main" id="{517B47E9-A110-3520-F469-28CEE4A15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117"/>
                <a:ext cx="20" cy="17"/>
              </a:xfrm>
              <a:custGeom>
                <a:avLst/>
                <a:gdLst>
                  <a:gd name="T0" fmla="*/ 0 w 143"/>
                  <a:gd name="T1" fmla="*/ 0 h 117"/>
                  <a:gd name="T2" fmla="*/ 0 w 143"/>
                  <a:gd name="T3" fmla="*/ 0 h 117"/>
                  <a:gd name="T4" fmla="*/ 0 w 143"/>
                  <a:gd name="T5" fmla="*/ 0 h 117"/>
                  <a:gd name="T6" fmla="*/ 0 w 143"/>
                  <a:gd name="T7" fmla="*/ 0 h 117"/>
                  <a:gd name="T8" fmla="*/ 0 w 143"/>
                  <a:gd name="T9" fmla="*/ 0 h 117"/>
                  <a:gd name="T10" fmla="*/ 0 w 143"/>
                  <a:gd name="T11" fmla="*/ 0 h 117"/>
                  <a:gd name="T12" fmla="*/ 0 w 143"/>
                  <a:gd name="T13" fmla="*/ 0 h 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7"/>
                  <a:gd name="T23" fmla="*/ 143 w 143"/>
                  <a:gd name="T24" fmla="*/ 117 h 1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7">
                    <a:moveTo>
                      <a:pt x="143" y="112"/>
                    </a:moveTo>
                    <a:lnTo>
                      <a:pt x="141" y="56"/>
                    </a:lnTo>
                    <a:lnTo>
                      <a:pt x="139" y="0"/>
                    </a:lnTo>
                    <a:lnTo>
                      <a:pt x="0" y="5"/>
                    </a:lnTo>
                    <a:lnTo>
                      <a:pt x="3" y="61"/>
                    </a:lnTo>
                    <a:lnTo>
                      <a:pt x="5" y="117"/>
                    </a:lnTo>
                    <a:lnTo>
                      <a:pt x="143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9" name="Freeform 1082">
                <a:extLst>
                  <a:ext uri="{FF2B5EF4-FFF2-40B4-BE49-F238E27FC236}">
                    <a16:creationId xmlns:a16="http://schemas.microsoft.com/office/drawing/2014/main" id="{71C91D82-F673-4CD0-9460-F0BD194C5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118"/>
                <a:ext cx="1" cy="8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0 w 7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56"/>
                  <a:gd name="T14" fmla="*/ 7 w 7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56">
                    <a:moveTo>
                      <a:pt x="7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7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0" name="Line 1083">
                <a:extLst>
                  <a:ext uri="{FF2B5EF4-FFF2-40B4-BE49-F238E27FC236}">
                    <a16:creationId xmlns:a16="http://schemas.microsoft.com/office/drawing/2014/main" id="{78C6548F-4D6F-0B45-D947-AEB009639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6" y="311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" name="Freeform 1084">
                <a:extLst>
                  <a:ext uri="{FF2B5EF4-FFF2-40B4-BE49-F238E27FC236}">
                    <a16:creationId xmlns:a16="http://schemas.microsoft.com/office/drawing/2014/main" id="{C0F42581-746F-27CF-DAB1-4EC94A7FD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9" y="112"/>
                    </a:moveTo>
                    <a:lnTo>
                      <a:pt x="143" y="56"/>
                    </a:lnTo>
                    <a:lnTo>
                      <a:pt x="136" y="0"/>
                    </a:lnTo>
                    <a:lnTo>
                      <a:pt x="0" y="16"/>
                    </a:lnTo>
                    <a:lnTo>
                      <a:pt x="7" y="72"/>
                    </a:lnTo>
                    <a:lnTo>
                      <a:pt x="14" y="128"/>
                    </a:lnTo>
                    <a:lnTo>
                      <a:pt x="149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2" name="Freeform 1085">
                <a:extLst>
                  <a:ext uri="{FF2B5EF4-FFF2-40B4-BE49-F238E27FC236}">
                    <a16:creationId xmlns:a16="http://schemas.microsoft.com/office/drawing/2014/main" id="{661FB4A5-2933-FCD2-46B0-1DF45B65D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118"/>
                <a:ext cx="21" cy="18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9" y="112"/>
                    </a:moveTo>
                    <a:lnTo>
                      <a:pt x="143" y="56"/>
                    </a:lnTo>
                    <a:lnTo>
                      <a:pt x="136" y="0"/>
                    </a:lnTo>
                    <a:lnTo>
                      <a:pt x="0" y="16"/>
                    </a:lnTo>
                    <a:lnTo>
                      <a:pt x="7" y="72"/>
                    </a:lnTo>
                    <a:lnTo>
                      <a:pt x="14" y="128"/>
                    </a:lnTo>
                    <a:lnTo>
                      <a:pt x="149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3" name="Freeform 1086">
                <a:extLst>
                  <a:ext uri="{FF2B5EF4-FFF2-40B4-BE49-F238E27FC236}">
                    <a16:creationId xmlns:a16="http://schemas.microsoft.com/office/drawing/2014/main" id="{DE521BE0-A4BD-4DDA-E97F-934E381B34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120"/>
                <a:ext cx="2" cy="8"/>
              </a:xfrm>
              <a:custGeom>
                <a:avLst/>
                <a:gdLst>
                  <a:gd name="T0" fmla="*/ 0 w 11"/>
                  <a:gd name="T1" fmla="*/ 0 h 56"/>
                  <a:gd name="T2" fmla="*/ 0 w 11"/>
                  <a:gd name="T3" fmla="*/ 0 h 56"/>
                  <a:gd name="T4" fmla="*/ 0 w 11"/>
                  <a:gd name="T5" fmla="*/ 0 h 56"/>
                  <a:gd name="T6" fmla="*/ 0 w 1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56"/>
                  <a:gd name="T14" fmla="*/ 11 w 1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56">
                    <a:moveTo>
                      <a:pt x="11" y="56"/>
                    </a:moveTo>
                    <a:lnTo>
                      <a:pt x="4" y="0"/>
                    </a:lnTo>
                    <a:lnTo>
                      <a:pt x="0" y="0"/>
                    </a:lnTo>
                    <a:lnTo>
                      <a:pt x="11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" name="Line 1087">
                <a:extLst>
                  <a:ext uri="{FF2B5EF4-FFF2-40B4-BE49-F238E27FC236}">
                    <a16:creationId xmlns:a16="http://schemas.microsoft.com/office/drawing/2014/main" id="{4C9AD09B-C4EF-8988-9F10-834276820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6" y="31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" name="Freeform 1088">
                <a:extLst>
                  <a:ext uri="{FF2B5EF4-FFF2-40B4-BE49-F238E27FC236}">
                    <a16:creationId xmlns:a16="http://schemas.microsoft.com/office/drawing/2014/main" id="{F31FECBD-0293-F891-8148-5F2A870FA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120"/>
                <a:ext cx="22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57" y="112"/>
                    </a:move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lnTo>
                      <a:pt x="11" y="83"/>
                    </a:lnTo>
                    <a:lnTo>
                      <a:pt x="22" y="139"/>
                    </a:lnTo>
                    <a:lnTo>
                      <a:pt x="157" y="1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6" name="Freeform 1089">
                <a:extLst>
                  <a:ext uri="{FF2B5EF4-FFF2-40B4-BE49-F238E27FC236}">
                    <a16:creationId xmlns:a16="http://schemas.microsoft.com/office/drawing/2014/main" id="{4A12C862-79A8-6DD4-6877-C19956993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120"/>
                <a:ext cx="22" cy="20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157" y="112"/>
                    </a:move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lnTo>
                      <a:pt x="11" y="83"/>
                    </a:lnTo>
                    <a:lnTo>
                      <a:pt x="22" y="139"/>
                    </a:lnTo>
                    <a:lnTo>
                      <a:pt x="157" y="11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7" name="Freeform 1090">
                <a:extLst>
                  <a:ext uri="{FF2B5EF4-FFF2-40B4-BE49-F238E27FC236}">
                    <a16:creationId xmlns:a16="http://schemas.microsoft.com/office/drawing/2014/main" id="{898D7CC2-FABC-E7C3-9AAE-D5F09B9FB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124"/>
                <a:ext cx="3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56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15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8" name="Line 1091">
                <a:extLst>
                  <a:ext uri="{FF2B5EF4-FFF2-40B4-BE49-F238E27FC236}">
                    <a16:creationId xmlns:a16="http://schemas.microsoft.com/office/drawing/2014/main" id="{46770780-C120-B305-DE9A-6F5B6B6C4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56" y="312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9" name="Freeform 1092">
                <a:extLst>
                  <a:ext uri="{FF2B5EF4-FFF2-40B4-BE49-F238E27FC236}">
                    <a16:creationId xmlns:a16="http://schemas.microsoft.com/office/drawing/2014/main" id="{50B42270-2CC8-6568-0AB9-A2E0E4FCF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12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163" y="108"/>
                    </a:moveTo>
                    <a:lnTo>
                      <a:pt x="147" y="54"/>
                    </a:lnTo>
                    <a:lnTo>
                      <a:pt x="132" y="0"/>
                    </a:lnTo>
                    <a:lnTo>
                      <a:pt x="0" y="38"/>
                    </a:lnTo>
                    <a:lnTo>
                      <a:pt x="16" y="92"/>
                    </a:lnTo>
                    <a:lnTo>
                      <a:pt x="32" y="146"/>
                    </a:lnTo>
                    <a:lnTo>
                      <a:pt x="163" y="1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0" name="Freeform 1093">
                <a:extLst>
                  <a:ext uri="{FF2B5EF4-FFF2-40B4-BE49-F238E27FC236}">
                    <a16:creationId xmlns:a16="http://schemas.microsoft.com/office/drawing/2014/main" id="{62D3D71F-4294-8520-BDBF-1B8F55218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12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163" y="108"/>
                    </a:moveTo>
                    <a:lnTo>
                      <a:pt x="147" y="54"/>
                    </a:lnTo>
                    <a:lnTo>
                      <a:pt x="132" y="0"/>
                    </a:lnTo>
                    <a:lnTo>
                      <a:pt x="0" y="38"/>
                    </a:lnTo>
                    <a:lnTo>
                      <a:pt x="16" y="92"/>
                    </a:lnTo>
                    <a:lnTo>
                      <a:pt x="32" y="146"/>
                    </a:lnTo>
                    <a:lnTo>
                      <a:pt x="163" y="10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1" name="Freeform 1094">
                <a:extLst>
                  <a:ext uri="{FF2B5EF4-FFF2-40B4-BE49-F238E27FC236}">
                    <a16:creationId xmlns:a16="http://schemas.microsoft.com/office/drawing/2014/main" id="{73C4CFD7-E6DA-FBE5-C91D-7B1BF3E19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129"/>
                <a:ext cx="3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54"/>
                    </a:moveTo>
                    <a:lnTo>
                      <a:pt x="3" y="0"/>
                    </a:lnTo>
                    <a:lnTo>
                      <a:pt x="0" y="1"/>
                    </a:lnTo>
                    <a:lnTo>
                      <a:pt x="19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2" name="Line 1095">
                <a:extLst>
                  <a:ext uri="{FF2B5EF4-FFF2-40B4-BE49-F238E27FC236}">
                    <a16:creationId xmlns:a16="http://schemas.microsoft.com/office/drawing/2014/main" id="{5F3D76E7-5252-813E-8573-4CA1BA381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7" y="31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3" name="Freeform 1096">
                <a:extLst>
                  <a:ext uri="{FF2B5EF4-FFF2-40B4-BE49-F238E27FC236}">
                    <a16:creationId xmlns:a16="http://schemas.microsoft.com/office/drawing/2014/main" id="{514446EF-8C49-166A-9AFA-6FDB63376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130"/>
                <a:ext cx="24" cy="21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167" y="106"/>
                    </a:moveTo>
                    <a:lnTo>
                      <a:pt x="148" y="53"/>
                    </a:lnTo>
                    <a:lnTo>
                      <a:pt x="129" y="0"/>
                    </a:lnTo>
                    <a:lnTo>
                      <a:pt x="0" y="48"/>
                    </a:lnTo>
                    <a:lnTo>
                      <a:pt x="19" y="100"/>
                    </a:lnTo>
                    <a:lnTo>
                      <a:pt x="38" y="153"/>
                    </a:lnTo>
                    <a:lnTo>
                      <a:pt x="167" y="1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" name="Freeform 1097">
                <a:extLst>
                  <a:ext uri="{FF2B5EF4-FFF2-40B4-BE49-F238E27FC236}">
                    <a16:creationId xmlns:a16="http://schemas.microsoft.com/office/drawing/2014/main" id="{A69B5E1E-329D-4FB0-F92E-CFCECBA92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130"/>
                <a:ext cx="24" cy="21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167" y="106"/>
                    </a:moveTo>
                    <a:lnTo>
                      <a:pt x="148" y="53"/>
                    </a:lnTo>
                    <a:lnTo>
                      <a:pt x="129" y="0"/>
                    </a:lnTo>
                    <a:lnTo>
                      <a:pt x="0" y="48"/>
                    </a:lnTo>
                    <a:lnTo>
                      <a:pt x="19" y="100"/>
                    </a:lnTo>
                    <a:lnTo>
                      <a:pt x="38" y="153"/>
                    </a:lnTo>
                    <a:lnTo>
                      <a:pt x="167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5" name="Freeform 1098">
                <a:extLst>
                  <a:ext uri="{FF2B5EF4-FFF2-40B4-BE49-F238E27FC236}">
                    <a16:creationId xmlns:a16="http://schemas.microsoft.com/office/drawing/2014/main" id="{203CC2FD-C3B3-88FE-7916-971F09114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3136"/>
                <a:ext cx="3" cy="8"/>
              </a:xfrm>
              <a:custGeom>
                <a:avLst/>
                <a:gdLst>
                  <a:gd name="T0" fmla="*/ 0 w 24"/>
                  <a:gd name="T1" fmla="*/ 0 h 52"/>
                  <a:gd name="T2" fmla="*/ 0 w 24"/>
                  <a:gd name="T3" fmla="*/ 0 h 52"/>
                  <a:gd name="T4" fmla="*/ 0 w 24"/>
                  <a:gd name="T5" fmla="*/ 0 h 52"/>
                  <a:gd name="T6" fmla="*/ 0 w 24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2"/>
                  <a:gd name="T14" fmla="*/ 24 w 24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2">
                    <a:moveTo>
                      <a:pt x="24" y="52"/>
                    </a:moveTo>
                    <a:lnTo>
                      <a:pt x="5" y="0"/>
                    </a:lnTo>
                    <a:lnTo>
                      <a:pt x="0" y="1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6" name="Line 1099">
                <a:extLst>
                  <a:ext uri="{FF2B5EF4-FFF2-40B4-BE49-F238E27FC236}">
                    <a16:creationId xmlns:a16="http://schemas.microsoft.com/office/drawing/2014/main" id="{3D0A727D-0988-0F67-43DE-DF3E8FBE7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8" y="313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7" name="Freeform 1100">
                <a:extLst>
                  <a:ext uri="{FF2B5EF4-FFF2-40B4-BE49-F238E27FC236}">
                    <a16:creationId xmlns:a16="http://schemas.microsoft.com/office/drawing/2014/main" id="{72BAC1F9-74B9-C9AC-A060-E54E15C53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37"/>
                <a:ext cx="25" cy="22"/>
              </a:xfrm>
              <a:custGeom>
                <a:avLst/>
                <a:gdLst>
                  <a:gd name="T0" fmla="*/ 0 w 171"/>
                  <a:gd name="T1" fmla="*/ 0 h 160"/>
                  <a:gd name="T2" fmla="*/ 0 w 171"/>
                  <a:gd name="T3" fmla="*/ 0 h 160"/>
                  <a:gd name="T4" fmla="*/ 0 w 171"/>
                  <a:gd name="T5" fmla="*/ 0 h 160"/>
                  <a:gd name="T6" fmla="*/ 0 w 171"/>
                  <a:gd name="T7" fmla="*/ 0 h 160"/>
                  <a:gd name="T8" fmla="*/ 0 w 171"/>
                  <a:gd name="T9" fmla="*/ 0 h 160"/>
                  <a:gd name="T10" fmla="*/ 0 w 171"/>
                  <a:gd name="T11" fmla="*/ 0 h 160"/>
                  <a:gd name="T12" fmla="*/ 0 w 171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0"/>
                  <a:gd name="T23" fmla="*/ 171 w 171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0">
                    <a:moveTo>
                      <a:pt x="171" y="103"/>
                    </a:moveTo>
                    <a:lnTo>
                      <a:pt x="148" y="51"/>
                    </a:lnTo>
                    <a:lnTo>
                      <a:pt x="124" y="0"/>
                    </a:lnTo>
                    <a:lnTo>
                      <a:pt x="0" y="57"/>
                    </a:lnTo>
                    <a:lnTo>
                      <a:pt x="23" y="109"/>
                    </a:lnTo>
                    <a:lnTo>
                      <a:pt x="47" y="160"/>
                    </a:lnTo>
                    <a:lnTo>
                      <a:pt x="171" y="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8" name="Freeform 1101">
                <a:extLst>
                  <a:ext uri="{FF2B5EF4-FFF2-40B4-BE49-F238E27FC236}">
                    <a16:creationId xmlns:a16="http://schemas.microsoft.com/office/drawing/2014/main" id="{2106FAB2-CA6C-32B6-6047-4A0B85942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37"/>
                <a:ext cx="25" cy="22"/>
              </a:xfrm>
              <a:custGeom>
                <a:avLst/>
                <a:gdLst>
                  <a:gd name="T0" fmla="*/ 0 w 171"/>
                  <a:gd name="T1" fmla="*/ 0 h 160"/>
                  <a:gd name="T2" fmla="*/ 0 w 171"/>
                  <a:gd name="T3" fmla="*/ 0 h 160"/>
                  <a:gd name="T4" fmla="*/ 0 w 171"/>
                  <a:gd name="T5" fmla="*/ 0 h 160"/>
                  <a:gd name="T6" fmla="*/ 0 w 171"/>
                  <a:gd name="T7" fmla="*/ 0 h 160"/>
                  <a:gd name="T8" fmla="*/ 0 w 171"/>
                  <a:gd name="T9" fmla="*/ 0 h 160"/>
                  <a:gd name="T10" fmla="*/ 0 w 171"/>
                  <a:gd name="T11" fmla="*/ 0 h 160"/>
                  <a:gd name="T12" fmla="*/ 0 w 171"/>
                  <a:gd name="T13" fmla="*/ 0 h 16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0"/>
                  <a:gd name="T23" fmla="*/ 171 w 171"/>
                  <a:gd name="T24" fmla="*/ 160 h 16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0">
                    <a:moveTo>
                      <a:pt x="171" y="103"/>
                    </a:moveTo>
                    <a:lnTo>
                      <a:pt x="148" y="51"/>
                    </a:lnTo>
                    <a:lnTo>
                      <a:pt x="124" y="0"/>
                    </a:lnTo>
                    <a:lnTo>
                      <a:pt x="0" y="57"/>
                    </a:lnTo>
                    <a:lnTo>
                      <a:pt x="23" y="109"/>
                    </a:lnTo>
                    <a:lnTo>
                      <a:pt x="47" y="160"/>
                    </a:lnTo>
                    <a:lnTo>
                      <a:pt x="171" y="10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9" name="Freeform 1102">
                <a:extLst>
                  <a:ext uri="{FF2B5EF4-FFF2-40B4-BE49-F238E27FC236}">
                    <a16:creationId xmlns:a16="http://schemas.microsoft.com/office/drawing/2014/main" id="{E85596A1-992A-1CAE-6204-98878836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145"/>
                <a:ext cx="4" cy="7"/>
              </a:xfrm>
              <a:custGeom>
                <a:avLst/>
                <a:gdLst>
                  <a:gd name="T0" fmla="*/ 0 w 28"/>
                  <a:gd name="T1" fmla="*/ 0 h 52"/>
                  <a:gd name="T2" fmla="*/ 0 w 28"/>
                  <a:gd name="T3" fmla="*/ 0 h 52"/>
                  <a:gd name="T4" fmla="*/ 0 w 28"/>
                  <a:gd name="T5" fmla="*/ 0 h 52"/>
                  <a:gd name="T6" fmla="*/ 0 w 28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2"/>
                  <a:gd name="T14" fmla="*/ 28 w 28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2">
                    <a:moveTo>
                      <a:pt x="28" y="5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28" y="5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0" name="Line 1103">
                <a:extLst>
                  <a:ext uri="{FF2B5EF4-FFF2-40B4-BE49-F238E27FC236}">
                    <a16:creationId xmlns:a16="http://schemas.microsoft.com/office/drawing/2014/main" id="{32D70CBB-CF62-39B0-BFEF-F739B5D86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0" y="314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1" name="Freeform 1104">
                <a:extLst>
                  <a:ext uri="{FF2B5EF4-FFF2-40B4-BE49-F238E27FC236}">
                    <a16:creationId xmlns:a16="http://schemas.microsoft.com/office/drawing/2014/main" id="{FB71DDC6-D9EA-89E4-B6EF-C2BC16760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45"/>
                <a:ext cx="26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76" y="99"/>
                    </a:moveTo>
                    <a:lnTo>
                      <a:pt x="148" y="50"/>
                    </a:lnTo>
                    <a:lnTo>
                      <a:pt x="120" y="0"/>
                    </a:lnTo>
                    <a:lnTo>
                      <a:pt x="0" y="67"/>
                    </a:ln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2" name="Freeform 1105">
                <a:extLst>
                  <a:ext uri="{FF2B5EF4-FFF2-40B4-BE49-F238E27FC236}">
                    <a16:creationId xmlns:a16="http://schemas.microsoft.com/office/drawing/2014/main" id="{D94E4192-D329-05A8-7957-0EF9C1F7F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45"/>
                <a:ext cx="26" cy="24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176" y="99"/>
                    </a:moveTo>
                    <a:lnTo>
                      <a:pt x="148" y="50"/>
                    </a:lnTo>
                    <a:lnTo>
                      <a:pt x="120" y="0"/>
                    </a:lnTo>
                    <a:lnTo>
                      <a:pt x="0" y="67"/>
                    </a:ln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3" name="Freeform 1106">
                <a:extLst>
                  <a:ext uri="{FF2B5EF4-FFF2-40B4-BE49-F238E27FC236}">
                    <a16:creationId xmlns:a16="http://schemas.microsoft.com/office/drawing/2014/main" id="{3BC3C60D-63FB-A2B9-90CB-365D9FBEF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155"/>
                <a:ext cx="4" cy="7"/>
              </a:xfrm>
              <a:custGeom>
                <a:avLst/>
                <a:gdLst>
                  <a:gd name="T0" fmla="*/ 0 w 31"/>
                  <a:gd name="T1" fmla="*/ 0 h 50"/>
                  <a:gd name="T2" fmla="*/ 0 w 31"/>
                  <a:gd name="T3" fmla="*/ 0 h 50"/>
                  <a:gd name="T4" fmla="*/ 0 w 31"/>
                  <a:gd name="T5" fmla="*/ 0 h 50"/>
                  <a:gd name="T6" fmla="*/ 0 w 31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0"/>
                  <a:gd name="T14" fmla="*/ 31 w 3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0">
                    <a:moveTo>
                      <a:pt x="31" y="5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31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" name="Line 1107">
                <a:extLst>
                  <a:ext uri="{FF2B5EF4-FFF2-40B4-BE49-F238E27FC236}">
                    <a16:creationId xmlns:a16="http://schemas.microsoft.com/office/drawing/2014/main" id="{D7D08AAF-16A6-464E-2945-90DE98926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2" y="315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" name="Freeform 1108">
                <a:extLst>
                  <a:ext uri="{FF2B5EF4-FFF2-40B4-BE49-F238E27FC236}">
                    <a16:creationId xmlns:a16="http://schemas.microsoft.com/office/drawing/2014/main" id="{14A82CC1-F1EF-08A2-3836-353BA392B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77" y="94"/>
                    </a:moveTo>
                    <a:lnTo>
                      <a:pt x="145" y="47"/>
                    </a:lnTo>
                    <a:lnTo>
                      <a:pt x="114" y="0"/>
                    </a:lnTo>
                    <a:lnTo>
                      <a:pt x="0" y="76"/>
                    </a:lnTo>
                    <a:lnTo>
                      <a:pt x="32" y="123"/>
                    </a:lnTo>
                    <a:lnTo>
                      <a:pt x="63" y="170"/>
                    </a:lnTo>
                    <a:lnTo>
                      <a:pt x="177" y="9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6" name="Freeform 1109">
                <a:extLst>
                  <a:ext uri="{FF2B5EF4-FFF2-40B4-BE49-F238E27FC236}">
                    <a16:creationId xmlns:a16="http://schemas.microsoft.com/office/drawing/2014/main" id="{64C50FC9-0488-0DAE-47CA-4A751A932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155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177" y="94"/>
                    </a:moveTo>
                    <a:lnTo>
                      <a:pt x="145" y="47"/>
                    </a:lnTo>
                    <a:lnTo>
                      <a:pt x="114" y="0"/>
                    </a:lnTo>
                    <a:lnTo>
                      <a:pt x="0" y="76"/>
                    </a:lnTo>
                    <a:lnTo>
                      <a:pt x="32" y="123"/>
                    </a:lnTo>
                    <a:lnTo>
                      <a:pt x="63" y="170"/>
                    </a:lnTo>
                    <a:lnTo>
                      <a:pt x="177" y="9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7" name="Freeform 1110">
                <a:extLst>
                  <a:ext uri="{FF2B5EF4-FFF2-40B4-BE49-F238E27FC236}">
                    <a16:creationId xmlns:a16="http://schemas.microsoft.com/office/drawing/2014/main" id="{DBB165A2-FB9B-FFD3-3A88-D3BABC69B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166"/>
                <a:ext cx="5" cy="7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47"/>
                    </a:moveTo>
                    <a:lnTo>
                      <a:pt x="3" y="0"/>
                    </a:lnTo>
                    <a:lnTo>
                      <a:pt x="0" y="2"/>
                    </a:lnTo>
                    <a:lnTo>
                      <a:pt x="35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8" name="Line 1111">
                <a:extLst>
                  <a:ext uri="{FF2B5EF4-FFF2-40B4-BE49-F238E27FC236}">
                    <a16:creationId xmlns:a16="http://schemas.microsoft.com/office/drawing/2014/main" id="{6596E045-E687-77C9-687F-087C3E653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5" y="31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9" name="Freeform 1112">
                <a:extLst>
                  <a:ext uri="{FF2B5EF4-FFF2-40B4-BE49-F238E27FC236}">
                    <a16:creationId xmlns:a16="http://schemas.microsoft.com/office/drawing/2014/main" id="{9B6BA325-1066-2699-5E95-C142948581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166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178" y="90"/>
                    </a:moveTo>
                    <a:lnTo>
                      <a:pt x="143" y="45"/>
                    </a:lnTo>
                    <a:lnTo>
                      <a:pt x="108" y="0"/>
                    </a:lnTo>
                    <a:lnTo>
                      <a:pt x="0" y="86"/>
                    </a:lnTo>
                    <a:lnTo>
                      <a:pt x="35" y="130"/>
                    </a:lnTo>
                    <a:lnTo>
                      <a:pt x="70" y="175"/>
                    </a:lnTo>
                    <a:lnTo>
                      <a:pt x="178" y="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0" name="Freeform 1113">
                <a:extLst>
                  <a:ext uri="{FF2B5EF4-FFF2-40B4-BE49-F238E27FC236}">
                    <a16:creationId xmlns:a16="http://schemas.microsoft.com/office/drawing/2014/main" id="{AA265E8D-B418-08BC-A303-0D271A538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166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178" y="90"/>
                    </a:moveTo>
                    <a:lnTo>
                      <a:pt x="143" y="45"/>
                    </a:lnTo>
                    <a:lnTo>
                      <a:pt x="108" y="0"/>
                    </a:lnTo>
                    <a:lnTo>
                      <a:pt x="0" y="86"/>
                    </a:lnTo>
                    <a:lnTo>
                      <a:pt x="35" y="130"/>
                    </a:lnTo>
                    <a:lnTo>
                      <a:pt x="70" y="175"/>
                    </a:lnTo>
                    <a:lnTo>
                      <a:pt x="178" y="9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1" name="Freeform 1114">
                <a:extLst>
                  <a:ext uri="{FF2B5EF4-FFF2-40B4-BE49-F238E27FC236}">
                    <a16:creationId xmlns:a16="http://schemas.microsoft.com/office/drawing/2014/main" id="{9F8709AC-1519-B661-9895-A46F0D546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178"/>
                <a:ext cx="6" cy="7"/>
              </a:xfrm>
              <a:custGeom>
                <a:avLst/>
                <a:gdLst>
                  <a:gd name="T0" fmla="*/ 0 w 38"/>
                  <a:gd name="T1" fmla="*/ 0 h 44"/>
                  <a:gd name="T2" fmla="*/ 0 w 38"/>
                  <a:gd name="T3" fmla="*/ 0 h 44"/>
                  <a:gd name="T4" fmla="*/ 0 w 38"/>
                  <a:gd name="T5" fmla="*/ 0 h 44"/>
                  <a:gd name="T6" fmla="*/ 0 w 38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4"/>
                  <a:gd name="T14" fmla="*/ 38 w 38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4">
                    <a:moveTo>
                      <a:pt x="38" y="44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38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2" name="Line 1115">
                <a:extLst>
                  <a:ext uri="{FF2B5EF4-FFF2-40B4-BE49-F238E27FC236}">
                    <a16:creationId xmlns:a16="http://schemas.microsoft.com/office/drawing/2014/main" id="{F83A398A-D2F8-9E83-C558-5725F06A4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49" y="317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3" name="Freeform 1116">
                <a:extLst>
                  <a:ext uri="{FF2B5EF4-FFF2-40B4-BE49-F238E27FC236}">
                    <a16:creationId xmlns:a16="http://schemas.microsoft.com/office/drawing/2014/main" id="{FCCA7620-E9FF-E9AF-4710-3B94F90F6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79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177" y="83"/>
                    </a:moveTo>
                    <a:lnTo>
                      <a:pt x="139" y="41"/>
                    </a:lnTo>
                    <a:lnTo>
                      <a:pt x="101" y="0"/>
                    </a:lnTo>
                    <a:lnTo>
                      <a:pt x="0" y="93"/>
                    </a:lnTo>
                    <a:lnTo>
                      <a:pt x="38" y="135"/>
                    </a:lnTo>
                    <a:lnTo>
                      <a:pt x="76" y="176"/>
                    </a:lnTo>
                    <a:lnTo>
                      <a:pt x="177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" name="Freeform 1117">
                <a:extLst>
                  <a:ext uri="{FF2B5EF4-FFF2-40B4-BE49-F238E27FC236}">
                    <a16:creationId xmlns:a16="http://schemas.microsoft.com/office/drawing/2014/main" id="{7BC70455-BE90-DEB9-F59E-3A4EF1D21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79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177" y="83"/>
                    </a:moveTo>
                    <a:lnTo>
                      <a:pt x="139" y="41"/>
                    </a:lnTo>
                    <a:lnTo>
                      <a:pt x="101" y="0"/>
                    </a:lnTo>
                    <a:lnTo>
                      <a:pt x="0" y="93"/>
                    </a:lnTo>
                    <a:lnTo>
                      <a:pt x="38" y="135"/>
                    </a:lnTo>
                    <a:lnTo>
                      <a:pt x="76" y="176"/>
                    </a:lnTo>
                    <a:lnTo>
                      <a:pt x="177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" name="Freeform 1118">
                <a:extLst>
                  <a:ext uri="{FF2B5EF4-FFF2-40B4-BE49-F238E27FC236}">
                    <a16:creationId xmlns:a16="http://schemas.microsoft.com/office/drawing/2014/main" id="{BEBBDDBF-5C75-AD69-5543-B06554217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192"/>
                <a:ext cx="5" cy="6"/>
              </a:xfrm>
              <a:custGeom>
                <a:avLst/>
                <a:gdLst>
                  <a:gd name="T0" fmla="*/ 0 w 41"/>
                  <a:gd name="T1" fmla="*/ 0 h 42"/>
                  <a:gd name="T2" fmla="*/ 0 w 41"/>
                  <a:gd name="T3" fmla="*/ 0 h 42"/>
                  <a:gd name="T4" fmla="*/ 0 w 41"/>
                  <a:gd name="T5" fmla="*/ 0 h 42"/>
                  <a:gd name="T6" fmla="*/ 0 w 41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2"/>
                  <a:gd name="T14" fmla="*/ 41 w 41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2">
                    <a:moveTo>
                      <a:pt x="41" y="42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41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" name="Line 1119">
                <a:extLst>
                  <a:ext uri="{FF2B5EF4-FFF2-40B4-BE49-F238E27FC236}">
                    <a16:creationId xmlns:a16="http://schemas.microsoft.com/office/drawing/2014/main" id="{5053FF55-B134-28F3-055D-89B20DE9D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5" y="319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" name="Freeform 1120">
                <a:extLst>
                  <a:ext uri="{FF2B5EF4-FFF2-40B4-BE49-F238E27FC236}">
                    <a16:creationId xmlns:a16="http://schemas.microsoft.com/office/drawing/2014/main" id="{D7F00B22-9E49-E250-8B92-25FADA3AB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193"/>
                <a:ext cx="25" cy="25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177" y="77"/>
                    </a:moveTo>
                    <a:lnTo>
                      <a:pt x="135" y="39"/>
                    </a:lnTo>
                    <a:lnTo>
                      <a:pt x="94" y="0"/>
                    </a:lnTo>
                    <a:lnTo>
                      <a:pt x="0" y="101"/>
                    </a:lnTo>
                    <a:lnTo>
                      <a:pt x="42" y="140"/>
                    </a:lnTo>
                    <a:lnTo>
                      <a:pt x="84" y="178"/>
                    </a:lnTo>
                    <a:lnTo>
                      <a:pt x="177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" name="Freeform 1121">
                <a:extLst>
                  <a:ext uri="{FF2B5EF4-FFF2-40B4-BE49-F238E27FC236}">
                    <a16:creationId xmlns:a16="http://schemas.microsoft.com/office/drawing/2014/main" id="{41B53DE9-25C6-F190-11EF-0D051E722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193"/>
                <a:ext cx="25" cy="25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177" y="77"/>
                    </a:moveTo>
                    <a:lnTo>
                      <a:pt x="135" y="39"/>
                    </a:lnTo>
                    <a:lnTo>
                      <a:pt x="94" y="0"/>
                    </a:lnTo>
                    <a:lnTo>
                      <a:pt x="0" y="101"/>
                    </a:lnTo>
                    <a:lnTo>
                      <a:pt x="42" y="140"/>
                    </a:lnTo>
                    <a:lnTo>
                      <a:pt x="84" y="178"/>
                    </a:lnTo>
                    <a:lnTo>
                      <a:pt x="177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" name="Freeform 1122">
                <a:extLst>
                  <a:ext uri="{FF2B5EF4-FFF2-40B4-BE49-F238E27FC236}">
                    <a16:creationId xmlns:a16="http://schemas.microsoft.com/office/drawing/2014/main" id="{621810D9-CF28-57CA-8658-C444623DC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207"/>
                <a:ext cx="6" cy="6"/>
              </a:xfrm>
              <a:custGeom>
                <a:avLst/>
                <a:gdLst>
                  <a:gd name="T0" fmla="*/ 0 w 45"/>
                  <a:gd name="T1" fmla="*/ 0 h 39"/>
                  <a:gd name="T2" fmla="*/ 0 w 45"/>
                  <a:gd name="T3" fmla="*/ 0 h 39"/>
                  <a:gd name="T4" fmla="*/ 0 w 45"/>
                  <a:gd name="T5" fmla="*/ 0 h 39"/>
                  <a:gd name="T6" fmla="*/ 0 w 45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9"/>
                  <a:gd name="T14" fmla="*/ 45 w 45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9">
                    <a:moveTo>
                      <a:pt x="45" y="39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45" y="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" name="Line 1123">
                <a:extLst>
                  <a:ext uri="{FF2B5EF4-FFF2-40B4-BE49-F238E27FC236}">
                    <a16:creationId xmlns:a16="http://schemas.microsoft.com/office/drawing/2014/main" id="{11DC50BB-9214-5130-D2DD-C5B32ABC7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1" y="320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" name="Freeform 1124">
                <a:extLst>
                  <a:ext uri="{FF2B5EF4-FFF2-40B4-BE49-F238E27FC236}">
                    <a16:creationId xmlns:a16="http://schemas.microsoft.com/office/drawing/2014/main" id="{17DA2A64-F979-9733-C6F1-DA5D82E9B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175" y="69"/>
                    </a:moveTo>
                    <a:lnTo>
                      <a:pt x="130" y="35"/>
                    </a:lnTo>
                    <a:lnTo>
                      <a:pt x="85" y="0"/>
                    </a:lnTo>
                    <a:lnTo>
                      <a:pt x="0" y="107"/>
                    </a:lnTo>
                    <a:lnTo>
                      <a:pt x="45" y="142"/>
                    </a:lnTo>
                    <a:lnTo>
                      <a:pt x="90" y="177"/>
                    </a:lnTo>
                    <a:lnTo>
                      <a:pt x="175" y="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2" name="Freeform 1125">
                <a:extLst>
                  <a:ext uri="{FF2B5EF4-FFF2-40B4-BE49-F238E27FC236}">
                    <a16:creationId xmlns:a16="http://schemas.microsoft.com/office/drawing/2014/main" id="{427573D6-5192-2619-E493-B0760A0B7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208"/>
                <a:ext cx="25" cy="25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175" y="69"/>
                    </a:moveTo>
                    <a:lnTo>
                      <a:pt x="130" y="35"/>
                    </a:lnTo>
                    <a:lnTo>
                      <a:pt x="85" y="0"/>
                    </a:lnTo>
                    <a:lnTo>
                      <a:pt x="0" y="107"/>
                    </a:lnTo>
                    <a:lnTo>
                      <a:pt x="45" y="142"/>
                    </a:lnTo>
                    <a:lnTo>
                      <a:pt x="90" y="177"/>
                    </a:lnTo>
                    <a:lnTo>
                      <a:pt x="175" y="6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3" name="Freeform 1126">
                <a:extLst>
                  <a:ext uri="{FF2B5EF4-FFF2-40B4-BE49-F238E27FC236}">
                    <a16:creationId xmlns:a16="http://schemas.microsoft.com/office/drawing/2014/main" id="{6CD00BEC-D224-59E9-6A71-A091D5647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3223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35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7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" name="Line 1127">
                <a:extLst>
                  <a:ext uri="{FF2B5EF4-FFF2-40B4-BE49-F238E27FC236}">
                    <a16:creationId xmlns:a16="http://schemas.microsoft.com/office/drawing/2014/main" id="{F0EB12CF-3139-4BC6-5F09-8C5C54E18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8" y="322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" name="Freeform 1128">
                <a:extLst>
                  <a:ext uri="{FF2B5EF4-FFF2-40B4-BE49-F238E27FC236}">
                    <a16:creationId xmlns:a16="http://schemas.microsoft.com/office/drawing/2014/main" id="{F78FC2B0-F0D7-CEFE-19D2-49A9C6E0D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23"/>
                <a:ext cx="25" cy="26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171" y="63"/>
                    </a:moveTo>
                    <a:lnTo>
                      <a:pt x="124" y="31"/>
                    </a:lnTo>
                    <a:lnTo>
                      <a:pt x="77" y="0"/>
                    </a:lnTo>
                    <a:lnTo>
                      <a:pt x="0" y="113"/>
                    </a:lnTo>
                    <a:lnTo>
                      <a:pt x="47" y="145"/>
                    </a:lnTo>
                    <a:lnTo>
                      <a:pt x="95" y="176"/>
                    </a:lnTo>
                    <a:lnTo>
                      <a:pt x="171" y="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6" name="Freeform 1129">
                <a:extLst>
                  <a:ext uri="{FF2B5EF4-FFF2-40B4-BE49-F238E27FC236}">
                    <a16:creationId xmlns:a16="http://schemas.microsoft.com/office/drawing/2014/main" id="{B7A1BD5A-A7F8-2A1E-6B4D-1E84584BC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23"/>
                <a:ext cx="25" cy="26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171" y="63"/>
                    </a:moveTo>
                    <a:lnTo>
                      <a:pt x="124" y="31"/>
                    </a:lnTo>
                    <a:lnTo>
                      <a:pt x="77" y="0"/>
                    </a:lnTo>
                    <a:lnTo>
                      <a:pt x="0" y="113"/>
                    </a:lnTo>
                    <a:lnTo>
                      <a:pt x="47" y="145"/>
                    </a:lnTo>
                    <a:lnTo>
                      <a:pt x="95" y="176"/>
                    </a:lnTo>
                    <a:lnTo>
                      <a:pt x="171" y="6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7" name="Freeform 1130">
                <a:extLst>
                  <a:ext uri="{FF2B5EF4-FFF2-40B4-BE49-F238E27FC236}">
                    <a16:creationId xmlns:a16="http://schemas.microsoft.com/office/drawing/2014/main" id="{AD4D9C0F-7417-BE06-0BA3-4B6299B23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240"/>
                <a:ext cx="7" cy="4"/>
              </a:xfrm>
              <a:custGeom>
                <a:avLst/>
                <a:gdLst>
                  <a:gd name="T0" fmla="*/ 0 w 49"/>
                  <a:gd name="T1" fmla="*/ 0 h 32"/>
                  <a:gd name="T2" fmla="*/ 0 w 49"/>
                  <a:gd name="T3" fmla="*/ 0 h 32"/>
                  <a:gd name="T4" fmla="*/ 0 w 49"/>
                  <a:gd name="T5" fmla="*/ 0 h 32"/>
                  <a:gd name="T6" fmla="*/ 0 w 4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2"/>
                  <a:gd name="T14" fmla="*/ 49 w 49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2">
                    <a:moveTo>
                      <a:pt x="49" y="32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49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8" name="Line 1131">
                <a:extLst>
                  <a:ext uri="{FF2B5EF4-FFF2-40B4-BE49-F238E27FC236}">
                    <a16:creationId xmlns:a16="http://schemas.microsoft.com/office/drawing/2014/main" id="{FBD8DC3F-5B43-7263-5B50-AC4A486A7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7" y="32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9" name="Freeform 1132">
                <a:extLst>
                  <a:ext uri="{FF2B5EF4-FFF2-40B4-BE49-F238E27FC236}">
                    <a16:creationId xmlns:a16="http://schemas.microsoft.com/office/drawing/2014/main" id="{EE6D1AA1-02E8-D2AE-4A8A-47F406B3B6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40"/>
                <a:ext cx="24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166" y="56"/>
                    </a:moveTo>
                    <a:lnTo>
                      <a:pt x="116" y="28"/>
                    </a:lnTo>
                    <a:lnTo>
                      <a:pt x="67" y="0"/>
                    </a:lnTo>
                    <a:lnTo>
                      <a:pt x="0" y="120"/>
                    </a:lnTo>
                    <a:lnTo>
                      <a:pt x="49" y="148"/>
                    </a:lnTo>
                    <a:lnTo>
                      <a:pt x="98" y="176"/>
                    </a:lnTo>
                    <a:lnTo>
                      <a:pt x="166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0" name="Freeform 1133">
                <a:extLst>
                  <a:ext uri="{FF2B5EF4-FFF2-40B4-BE49-F238E27FC236}">
                    <a16:creationId xmlns:a16="http://schemas.microsoft.com/office/drawing/2014/main" id="{3F9F92D2-74BC-A71D-5C39-A88F29702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40"/>
                <a:ext cx="24" cy="25"/>
              </a:xfrm>
              <a:custGeom>
                <a:avLst/>
                <a:gdLst>
                  <a:gd name="T0" fmla="*/ 0 w 166"/>
                  <a:gd name="T1" fmla="*/ 0 h 176"/>
                  <a:gd name="T2" fmla="*/ 0 w 166"/>
                  <a:gd name="T3" fmla="*/ 0 h 176"/>
                  <a:gd name="T4" fmla="*/ 0 w 166"/>
                  <a:gd name="T5" fmla="*/ 0 h 176"/>
                  <a:gd name="T6" fmla="*/ 0 w 166"/>
                  <a:gd name="T7" fmla="*/ 0 h 176"/>
                  <a:gd name="T8" fmla="*/ 0 w 166"/>
                  <a:gd name="T9" fmla="*/ 0 h 176"/>
                  <a:gd name="T10" fmla="*/ 0 w 166"/>
                  <a:gd name="T11" fmla="*/ 0 h 176"/>
                  <a:gd name="T12" fmla="*/ 0 w 16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6"/>
                  <a:gd name="T23" fmla="*/ 166 w 16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6">
                    <a:moveTo>
                      <a:pt x="166" y="56"/>
                    </a:moveTo>
                    <a:lnTo>
                      <a:pt x="116" y="28"/>
                    </a:lnTo>
                    <a:lnTo>
                      <a:pt x="67" y="0"/>
                    </a:lnTo>
                    <a:lnTo>
                      <a:pt x="0" y="120"/>
                    </a:lnTo>
                    <a:lnTo>
                      <a:pt x="49" y="148"/>
                    </a:lnTo>
                    <a:lnTo>
                      <a:pt x="98" y="176"/>
                    </a:lnTo>
                    <a:lnTo>
                      <a:pt x="166" y="5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1" name="Freeform 1134">
                <a:extLst>
                  <a:ext uri="{FF2B5EF4-FFF2-40B4-BE49-F238E27FC236}">
                    <a16:creationId xmlns:a16="http://schemas.microsoft.com/office/drawing/2014/main" id="{32213252-D22A-E6AE-6428-133EEB5C5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257"/>
                <a:ext cx="7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52" y="28"/>
                    </a:moveTo>
                    <a:lnTo>
                      <a:pt x="3" y="0"/>
                    </a:lnTo>
                    <a:lnTo>
                      <a:pt x="0" y="4"/>
                    </a:lnTo>
                    <a:lnTo>
                      <a:pt x="52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2" name="Line 1135">
                <a:extLst>
                  <a:ext uri="{FF2B5EF4-FFF2-40B4-BE49-F238E27FC236}">
                    <a16:creationId xmlns:a16="http://schemas.microsoft.com/office/drawing/2014/main" id="{32FA3A7B-1EED-41CD-A7AE-B2DA6C9EE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7" y="32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3" name="Freeform 1136">
                <a:extLst>
                  <a:ext uri="{FF2B5EF4-FFF2-40B4-BE49-F238E27FC236}">
                    <a16:creationId xmlns:a16="http://schemas.microsoft.com/office/drawing/2014/main" id="{B0C41711-12E4-42CD-9965-080DB2E83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58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61" y="47"/>
                    </a:moveTo>
                    <a:lnTo>
                      <a:pt x="109" y="24"/>
                    </a:lnTo>
                    <a:lnTo>
                      <a:pt x="57" y="0"/>
                    </a:lnTo>
                    <a:lnTo>
                      <a:pt x="0" y="125"/>
                    </a:lnTo>
                    <a:lnTo>
                      <a:pt x="52" y="148"/>
                    </a:lnTo>
                    <a:lnTo>
                      <a:pt x="103" y="172"/>
                    </a:lnTo>
                    <a:lnTo>
                      <a:pt x="161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" name="Freeform 1137">
                <a:extLst>
                  <a:ext uri="{FF2B5EF4-FFF2-40B4-BE49-F238E27FC236}">
                    <a16:creationId xmlns:a16="http://schemas.microsoft.com/office/drawing/2014/main" id="{11F85724-9A65-78F9-263A-7C98EABA9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58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61" y="47"/>
                    </a:moveTo>
                    <a:lnTo>
                      <a:pt x="109" y="24"/>
                    </a:lnTo>
                    <a:lnTo>
                      <a:pt x="57" y="0"/>
                    </a:lnTo>
                    <a:lnTo>
                      <a:pt x="0" y="125"/>
                    </a:lnTo>
                    <a:lnTo>
                      <a:pt x="52" y="148"/>
                    </a:lnTo>
                    <a:lnTo>
                      <a:pt x="103" y="172"/>
                    </a:lnTo>
                    <a:lnTo>
                      <a:pt x="161" y="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" name="Freeform 1138">
                <a:extLst>
                  <a:ext uri="{FF2B5EF4-FFF2-40B4-BE49-F238E27FC236}">
                    <a16:creationId xmlns:a16="http://schemas.microsoft.com/office/drawing/2014/main" id="{D63568D4-DE08-5131-13B9-BCC8E99A7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276"/>
                <a:ext cx="7" cy="3"/>
              </a:xfrm>
              <a:custGeom>
                <a:avLst/>
                <a:gdLst>
                  <a:gd name="T0" fmla="*/ 0 w 53"/>
                  <a:gd name="T1" fmla="*/ 0 h 23"/>
                  <a:gd name="T2" fmla="*/ 0 w 53"/>
                  <a:gd name="T3" fmla="*/ 0 h 23"/>
                  <a:gd name="T4" fmla="*/ 0 w 53"/>
                  <a:gd name="T5" fmla="*/ 0 h 23"/>
                  <a:gd name="T6" fmla="*/ 0 w 53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3"/>
                  <a:gd name="T14" fmla="*/ 53 w 53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3">
                    <a:moveTo>
                      <a:pt x="53" y="23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3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" name="Line 1139">
                <a:extLst>
                  <a:ext uri="{FF2B5EF4-FFF2-40B4-BE49-F238E27FC236}">
                    <a16:creationId xmlns:a16="http://schemas.microsoft.com/office/drawing/2014/main" id="{D2720249-4A3B-B568-2B49-671F13368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9" y="32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7" name="Freeform 1140">
                <a:extLst>
                  <a:ext uri="{FF2B5EF4-FFF2-40B4-BE49-F238E27FC236}">
                    <a16:creationId xmlns:a16="http://schemas.microsoft.com/office/drawing/2014/main" id="{665BDC48-1F89-CC3D-36A9-285D3348D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53" y="38"/>
                    </a:moveTo>
                    <a:lnTo>
                      <a:pt x="100" y="19"/>
                    </a:lnTo>
                    <a:lnTo>
                      <a:pt x="47" y="0"/>
                    </a:lnTo>
                    <a:lnTo>
                      <a:pt x="0" y="129"/>
                    </a:lnTo>
                    <a:lnTo>
                      <a:pt x="53" y="148"/>
                    </a:lnTo>
                    <a:lnTo>
                      <a:pt x="105" y="167"/>
                    </a:lnTo>
                    <a:lnTo>
                      <a:pt x="153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8" name="Freeform 1141">
                <a:extLst>
                  <a:ext uri="{FF2B5EF4-FFF2-40B4-BE49-F238E27FC236}">
                    <a16:creationId xmlns:a16="http://schemas.microsoft.com/office/drawing/2014/main" id="{4967899E-03B5-CE78-C5A5-B886709DC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76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53" y="38"/>
                    </a:moveTo>
                    <a:lnTo>
                      <a:pt x="100" y="19"/>
                    </a:lnTo>
                    <a:lnTo>
                      <a:pt x="47" y="0"/>
                    </a:lnTo>
                    <a:lnTo>
                      <a:pt x="0" y="129"/>
                    </a:lnTo>
                    <a:lnTo>
                      <a:pt x="53" y="148"/>
                    </a:lnTo>
                    <a:lnTo>
                      <a:pt x="105" y="167"/>
                    </a:lnTo>
                    <a:lnTo>
                      <a:pt x="153" y="3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9" name="Freeform 1142">
                <a:extLst>
                  <a:ext uri="{FF2B5EF4-FFF2-40B4-BE49-F238E27FC236}">
                    <a16:creationId xmlns:a16="http://schemas.microsoft.com/office/drawing/2014/main" id="{1EBB5D1F-ABEF-8B9E-153F-6BD3E4291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95"/>
                <a:ext cx="8" cy="2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55" y="19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55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0" name="Line 1143">
                <a:extLst>
                  <a:ext uri="{FF2B5EF4-FFF2-40B4-BE49-F238E27FC236}">
                    <a16:creationId xmlns:a16="http://schemas.microsoft.com/office/drawing/2014/main" id="{5CACA2C4-28E1-12EF-9262-2A28653EB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2" y="32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1" name="Freeform 1144">
                <a:extLst>
                  <a:ext uri="{FF2B5EF4-FFF2-40B4-BE49-F238E27FC236}">
                    <a16:creationId xmlns:a16="http://schemas.microsoft.com/office/drawing/2014/main" id="{CC3923DD-46DF-58B6-0220-65E37DAB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147" y="31"/>
                    </a:moveTo>
                    <a:lnTo>
                      <a:pt x="92" y="15"/>
                    </a:lnTo>
                    <a:lnTo>
                      <a:pt x="37" y="0"/>
                    </a:lnTo>
                    <a:lnTo>
                      <a:pt x="0" y="132"/>
                    </a:lnTo>
                    <a:lnTo>
                      <a:pt x="55" y="148"/>
                    </a:lnTo>
                    <a:lnTo>
                      <a:pt x="110" y="163"/>
                    </a:lnTo>
                    <a:lnTo>
                      <a:pt x="147" y="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2" name="Freeform 1145">
                <a:extLst>
                  <a:ext uri="{FF2B5EF4-FFF2-40B4-BE49-F238E27FC236}">
                    <a16:creationId xmlns:a16="http://schemas.microsoft.com/office/drawing/2014/main" id="{8A26F1CC-68C8-163A-DC99-4AA7C67F5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295"/>
                <a:ext cx="21" cy="24"/>
              </a:xfrm>
              <a:custGeom>
                <a:avLst/>
                <a:gdLst>
                  <a:gd name="T0" fmla="*/ 0 w 147"/>
                  <a:gd name="T1" fmla="*/ 0 h 163"/>
                  <a:gd name="T2" fmla="*/ 0 w 147"/>
                  <a:gd name="T3" fmla="*/ 0 h 163"/>
                  <a:gd name="T4" fmla="*/ 0 w 147"/>
                  <a:gd name="T5" fmla="*/ 0 h 163"/>
                  <a:gd name="T6" fmla="*/ 0 w 147"/>
                  <a:gd name="T7" fmla="*/ 0 h 163"/>
                  <a:gd name="T8" fmla="*/ 0 w 147"/>
                  <a:gd name="T9" fmla="*/ 0 h 163"/>
                  <a:gd name="T10" fmla="*/ 0 w 147"/>
                  <a:gd name="T11" fmla="*/ 0 h 163"/>
                  <a:gd name="T12" fmla="*/ 0 w 147"/>
                  <a:gd name="T13" fmla="*/ 0 h 16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3"/>
                  <a:gd name="T23" fmla="*/ 147 w 147"/>
                  <a:gd name="T24" fmla="*/ 163 h 16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3">
                    <a:moveTo>
                      <a:pt x="147" y="31"/>
                    </a:moveTo>
                    <a:lnTo>
                      <a:pt x="92" y="15"/>
                    </a:lnTo>
                    <a:lnTo>
                      <a:pt x="37" y="0"/>
                    </a:lnTo>
                    <a:lnTo>
                      <a:pt x="0" y="132"/>
                    </a:lnTo>
                    <a:lnTo>
                      <a:pt x="55" y="148"/>
                    </a:lnTo>
                    <a:lnTo>
                      <a:pt x="110" y="163"/>
                    </a:lnTo>
                    <a:lnTo>
                      <a:pt x="147" y="3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3" name="Freeform 1146">
                <a:extLst>
                  <a:ext uri="{FF2B5EF4-FFF2-40B4-BE49-F238E27FC236}">
                    <a16:creationId xmlns:a16="http://schemas.microsoft.com/office/drawing/2014/main" id="{A34AC301-AE4F-F3F7-DF03-E08CADA38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314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56" y="16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56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4" name="Line 1147">
                <a:extLst>
                  <a:ext uri="{FF2B5EF4-FFF2-40B4-BE49-F238E27FC236}">
                    <a16:creationId xmlns:a16="http://schemas.microsoft.com/office/drawing/2014/main" id="{5D4935E5-A0EA-C668-B8E4-7D469EA3B4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6" y="33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" name="Freeform 1148">
                <a:extLst>
                  <a:ext uri="{FF2B5EF4-FFF2-40B4-BE49-F238E27FC236}">
                    <a16:creationId xmlns:a16="http://schemas.microsoft.com/office/drawing/2014/main" id="{F336CD1B-A9ED-A286-4DCE-12AAF9AFF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15"/>
                <a:ext cx="20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139" y="23"/>
                    </a:moveTo>
                    <a:lnTo>
                      <a:pt x="83" y="12"/>
                    </a:lnTo>
                    <a:lnTo>
                      <a:pt x="27" y="0"/>
                    </a:lnTo>
                    <a:lnTo>
                      <a:pt x="0" y="135"/>
                    </a:lnTo>
                    <a:lnTo>
                      <a:pt x="56" y="146"/>
                    </a:lnTo>
                    <a:lnTo>
                      <a:pt x="112" y="158"/>
                    </a:lnTo>
                    <a:lnTo>
                      <a:pt x="139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6" name="Freeform 1149">
                <a:extLst>
                  <a:ext uri="{FF2B5EF4-FFF2-40B4-BE49-F238E27FC236}">
                    <a16:creationId xmlns:a16="http://schemas.microsoft.com/office/drawing/2014/main" id="{A1816BD0-55F2-40C5-0F57-71583DD9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15"/>
                <a:ext cx="20" cy="22"/>
              </a:xfrm>
              <a:custGeom>
                <a:avLst/>
                <a:gdLst>
                  <a:gd name="T0" fmla="*/ 0 w 139"/>
                  <a:gd name="T1" fmla="*/ 0 h 158"/>
                  <a:gd name="T2" fmla="*/ 0 w 139"/>
                  <a:gd name="T3" fmla="*/ 0 h 158"/>
                  <a:gd name="T4" fmla="*/ 0 w 139"/>
                  <a:gd name="T5" fmla="*/ 0 h 158"/>
                  <a:gd name="T6" fmla="*/ 0 w 139"/>
                  <a:gd name="T7" fmla="*/ 0 h 158"/>
                  <a:gd name="T8" fmla="*/ 0 w 139"/>
                  <a:gd name="T9" fmla="*/ 0 h 158"/>
                  <a:gd name="T10" fmla="*/ 0 w 139"/>
                  <a:gd name="T11" fmla="*/ 0 h 158"/>
                  <a:gd name="T12" fmla="*/ 0 w 139"/>
                  <a:gd name="T13" fmla="*/ 0 h 1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8"/>
                  <a:gd name="T23" fmla="*/ 139 w 139"/>
                  <a:gd name="T24" fmla="*/ 158 h 1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8">
                    <a:moveTo>
                      <a:pt x="139" y="23"/>
                    </a:moveTo>
                    <a:lnTo>
                      <a:pt x="83" y="12"/>
                    </a:lnTo>
                    <a:lnTo>
                      <a:pt x="27" y="0"/>
                    </a:lnTo>
                    <a:lnTo>
                      <a:pt x="0" y="135"/>
                    </a:lnTo>
                    <a:lnTo>
                      <a:pt x="56" y="146"/>
                    </a:lnTo>
                    <a:lnTo>
                      <a:pt x="112" y="158"/>
                    </a:lnTo>
                    <a:lnTo>
                      <a:pt x="139" y="2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7" name="Freeform 1150">
                <a:extLst>
                  <a:ext uri="{FF2B5EF4-FFF2-40B4-BE49-F238E27FC236}">
                    <a16:creationId xmlns:a16="http://schemas.microsoft.com/office/drawing/2014/main" id="{DE4FEF67-C788-4A45-B6A7-FB7DF7A89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334"/>
                <a:ext cx="8" cy="2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56" y="11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56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8" name="Line 1151">
                <a:extLst>
                  <a:ext uri="{FF2B5EF4-FFF2-40B4-BE49-F238E27FC236}">
                    <a16:creationId xmlns:a16="http://schemas.microsoft.com/office/drawing/2014/main" id="{9C8A3F9C-7BF1-2DD4-C969-57FBA9C0B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2" y="333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9" name="Freeform 1152">
                <a:extLst>
                  <a:ext uri="{FF2B5EF4-FFF2-40B4-BE49-F238E27FC236}">
                    <a16:creationId xmlns:a16="http://schemas.microsoft.com/office/drawing/2014/main" id="{8FF9A20D-D6B6-5718-FD83-7BFC530D5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35"/>
                <a:ext cx="18" cy="21"/>
              </a:xfrm>
              <a:custGeom>
                <a:avLst/>
                <a:gdLst>
                  <a:gd name="T0" fmla="*/ 0 w 128"/>
                  <a:gd name="T1" fmla="*/ 0 h 149"/>
                  <a:gd name="T2" fmla="*/ 0 w 128"/>
                  <a:gd name="T3" fmla="*/ 0 h 149"/>
                  <a:gd name="T4" fmla="*/ 0 w 128"/>
                  <a:gd name="T5" fmla="*/ 0 h 149"/>
                  <a:gd name="T6" fmla="*/ 0 w 128"/>
                  <a:gd name="T7" fmla="*/ 0 h 149"/>
                  <a:gd name="T8" fmla="*/ 0 w 128"/>
                  <a:gd name="T9" fmla="*/ 0 h 149"/>
                  <a:gd name="T10" fmla="*/ 0 w 128"/>
                  <a:gd name="T11" fmla="*/ 0 h 149"/>
                  <a:gd name="T12" fmla="*/ 0 w 12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49"/>
                  <a:gd name="T23" fmla="*/ 128 w 12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49">
                    <a:moveTo>
                      <a:pt x="128" y="13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35"/>
                    </a:lnTo>
                    <a:lnTo>
                      <a:pt x="56" y="142"/>
                    </a:lnTo>
                    <a:lnTo>
                      <a:pt x="112" y="149"/>
                    </a:lnTo>
                    <a:lnTo>
                      <a:pt x="128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0" name="Freeform 1153">
                <a:extLst>
                  <a:ext uri="{FF2B5EF4-FFF2-40B4-BE49-F238E27FC236}">
                    <a16:creationId xmlns:a16="http://schemas.microsoft.com/office/drawing/2014/main" id="{13A108E2-9D9B-392D-A27F-5C357769E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35"/>
                <a:ext cx="18" cy="21"/>
              </a:xfrm>
              <a:custGeom>
                <a:avLst/>
                <a:gdLst>
                  <a:gd name="T0" fmla="*/ 0 w 128"/>
                  <a:gd name="T1" fmla="*/ 0 h 149"/>
                  <a:gd name="T2" fmla="*/ 0 w 128"/>
                  <a:gd name="T3" fmla="*/ 0 h 149"/>
                  <a:gd name="T4" fmla="*/ 0 w 128"/>
                  <a:gd name="T5" fmla="*/ 0 h 149"/>
                  <a:gd name="T6" fmla="*/ 0 w 128"/>
                  <a:gd name="T7" fmla="*/ 0 h 149"/>
                  <a:gd name="T8" fmla="*/ 0 w 128"/>
                  <a:gd name="T9" fmla="*/ 0 h 149"/>
                  <a:gd name="T10" fmla="*/ 0 w 128"/>
                  <a:gd name="T11" fmla="*/ 0 h 149"/>
                  <a:gd name="T12" fmla="*/ 0 w 128"/>
                  <a:gd name="T13" fmla="*/ 0 h 1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49"/>
                  <a:gd name="T23" fmla="*/ 128 w 128"/>
                  <a:gd name="T24" fmla="*/ 149 h 1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49">
                    <a:moveTo>
                      <a:pt x="128" y="13"/>
                    </a:moveTo>
                    <a:lnTo>
                      <a:pt x="72" y="6"/>
                    </a:lnTo>
                    <a:lnTo>
                      <a:pt x="16" y="0"/>
                    </a:lnTo>
                    <a:lnTo>
                      <a:pt x="0" y="135"/>
                    </a:lnTo>
                    <a:lnTo>
                      <a:pt x="56" y="142"/>
                    </a:lnTo>
                    <a:lnTo>
                      <a:pt x="112" y="149"/>
                    </a:lnTo>
                    <a:lnTo>
                      <a:pt x="128" y="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1" name="Freeform 1154">
                <a:extLst>
                  <a:ext uri="{FF2B5EF4-FFF2-40B4-BE49-F238E27FC236}">
                    <a16:creationId xmlns:a16="http://schemas.microsoft.com/office/drawing/2014/main" id="{524AA8E2-43D8-FAB1-BAA4-B3B14B8E3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5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56" y="7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56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2" name="Line 1155">
                <a:extLst>
                  <a:ext uri="{FF2B5EF4-FFF2-40B4-BE49-F238E27FC236}">
                    <a16:creationId xmlns:a16="http://schemas.microsoft.com/office/drawing/2014/main" id="{C7EB0AAD-61F6-DABE-884F-C20EAB1FA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0" y="33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3" name="Freeform 1156">
                <a:extLst>
                  <a:ext uri="{FF2B5EF4-FFF2-40B4-BE49-F238E27FC236}">
                    <a16:creationId xmlns:a16="http://schemas.microsoft.com/office/drawing/2014/main" id="{87555841-2ADF-D30C-4075-296C3F09F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55"/>
                <a:ext cx="17" cy="20"/>
              </a:xfrm>
              <a:custGeom>
                <a:avLst/>
                <a:gdLst>
                  <a:gd name="T0" fmla="*/ 0 w 118"/>
                  <a:gd name="T1" fmla="*/ 0 h 142"/>
                  <a:gd name="T2" fmla="*/ 0 w 118"/>
                  <a:gd name="T3" fmla="*/ 0 h 142"/>
                  <a:gd name="T4" fmla="*/ 0 w 118"/>
                  <a:gd name="T5" fmla="*/ 0 h 142"/>
                  <a:gd name="T6" fmla="*/ 0 w 118"/>
                  <a:gd name="T7" fmla="*/ 0 h 142"/>
                  <a:gd name="T8" fmla="*/ 0 w 118"/>
                  <a:gd name="T9" fmla="*/ 0 h 142"/>
                  <a:gd name="T10" fmla="*/ 0 w 118"/>
                  <a:gd name="T11" fmla="*/ 0 h 142"/>
                  <a:gd name="T12" fmla="*/ 0 w 118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2"/>
                  <a:gd name="T23" fmla="*/ 118 w 118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2">
                    <a:moveTo>
                      <a:pt x="118" y="4"/>
                    </a:moveTo>
                    <a:lnTo>
                      <a:pt x="62" y="2"/>
                    </a:lnTo>
                    <a:lnTo>
                      <a:pt x="6" y="0"/>
                    </a:lnTo>
                    <a:lnTo>
                      <a:pt x="0" y="138"/>
                    </a:lnTo>
                    <a:lnTo>
                      <a:pt x="56" y="140"/>
                    </a:lnTo>
                    <a:lnTo>
                      <a:pt x="112" y="142"/>
                    </a:lnTo>
                    <a:lnTo>
                      <a:pt x="118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4" name="Freeform 1157">
                <a:extLst>
                  <a:ext uri="{FF2B5EF4-FFF2-40B4-BE49-F238E27FC236}">
                    <a16:creationId xmlns:a16="http://schemas.microsoft.com/office/drawing/2014/main" id="{7CF8F4C2-1E08-809C-8CC2-19162130E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55"/>
                <a:ext cx="17" cy="20"/>
              </a:xfrm>
              <a:custGeom>
                <a:avLst/>
                <a:gdLst>
                  <a:gd name="T0" fmla="*/ 0 w 118"/>
                  <a:gd name="T1" fmla="*/ 0 h 142"/>
                  <a:gd name="T2" fmla="*/ 0 w 118"/>
                  <a:gd name="T3" fmla="*/ 0 h 142"/>
                  <a:gd name="T4" fmla="*/ 0 w 118"/>
                  <a:gd name="T5" fmla="*/ 0 h 142"/>
                  <a:gd name="T6" fmla="*/ 0 w 118"/>
                  <a:gd name="T7" fmla="*/ 0 h 142"/>
                  <a:gd name="T8" fmla="*/ 0 w 118"/>
                  <a:gd name="T9" fmla="*/ 0 h 142"/>
                  <a:gd name="T10" fmla="*/ 0 w 118"/>
                  <a:gd name="T11" fmla="*/ 0 h 142"/>
                  <a:gd name="T12" fmla="*/ 0 w 118"/>
                  <a:gd name="T13" fmla="*/ 0 h 1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2"/>
                  <a:gd name="T23" fmla="*/ 118 w 118"/>
                  <a:gd name="T24" fmla="*/ 142 h 1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2">
                    <a:moveTo>
                      <a:pt x="118" y="4"/>
                    </a:moveTo>
                    <a:lnTo>
                      <a:pt x="62" y="2"/>
                    </a:lnTo>
                    <a:lnTo>
                      <a:pt x="6" y="0"/>
                    </a:lnTo>
                    <a:lnTo>
                      <a:pt x="0" y="138"/>
                    </a:lnTo>
                    <a:lnTo>
                      <a:pt x="56" y="140"/>
                    </a:lnTo>
                    <a:lnTo>
                      <a:pt x="112" y="142"/>
                    </a:lnTo>
                    <a:lnTo>
                      <a:pt x="118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" name="Freeform 1158">
                <a:extLst>
                  <a:ext uri="{FF2B5EF4-FFF2-40B4-BE49-F238E27FC236}">
                    <a16:creationId xmlns:a16="http://schemas.microsoft.com/office/drawing/2014/main" id="{5FF3C2E8-54AC-04C9-1EF6-88078567A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8" cy="1"/>
              </a:xfrm>
              <a:custGeom>
                <a:avLst/>
                <a:gdLst>
                  <a:gd name="T0" fmla="*/ 0 w 56"/>
                  <a:gd name="T1" fmla="*/ 0 h 4"/>
                  <a:gd name="T2" fmla="*/ 0 w 56"/>
                  <a:gd name="T3" fmla="*/ 0 h 4"/>
                  <a:gd name="T4" fmla="*/ 0 w 56"/>
                  <a:gd name="T5" fmla="*/ 0 h 4"/>
                  <a:gd name="T6" fmla="*/ 0 w 56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4"/>
                  <a:gd name="T14" fmla="*/ 56 w 56"/>
                  <a:gd name="T15" fmla="*/ 4 h 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4">
                    <a:moveTo>
                      <a:pt x="56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5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" name="Line 1159">
                <a:extLst>
                  <a:ext uri="{FF2B5EF4-FFF2-40B4-BE49-F238E27FC236}">
                    <a16:creationId xmlns:a16="http://schemas.microsoft.com/office/drawing/2014/main" id="{30C9398D-01E0-7675-1635-C10E18B59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9" y="337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7" name="Freeform 1160">
                <a:extLst>
                  <a:ext uri="{FF2B5EF4-FFF2-40B4-BE49-F238E27FC236}">
                    <a16:creationId xmlns:a16="http://schemas.microsoft.com/office/drawing/2014/main" id="{BEE7B312-AE09-1924-935C-4C1F7D86E1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17" cy="21"/>
              </a:xfrm>
              <a:custGeom>
                <a:avLst/>
                <a:gdLst>
                  <a:gd name="T0" fmla="*/ 0 w 118"/>
                  <a:gd name="T1" fmla="*/ 0 h 141"/>
                  <a:gd name="T2" fmla="*/ 0 w 118"/>
                  <a:gd name="T3" fmla="*/ 0 h 141"/>
                  <a:gd name="T4" fmla="*/ 0 w 118"/>
                  <a:gd name="T5" fmla="*/ 0 h 141"/>
                  <a:gd name="T6" fmla="*/ 0 w 118"/>
                  <a:gd name="T7" fmla="*/ 0 h 141"/>
                  <a:gd name="T8" fmla="*/ 0 w 118"/>
                  <a:gd name="T9" fmla="*/ 0 h 141"/>
                  <a:gd name="T10" fmla="*/ 0 w 118"/>
                  <a:gd name="T11" fmla="*/ 0 h 141"/>
                  <a:gd name="T12" fmla="*/ 0 w 118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1"/>
                  <a:gd name="T23" fmla="*/ 118 w 118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1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6" y="141"/>
                    </a:lnTo>
                    <a:lnTo>
                      <a:pt x="62" y="139"/>
                    </a:lnTo>
                    <a:lnTo>
                      <a:pt x="118" y="137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8" name="Freeform 1161">
                <a:extLst>
                  <a:ext uri="{FF2B5EF4-FFF2-40B4-BE49-F238E27FC236}">
                    <a16:creationId xmlns:a16="http://schemas.microsoft.com/office/drawing/2014/main" id="{059B2A3E-747B-83D2-CE2E-807B4247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3374"/>
                <a:ext cx="17" cy="21"/>
              </a:xfrm>
              <a:custGeom>
                <a:avLst/>
                <a:gdLst>
                  <a:gd name="T0" fmla="*/ 0 w 118"/>
                  <a:gd name="T1" fmla="*/ 0 h 141"/>
                  <a:gd name="T2" fmla="*/ 0 w 118"/>
                  <a:gd name="T3" fmla="*/ 0 h 141"/>
                  <a:gd name="T4" fmla="*/ 0 w 118"/>
                  <a:gd name="T5" fmla="*/ 0 h 141"/>
                  <a:gd name="T6" fmla="*/ 0 w 118"/>
                  <a:gd name="T7" fmla="*/ 0 h 141"/>
                  <a:gd name="T8" fmla="*/ 0 w 118"/>
                  <a:gd name="T9" fmla="*/ 0 h 141"/>
                  <a:gd name="T10" fmla="*/ 0 w 118"/>
                  <a:gd name="T11" fmla="*/ 0 h 141"/>
                  <a:gd name="T12" fmla="*/ 0 w 118"/>
                  <a:gd name="T13" fmla="*/ 0 h 1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8"/>
                  <a:gd name="T22" fmla="*/ 0 h 141"/>
                  <a:gd name="T23" fmla="*/ 118 w 118"/>
                  <a:gd name="T24" fmla="*/ 141 h 14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8" h="141">
                    <a:moveTo>
                      <a:pt x="112" y="0"/>
                    </a:moveTo>
                    <a:lnTo>
                      <a:pt x="56" y="2"/>
                    </a:lnTo>
                    <a:lnTo>
                      <a:pt x="0" y="4"/>
                    </a:lnTo>
                    <a:lnTo>
                      <a:pt x="6" y="141"/>
                    </a:lnTo>
                    <a:lnTo>
                      <a:pt x="62" y="139"/>
                    </a:lnTo>
                    <a:lnTo>
                      <a:pt x="118" y="137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9" name="Freeform 1162">
                <a:extLst>
                  <a:ext uri="{FF2B5EF4-FFF2-40B4-BE49-F238E27FC236}">
                    <a16:creationId xmlns:a16="http://schemas.microsoft.com/office/drawing/2014/main" id="{94F0F9CB-48A0-A7C2-6732-1BFD58AFF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4"/>
                <a:ext cx="8" cy="1"/>
              </a:xfrm>
              <a:custGeom>
                <a:avLst/>
                <a:gdLst>
                  <a:gd name="T0" fmla="*/ 0 w 56"/>
                  <a:gd name="T1" fmla="*/ 0 h 7"/>
                  <a:gd name="T2" fmla="*/ 0 w 56"/>
                  <a:gd name="T3" fmla="*/ 0 h 7"/>
                  <a:gd name="T4" fmla="*/ 0 w 56"/>
                  <a:gd name="T5" fmla="*/ 0 h 7"/>
                  <a:gd name="T6" fmla="*/ 0 w 56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7"/>
                  <a:gd name="T14" fmla="*/ 56 w 56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7">
                    <a:moveTo>
                      <a:pt x="56" y="0"/>
                    </a:moveTo>
                    <a:lnTo>
                      <a:pt x="0" y="2"/>
                    </a:lnTo>
                    <a:lnTo>
                      <a:pt x="0" y="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0" name="Line 1163">
                <a:extLst>
                  <a:ext uri="{FF2B5EF4-FFF2-40B4-BE49-F238E27FC236}">
                    <a16:creationId xmlns:a16="http://schemas.microsoft.com/office/drawing/2014/main" id="{8A778A6D-5B9F-26B7-4555-E6B8A818B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0" y="339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1" name="Freeform 1164">
                <a:extLst>
                  <a:ext uri="{FF2B5EF4-FFF2-40B4-BE49-F238E27FC236}">
                    <a16:creationId xmlns:a16="http://schemas.microsoft.com/office/drawing/2014/main" id="{B21DF8D6-5C2A-1A21-7E69-69ACAAC84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3"/>
                <a:ext cx="18" cy="22"/>
              </a:xfrm>
              <a:custGeom>
                <a:avLst/>
                <a:gdLst>
                  <a:gd name="T0" fmla="*/ 0 w 128"/>
                  <a:gd name="T1" fmla="*/ 0 h 150"/>
                  <a:gd name="T2" fmla="*/ 0 w 128"/>
                  <a:gd name="T3" fmla="*/ 0 h 150"/>
                  <a:gd name="T4" fmla="*/ 0 w 128"/>
                  <a:gd name="T5" fmla="*/ 0 h 150"/>
                  <a:gd name="T6" fmla="*/ 0 w 128"/>
                  <a:gd name="T7" fmla="*/ 0 h 150"/>
                  <a:gd name="T8" fmla="*/ 0 w 128"/>
                  <a:gd name="T9" fmla="*/ 0 h 150"/>
                  <a:gd name="T10" fmla="*/ 0 w 128"/>
                  <a:gd name="T11" fmla="*/ 0 h 150"/>
                  <a:gd name="T12" fmla="*/ 0 w 128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50"/>
                  <a:gd name="T23" fmla="*/ 128 w 128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50">
                    <a:moveTo>
                      <a:pt x="112" y="0"/>
                    </a:moveTo>
                    <a:lnTo>
                      <a:pt x="56" y="7"/>
                    </a:lnTo>
                    <a:lnTo>
                      <a:pt x="0" y="14"/>
                    </a:lnTo>
                    <a:lnTo>
                      <a:pt x="16" y="150"/>
                    </a:lnTo>
                    <a:lnTo>
                      <a:pt x="72" y="143"/>
                    </a:lnTo>
                    <a:lnTo>
                      <a:pt x="128" y="13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2" name="Freeform 1165">
                <a:extLst>
                  <a:ext uri="{FF2B5EF4-FFF2-40B4-BE49-F238E27FC236}">
                    <a16:creationId xmlns:a16="http://schemas.microsoft.com/office/drawing/2014/main" id="{7C096E7D-2B41-7BBC-AED5-8F6135BFC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3393"/>
                <a:ext cx="18" cy="22"/>
              </a:xfrm>
              <a:custGeom>
                <a:avLst/>
                <a:gdLst>
                  <a:gd name="T0" fmla="*/ 0 w 128"/>
                  <a:gd name="T1" fmla="*/ 0 h 150"/>
                  <a:gd name="T2" fmla="*/ 0 w 128"/>
                  <a:gd name="T3" fmla="*/ 0 h 150"/>
                  <a:gd name="T4" fmla="*/ 0 w 128"/>
                  <a:gd name="T5" fmla="*/ 0 h 150"/>
                  <a:gd name="T6" fmla="*/ 0 w 128"/>
                  <a:gd name="T7" fmla="*/ 0 h 150"/>
                  <a:gd name="T8" fmla="*/ 0 w 128"/>
                  <a:gd name="T9" fmla="*/ 0 h 150"/>
                  <a:gd name="T10" fmla="*/ 0 w 128"/>
                  <a:gd name="T11" fmla="*/ 0 h 150"/>
                  <a:gd name="T12" fmla="*/ 0 w 128"/>
                  <a:gd name="T13" fmla="*/ 0 h 1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50"/>
                  <a:gd name="T23" fmla="*/ 128 w 128"/>
                  <a:gd name="T24" fmla="*/ 150 h 1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50">
                    <a:moveTo>
                      <a:pt x="112" y="0"/>
                    </a:moveTo>
                    <a:lnTo>
                      <a:pt x="56" y="7"/>
                    </a:lnTo>
                    <a:lnTo>
                      <a:pt x="0" y="14"/>
                    </a:lnTo>
                    <a:lnTo>
                      <a:pt x="16" y="150"/>
                    </a:lnTo>
                    <a:lnTo>
                      <a:pt x="72" y="143"/>
                    </a:lnTo>
                    <a:lnTo>
                      <a:pt x="128" y="136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3" name="Freeform 1166">
                <a:extLst>
                  <a:ext uri="{FF2B5EF4-FFF2-40B4-BE49-F238E27FC236}">
                    <a16:creationId xmlns:a16="http://schemas.microsoft.com/office/drawing/2014/main" id="{0E10D8F2-E05B-11DC-F77B-D19191CC6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4"/>
                <a:ext cx="8" cy="1"/>
              </a:xfrm>
              <a:custGeom>
                <a:avLst/>
                <a:gdLst>
                  <a:gd name="T0" fmla="*/ 0 w 56"/>
                  <a:gd name="T1" fmla="*/ 0 h 11"/>
                  <a:gd name="T2" fmla="*/ 0 w 56"/>
                  <a:gd name="T3" fmla="*/ 0 h 11"/>
                  <a:gd name="T4" fmla="*/ 0 w 56"/>
                  <a:gd name="T5" fmla="*/ 0 h 11"/>
                  <a:gd name="T6" fmla="*/ 0 w 56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1"/>
                  <a:gd name="T14" fmla="*/ 56 w 56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1">
                    <a:moveTo>
                      <a:pt x="56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4" name="Line 1167">
                <a:extLst>
                  <a:ext uri="{FF2B5EF4-FFF2-40B4-BE49-F238E27FC236}">
                    <a16:creationId xmlns:a16="http://schemas.microsoft.com/office/drawing/2014/main" id="{8BF0B67F-4F2E-175F-BF2B-76C332382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2" y="341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" name="Freeform 1168">
                <a:extLst>
                  <a:ext uri="{FF2B5EF4-FFF2-40B4-BE49-F238E27FC236}">
                    <a16:creationId xmlns:a16="http://schemas.microsoft.com/office/drawing/2014/main" id="{18CD0C60-A175-A8D4-D754-634EE66FA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2"/>
                <a:ext cx="20" cy="23"/>
              </a:xfrm>
              <a:custGeom>
                <a:avLst/>
                <a:gdLst>
                  <a:gd name="T0" fmla="*/ 0 w 139"/>
                  <a:gd name="T1" fmla="*/ 0 h 157"/>
                  <a:gd name="T2" fmla="*/ 0 w 139"/>
                  <a:gd name="T3" fmla="*/ 0 h 157"/>
                  <a:gd name="T4" fmla="*/ 0 w 139"/>
                  <a:gd name="T5" fmla="*/ 0 h 157"/>
                  <a:gd name="T6" fmla="*/ 0 w 139"/>
                  <a:gd name="T7" fmla="*/ 0 h 157"/>
                  <a:gd name="T8" fmla="*/ 0 w 139"/>
                  <a:gd name="T9" fmla="*/ 0 h 157"/>
                  <a:gd name="T10" fmla="*/ 0 w 139"/>
                  <a:gd name="T11" fmla="*/ 0 h 157"/>
                  <a:gd name="T12" fmla="*/ 0 w 139"/>
                  <a:gd name="T13" fmla="*/ 0 h 1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7"/>
                  <a:gd name="T23" fmla="*/ 139 w 139"/>
                  <a:gd name="T24" fmla="*/ 157 h 1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7">
                    <a:moveTo>
                      <a:pt x="112" y="0"/>
                    </a:moveTo>
                    <a:lnTo>
                      <a:pt x="56" y="11"/>
                    </a:lnTo>
                    <a:lnTo>
                      <a:pt x="0" y="22"/>
                    </a:lnTo>
                    <a:lnTo>
                      <a:pt x="27" y="157"/>
                    </a:lnTo>
                    <a:lnTo>
                      <a:pt x="83" y="145"/>
                    </a:lnTo>
                    <a:lnTo>
                      <a:pt x="139" y="13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" name="Freeform 1169">
                <a:extLst>
                  <a:ext uri="{FF2B5EF4-FFF2-40B4-BE49-F238E27FC236}">
                    <a16:creationId xmlns:a16="http://schemas.microsoft.com/office/drawing/2014/main" id="{5DD66E08-303E-95BB-7DA4-D48F06B93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3412"/>
                <a:ext cx="20" cy="23"/>
              </a:xfrm>
              <a:custGeom>
                <a:avLst/>
                <a:gdLst>
                  <a:gd name="T0" fmla="*/ 0 w 139"/>
                  <a:gd name="T1" fmla="*/ 0 h 157"/>
                  <a:gd name="T2" fmla="*/ 0 w 139"/>
                  <a:gd name="T3" fmla="*/ 0 h 157"/>
                  <a:gd name="T4" fmla="*/ 0 w 139"/>
                  <a:gd name="T5" fmla="*/ 0 h 157"/>
                  <a:gd name="T6" fmla="*/ 0 w 139"/>
                  <a:gd name="T7" fmla="*/ 0 h 157"/>
                  <a:gd name="T8" fmla="*/ 0 w 139"/>
                  <a:gd name="T9" fmla="*/ 0 h 157"/>
                  <a:gd name="T10" fmla="*/ 0 w 139"/>
                  <a:gd name="T11" fmla="*/ 0 h 157"/>
                  <a:gd name="T12" fmla="*/ 0 w 139"/>
                  <a:gd name="T13" fmla="*/ 0 h 1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9"/>
                  <a:gd name="T22" fmla="*/ 0 h 157"/>
                  <a:gd name="T23" fmla="*/ 139 w 139"/>
                  <a:gd name="T24" fmla="*/ 157 h 1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9" h="157">
                    <a:moveTo>
                      <a:pt x="112" y="0"/>
                    </a:moveTo>
                    <a:lnTo>
                      <a:pt x="56" y="11"/>
                    </a:lnTo>
                    <a:lnTo>
                      <a:pt x="0" y="22"/>
                    </a:lnTo>
                    <a:lnTo>
                      <a:pt x="27" y="157"/>
                    </a:lnTo>
                    <a:lnTo>
                      <a:pt x="83" y="145"/>
                    </a:lnTo>
                    <a:lnTo>
                      <a:pt x="139" y="134"/>
                    </a:lnTo>
                    <a:lnTo>
                      <a:pt x="11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7" name="Freeform 1170">
                <a:extLst>
                  <a:ext uri="{FF2B5EF4-FFF2-40B4-BE49-F238E27FC236}">
                    <a16:creationId xmlns:a16="http://schemas.microsoft.com/office/drawing/2014/main" id="{6167EAA7-897E-8045-348B-13A8672E4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3"/>
                <a:ext cx="8" cy="2"/>
              </a:xfrm>
              <a:custGeom>
                <a:avLst/>
                <a:gdLst>
                  <a:gd name="T0" fmla="*/ 0 w 56"/>
                  <a:gd name="T1" fmla="*/ 0 h 16"/>
                  <a:gd name="T2" fmla="*/ 0 w 56"/>
                  <a:gd name="T3" fmla="*/ 0 h 16"/>
                  <a:gd name="T4" fmla="*/ 0 w 56"/>
                  <a:gd name="T5" fmla="*/ 0 h 16"/>
                  <a:gd name="T6" fmla="*/ 0 w 5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6"/>
                  <a:gd name="T13" fmla="*/ 0 h 16"/>
                  <a:gd name="T14" fmla="*/ 56 w 56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6" h="16">
                    <a:moveTo>
                      <a:pt x="56" y="0"/>
                    </a:moveTo>
                    <a:lnTo>
                      <a:pt x="0" y="12"/>
                    </a:lnTo>
                    <a:lnTo>
                      <a:pt x="1" y="16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8" name="Line 1171">
                <a:extLst>
                  <a:ext uri="{FF2B5EF4-FFF2-40B4-BE49-F238E27FC236}">
                    <a16:creationId xmlns:a16="http://schemas.microsoft.com/office/drawing/2014/main" id="{D6F5EED8-2CCC-FDF6-4F94-04B61B07D6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6" y="343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9" name="Freeform 1172">
                <a:extLst>
                  <a:ext uri="{FF2B5EF4-FFF2-40B4-BE49-F238E27FC236}">
                    <a16:creationId xmlns:a16="http://schemas.microsoft.com/office/drawing/2014/main" id="{8ED43709-211D-B364-F11C-26A28F4C1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1"/>
                <a:ext cx="21" cy="23"/>
              </a:xfrm>
              <a:custGeom>
                <a:avLst/>
                <a:gdLst>
                  <a:gd name="T0" fmla="*/ 0 w 147"/>
                  <a:gd name="T1" fmla="*/ 0 h 164"/>
                  <a:gd name="T2" fmla="*/ 0 w 147"/>
                  <a:gd name="T3" fmla="*/ 0 h 164"/>
                  <a:gd name="T4" fmla="*/ 0 w 147"/>
                  <a:gd name="T5" fmla="*/ 0 h 164"/>
                  <a:gd name="T6" fmla="*/ 0 w 147"/>
                  <a:gd name="T7" fmla="*/ 0 h 164"/>
                  <a:gd name="T8" fmla="*/ 0 w 147"/>
                  <a:gd name="T9" fmla="*/ 0 h 164"/>
                  <a:gd name="T10" fmla="*/ 0 w 147"/>
                  <a:gd name="T11" fmla="*/ 0 h 164"/>
                  <a:gd name="T12" fmla="*/ 0 w 147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4"/>
                  <a:gd name="T23" fmla="*/ 147 w 147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4">
                    <a:moveTo>
                      <a:pt x="110" y="0"/>
                    </a:moveTo>
                    <a:lnTo>
                      <a:pt x="55" y="15"/>
                    </a:lnTo>
                    <a:lnTo>
                      <a:pt x="0" y="31"/>
                    </a:lnTo>
                    <a:lnTo>
                      <a:pt x="37" y="164"/>
                    </a:ln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0" name="Freeform 1173">
                <a:extLst>
                  <a:ext uri="{FF2B5EF4-FFF2-40B4-BE49-F238E27FC236}">
                    <a16:creationId xmlns:a16="http://schemas.microsoft.com/office/drawing/2014/main" id="{184395A4-5155-A79C-A2C6-803F6B463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" y="3431"/>
                <a:ext cx="21" cy="23"/>
              </a:xfrm>
              <a:custGeom>
                <a:avLst/>
                <a:gdLst>
                  <a:gd name="T0" fmla="*/ 0 w 147"/>
                  <a:gd name="T1" fmla="*/ 0 h 164"/>
                  <a:gd name="T2" fmla="*/ 0 w 147"/>
                  <a:gd name="T3" fmla="*/ 0 h 164"/>
                  <a:gd name="T4" fmla="*/ 0 w 147"/>
                  <a:gd name="T5" fmla="*/ 0 h 164"/>
                  <a:gd name="T6" fmla="*/ 0 w 147"/>
                  <a:gd name="T7" fmla="*/ 0 h 164"/>
                  <a:gd name="T8" fmla="*/ 0 w 147"/>
                  <a:gd name="T9" fmla="*/ 0 h 164"/>
                  <a:gd name="T10" fmla="*/ 0 w 147"/>
                  <a:gd name="T11" fmla="*/ 0 h 164"/>
                  <a:gd name="T12" fmla="*/ 0 w 147"/>
                  <a:gd name="T13" fmla="*/ 0 h 16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7"/>
                  <a:gd name="T22" fmla="*/ 0 h 164"/>
                  <a:gd name="T23" fmla="*/ 147 w 147"/>
                  <a:gd name="T24" fmla="*/ 164 h 16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7" h="164">
                    <a:moveTo>
                      <a:pt x="110" y="0"/>
                    </a:moveTo>
                    <a:lnTo>
                      <a:pt x="55" y="15"/>
                    </a:lnTo>
                    <a:lnTo>
                      <a:pt x="0" y="31"/>
                    </a:lnTo>
                    <a:lnTo>
                      <a:pt x="37" y="164"/>
                    </a:lnTo>
                    <a:lnTo>
                      <a:pt x="92" y="148"/>
                    </a:lnTo>
                    <a:lnTo>
                      <a:pt x="147" y="132"/>
                    </a:lnTo>
                    <a:lnTo>
                      <a:pt x="11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1" name="Freeform 1174">
                <a:extLst>
                  <a:ext uri="{FF2B5EF4-FFF2-40B4-BE49-F238E27FC236}">
                    <a16:creationId xmlns:a16="http://schemas.microsoft.com/office/drawing/2014/main" id="{1398BCE5-CDC0-E95F-8D9A-FE26CB655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52"/>
                <a:ext cx="8" cy="3"/>
              </a:xfrm>
              <a:custGeom>
                <a:avLst/>
                <a:gdLst>
                  <a:gd name="T0" fmla="*/ 0 w 55"/>
                  <a:gd name="T1" fmla="*/ 0 h 19"/>
                  <a:gd name="T2" fmla="*/ 0 w 55"/>
                  <a:gd name="T3" fmla="*/ 0 h 19"/>
                  <a:gd name="T4" fmla="*/ 0 w 55"/>
                  <a:gd name="T5" fmla="*/ 0 h 19"/>
                  <a:gd name="T6" fmla="*/ 0 w 55"/>
                  <a:gd name="T7" fmla="*/ 0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19"/>
                  <a:gd name="T14" fmla="*/ 55 w 55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19">
                    <a:moveTo>
                      <a:pt x="55" y="0"/>
                    </a:moveTo>
                    <a:lnTo>
                      <a:pt x="0" y="16"/>
                    </a:lnTo>
                    <a:lnTo>
                      <a:pt x="2" y="19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2" name="Line 1175">
                <a:extLst>
                  <a:ext uri="{FF2B5EF4-FFF2-40B4-BE49-F238E27FC236}">
                    <a16:creationId xmlns:a16="http://schemas.microsoft.com/office/drawing/2014/main" id="{B1437915-BF57-DDAF-BB7A-FB6846ACB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2" y="34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3" name="Freeform 1176">
                <a:extLst>
                  <a:ext uri="{FF2B5EF4-FFF2-40B4-BE49-F238E27FC236}">
                    <a16:creationId xmlns:a16="http://schemas.microsoft.com/office/drawing/2014/main" id="{0D495EB0-D9FA-B10B-8D1E-6D82B4604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49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05" y="0"/>
                    </a:move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4" name="Freeform 1177">
                <a:extLst>
                  <a:ext uri="{FF2B5EF4-FFF2-40B4-BE49-F238E27FC236}">
                    <a16:creationId xmlns:a16="http://schemas.microsoft.com/office/drawing/2014/main" id="{DBFC5CD4-E4DB-C549-3094-503EBF20C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449"/>
                <a:ext cx="22" cy="24"/>
              </a:xfrm>
              <a:custGeom>
                <a:avLst/>
                <a:gdLst>
                  <a:gd name="T0" fmla="*/ 0 w 153"/>
                  <a:gd name="T1" fmla="*/ 0 h 167"/>
                  <a:gd name="T2" fmla="*/ 0 w 153"/>
                  <a:gd name="T3" fmla="*/ 0 h 167"/>
                  <a:gd name="T4" fmla="*/ 0 w 153"/>
                  <a:gd name="T5" fmla="*/ 0 h 167"/>
                  <a:gd name="T6" fmla="*/ 0 w 153"/>
                  <a:gd name="T7" fmla="*/ 0 h 167"/>
                  <a:gd name="T8" fmla="*/ 0 w 153"/>
                  <a:gd name="T9" fmla="*/ 0 h 167"/>
                  <a:gd name="T10" fmla="*/ 0 w 153"/>
                  <a:gd name="T11" fmla="*/ 0 h 167"/>
                  <a:gd name="T12" fmla="*/ 0 w 153"/>
                  <a:gd name="T13" fmla="*/ 0 h 1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3"/>
                  <a:gd name="T22" fmla="*/ 0 h 167"/>
                  <a:gd name="T23" fmla="*/ 153 w 153"/>
                  <a:gd name="T24" fmla="*/ 167 h 1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3" h="167">
                    <a:moveTo>
                      <a:pt x="105" y="0"/>
                    </a:moveTo>
                    <a:lnTo>
                      <a:pt x="53" y="19"/>
                    </a:lnTo>
                    <a:lnTo>
                      <a:pt x="0" y="38"/>
                    </a:lnTo>
                    <a:lnTo>
                      <a:pt x="47" y="167"/>
                    </a:lnTo>
                    <a:lnTo>
                      <a:pt x="100" y="148"/>
                    </a:lnTo>
                    <a:lnTo>
                      <a:pt x="153" y="129"/>
                    </a:lnTo>
                    <a:lnTo>
                      <a:pt x="10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5" name="Freeform 1178">
                <a:extLst>
                  <a:ext uri="{FF2B5EF4-FFF2-40B4-BE49-F238E27FC236}">
                    <a16:creationId xmlns:a16="http://schemas.microsoft.com/office/drawing/2014/main" id="{147EA39A-2060-26DF-8614-85DEEC12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70"/>
                <a:ext cx="7" cy="4"/>
              </a:xfrm>
              <a:custGeom>
                <a:avLst/>
                <a:gdLst>
                  <a:gd name="T0" fmla="*/ 0 w 53"/>
                  <a:gd name="T1" fmla="*/ 0 h 24"/>
                  <a:gd name="T2" fmla="*/ 0 w 53"/>
                  <a:gd name="T3" fmla="*/ 0 h 24"/>
                  <a:gd name="T4" fmla="*/ 0 w 53"/>
                  <a:gd name="T5" fmla="*/ 0 h 24"/>
                  <a:gd name="T6" fmla="*/ 0 w 5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24"/>
                  <a:gd name="T14" fmla="*/ 53 w 5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24">
                    <a:moveTo>
                      <a:pt x="53" y="0"/>
                    </a:moveTo>
                    <a:lnTo>
                      <a:pt x="0" y="19"/>
                    </a:lnTo>
                    <a:lnTo>
                      <a:pt x="1" y="24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" name="Line 1179">
                <a:extLst>
                  <a:ext uri="{FF2B5EF4-FFF2-40B4-BE49-F238E27FC236}">
                    <a16:creationId xmlns:a16="http://schemas.microsoft.com/office/drawing/2014/main" id="{7B9D6AE6-D76D-2710-095C-88AD90E51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9" y="347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7" name="Freeform 1180">
                <a:extLst>
                  <a:ext uri="{FF2B5EF4-FFF2-40B4-BE49-F238E27FC236}">
                    <a16:creationId xmlns:a16="http://schemas.microsoft.com/office/drawing/2014/main" id="{A0416FA8-765B-8B91-F23D-FB9FB17EA3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67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03" y="0"/>
                    </a:moveTo>
                    <a:lnTo>
                      <a:pt x="52" y="24"/>
                    </a:lnTo>
                    <a:lnTo>
                      <a:pt x="0" y="48"/>
                    </a:lnTo>
                    <a:lnTo>
                      <a:pt x="57" y="172"/>
                    </a:lnTo>
                    <a:lnTo>
                      <a:pt x="109" y="149"/>
                    </a:lnTo>
                    <a:lnTo>
                      <a:pt x="161" y="125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8" name="Freeform 1181">
                <a:extLst>
                  <a:ext uri="{FF2B5EF4-FFF2-40B4-BE49-F238E27FC236}">
                    <a16:creationId xmlns:a16="http://schemas.microsoft.com/office/drawing/2014/main" id="{22B14AA4-9AE0-9896-E019-99CFC778C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3467"/>
                <a:ext cx="23" cy="24"/>
              </a:xfrm>
              <a:custGeom>
                <a:avLst/>
                <a:gdLst>
                  <a:gd name="T0" fmla="*/ 0 w 161"/>
                  <a:gd name="T1" fmla="*/ 0 h 172"/>
                  <a:gd name="T2" fmla="*/ 0 w 161"/>
                  <a:gd name="T3" fmla="*/ 0 h 172"/>
                  <a:gd name="T4" fmla="*/ 0 w 161"/>
                  <a:gd name="T5" fmla="*/ 0 h 172"/>
                  <a:gd name="T6" fmla="*/ 0 w 161"/>
                  <a:gd name="T7" fmla="*/ 0 h 172"/>
                  <a:gd name="T8" fmla="*/ 0 w 161"/>
                  <a:gd name="T9" fmla="*/ 0 h 172"/>
                  <a:gd name="T10" fmla="*/ 0 w 161"/>
                  <a:gd name="T11" fmla="*/ 0 h 172"/>
                  <a:gd name="T12" fmla="*/ 0 w 161"/>
                  <a:gd name="T13" fmla="*/ 0 h 1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1"/>
                  <a:gd name="T22" fmla="*/ 0 h 172"/>
                  <a:gd name="T23" fmla="*/ 161 w 161"/>
                  <a:gd name="T24" fmla="*/ 172 h 17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1" h="172">
                    <a:moveTo>
                      <a:pt x="103" y="0"/>
                    </a:moveTo>
                    <a:lnTo>
                      <a:pt x="52" y="24"/>
                    </a:lnTo>
                    <a:lnTo>
                      <a:pt x="0" y="48"/>
                    </a:lnTo>
                    <a:lnTo>
                      <a:pt x="57" y="172"/>
                    </a:lnTo>
                    <a:lnTo>
                      <a:pt x="109" y="149"/>
                    </a:lnTo>
                    <a:lnTo>
                      <a:pt x="161" y="125"/>
                    </a:lnTo>
                    <a:lnTo>
                      <a:pt x="10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9" name="Freeform 1182">
                <a:extLst>
                  <a:ext uri="{FF2B5EF4-FFF2-40B4-BE49-F238E27FC236}">
                    <a16:creationId xmlns:a16="http://schemas.microsoft.com/office/drawing/2014/main" id="{9AB8C81E-2F7F-1A93-9039-227B48997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8"/>
                <a:ext cx="7" cy="4"/>
              </a:xfrm>
              <a:custGeom>
                <a:avLst/>
                <a:gdLst>
                  <a:gd name="T0" fmla="*/ 0 w 52"/>
                  <a:gd name="T1" fmla="*/ 0 h 28"/>
                  <a:gd name="T2" fmla="*/ 0 w 52"/>
                  <a:gd name="T3" fmla="*/ 0 h 28"/>
                  <a:gd name="T4" fmla="*/ 0 w 52"/>
                  <a:gd name="T5" fmla="*/ 0 h 28"/>
                  <a:gd name="T6" fmla="*/ 0 w 52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28"/>
                  <a:gd name="T14" fmla="*/ 52 w 52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28">
                    <a:moveTo>
                      <a:pt x="52" y="0"/>
                    </a:moveTo>
                    <a:lnTo>
                      <a:pt x="0" y="23"/>
                    </a:lnTo>
                    <a:lnTo>
                      <a:pt x="3" y="28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" name="Line 1183">
                <a:extLst>
                  <a:ext uri="{FF2B5EF4-FFF2-40B4-BE49-F238E27FC236}">
                    <a16:creationId xmlns:a16="http://schemas.microsoft.com/office/drawing/2014/main" id="{876D7DD4-C35B-D005-2AF3-AD830C9A21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7" y="349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1" name="Freeform 1184">
                <a:extLst>
                  <a:ext uri="{FF2B5EF4-FFF2-40B4-BE49-F238E27FC236}">
                    <a16:creationId xmlns:a16="http://schemas.microsoft.com/office/drawing/2014/main" id="{3F0E6E33-D033-AA37-5C3D-A90E02710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4"/>
                <a:ext cx="24" cy="25"/>
              </a:xfrm>
              <a:custGeom>
                <a:avLst/>
                <a:gdLst>
                  <a:gd name="T0" fmla="*/ 0 w 166"/>
                  <a:gd name="T1" fmla="*/ 0 h 177"/>
                  <a:gd name="T2" fmla="*/ 0 w 166"/>
                  <a:gd name="T3" fmla="*/ 0 h 177"/>
                  <a:gd name="T4" fmla="*/ 0 w 166"/>
                  <a:gd name="T5" fmla="*/ 0 h 177"/>
                  <a:gd name="T6" fmla="*/ 0 w 166"/>
                  <a:gd name="T7" fmla="*/ 0 h 177"/>
                  <a:gd name="T8" fmla="*/ 0 w 166"/>
                  <a:gd name="T9" fmla="*/ 0 h 177"/>
                  <a:gd name="T10" fmla="*/ 0 w 166"/>
                  <a:gd name="T11" fmla="*/ 0 h 177"/>
                  <a:gd name="T12" fmla="*/ 0 w 166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7"/>
                  <a:gd name="T23" fmla="*/ 166 w 166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7">
                    <a:moveTo>
                      <a:pt x="98" y="0"/>
                    </a:moveTo>
                    <a:lnTo>
                      <a:pt x="49" y="29"/>
                    </a:lnTo>
                    <a:lnTo>
                      <a:pt x="0" y="57"/>
                    </a:lnTo>
                    <a:lnTo>
                      <a:pt x="67" y="177"/>
                    </a:lnTo>
                    <a:lnTo>
                      <a:pt x="116" y="149"/>
                    </a:lnTo>
                    <a:lnTo>
                      <a:pt x="166" y="121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2" name="Freeform 1185">
                <a:extLst>
                  <a:ext uri="{FF2B5EF4-FFF2-40B4-BE49-F238E27FC236}">
                    <a16:creationId xmlns:a16="http://schemas.microsoft.com/office/drawing/2014/main" id="{A81CFF08-AE31-144C-65BE-4BBF9F8F5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3484"/>
                <a:ext cx="24" cy="25"/>
              </a:xfrm>
              <a:custGeom>
                <a:avLst/>
                <a:gdLst>
                  <a:gd name="T0" fmla="*/ 0 w 166"/>
                  <a:gd name="T1" fmla="*/ 0 h 177"/>
                  <a:gd name="T2" fmla="*/ 0 w 166"/>
                  <a:gd name="T3" fmla="*/ 0 h 177"/>
                  <a:gd name="T4" fmla="*/ 0 w 166"/>
                  <a:gd name="T5" fmla="*/ 0 h 177"/>
                  <a:gd name="T6" fmla="*/ 0 w 166"/>
                  <a:gd name="T7" fmla="*/ 0 h 177"/>
                  <a:gd name="T8" fmla="*/ 0 w 166"/>
                  <a:gd name="T9" fmla="*/ 0 h 177"/>
                  <a:gd name="T10" fmla="*/ 0 w 166"/>
                  <a:gd name="T11" fmla="*/ 0 h 177"/>
                  <a:gd name="T12" fmla="*/ 0 w 166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77"/>
                  <a:gd name="T23" fmla="*/ 166 w 166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77">
                    <a:moveTo>
                      <a:pt x="98" y="0"/>
                    </a:moveTo>
                    <a:lnTo>
                      <a:pt x="49" y="29"/>
                    </a:lnTo>
                    <a:lnTo>
                      <a:pt x="0" y="57"/>
                    </a:lnTo>
                    <a:lnTo>
                      <a:pt x="67" y="177"/>
                    </a:lnTo>
                    <a:lnTo>
                      <a:pt x="116" y="149"/>
                    </a:lnTo>
                    <a:lnTo>
                      <a:pt x="166" y="121"/>
                    </a:lnTo>
                    <a:lnTo>
                      <a:pt x="9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3" name="Freeform 1186">
                <a:extLst>
                  <a:ext uri="{FF2B5EF4-FFF2-40B4-BE49-F238E27FC236}">
                    <a16:creationId xmlns:a16="http://schemas.microsoft.com/office/drawing/2014/main" id="{58ABFCF3-0ACF-0F47-3E17-A0D18AF58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5"/>
                <a:ext cx="7" cy="5"/>
              </a:xfrm>
              <a:custGeom>
                <a:avLst/>
                <a:gdLst>
                  <a:gd name="T0" fmla="*/ 0 w 49"/>
                  <a:gd name="T1" fmla="*/ 0 h 31"/>
                  <a:gd name="T2" fmla="*/ 0 w 49"/>
                  <a:gd name="T3" fmla="*/ 0 h 31"/>
                  <a:gd name="T4" fmla="*/ 0 w 49"/>
                  <a:gd name="T5" fmla="*/ 0 h 31"/>
                  <a:gd name="T6" fmla="*/ 0 w 49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31"/>
                  <a:gd name="T14" fmla="*/ 49 w 49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31">
                    <a:moveTo>
                      <a:pt x="49" y="0"/>
                    </a:moveTo>
                    <a:lnTo>
                      <a:pt x="0" y="28"/>
                    </a:lnTo>
                    <a:lnTo>
                      <a:pt x="2" y="31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4" name="Line 1187">
                <a:extLst>
                  <a:ext uri="{FF2B5EF4-FFF2-40B4-BE49-F238E27FC236}">
                    <a16:creationId xmlns:a16="http://schemas.microsoft.com/office/drawing/2014/main" id="{0148E899-A5E0-2DA9-8C97-5135D058A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7" y="350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5" name="Freeform 1188">
                <a:extLst>
                  <a:ext uri="{FF2B5EF4-FFF2-40B4-BE49-F238E27FC236}">
                    <a16:creationId xmlns:a16="http://schemas.microsoft.com/office/drawing/2014/main" id="{99AE45C6-A8FE-14D4-1F03-B3FFB4D66C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1"/>
                <a:ext cx="25" cy="25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95" y="0"/>
                    </a:moveTo>
                    <a:lnTo>
                      <a:pt x="47" y="32"/>
                    </a:lnTo>
                    <a:lnTo>
                      <a:pt x="0" y="63"/>
                    </a:lnTo>
                    <a:lnTo>
                      <a:pt x="77" y="176"/>
                    </a:lnTo>
                    <a:lnTo>
                      <a:pt x="124" y="145"/>
                    </a:lnTo>
                    <a:lnTo>
                      <a:pt x="171" y="113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" name="Freeform 1189">
                <a:extLst>
                  <a:ext uri="{FF2B5EF4-FFF2-40B4-BE49-F238E27FC236}">
                    <a16:creationId xmlns:a16="http://schemas.microsoft.com/office/drawing/2014/main" id="{08D4CC40-C1DC-00E0-7BC0-DC1187320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3501"/>
                <a:ext cx="25" cy="25"/>
              </a:xfrm>
              <a:custGeom>
                <a:avLst/>
                <a:gdLst>
                  <a:gd name="T0" fmla="*/ 0 w 171"/>
                  <a:gd name="T1" fmla="*/ 0 h 176"/>
                  <a:gd name="T2" fmla="*/ 0 w 171"/>
                  <a:gd name="T3" fmla="*/ 0 h 176"/>
                  <a:gd name="T4" fmla="*/ 0 w 171"/>
                  <a:gd name="T5" fmla="*/ 0 h 176"/>
                  <a:gd name="T6" fmla="*/ 0 w 171"/>
                  <a:gd name="T7" fmla="*/ 0 h 176"/>
                  <a:gd name="T8" fmla="*/ 0 w 171"/>
                  <a:gd name="T9" fmla="*/ 0 h 176"/>
                  <a:gd name="T10" fmla="*/ 0 w 171"/>
                  <a:gd name="T11" fmla="*/ 0 h 176"/>
                  <a:gd name="T12" fmla="*/ 0 w 171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76"/>
                  <a:gd name="T23" fmla="*/ 171 w 171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76">
                    <a:moveTo>
                      <a:pt x="95" y="0"/>
                    </a:moveTo>
                    <a:lnTo>
                      <a:pt x="47" y="32"/>
                    </a:lnTo>
                    <a:lnTo>
                      <a:pt x="0" y="63"/>
                    </a:lnTo>
                    <a:lnTo>
                      <a:pt x="77" y="176"/>
                    </a:lnTo>
                    <a:lnTo>
                      <a:pt x="124" y="145"/>
                    </a:lnTo>
                    <a:lnTo>
                      <a:pt x="171" y="113"/>
                    </a:lnTo>
                    <a:lnTo>
                      <a:pt x="9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7" name="Freeform 1190">
                <a:extLst>
                  <a:ext uri="{FF2B5EF4-FFF2-40B4-BE49-F238E27FC236}">
                    <a16:creationId xmlns:a16="http://schemas.microsoft.com/office/drawing/2014/main" id="{5FBEE303-22E6-9303-9CAF-C1E9105CC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3521"/>
                <a:ext cx="7" cy="5"/>
              </a:xfrm>
              <a:custGeom>
                <a:avLst/>
                <a:gdLst>
                  <a:gd name="T0" fmla="*/ 0 w 47"/>
                  <a:gd name="T1" fmla="*/ 0 h 35"/>
                  <a:gd name="T2" fmla="*/ 0 w 47"/>
                  <a:gd name="T3" fmla="*/ 0 h 35"/>
                  <a:gd name="T4" fmla="*/ 0 w 47"/>
                  <a:gd name="T5" fmla="*/ 0 h 35"/>
                  <a:gd name="T6" fmla="*/ 0 w 47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35"/>
                  <a:gd name="T14" fmla="*/ 47 w 47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35">
                    <a:moveTo>
                      <a:pt x="47" y="0"/>
                    </a:moveTo>
                    <a:lnTo>
                      <a:pt x="0" y="31"/>
                    </a:lnTo>
                    <a:lnTo>
                      <a:pt x="2" y="35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8" name="Line 1191">
                <a:extLst>
                  <a:ext uri="{FF2B5EF4-FFF2-40B4-BE49-F238E27FC236}">
                    <a16:creationId xmlns:a16="http://schemas.microsoft.com/office/drawing/2014/main" id="{646CA0FB-1D71-BA11-E320-6884BFCE7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" y="352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9" name="Freeform 1192">
                <a:extLst>
                  <a:ext uri="{FF2B5EF4-FFF2-40B4-BE49-F238E27FC236}">
                    <a16:creationId xmlns:a16="http://schemas.microsoft.com/office/drawing/2014/main" id="{0B0DD9C4-41E0-4622-D03B-8E0DD267A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516"/>
                <a:ext cx="25" cy="26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90" y="0"/>
                    </a:moveTo>
                    <a:lnTo>
                      <a:pt x="45" y="35"/>
                    </a:lnTo>
                    <a:lnTo>
                      <a:pt x="0" y="70"/>
                    </a:lnTo>
                    <a:lnTo>
                      <a:pt x="85" y="177"/>
                    </a:lnTo>
                    <a:lnTo>
                      <a:pt x="130" y="143"/>
                    </a:lnTo>
                    <a:lnTo>
                      <a:pt x="175" y="108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0" name="Freeform 1193">
                <a:extLst>
                  <a:ext uri="{FF2B5EF4-FFF2-40B4-BE49-F238E27FC236}">
                    <a16:creationId xmlns:a16="http://schemas.microsoft.com/office/drawing/2014/main" id="{465B912B-186E-B55F-EE39-9529E8918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3516"/>
                <a:ext cx="25" cy="26"/>
              </a:xfrm>
              <a:custGeom>
                <a:avLst/>
                <a:gdLst>
                  <a:gd name="T0" fmla="*/ 0 w 175"/>
                  <a:gd name="T1" fmla="*/ 0 h 177"/>
                  <a:gd name="T2" fmla="*/ 0 w 175"/>
                  <a:gd name="T3" fmla="*/ 0 h 177"/>
                  <a:gd name="T4" fmla="*/ 0 w 175"/>
                  <a:gd name="T5" fmla="*/ 0 h 177"/>
                  <a:gd name="T6" fmla="*/ 0 w 175"/>
                  <a:gd name="T7" fmla="*/ 0 h 177"/>
                  <a:gd name="T8" fmla="*/ 0 w 175"/>
                  <a:gd name="T9" fmla="*/ 0 h 177"/>
                  <a:gd name="T10" fmla="*/ 0 w 175"/>
                  <a:gd name="T11" fmla="*/ 0 h 177"/>
                  <a:gd name="T12" fmla="*/ 0 w 175"/>
                  <a:gd name="T13" fmla="*/ 0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5"/>
                  <a:gd name="T22" fmla="*/ 0 h 177"/>
                  <a:gd name="T23" fmla="*/ 175 w 175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5" h="177">
                    <a:moveTo>
                      <a:pt x="90" y="0"/>
                    </a:moveTo>
                    <a:lnTo>
                      <a:pt x="45" y="35"/>
                    </a:lnTo>
                    <a:lnTo>
                      <a:pt x="0" y="70"/>
                    </a:lnTo>
                    <a:lnTo>
                      <a:pt x="85" y="177"/>
                    </a:lnTo>
                    <a:lnTo>
                      <a:pt x="130" y="143"/>
                    </a:lnTo>
                    <a:lnTo>
                      <a:pt x="175" y="108"/>
                    </a:lnTo>
                    <a:lnTo>
                      <a:pt x="9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1" name="Freeform 1194">
                <a:extLst>
                  <a:ext uri="{FF2B5EF4-FFF2-40B4-BE49-F238E27FC236}">
                    <a16:creationId xmlns:a16="http://schemas.microsoft.com/office/drawing/2014/main" id="{F9D6DDB9-D21A-7322-DBB8-1A4461D0D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7"/>
                <a:ext cx="6" cy="5"/>
              </a:xfrm>
              <a:custGeom>
                <a:avLst/>
                <a:gdLst>
                  <a:gd name="T0" fmla="*/ 0 w 45"/>
                  <a:gd name="T1" fmla="*/ 0 h 38"/>
                  <a:gd name="T2" fmla="*/ 0 w 45"/>
                  <a:gd name="T3" fmla="*/ 0 h 38"/>
                  <a:gd name="T4" fmla="*/ 0 w 45"/>
                  <a:gd name="T5" fmla="*/ 0 h 38"/>
                  <a:gd name="T6" fmla="*/ 0 w 45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8"/>
                  <a:gd name="T14" fmla="*/ 45 w 45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8">
                    <a:moveTo>
                      <a:pt x="45" y="0"/>
                    </a:moveTo>
                    <a:lnTo>
                      <a:pt x="0" y="34"/>
                    </a:lnTo>
                    <a:lnTo>
                      <a:pt x="3" y="38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2" name="Line 1195">
                <a:extLst>
                  <a:ext uri="{FF2B5EF4-FFF2-40B4-BE49-F238E27FC236}">
                    <a16:creationId xmlns:a16="http://schemas.microsoft.com/office/drawing/2014/main" id="{76B685A4-604C-FAD0-EDEE-DF5BA0AE1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354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3" name="Freeform 1196">
                <a:extLst>
                  <a:ext uri="{FF2B5EF4-FFF2-40B4-BE49-F238E27FC236}">
                    <a16:creationId xmlns:a16="http://schemas.microsoft.com/office/drawing/2014/main" id="{9B67F953-4711-DE2A-A33F-27D01A67A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1"/>
                <a:ext cx="25" cy="26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84" y="0"/>
                    </a:moveTo>
                    <a:lnTo>
                      <a:pt x="42" y="39"/>
                    </a:lnTo>
                    <a:lnTo>
                      <a:pt x="0" y="77"/>
                    </a:lnTo>
                    <a:lnTo>
                      <a:pt x="94" y="178"/>
                    </a:lnTo>
                    <a:lnTo>
                      <a:pt x="135" y="140"/>
                    </a:lnTo>
                    <a:lnTo>
                      <a:pt x="177" y="101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4" name="Freeform 1197">
                <a:extLst>
                  <a:ext uri="{FF2B5EF4-FFF2-40B4-BE49-F238E27FC236}">
                    <a16:creationId xmlns:a16="http://schemas.microsoft.com/office/drawing/2014/main" id="{B1A31CAC-282C-D8EF-D39D-478769F9A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3531"/>
                <a:ext cx="25" cy="26"/>
              </a:xfrm>
              <a:custGeom>
                <a:avLst/>
                <a:gdLst>
                  <a:gd name="T0" fmla="*/ 0 w 177"/>
                  <a:gd name="T1" fmla="*/ 0 h 178"/>
                  <a:gd name="T2" fmla="*/ 0 w 177"/>
                  <a:gd name="T3" fmla="*/ 0 h 178"/>
                  <a:gd name="T4" fmla="*/ 0 w 177"/>
                  <a:gd name="T5" fmla="*/ 0 h 178"/>
                  <a:gd name="T6" fmla="*/ 0 w 177"/>
                  <a:gd name="T7" fmla="*/ 0 h 178"/>
                  <a:gd name="T8" fmla="*/ 0 w 177"/>
                  <a:gd name="T9" fmla="*/ 0 h 178"/>
                  <a:gd name="T10" fmla="*/ 0 w 177"/>
                  <a:gd name="T11" fmla="*/ 0 h 178"/>
                  <a:gd name="T12" fmla="*/ 0 w 177"/>
                  <a:gd name="T13" fmla="*/ 0 h 1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8"/>
                  <a:gd name="T23" fmla="*/ 177 w 177"/>
                  <a:gd name="T24" fmla="*/ 178 h 1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8">
                    <a:moveTo>
                      <a:pt x="84" y="0"/>
                    </a:moveTo>
                    <a:lnTo>
                      <a:pt x="42" y="39"/>
                    </a:lnTo>
                    <a:lnTo>
                      <a:pt x="0" y="77"/>
                    </a:lnTo>
                    <a:lnTo>
                      <a:pt x="94" y="178"/>
                    </a:lnTo>
                    <a:lnTo>
                      <a:pt x="135" y="140"/>
                    </a:lnTo>
                    <a:lnTo>
                      <a:pt x="177" y="101"/>
                    </a:lnTo>
                    <a:lnTo>
                      <a:pt x="8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5" name="Freeform 1198">
                <a:extLst>
                  <a:ext uri="{FF2B5EF4-FFF2-40B4-BE49-F238E27FC236}">
                    <a16:creationId xmlns:a16="http://schemas.microsoft.com/office/drawing/2014/main" id="{8D14059A-5C3B-6467-37B3-2BA99EE28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51"/>
                <a:ext cx="5" cy="6"/>
              </a:xfrm>
              <a:custGeom>
                <a:avLst/>
                <a:gdLst>
                  <a:gd name="T0" fmla="*/ 0 w 41"/>
                  <a:gd name="T1" fmla="*/ 0 h 41"/>
                  <a:gd name="T2" fmla="*/ 0 w 41"/>
                  <a:gd name="T3" fmla="*/ 0 h 41"/>
                  <a:gd name="T4" fmla="*/ 0 w 41"/>
                  <a:gd name="T5" fmla="*/ 0 h 41"/>
                  <a:gd name="T6" fmla="*/ 0 w 41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"/>
                  <a:gd name="T13" fmla="*/ 0 h 41"/>
                  <a:gd name="T14" fmla="*/ 41 w 4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" h="41">
                    <a:moveTo>
                      <a:pt x="41" y="0"/>
                    </a:moveTo>
                    <a:lnTo>
                      <a:pt x="0" y="38"/>
                    </a:lnTo>
                    <a:lnTo>
                      <a:pt x="3" y="41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" name="Line 1199">
                <a:extLst>
                  <a:ext uri="{FF2B5EF4-FFF2-40B4-BE49-F238E27FC236}">
                    <a16:creationId xmlns:a16="http://schemas.microsoft.com/office/drawing/2014/main" id="{17B761E1-F2BA-48F0-286C-162C6BE17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5" y="35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" name="Freeform 1200">
                <a:extLst>
                  <a:ext uri="{FF2B5EF4-FFF2-40B4-BE49-F238E27FC236}">
                    <a16:creationId xmlns:a16="http://schemas.microsoft.com/office/drawing/2014/main" id="{FF0C6D6E-631F-7CE6-9AF8-4E0D54C5E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45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76" y="0"/>
                    </a:moveTo>
                    <a:lnTo>
                      <a:pt x="38" y="42"/>
                    </a:lnTo>
                    <a:lnTo>
                      <a:pt x="0" y="83"/>
                    </a:lnTo>
                    <a:lnTo>
                      <a:pt x="101" y="176"/>
                    </a:lnTo>
                    <a:lnTo>
                      <a:pt x="139" y="135"/>
                    </a:lnTo>
                    <a:lnTo>
                      <a:pt x="177" y="93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8" name="Freeform 1201">
                <a:extLst>
                  <a:ext uri="{FF2B5EF4-FFF2-40B4-BE49-F238E27FC236}">
                    <a16:creationId xmlns:a16="http://schemas.microsoft.com/office/drawing/2014/main" id="{5C8A8EFC-C85B-AD5B-859D-41E3EBC96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3545"/>
                <a:ext cx="25" cy="25"/>
              </a:xfrm>
              <a:custGeom>
                <a:avLst/>
                <a:gdLst>
                  <a:gd name="T0" fmla="*/ 0 w 177"/>
                  <a:gd name="T1" fmla="*/ 0 h 176"/>
                  <a:gd name="T2" fmla="*/ 0 w 177"/>
                  <a:gd name="T3" fmla="*/ 0 h 176"/>
                  <a:gd name="T4" fmla="*/ 0 w 177"/>
                  <a:gd name="T5" fmla="*/ 0 h 176"/>
                  <a:gd name="T6" fmla="*/ 0 w 177"/>
                  <a:gd name="T7" fmla="*/ 0 h 176"/>
                  <a:gd name="T8" fmla="*/ 0 w 177"/>
                  <a:gd name="T9" fmla="*/ 0 h 176"/>
                  <a:gd name="T10" fmla="*/ 0 w 177"/>
                  <a:gd name="T11" fmla="*/ 0 h 176"/>
                  <a:gd name="T12" fmla="*/ 0 w 177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6"/>
                  <a:gd name="T23" fmla="*/ 177 w 177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6">
                    <a:moveTo>
                      <a:pt x="76" y="0"/>
                    </a:moveTo>
                    <a:lnTo>
                      <a:pt x="38" y="42"/>
                    </a:lnTo>
                    <a:lnTo>
                      <a:pt x="0" y="83"/>
                    </a:lnTo>
                    <a:lnTo>
                      <a:pt x="101" y="176"/>
                    </a:lnTo>
                    <a:lnTo>
                      <a:pt x="139" y="135"/>
                    </a:lnTo>
                    <a:lnTo>
                      <a:pt x="177" y="93"/>
                    </a:lnTo>
                    <a:lnTo>
                      <a:pt x="7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9" name="Freeform 1202">
                <a:extLst>
                  <a:ext uri="{FF2B5EF4-FFF2-40B4-BE49-F238E27FC236}">
                    <a16:creationId xmlns:a16="http://schemas.microsoft.com/office/drawing/2014/main" id="{9F5F4404-7031-62E7-2134-DCB013830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9" y="3565"/>
                <a:ext cx="6" cy="6"/>
              </a:xfrm>
              <a:custGeom>
                <a:avLst/>
                <a:gdLst>
                  <a:gd name="T0" fmla="*/ 0 w 38"/>
                  <a:gd name="T1" fmla="*/ 0 h 45"/>
                  <a:gd name="T2" fmla="*/ 0 w 38"/>
                  <a:gd name="T3" fmla="*/ 0 h 45"/>
                  <a:gd name="T4" fmla="*/ 0 w 38"/>
                  <a:gd name="T5" fmla="*/ 0 h 45"/>
                  <a:gd name="T6" fmla="*/ 0 w 38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5"/>
                  <a:gd name="T14" fmla="*/ 38 w 38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5">
                    <a:moveTo>
                      <a:pt x="38" y="0"/>
                    </a:moveTo>
                    <a:lnTo>
                      <a:pt x="0" y="41"/>
                    </a:lnTo>
                    <a:lnTo>
                      <a:pt x="3" y="45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0" name="Line 1203">
                <a:extLst>
                  <a:ext uri="{FF2B5EF4-FFF2-40B4-BE49-F238E27FC236}">
                    <a16:creationId xmlns:a16="http://schemas.microsoft.com/office/drawing/2014/main" id="{60926427-5AD2-7BF7-55C3-C184EF16C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9" y="357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1" name="Freeform 1204">
                <a:extLst>
                  <a:ext uri="{FF2B5EF4-FFF2-40B4-BE49-F238E27FC236}">
                    <a16:creationId xmlns:a16="http://schemas.microsoft.com/office/drawing/2014/main" id="{02DE85B4-0C5E-8FE3-0DFA-D643D3BFB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558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70" y="0"/>
                    </a:move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lnTo>
                      <a:pt x="143" y="130"/>
                    </a:lnTo>
                    <a:lnTo>
                      <a:pt x="178" y="85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2" name="Freeform 1205">
                <a:extLst>
                  <a:ext uri="{FF2B5EF4-FFF2-40B4-BE49-F238E27FC236}">
                    <a16:creationId xmlns:a16="http://schemas.microsoft.com/office/drawing/2014/main" id="{2F8536ED-3816-ED6A-391C-881EB952F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3558"/>
                <a:ext cx="25" cy="25"/>
              </a:xfrm>
              <a:custGeom>
                <a:avLst/>
                <a:gdLst>
                  <a:gd name="T0" fmla="*/ 0 w 178"/>
                  <a:gd name="T1" fmla="*/ 0 h 175"/>
                  <a:gd name="T2" fmla="*/ 0 w 178"/>
                  <a:gd name="T3" fmla="*/ 0 h 175"/>
                  <a:gd name="T4" fmla="*/ 0 w 178"/>
                  <a:gd name="T5" fmla="*/ 0 h 175"/>
                  <a:gd name="T6" fmla="*/ 0 w 178"/>
                  <a:gd name="T7" fmla="*/ 0 h 175"/>
                  <a:gd name="T8" fmla="*/ 0 w 178"/>
                  <a:gd name="T9" fmla="*/ 0 h 175"/>
                  <a:gd name="T10" fmla="*/ 0 w 178"/>
                  <a:gd name="T11" fmla="*/ 0 h 175"/>
                  <a:gd name="T12" fmla="*/ 0 w 178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8"/>
                  <a:gd name="T22" fmla="*/ 0 h 175"/>
                  <a:gd name="T23" fmla="*/ 178 w 178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8" h="175">
                    <a:moveTo>
                      <a:pt x="70" y="0"/>
                    </a:moveTo>
                    <a:lnTo>
                      <a:pt x="35" y="45"/>
                    </a:lnTo>
                    <a:lnTo>
                      <a:pt x="0" y="90"/>
                    </a:lnTo>
                    <a:lnTo>
                      <a:pt x="108" y="175"/>
                    </a:lnTo>
                    <a:lnTo>
                      <a:pt x="143" y="130"/>
                    </a:lnTo>
                    <a:lnTo>
                      <a:pt x="178" y="85"/>
                    </a:lnTo>
                    <a:lnTo>
                      <a:pt x="70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3" name="Freeform 1206">
                <a:extLst>
                  <a:ext uri="{FF2B5EF4-FFF2-40B4-BE49-F238E27FC236}">
                    <a16:creationId xmlns:a16="http://schemas.microsoft.com/office/drawing/2014/main" id="{DA55A88B-1411-7E6F-DFBA-757F2FC51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3577"/>
                <a:ext cx="5" cy="6"/>
              </a:xfrm>
              <a:custGeom>
                <a:avLst/>
                <a:gdLst>
                  <a:gd name="T0" fmla="*/ 0 w 35"/>
                  <a:gd name="T1" fmla="*/ 0 h 47"/>
                  <a:gd name="T2" fmla="*/ 0 w 35"/>
                  <a:gd name="T3" fmla="*/ 0 h 47"/>
                  <a:gd name="T4" fmla="*/ 0 w 35"/>
                  <a:gd name="T5" fmla="*/ 0 h 47"/>
                  <a:gd name="T6" fmla="*/ 0 w 35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47"/>
                  <a:gd name="T14" fmla="*/ 35 w 3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47">
                    <a:moveTo>
                      <a:pt x="35" y="0"/>
                    </a:moveTo>
                    <a:lnTo>
                      <a:pt x="0" y="45"/>
                    </a:lnTo>
                    <a:lnTo>
                      <a:pt x="3" y="47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4" name="Line 1207">
                <a:extLst>
                  <a:ext uri="{FF2B5EF4-FFF2-40B4-BE49-F238E27FC236}">
                    <a16:creationId xmlns:a16="http://schemas.microsoft.com/office/drawing/2014/main" id="{028DF02C-E8B5-155A-E19D-52E729026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5" y="35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5" name="Freeform 1208">
                <a:extLst>
                  <a:ext uri="{FF2B5EF4-FFF2-40B4-BE49-F238E27FC236}">
                    <a16:creationId xmlns:a16="http://schemas.microsoft.com/office/drawing/2014/main" id="{388E4678-7ECC-1BCC-1438-89601AB27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63" y="0"/>
                    </a:moveTo>
                    <a:lnTo>
                      <a:pt x="32" y="47"/>
                    </a:lnTo>
                    <a:lnTo>
                      <a:pt x="0" y="94"/>
                    </a:lnTo>
                    <a:lnTo>
                      <a:pt x="114" y="170"/>
                    </a:lnTo>
                    <a:lnTo>
                      <a:pt x="145" y="123"/>
                    </a:lnTo>
                    <a:lnTo>
                      <a:pt x="177" y="76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" name="Freeform 1209">
                <a:extLst>
                  <a:ext uri="{FF2B5EF4-FFF2-40B4-BE49-F238E27FC236}">
                    <a16:creationId xmlns:a16="http://schemas.microsoft.com/office/drawing/2014/main" id="{0E570992-0A70-657C-4BC4-2DF35B77B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63" y="0"/>
                    </a:moveTo>
                    <a:lnTo>
                      <a:pt x="32" y="47"/>
                    </a:lnTo>
                    <a:lnTo>
                      <a:pt x="0" y="94"/>
                    </a:lnTo>
                    <a:lnTo>
                      <a:pt x="114" y="170"/>
                    </a:lnTo>
                    <a:lnTo>
                      <a:pt x="145" y="123"/>
                    </a:lnTo>
                    <a:lnTo>
                      <a:pt x="177" y="76"/>
                    </a:lnTo>
                    <a:lnTo>
                      <a:pt x="63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7" name="Freeform 1210">
                <a:extLst>
                  <a:ext uri="{FF2B5EF4-FFF2-40B4-BE49-F238E27FC236}">
                    <a16:creationId xmlns:a16="http://schemas.microsoft.com/office/drawing/2014/main" id="{EA8FAA00-5626-4AE0-91C3-180CA32A3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8"/>
                <a:ext cx="4" cy="7"/>
              </a:xfrm>
              <a:custGeom>
                <a:avLst/>
                <a:gdLst>
                  <a:gd name="T0" fmla="*/ 0 w 31"/>
                  <a:gd name="T1" fmla="*/ 0 h 50"/>
                  <a:gd name="T2" fmla="*/ 0 w 31"/>
                  <a:gd name="T3" fmla="*/ 0 h 50"/>
                  <a:gd name="T4" fmla="*/ 0 w 31"/>
                  <a:gd name="T5" fmla="*/ 0 h 50"/>
                  <a:gd name="T6" fmla="*/ 0 w 31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"/>
                  <a:gd name="T13" fmla="*/ 0 h 50"/>
                  <a:gd name="T14" fmla="*/ 31 w 31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" h="50">
                    <a:moveTo>
                      <a:pt x="31" y="0"/>
                    </a:moveTo>
                    <a:lnTo>
                      <a:pt x="0" y="47"/>
                    </a:lnTo>
                    <a:lnTo>
                      <a:pt x="3" y="50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8" name="Line 1211">
                <a:extLst>
                  <a:ext uri="{FF2B5EF4-FFF2-40B4-BE49-F238E27FC236}">
                    <a16:creationId xmlns:a16="http://schemas.microsoft.com/office/drawing/2014/main" id="{6224125F-1EE8-31B3-9F1D-B2A04B783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2" y="359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9" name="Freeform 1212">
                <a:extLst>
                  <a:ext uri="{FF2B5EF4-FFF2-40B4-BE49-F238E27FC236}">
                    <a16:creationId xmlns:a16="http://schemas.microsoft.com/office/drawing/2014/main" id="{D458B6E1-34B9-9895-C319-68F5C8BC6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1"/>
                <a:ext cx="26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56" y="0"/>
                    </a:moveTo>
                    <a:lnTo>
                      <a:pt x="28" y="49"/>
                    </a:lnTo>
                    <a:lnTo>
                      <a:pt x="0" y="99"/>
                    </a:lnTo>
                    <a:lnTo>
                      <a:pt x="120" y="166"/>
                    </a:ln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0" name="Freeform 1213">
                <a:extLst>
                  <a:ext uri="{FF2B5EF4-FFF2-40B4-BE49-F238E27FC236}">
                    <a16:creationId xmlns:a16="http://schemas.microsoft.com/office/drawing/2014/main" id="{6390E074-B057-09F3-3A7C-EEFCDA003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2" y="3581"/>
                <a:ext cx="26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56" y="0"/>
                    </a:moveTo>
                    <a:lnTo>
                      <a:pt x="28" y="49"/>
                    </a:lnTo>
                    <a:lnTo>
                      <a:pt x="0" y="99"/>
                    </a:lnTo>
                    <a:lnTo>
                      <a:pt x="120" y="166"/>
                    </a:lnTo>
                    <a:lnTo>
                      <a:pt x="148" y="117"/>
                    </a:lnTo>
                    <a:lnTo>
                      <a:pt x="176" y="67"/>
                    </a:lnTo>
                    <a:lnTo>
                      <a:pt x="5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1" name="Freeform 1214">
                <a:extLst>
                  <a:ext uri="{FF2B5EF4-FFF2-40B4-BE49-F238E27FC236}">
                    <a16:creationId xmlns:a16="http://schemas.microsoft.com/office/drawing/2014/main" id="{796723DC-3E8C-285B-BAFC-487C015CB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7"/>
                <a:ext cx="4" cy="8"/>
              </a:xfrm>
              <a:custGeom>
                <a:avLst/>
                <a:gdLst>
                  <a:gd name="T0" fmla="*/ 0 w 28"/>
                  <a:gd name="T1" fmla="*/ 0 h 51"/>
                  <a:gd name="T2" fmla="*/ 0 w 28"/>
                  <a:gd name="T3" fmla="*/ 0 h 51"/>
                  <a:gd name="T4" fmla="*/ 0 w 28"/>
                  <a:gd name="T5" fmla="*/ 0 h 51"/>
                  <a:gd name="T6" fmla="*/ 0 w 28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1"/>
                  <a:gd name="T14" fmla="*/ 28 w 28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1">
                    <a:moveTo>
                      <a:pt x="28" y="0"/>
                    </a:moveTo>
                    <a:lnTo>
                      <a:pt x="0" y="49"/>
                    </a:lnTo>
                    <a:lnTo>
                      <a:pt x="5" y="51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2" name="Line 1215">
                <a:extLst>
                  <a:ext uri="{FF2B5EF4-FFF2-40B4-BE49-F238E27FC236}">
                    <a16:creationId xmlns:a16="http://schemas.microsoft.com/office/drawing/2014/main" id="{663B39E5-076A-865E-42FB-41E0B7EC0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0" y="36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3" name="Freeform 1216">
                <a:extLst>
                  <a:ext uri="{FF2B5EF4-FFF2-40B4-BE49-F238E27FC236}">
                    <a16:creationId xmlns:a16="http://schemas.microsoft.com/office/drawing/2014/main" id="{466B6217-3FED-CA81-FC4D-DB76B94F9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0"/>
                <a:ext cx="25" cy="23"/>
              </a:xfrm>
              <a:custGeom>
                <a:avLst/>
                <a:gdLst>
                  <a:gd name="T0" fmla="*/ 0 w 171"/>
                  <a:gd name="T1" fmla="*/ 0 h 161"/>
                  <a:gd name="T2" fmla="*/ 0 w 171"/>
                  <a:gd name="T3" fmla="*/ 0 h 161"/>
                  <a:gd name="T4" fmla="*/ 0 w 171"/>
                  <a:gd name="T5" fmla="*/ 0 h 161"/>
                  <a:gd name="T6" fmla="*/ 0 w 171"/>
                  <a:gd name="T7" fmla="*/ 0 h 161"/>
                  <a:gd name="T8" fmla="*/ 0 w 171"/>
                  <a:gd name="T9" fmla="*/ 0 h 161"/>
                  <a:gd name="T10" fmla="*/ 0 w 171"/>
                  <a:gd name="T11" fmla="*/ 0 h 161"/>
                  <a:gd name="T12" fmla="*/ 0 w 171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1"/>
                  <a:gd name="T23" fmla="*/ 171 w 171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1">
                    <a:moveTo>
                      <a:pt x="47" y="0"/>
                    </a:moveTo>
                    <a:lnTo>
                      <a:pt x="23" y="52"/>
                    </a:lnTo>
                    <a:lnTo>
                      <a:pt x="0" y="103"/>
                    </a:lnTo>
                    <a:lnTo>
                      <a:pt x="124" y="161"/>
                    </a:lnTo>
                    <a:lnTo>
                      <a:pt x="148" y="109"/>
                    </a:lnTo>
                    <a:lnTo>
                      <a:pt x="171" y="57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4" name="Freeform 1217">
                <a:extLst>
                  <a:ext uri="{FF2B5EF4-FFF2-40B4-BE49-F238E27FC236}">
                    <a16:creationId xmlns:a16="http://schemas.microsoft.com/office/drawing/2014/main" id="{6C372531-788B-82C4-EB67-97F25C931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0" y="3590"/>
                <a:ext cx="25" cy="23"/>
              </a:xfrm>
              <a:custGeom>
                <a:avLst/>
                <a:gdLst>
                  <a:gd name="T0" fmla="*/ 0 w 171"/>
                  <a:gd name="T1" fmla="*/ 0 h 161"/>
                  <a:gd name="T2" fmla="*/ 0 w 171"/>
                  <a:gd name="T3" fmla="*/ 0 h 161"/>
                  <a:gd name="T4" fmla="*/ 0 w 171"/>
                  <a:gd name="T5" fmla="*/ 0 h 161"/>
                  <a:gd name="T6" fmla="*/ 0 w 171"/>
                  <a:gd name="T7" fmla="*/ 0 h 161"/>
                  <a:gd name="T8" fmla="*/ 0 w 171"/>
                  <a:gd name="T9" fmla="*/ 0 h 161"/>
                  <a:gd name="T10" fmla="*/ 0 w 171"/>
                  <a:gd name="T11" fmla="*/ 0 h 161"/>
                  <a:gd name="T12" fmla="*/ 0 w 171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1"/>
                  <a:gd name="T22" fmla="*/ 0 h 161"/>
                  <a:gd name="T23" fmla="*/ 171 w 171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1" h="161">
                    <a:moveTo>
                      <a:pt x="47" y="0"/>
                    </a:moveTo>
                    <a:lnTo>
                      <a:pt x="23" y="52"/>
                    </a:lnTo>
                    <a:lnTo>
                      <a:pt x="0" y="103"/>
                    </a:lnTo>
                    <a:lnTo>
                      <a:pt x="124" y="161"/>
                    </a:lnTo>
                    <a:lnTo>
                      <a:pt x="148" y="109"/>
                    </a:lnTo>
                    <a:lnTo>
                      <a:pt x="171" y="57"/>
                    </a:lnTo>
                    <a:lnTo>
                      <a:pt x="4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5" name="Freeform 1218">
                <a:extLst>
                  <a:ext uri="{FF2B5EF4-FFF2-40B4-BE49-F238E27FC236}">
                    <a16:creationId xmlns:a16="http://schemas.microsoft.com/office/drawing/2014/main" id="{0AD77B27-25B3-E464-1664-77454C0EC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" y="3605"/>
                <a:ext cx="3" cy="8"/>
              </a:xfrm>
              <a:custGeom>
                <a:avLst/>
                <a:gdLst>
                  <a:gd name="T0" fmla="*/ 0 w 24"/>
                  <a:gd name="T1" fmla="*/ 0 h 53"/>
                  <a:gd name="T2" fmla="*/ 0 w 24"/>
                  <a:gd name="T3" fmla="*/ 0 h 53"/>
                  <a:gd name="T4" fmla="*/ 0 w 24"/>
                  <a:gd name="T5" fmla="*/ 0 h 53"/>
                  <a:gd name="T6" fmla="*/ 0 w 24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3"/>
                  <a:gd name="T14" fmla="*/ 24 w 24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3">
                    <a:moveTo>
                      <a:pt x="24" y="0"/>
                    </a:moveTo>
                    <a:lnTo>
                      <a:pt x="0" y="52"/>
                    </a:lnTo>
                    <a:lnTo>
                      <a:pt x="5" y="5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" name="Line 1219">
                <a:extLst>
                  <a:ext uri="{FF2B5EF4-FFF2-40B4-BE49-F238E27FC236}">
                    <a16:creationId xmlns:a16="http://schemas.microsoft.com/office/drawing/2014/main" id="{A2DCCB5A-AA17-046A-DEB0-B10A018DB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8" y="361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" name="Freeform 1220">
                <a:extLst>
                  <a:ext uri="{FF2B5EF4-FFF2-40B4-BE49-F238E27FC236}">
                    <a16:creationId xmlns:a16="http://schemas.microsoft.com/office/drawing/2014/main" id="{5161E8A2-46D4-8906-1ADA-FE04B2A10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598"/>
                <a:ext cx="24" cy="22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38" y="0"/>
                    </a:moveTo>
                    <a:lnTo>
                      <a:pt x="19" y="53"/>
                    </a:lnTo>
                    <a:lnTo>
                      <a:pt x="0" y="106"/>
                    </a:lnTo>
                    <a:lnTo>
                      <a:pt x="129" y="153"/>
                    </a:lnTo>
                    <a:lnTo>
                      <a:pt x="148" y="100"/>
                    </a:lnTo>
                    <a:lnTo>
                      <a:pt x="167" y="47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" name="Freeform 1221">
                <a:extLst>
                  <a:ext uri="{FF2B5EF4-FFF2-40B4-BE49-F238E27FC236}">
                    <a16:creationId xmlns:a16="http://schemas.microsoft.com/office/drawing/2014/main" id="{E7B5B42E-1ABB-1C81-665F-5C8F0C2C5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9" y="3598"/>
                <a:ext cx="24" cy="22"/>
              </a:xfrm>
              <a:custGeom>
                <a:avLst/>
                <a:gdLst>
                  <a:gd name="T0" fmla="*/ 0 w 167"/>
                  <a:gd name="T1" fmla="*/ 0 h 153"/>
                  <a:gd name="T2" fmla="*/ 0 w 167"/>
                  <a:gd name="T3" fmla="*/ 0 h 153"/>
                  <a:gd name="T4" fmla="*/ 0 w 167"/>
                  <a:gd name="T5" fmla="*/ 0 h 153"/>
                  <a:gd name="T6" fmla="*/ 0 w 167"/>
                  <a:gd name="T7" fmla="*/ 0 h 153"/>
                  <a:gd name="T8" fmla="*/ 0 w 167"/>
                  <a:gd name="T9" fmla="*/ 0 h 153"/>
                  <a:gd name="T10" fmla="*/ 0 w 167"/>
                  <a:gd name="T11" fmla="*/ 0 h 153"/>
                  <a:gd name="T12" fmla="*/ 0 w 167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7"/>
                  <a:gd name="T22" fmla="*/ 0 h 153"/>
                  <a:gd name="T23" fmla="*/ 167 w 167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7" h="153">
                    <a:moveTo>
                      <a:pt x="38" y="0"/>
                    </a:moveTo>
                    <a:lnTo>
                      <a:pt x="19" y="53"/>
                    </a:lnTo>
                    <a:lnTo>
                      <a:pt x="0" y="106"/>
                    </a:lnTo>
                    <a:lnTo>
                      <a:pt x="129" y="153"/>
                    </a:lnTo>
                    <a:lnTo>
                      <a:pt x="148" y="100"/>
                    </a:lnTo>
                    <a:lnTo>
                      <a:pt x="167" y="47"/>
                    </a:lnTo>
                    <a:lnTo>
                      <a:pt x="38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" name="Freeform 1222">
                <a:extLst>
                  <a:ext uri="{FF2B5EF4-FFF2-40B4-BE49-F238E27FC236}">
                    <a16:creationId xmlns:a16="http://schemas.microsoft.com/office/drawing/2014/main" id="{6A45A239-B2F3-688E-F3C4-278694428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3612"/>
                <a:ext cx="3" cy="8"/>
              </a:xfrm>
              <a:custGeom>
                <a:avLst/>
                <a:gdLst>
                  <a:gd name="T0" fmla="*/ 0 w 19"/>
                  <a:gd name="T1" fmla="*/ 0 h 54"/>
                  <a:gd name="T2" fmla="*/ 0 w 19"/>
                  <a:gd name="T3" fmla="*/ 0 h 54"/>
                  <a:gd name="T4" fmla="*/ 0 w 19"/>
                  <a:gd name="T5" fmla="*/ 0 h 54"/>
                  <a:gd name="T6" fmla="*/ 0 w 1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4"/>
                  <a:gd name="T14" fmla="*/ 19 w 19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4">
                    <a:moveTo>
                      <a:pt x="19" y="0"/>
                    </a:moveTo>
                    <a:lnTo>
                      <a:pt x="0" y="53"/>
                    </a:lnTo>
                    <a:lnTo>
                      <a:pt x="3" y="54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" name="Line 1223">
                <a:extLst>
                  <a:ext uri="{FF2B5EF4-FFF2-40B4-BE49-F238E27FC236}">
                    <a16:creationId xmlns:a16="http://schemas.microsoft.com/office/drawing/2014/main" id="{6240A2DE-A177-B22B-0526-3BEC68362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7" y="36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" name="Freeform 1224">
                <a:extLst>
                  <a:ext uri="{FF2B5EF4-FFF2-40B4-BE49-F238E27FC236}">
                    <a16:creationId xmlns:a16="http://schemas.microsoft.com/office/drawing/2014/main" id="{956BD0E3-C2CA-F0D0-2ECD-34A1520E7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60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32" y="0"/>
                    </a:moveTo>
                    <a:lnTo>
                      <a:pt x="16" y="54"/>
                    </a:lnTo>
                    <a:lnTo>
                      <a:pt x="0" y="108"/>
                    </a:lnTo>
                    <a:lnTo>
                      <a:pt x="132" y="146"/>
                    </a:lnTo>
                    <a:lnTo>
                      <a:pt x="147" y="92"/>
                    </a:lnTo>
                    <a:lnTo>
                      <a:pt x="163" y="38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" name="Freeform 1225">
                <a:extLst>
                  <a:ext uri="{FF2B5EF4-FFF2-40B4-BE49-F238E27FC236}">
                    <a16:creationId xmlns:a16="http://schemas.microsoft.com/office/drawing/2014/main" id="{1A010F9F-300D-01CF-EF51-47F9CBF5A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3604"/>
                <a:ext cx="23" cy="21"/>
              </a:xfrm>
              <a:custGeom>
                <a:avLst/>
                <a:gdLst>
                  <a:gd name="T0" fmla="*/ 0 w 163"/>
                  <a:gd name="T1" fmla="*/ 0 h 146"/>
                  <a:gd name="T2" fmla="*/ 0 w 163"/>
                  <a:gd name="T3" fmla="*/ 0 h 146"/>
                  <a:gd name="T4" fmla="*/ 0 w 163"/>
                  <a:gd name="T5" fmla="*/ 0 h 146"/>
                  <a:gd name="T6" fmla="*/ 0 w 163"/>
                  <a:gd name="T7" fmla="*/ 0 h 146"/>
                  <a:gd name="T8" fmla="*/ 0 w 163"/>
                  <a:gd name="T9" fmla="*/ 0 h 146"/>
                  <a:gd name="T10" fmla="*/ 0 w 163"/>
                  <a:gd name="T11" fmla="*/ 0 h 146"/>
                  <a:gd name="T12" fmla="*/ 0 w 163"/>
                  <a:gd name="T13" fmla="*/ 0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"/>
                  <a:gd name="T22" fmla="*/ 0 h 146"/>
                  <a:gd name="T23" fmla="*/ 163 w 163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" h="146">
                    <a:moveTo>
                      <a:pt x="32" y="0"/>
                    </a:moveTo>
                    <a:lnTo>
                      <a:pt x="16" y="54"/>
                    </a:lnTo>
                    <a:lnTo>
                      <a:pt x="0" y="108"/>
                    </a:lnTo>
                    <a:lnTo>
                      <a:pt x="132" y="146"/>
                    </a:lnTo>
                    <a:lnTo>
                      <a:pt x="147" y="92"/>
                    </a:lnTo>
                    <a:lnTo>
                      <a:pt x="163" y="38"/>
                    </a:lnTo>
                    <a:lnTo>
                      <a:pt x="3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3" name="Freeform 1226">
                <a:extLst>
                  <a:ext uri="{FF2B5EF4-FFF2-40B4-BE49-F238E27FC236}">
                    <a16:creationId xmlns:a16="http://schemas.microsoft.com/office/drawing/2014/main" id="{F180FBB1-CCD9-3549-C959-1AA3FDC47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6" y="3618"/>
                <a:ext cx="3" cy="8"/>
              </a:xfrm>
              <a:custGeom>
                <a:avLst/>
                <a:gdLst>
                  <a:gd name="T0" fmla="*/ 0 w 15"/>
                  <a:gd name="T1" fmla="*/ 0 h 56"/>
                  <a:gd name="T2" fmla="*/ 0 w 15"/>
                  <a:gd name="T3" fmla="*/ 0 h 56"/>
                  <a:gd name="T4" fmla="*/ 0 w 15"/>
                  <a:gd name="T5" fmla="*/ 0 h 56"/>
                  <a:gd name="T6" fmla="*/ 0 w 15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56"/>
                  <a:gd name="T14" fmla="*/ 15 w 15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56">
                    <a:moveTo>
                      <a:pt x="15" y="0"/>
                    </a:moveTo>
                    <a:lnTo>
                      <a:pt x="0" y="54"/>
                    </a:lnTo>
                    <a:lnTo>
                      <a:pt x="4" y="5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4" name="Line 1227">
                <a:extLst>
                  <a:ext uri="{FF2B5EF4-FFF2-40B4-BE49-F238E27FC236}">
                    <a16:creationId xmlns:a16="http://schemas.microsoft.com/office/drawing/2014/main" id="{9F303C59-29EC-FF8E-57B5-651C6DCF2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6" y="36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5" name="Freeform 1228">
                <a:extLst>
                  <a:ext uri="{FF2B5EF4-FFF2-40B4-BE49-F238E27FC236}">
                    <a16:creationId xmlns:a16="http://schemas.microsoft.com/office/drawing/2014/main" id="{1C9C5069-83D7-8193-B988-451D20471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610"/>
                <a:ext cx="22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22" y="0"/>
                    </a:move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lnTo>
                      <a:pt x="146" y="83"/>
                    </a:lnTo>
                    <a:lnTo>
                      <a:pt x="157" y="2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6" name="Freeform 1229">
                <a:extLst>
                  <a:ext uri="{FF2B5EF4-FFF2-40B4-BE49-F238E27FC236}">
                    <a16:creationId xmlns:a16="http://schemas.microsoft.com/office/drawing/2014/main" id="{9904BC16-46C8-6DAF-45C7-6253E20EC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7" y="3610"/>
                <a:ext cx="22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22" y="0"/>
                    </a:moveTo>
                    <a:lnTo>
                      <a:pt x="11" y="56"/>
                    </a:lnTo>
                    <a:lnTo>
                      <a:pt x="0" y="112"/>
                    </a:lnTo>
                    <a:lnTo>
                      <a:pt x="135" y="139"/>
                    </a:lnTo>
                    <a:lnTo>
                      <a:pt x="146" y="83"/>
                    </a:lnTo>
                    <a:lnTo>
                      <a:pt x="157" y="2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" name="Freeform 1230">
                <a:extLst>
                  <a:ext uri="{FF2B5EF4-FFF2-40B4-BE49-F238E27FC236}">
                    <a16:creationId xmlns:a16="http://schemas.microsoft.com/office/drawing/2014/main" id="{9CAF949B-A398-4CD7-07EF-1247F8EEE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3621"/>
                <a:ext cx="2" cy="8"/>
              </a:xfrm>
              <a:custGeom>
                <a:avLst/>
                <a:gdLst>
                  <a:gd name="T0" fmla="*/ 0 w 11"/>
                  <a:gd name="T1" fmla="*/ 0 h 56"/>
                  <a:gd name="T2" fmla="*/ 0 w 11"/>
                  <a:gd name="T3" fmla="*/ 0 h 56"/>
                  <a:gd name="T4" fmla="*/ 0 w 11"/>
                  <a:gd name="T5" fmla="*/ 0 h 56"/>
                  <a:gd name="T6" fmla="*/ 0 w 1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56"/>
                  <a:gd name="T14" fmla="*/ 11 w 1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56">
                    <a:moveTo>
                      <a:pt x="11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" name="Line 1231">
                <a:extLst>
                  <a:ext uri="{FF2B5EF4-FFF2-40B4-BE49-F238E27FC236}">
                    <a16:creationId xmlns:a16="http://schemas.microsoft.com/office/drawing/2014/main" id="{0C005C43-1413-6979-5683-B7EFCC2F3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6" y="36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9" name="Freeform 1232">
                <a:extLst>
                  <a:ext uri="{FF2B5EF4-FFF2-40B4-BE49-F238E27FC236}">
                    <a16:creationId xmlns:a16="http://schemas.microsoft.com/office/drawing/2014/main" id="{7A6D51B4-BF92-0BCF-0CF8-C0B74ABB8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" y="0"/>
                    </a:move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lnTo>
                      <a:pt x="143" y="72"/>
                    </a:lnTo>
                    <a:lnTo>
                      <a:pt x="149" y="1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0" name="Freeform 1233">
                <a:extLst>
                  <a:ext uri="{FF2B5EF4-FFF2-40B4-BE49-F238E27FC236}">
                    <a16:creationId xmlns:a16="http://schemas.microsoft.com/office/drawing/2014/main" id="{2C31D55E-AD13-93DF-2BF1-5D7E5E336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14" y="0"/>
                    </a:moveTo>
                    <a:lnTo>
                      <a:pt x="7" y="56"/>
                    </a:lnTo>
                    <a:lnTo>
                      <a:pt x="0" y="112"/>
                    </a:lnTo>
                    <a:lnTo>
                      <a:pt x="136" y="128"/>
                    </a:lnTo>
                    <a:lnTo>
                      <a:pt x="143" y="72"/>
                    </a:lnTo>
                    <a:lnTo>
                      <a:pt x="149" y="16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1" name="Freeform 1234">
                <a:extLst>
                  <a:ext uri="{FF2B5EF4-FFF2-40B4-BE49-F238E27FC236}">
                    <a16:creationId xmlns:a16="http://schemas.microsoft.com/office/drawing/2014/main" id="{3946D6B0-850A-27A2-DBCA-9EE54D7F8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6" y="3624"/>
                <a:ext cx="1" cy="8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0 w 7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56"/>
                  <a:gd name="T14" fmla="*/ 7 w 7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56">
                    <a:moveTo>
                      <a:pt x="7" y="0"/>
                    </a:moveTo>
                    <a:lnTo>
                      <a:pt x="0" y="56"/>
                    </a:lnTo>
                    <a:lnTo>
                      <a:pt x="4" y="5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2" name="Line 1235">
                <a:extLst>
                  <a:ext uri="{FF2B5EF4-FFF2-40B4-BE49-F238E27FC236}">
                    <a16:creationId xmlns:a16="http://schemas.microsoft.com/office/drawing/2014/main" id="{38A73A45-2649-94CF-45CD-1AEE0719A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6" y="36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3" name="Freeform 1236">
                <a:extLst>
                  <a:ext uri="{FF2B5EF4-FFF2-40B4-BE49-F238E27FC236}">
                    <a16:creationId xmlns:a16="http://schemas.microsoft.com/office/drawing/2014/main" id="{2ABBF301-3A9E-97F9-B9AB-1CF0A2242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616"/>
                <a:ext cx="20" cy="17"/>
              </a:xfrm>
              <a:custGeom>
                <a:avLst/>
                <a:gdLst>
                  <a:gd name="T0" fmla="*/ 0 w 143"/>
                  <a:gd name="T1" fmla="*/ 0 h 118"/>
                  <a:gd name="T2" fmla="*/ 0 w 143"/>
                  <a:gd name="T3" fmla="*/ 0 h 118"/>
                  <a:gd name="T4" fmla="*/ 0 w 143"/>
                  <a:gd name="T5" fmla="*/ 0 h 118"/>
                  <a:gd name="T6" fmla="*/ 0 w 143"/>
                  <a:gd name="T7" fmla="*/ 0 h 118"/>
                  <a:gd name="T8" fmla="*/ 0 w 143"/>
                  <a:gd name="T9" fmla="*/ 0 h 118"/>
                  <a:gd name="T10" fmla="*/ 0 w 143"/>
                  <a:gd name="T11" fmla="*/ 0 h 118"/>
                  <a:gd name="T12" fmla="*/ 0 w 14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8"/>
                  <a:gd name="T23" fmla="*/ 143 w 14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8">
                    <a:moveTo>
                      <a:pt x="5" y="0"/>
                    </a:moveTo>
                    <a:lnTo>
                      <a:pt x="3" y="56"/>
                    </a:lnTo>
                    <a:lnTo>
                      <a:pt x="0" y="112"/>
                    </a:lnTo>
                    <a:lnTo>
                      <a:pt x="139" y="118"/>
                    </a:lnTo>
                    <a:lnTo>
                      <a:pt x="141" y="61"/>
                    </a:lnTo>
                    <a:lnTo>
                      <a:pt x="143" y="5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4" name="Freeform 1237">
                <a:extLst>
                  <a:ext uri="{FF2B5EF4-FFF2-40B4-BE49-F238E27FC236}">
                    <a16:creationId xmlns:a16="http://schemas.microsoft.com/office/drawing/2014/main" id="{0D204F8B-4A82-C96A-558C-62D3FAC82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" y="3616"/>
                <a:ext cx="20" cy="17"/>
              </a:xfrm>
              <a:custGeom>
                <a:avLst/>
                <a:gdLst>
                  <a:gd name="T0" fmla="*/ 0 w 143"/>
                  <a:gd name="T1" fmla="*/ 0 h 118"/>
                  <a:gd name="T2" fmla="*/ 0 w 143"/>
                  <a:gd name="T3" fmla="*/ 0 h 118"/>
                  <a:gd name="T4" fmla="*/ 0 w 143"/>
                  <a:gd name="T5" fmla="*/ 0 h 118"/>
                  <a:gd name="T6" fmla="*/ 0 w 143"/>
                  <a:gd name="T7" fmla="*/ 0 h 118"/>
                  <a:gd name="T8" fmla="*/ 0 w 143"/>
                  <a:gd name="T9" fmla="*/ 0 h 118"/>
                  <a:gd name="T10" fmla="*/ 0 w 143"/>
                  <a:gd name="T11" fmla="*/ 0 h 118"/>
                  <a:gd name="T12" fmla="*/ 0 w 143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3"/>
                  <a:gd name="T22" fmla="*/ 0 h 118"/>
                  <a:gd name="T23" fmla="*/ 143 w 143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3" h="118">
                    <a:moveTo>
                      <a:pt x="5" y="0"/>
                    </a:moveTo>
                    <a:lnTo>
                      <a:pt x="3" y="56"/>
                    </a:lnTo>
                    <a:lnTo>
                      <a:pt x="0" y="112"/>
                    </a:lnTo>
                    <a:lnTo>
                      <a:pt x="139" y="118"/>
                    </a:lnTo>
                    <a:lnTo>
                      <a:pt x="141" y="61"/>
                    </a:lnTo>
                    <a:lnTo>
                      <a:pt x="14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5" name="Freeform 1238">
                <a:extLst>
                  <a:ext uri="{FF2B5EF4-FFF2-40B4-BE49-F238E27FC236}">
                    <a16:creationId xmlns:a16="http://schemas.microsoft.com/office/drawing/2014/main" id="{4C93D400-F0F9-9462-B8E3-AC81B0A40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24"/>
                <a:ext cx="1" cy="9"/>
              </a:xfrm>
              <a:custGeom>
                <a:avLst/>
                <a:gdLst>
                  <a:gd name="T0" fmla="*/ 0 w 4"/>
                  <a:gd name="T1" fmla="*/ 0 h 57"/>
                  <a:gd name="T2" fmla="*/ 0 w 4"/>
                  <a:gd name="T3" fmla="*/ 0 h 57"/>
                  <a:gd name="T4" fmla="*/ 0 w 4"/>
                  <a:gd name="T5" fmla="*/ 0 h 57"/>
                  <a:gd name="T6" fmla="*/ 0 w 4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"/>
                  <a:gd name="T13" fmla="*/ 0 h 57"/>
                  <a:gd name="T14" fmla="*/ 4 w 4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" h="57">
                    <a:moveTo>
                      <a:pt x="2" y="0"/>
                    </a:moveTo>
                    <a:lnTo>
                      <a:pt x="0" y="57"/>
                    </a:lnTo>
                    <a:lnTo>
                      <a:pt x="4" y="57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6" name="Line 1239">
                <a:extLst>
                  <a:ext uri="{FF2B5EF4-FFF2-40B4-BE49-F238E27FC236}">
                    <a16:creationId xmlns:a16="http://schemas.microsoft.com/office/drawing/2014/main" id="{4566EABA-553A-9220-D6F4-CF8D9BC2C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7" y="363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" name="Freeform 1240">
                <a:extLst>
                  <a:ext uri="{FF2B5EF4-FFF2-40B4-BE49-F238E27FC236}">
                    <a16:creationId xmlns:a16="http://schemas.microsoft.com/office/drawing/2014/main" id="{4980E4C7-D250-A577-BF18-AE0C8E48C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16"/>
                <a:ext cx="20" cy="17"/>
              </a:xfrm>
              <a:custGeom>
                <a:avLst/>
                <a:gdLst>
                  <a:gd name="T0" fmla="*/ 0 w 141"/>
                  <a:gd name="T1" fmla="*/ 0 h 118"/>
                  <a:gd name="T2" fmla="*/ 0 w 141"/>
                  <a:gd name="T3" fmla="*/ 0 h 118"/>
                  <a:gd name="T4" fmla="*/ 0 w 141"/>
                  <a:gd name="T5" fmla="*/ 0 h 118"/>
                  <a:gd name="T6" fmla="*/ 0 w 141"/>
                  <a:gd name="T7" fmla="*/ 0 h 118"/>
                  <a:gd name="T8" fmla="*/ 0 w 141"/>
                  <a:gd name="T9" fmla="*/ 0 h 118"/>
                  <a:gd name="T10" fmla="*/ 0 w 141"/>
                  <a:gd name="T11" fmla="*/ 0 h 118"/>
                  <a:gd name="T12" fmla="*/ 0 w 141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8"/>
                  <a:gd name="T23" fmla="*/ 141 w 141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8">
                    <a:moveTo>
                      <a:pt x="0" y="5"/>
                    </a:moveTo>
                    <a:lnTo>
                      <a:pt x="2" y="61"/>
                    </a:lnTo>
                    <a:lnTo>
                      <a:pt x="4" y="118"/>
                    </a:lnTo>
                    <a:lnTo>
                      <a:pt x="141" y="112"/>
                    </a:lnTo>
                    <a:lnTo>
                      <a:pt x="139" y="56"/>
                    </a:lnTo>
                    <a:lnTo>
                      <a:pt x="136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8" name="Freeform 1241">
                <a:extLst>
                  <a:ext uri="{FF2B5EF4-FFF2-40B4-BE49-F238E27FC236}">
                    <a16:creationId xmlns:a16="http://schemas.microsoft.com/office/drawing/2014/main" id="{5B622955-C6F2-19DA-14FC-E326929CF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7" y="3616"/>
                <a:ext cx="20" cy="17"/>
              </a:xfrm>
              <a:custGeom>
                <a:avLst/>
                <a:gdLst>
                  <a:gd name="T0" fmla="*/ 0 w 141"/>
                  <a:gd name="T1" fmla="*/ 0 h 118"/>
                  <a:gd name="T2" fmla="*/ 0 w 141"/>
                  <a:gd name="T3" fmla="*/ 0 h 118"/>
                  <a:gd name="T4" fmla="*/ 0 w 141"/>
                  <a:gd name="T5" fmla="*/ 0 h 118"/>
                  <a:gd name="T6" fmla="*/ 0 w 141"/>
                  <a:gd name="T7" fmla="*/ 0 h 118"/>
                  <a:gd name="T8" fmla="*/ 0 w 141"/>
                  <a:gd name="T9" fmla="*/ 0 h 118"/>
                  <a:gd name="T10" fmla="*/ 0 w 141"/>
                  <a:gd name="T11" fmla="*/ 0 h 118"/>
                  <a:gd name="T12" fmla="*/ 0 w 141"/>
                  <a:gd name="T13" fmla="*/ 0 h 1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1"/>
                  <a:gd name="T22" fmla="*/ 0 h 118"/>
                  <a:gd name="T23" fmla="*/ 141 w 141"/>
                  <a:gd name="T24" fmla="*/ 118 h 1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1" h="118">
                    <a:moveTo>
                      <a:pt x="0" y="5"/>
                    </a:moveTo>
                    <a:lnTo>
                      <a:pt x="2" y="61"/>
                    </a:lnTo>
                    <a:lnTo>
                      <a:pt x="4" y="118"/>
                    </a:lnTo>
                    <a:lnTo>
                      <a:pt x="141" y="112"/>
                    </a:lnTo>
                    <a:lnTo>
                      <a:pt x="139" y="56"/>
                    </a:lnTo>
                    <a:lnTo>
                      <a:pt x="136" y="0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9" name="Freeform 1242">
                <a:extLst>
                  <a:ext uri="{FF2B5EF4-FFF2-40B4-BE49-F238E27FC236}">
                    <a16:creationId xmlns:a16="http://schemas.microsoft.com/office/drawing/2014/main" id="{2E4D6D0B-6D32-0FF5-046A-5C6E7159E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3624"/>
                <a:ext cx="1" cy="8"/>
              </a:xfrm>
              <a:custGeom>
                <a:avLst/>
                <a:gdLst>
                  <a:gd name="T0" fmla="*/ 0 w 6"/>
                  <a:gd name="T1" fmla="*/ 0 h 56"/>
                  <a:gd name="T2" fmla="*/ 0 w 6"/>
                  <a:gd name="T3" fmla="*/ 0 h 56"/>
                  <a:gd name="T4" fmla="*/ 0 w 6"/>
                  <a:gd name="T5" fmla="*/ 0 h 56"/>
                  <a:gd name="T6" fmla="*/ 0 w 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6"/>
                  <a:gd name="T14" fmla="*/ 6 w 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6">
                    <a:moveTo>
                      <a:pt x="0" y="0"/>
                    </a:moveTo>
                    <a:lnTo>
                      <a:pt x="2" y="56"/>
                    </a:lnTo>
                    <a:lnTo>
                      <a:pt x="6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0" name="Line 1243">
                <a:extLst>
                  <a:ext uri="{FF2B5EF4-FFF2-40B4-BE49-F238E27FC236}">
                    <a16:creationId xmlns:a16="http://schemas.microsoft.com/office/drawing/2014/main" id="{C11DB8FC-F87A-E484-70A2-C72DDD19D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7" y="363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1" name="Freeform 1244">
                <a:extLst>
                  <a:ext uri="{FF2B5EF4-FFF2-40B4-BE49-F238E27FC236}">
                    <a16:creationId xmlns:a16="http://schemas.microsoft.com/office/drawing/2014/main" id="{802C44DC-BFDA-9C49-D5DC-68F764D2D8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0" y="16"/>
                    </a:moveTo>
                    <a:lnTo>
                      <a:pt x="7" y="72"/>
                    </a:lnTo>
                    <a:lnTo>
                      <a:pt x="13" y="128"/>
                    </a:lnTo>
                    <a:lnTo>
                      <a:pt x="149" y="112"/>
                    </a:lnTo>
                    <a:lnTo>
                      <a:pt x="142" y="56"/>
                    </a:lnTo>
                    <a:lnTo>
                      <a:pt x="136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2" name="Freeform 1245">
                <a:extLst>
                  <a:ext uri="{FF2B5EF4-FFF2-40B4-BE49-F238E27FC236}">
                    <a16:creationId xmlns:a16="http://schemas.microsoft.com/office/drawing/2014/main" id="{F4D1DADA-2D14-18E0-4599-FDEF09E0C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3613"/>
                <a:ext cx="21" cy="19"/>
              </a:xfrm>
              <a:custGeom>
                <a:avLst/>
                <a:gdLst>
                  <a:gd name="T0" fmla="*/ 0 w 149"/>
                  <a:gd name="T1" fmla="*/ 0 h 128"/>
                  <a:gd name="T2" fmla="*/ 0 w 149"/>
                  <a:gd name="T3" fmla="*/ 0 h 128"/>
                  <a:gd name="T4" fmla="*/ 0 w 149"/>
                  <a:gd name="T5" fmla="*/ 0 h 128"/>
                  <a:gd name="T6" fmla="*/ 0 w 149"/>
                  <a:gd name="T7" fmla="*/ 0 h 128"/>
                  <a:gd name="T8" fmla="*/ 0 w 149"/>
                  <a:gd name="T9" fmla="*/ 0 h 128"/>
                  <a:gd name="T10" fmla="*/ 0 w 149"/>
                  <a:gd name="T11" fmla="*/ 0 h 128"/>
                  <a:gd name="T12" fmla="*/ 0 w 149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9"/>
                  <a:gd name="T22" fmla="*/ 0 h 128"/>
                  <a:gd name="T23" fmla="*/ 149 w 149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9" h="128">
                    <a:moveTo>
                      <a:pt x="0" y="16"/>
                    </a:moveTo>
                    <a:lnTo>
                      <a:pt x="7" y="72"/>
                    </a:lnTo>
                    <a:lnTo>
                      <a:pt x="13" y="128"/>
                    </a:lnTo>
                    <a:lnTo>
                      <a:pt x="149" y="112"/>
                    </a:lnTo>
                    <a:lnTo>
                      <a:pt x="142" y="56"/>
                    </a:lnTo>
                    <a:lnTo>
                      <a:pt x="136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3" name="Freeform 1246">
                <a:extLst>
                  <a:ext uri="{FF2B5EF4-FFF2-40B4-BE49-F238E27FC236}">
                    <a16:creationId xmlns:a16="http://schemas.microsoft.com/office/drawing/2014/main" id="{73ACFC03-88B1-035B-881E-EB3E83DCC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" y="3621"/>
                <a:ext cx="2" cy="8"/>
              </a:xfrm>
              <a:custGeom>
                <a:avLst/>
                <a:gdLst>
                  <a:gd name="T0" fmla="*/ 0 w 12"/>
                  <a:gd name="T1" fmla="*/ 0 h 56"/>
                  <a:gd name="T2" fmla="*/ 0 w 12"/>
                  <a:gd name="T3" fmla="*/ 0 h 56"/>
                  <a:gd name="T4" fmla="*/ 0 w 12"/>
                  <a:gd name="T5" fmla="*/ 0 h 56"/>
                  <a:gd name="T6" fmla="*/ 0 w 12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"/>
                  <a:gd name="T13" fmla="*/ 0 h 56"/>
                  <a:gd name="T14" fmla="*/ 12 w 12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" h="56">
                    <a:moveTo>
                      <a:pt x="0" y="0"/>
                    </a:moveTo>
                    <a:lnTo>
                      <a:pt x="7" y="56"/>
                    </a:lnTo>
                    <a:lnTo>
                      <a:pt x="12" y="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4" name="Line 1247">
                <a:extLst>
                  <a:ext uri="{FF2B5EF4-FFF2-40B4-BE49-F238E27FC236}">
                    <a16:creationId xmlns:a16="http://schemas.microsoft.com/office/drawing/2014/main" id="{8E15ABCE-F007-09FB-3BE1-D35308696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7" y="36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5" name="Freeform 1248">
                <a:extLst>
                  <a:ext uri="{FF2B5EF4-FFF2-40B4-BE49-F238E27FC236}">
                    <a16:creationId xmlns:a16="http://schemas.microsoft.com/office/drawing/2014/main" id="{9A41B0E3-02A8-C990-836A-625725BBA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10"/>
                <a:ext cx="23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0" y="27"/>
                    </a:moveTo>
                    <a:lnTo>
                      <a:pt x="11" y="83"/>
                    </a:lnTo>
                    <a:lnTo>
                      <a:pt x="23" y="139"/>
                    </a:lnTo>
                    <a:lnTo>
                      <a:pt x="157" y="112"/>
                    </a:ln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6" name="Freeform 1249">
                <a:extLst>
                  <a:ext uri="{FF2B5EF4-FFF2-40B4-BE49-F238E27FC236}">
                    <a16:creationId xmlns:a16="http://schemas.microsoft.com/office/drawing/2014/main" id="{BC6CFD91-9B8C-8E69-D03A-0D3202B51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4" y="3610"/>
                <a:ext cx="23" cy="19"/>
              </a:xfrm>
              <a:custGeom>
                <a:avLst/>
                <a:gdLst>
                  <a:gd name="T0" fmla="*/ 0 w 157"/>
                  <a:gd name="T1" fmla="*/ 0 h 139"/>
                  <a:gd name="T2" fmla="*/ 0 w 157"/>
                  <a:gd name="T3" fmla="*/ 0 h 139"/>
                  <a:gd name="T4" fmla="*/ 0 w 157"/>
                  <a:gd name="T5" fmla="*/ 0 h 139"/>
                  <a:gd name="T6" fmla="*/ 0 w 157"/>
                  <a:gd name="T7" fmla="*/ 0 h 139"/>
                  <a:gd name="T8" fmla="*/ 0 w 157"/>
                  <a:gd name="T9" fmla="*/ 0 h 139"/>
                  <a:gd name="T10" fmla="*/ 0 w 157"/>
                  <a:gd name="T11" fmla="*/ 0 h 139"/>
                  <a:gd name="T12" fmla="*/ 0 w 157"/>
                  <a:gd name="T13" fmla="*/ 0 h 1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57"/>
                  <a:gd name="T22" fmla="*/ 0 h 139"/>
                  <a:gd name="T23" fmla="*/ 157 w 157"/>
                  <a:gd name="T24" fmla="*/ 139 h 1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57" h="139">
                    <a:moveTo>
                      <a:pt x="0" y="27"/>
                    </a:moveTo>
                    <a:lnTo>
                      <a:pt x="11" y="83"/>
                    </a:lnTo>
                    <a:lnTo>
                      <a:pt x="23" y="139"/>
                    </a:lnTo>
                    <a:lnTo>
                      <a:pt x="157" y="112"/>
                    </a:lnTo>
                    <a:lnTo>
                      <a:pt x="146" y="56"/>
                    </a:lnTo>
                    <a:lnTo>
                      <a:pt x="135" y="0"/>
                    </a:lnTo>
                    <a:lnTo>
                      <a:pt x="0" y="2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" name="Freeform 1250">
                <a:extLst>
                  <a:ext uri="{FF2B5EF4-FFF2-40B4-BE49-F238E27FC236}">
                    <a16:creationId xmlns:a16="http://schemas.microsoft.com/office/drawing/2014/main" id="{DA0320D8-736E-A58F-7871-2CF6391C8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5" y="3618"/>
                <a:ext cx="2" cy="8"/>
              </a:xfrm>
              <a:custGeom>
                <a:avLst/>
                <a:gdLst>
                  <a:gd name="T0" fmla="*/ 0 w 16"/>
                  <a:gd name="T1" fmla="*/ 0 h 56"/>
                  <a:gd name="T2" fmla="*/ 0 w 16"/>
                  <a:gd name="T3" fmla="*/ 0 h 56"/>
                  <a:gd name="T4" fmla="*/ 0 w 16"/>
                  <a:gd name="T5" fmla="*/ 0 h 56"/>
                  <a:gd name="T6" fmla="*/ 0 w 16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6"/>
                  <a:gd name="T14" fmla="*/ 16 w 16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6">
                    <a:moveTo>
                      <a:pt x="0" y="0"/>
                    </a:moveTo>
                    <a:lnTo>
                      <a:pt x="11" y="56"/>
                    </a:lnTo>
                    <a:lnTo>
                      <a:pt x="16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" name="Line 1251">
                <a:extLst>
                  <a:ext uri="{FF2B5EF4-FFF2-40B4-BE49-F238E27FC236}">
                    <a16:creationId xmlns:a16="http://schemas.microsoft.com/office/drawing/2014/main" id="{77137F05-3E7F-2F0A-0A92-5C223C92C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7" y="36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9" name="Freeform 1252">
                <a:extLst>
                  <a:ext uri="{FF2B5EF4-FFF2-40B4-BE49-F238E27FC236}">
                    <a16:creationId xmlns:a16="http://schemas.microsoft.com/office/drawing/2014/main" id="{3D5C33B0-21D0-AC2E-7B6A-B807154F7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60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0" y="38"/>
                    </a:moveTo>
                    <a:lnTo>
                      <a:pt x="16" y="93"/>
                    </a:lnTo>
                    <a:lnTo>
                      <a:pt x="32" y="148"/>
                    </a:lnTo>
                    <a:lnTo>
                      <a:pt x="164" y="110"/>
                    </a:lnTo>
                    <a:lnTo>
                      <a:pt x="149" y="55"/>
                    </a:lnTo>
                    <a:lnTo>
                      <a:pt x="133" y="0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" name="Freeform 1253">
                <a:extLst>
                  <a:ext uri="{FF2B5EF4-FFF2-40B4-BE49-F238E27FC236}">
                    <a16:creationId xmlns:a16="http://schemas.microsoft.com/office/drawing/2014/main" id="{22C072FE-9B17-1855-A29B-2DFD2210D2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" y="3604"/>
                <a:ext cx="23" cy="21"/>
              </a:xfrm>
              <a:custGeom>
                <a:avLst/>
                <a:gdLst>
                  <a:gd name="T0" fmla="*/ 0 w 164"/>
                  <a:gd name="T1" fmla="*/ 0 h 148"/>
                  <a:gd name="T2" fmla="*/ 0 w 164"/>
                  <a:gd name="T3" fmla="*/ 0 h 148"/>
                  <a:gd name="T4" fmla="*/ 0 w 164"/>
                  <a:gd name="T5" fmla="*/ 0 h 148"/>
                  <a:gd name="T6" fmla="*/ 0 w 164"/>
                  <a:gd name="T7" fmla="*/ 0 h 148"/>
                  <a:gd name="T8" fmla="*/ 0 w 164"/>
                  <a:gd name="T9" fmla="*/ 0 h 148"/>
                  <a:gd name="T10" fmla="*/ 0 w 164"/>
                  <a:gd name="T11" fmla="*/ 0 h 148"/>
                  <a:gd name="T12" fmla="*/ 0 w 164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4"/>
                  <a:gd name="T22" fmla="*/ 0 h 148"/>
                  <a:gd name="T23" fmla="*/ 164 w 164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4" h="148">
                    <a:moveTo>
                      <a:pt x="0" y="38"/>
                    </a:moveTo>
                    <a:lnTo>
                      <a:pt x="16" y="93"/>
                    </a:lnTo>
                    <a:lnTo>
                      <a:pt x="32" y="148"/>
                    </a:lnTo>
                    <a:lnTo>
                      <a:pt x="164" y="110"/>
                    </a:lnTo>
                    <a:lnTo>
                      <a:pt x="149" y="55"/>
                    </a:lnTo>
                    <a:lnTo>
                      <a:pt x="133" y="0"/>
                    </a:lnTo>
                    <a:lnTo>
                      <a:pt x="0" y="3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1" name="Freeform 1254">
                <a:extLst>
                  <a:ext uri="{FF2B5EF4-FFF2-40B4-BE49-F238E27FC236}">
                    <a16:creationId xmlns:a16="http://schemas.microsoft.com/office/drawing/2014/main" id="{94C3AF83-3600-1983-AC87-32DE6EF91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" y="3612"/>
                <a:ext cx="3" cy="8"/>
              </a:xfrm>
              <a:custGeom>
                <a:avLst/>
                <a:gdLst>
                  <a:gd name="T0" fmla="*/ 0 w 19"/>
                  <a:gd name="T1" fmla="*/ 0 h 55"/>
                  <a:gd name="T2" fmla="*/ 0 w 19"/>
                  <a:gd name="T3" fmla="*/ 0 h 55"/>
                  <a:gd name="T4" fmla="*/ 0 w 19"/>
                  <a:gd name="T5" fmla="*/ 0 h 55"/>
                  <a:gd name="T6" fmla="*/ 0 w 19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55"/>
                  <a:gd name="T14" fmla="*/ 19 w 1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55">
                    <a:moveTo>
                      <a:pt x="0" y="0"/>
                    </a:moveTo>
                    <a:lnTo>
                      <a:pt x="15" y="55"/>
                    </a:lnTo>
                    <a:lnTo>
                      <a:pt x="19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2" name="Line 1255">
                <a:extLst>
                  <a:ext uri="{FF2B5EF4-FFF2-40B4-BE49-F238E27FC236}">
                    <a16:creationId xmlns:a16="http://schemas.microsoft.com/office/drawing/2014/main" id="{1EABBCCA-0F23-6682-6879-3EF6A0C64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96" y="362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3" name="Freeform 1256">
                <a:extLst>
                  <a:ext uri="{FF2B5EF4-FFF2-40B4-BE49-F238E27FC236}">
                    <a16:creationId xmlns:a16="http://schemas.microsoft.com/office/drawing/2014/main" id="{55A0D5BB-4153-2667-7767-DD2C3FC1A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598"/>
                <a:ext cx="24" cy="22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0" y="47"/>
                    </a:moveTo>
                    <a:lnTo>
                      <a:pt x="19" y="100"/>
                    </a:lnTo>
                    <a:lnTo>
                      <a:pt x="38" y="153"/>
                    </a:lnTo>
                    <a:lnTo>
                      <a:pt x="166" y="106"/>
                    </a:lnTo>
                    <a:lnTo>
                      <a:pt x="147" y="53"/>
                    </a:lnTo>
                    <a:lnTo>
                      <a:pt x="127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4" name="Freeform 1257">
                <a:extLst>
                  <a:ext uri="{FF2B5EF4-FFF2-40B4-BE49-F238E27FC236}">
                    <a16:creationId xmlns:a16="http://schemas.microsoft.com/office/drawing/2014/main" id="{AF951397-2934-C7A9-8D8D-DA8BC20D7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3598"/>
                <a:ext cx="24" cy="22"/>
              </a:xfrm>
              <a:custGeom>
                <a:avLst/>
                <a:gdLst>
                  <a:gd name="T0" fmla="*/ 0 w 166"/>
                  <a:gd name="T1" fmla="*/ 0 h 153"/>
                  <a:gd name="T2" fmla="*/ 0 w 166"/>
                  <a:gd name="T3" fmla="*/ 0 h 153"/>
                  <a:gd name="T4" fmla="*/ 0 w 166"/>
                  <a:gd name="T5" fmla="*/ 0 h 153"/>
                  <a:gd name="T6" fmla="*/ 0 w 166"/>
                  <a:gd name="T7" fmla="*/ 0 h 153"/>
                  <a:gd name="T8" fmla="*/ 0 w 166"/>
                  <a:gd name="T9" fmla="*/ 0 h 153"/>
                  <a:gd name="T10" fmla="*/ 0 w 166"/>
                  <a:gd name="T11" fmla="*/ 0 h 153"/>
                  <a:gd name="T12" fmla="*/ 0 w 166"/>
                  <a:gd name="T13" fmla="*/ 0 h 1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6"/>
                  <a:gd name="T22" fmla="*/ 0 h 153"/>
                  <a:gd name="T23" fmla="*/ 166 w 166"/>
                  <a:gd name="T24" fmla="*/ 153 h 1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6" h="153">
                    <a:moveTo>
                      <a:pt x="0" y="47"/>
                    </a:moveTo>
                    <a:lnTo>
                      <a:pt x="19" y="100"/>
                    </a:lnTo>
                    <a:lnTo>
                      <a:pt x="38" y="153"/>
                    </a:lnTo>
                    <a:lnTo>
                      <a:pt x="166" y="106"/>
                    </a:lnTo>
                    <a:lnTo>
                      <a:pt x="147" y="53"/>
                    </a:lnTo>
                    <a:lnTo>
                      <a:pt x="127" y="0"/>
                    </a:lnTo>
                    <a:lnTo>
                      <a:pt x="0" y="4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5" name="Freeform 1258">
                <a:extLst>
                  <a:ext uri="{FF2B5EF4-FFF2-40B4-BE49-F238E27FC236}">
                    <a16:creationId xmlns:a16="http://schemas.microsoft.com/office/drawing/2014/main" id="{B57B1E1B-8434-2D3B-C851-195E713DA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3605"/>
                <a:ext cx="4" cy="8"/>
              </a:xfrm>
              <a:custGeom>
                <a:avLst/>
                <a:gdLst>
                  <a:gd name="T0" fmla="*/ 0 w 23"/>
                  <a:gd name="T1" fmla="*/ 0 h 53"/>
                  <a:gd name="T2" fmla="*/ 0 w 23"/>
                  <a:gd name="T3" fmla="*/ 0 h 53"/>
                  <a:gd name="T4" fmla="*/ 0 w 23"/>
                  <a:gd name="T5" fmla="*/ 0 h 53"/>
                  <a:gd name="T6" fmla="*/ 0 w 2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"/>
                  <a:gd name="T13" fmla="*/ 0 h 53"/>
                  <a:gd name="T14" fmla="*/ 23 w 23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" h="53">
                    <a:moveTo>
                      <a:pt x="0" y="0"/>
                    </a:moveTo>
                    <a:lnTo>
                      <a:pt x="19" y="53"/>
                    </a:lnTo>
                    <a:lnTo>
                      <a:pt x="23" y="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6" name="Line 1259">
                <a:extLst>
                  <a:ext uri="{FF2B5EF4-FFF2-40B4-BE49-F238E27FC236}">
                    <a16:creationId xmlns:a16="http://schemas.microsoft.com/office/drawing/2014/main" id="{2282290E-96F1-3983-7E28-BB1690E2F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5" y="361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" name="Freeform 1260">
                <a:extLst>
                  <a:ext uri="{FF2B5EF4-FFF2-40B4-BE49-F238E27FC236}">
                    <a16:creationId xmlns:a16="http://schemas.microsoft.com/office/drawing/2014/main" id="{D22E152A-161C-978F-2A45-42DC6B971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590"/>
                <a:ext cx="25" cy="23"/>
              </a:xfrm>
              <a:custGeom>
                <a:avLst/>
                <a:gdLst>
                  <a:gd name="T0" fmla="*/ 0 w 172"/>
                  <a:gd name="T1" fmla="*/ 0 h 161"/>
                  <a:gd name="T2" fmla="*/ 0 w 172"/>
                  <a:gd name="T3" fmla="*/ 0 h 161"/>
                  <a:gd name="T4" fmla="*/ 0 w 172"/>
                  <a:gd name="T5" fmla="*/ 0 h 161"/>
                  <a:gd name="T6" fmla="*/ 0 w 172"/>
                  <a:gd name="T7" fmla="*/ 0 h 161"/>
                  <a:gd name="T8" fmla="*/ 0 w 172"/>
                  <a:gd name="T9" fmla="*/ 0 h 161"/>
                  <a:gd name="T10" fmla="*/ 0 w 172"/>
                  <a:gd name="T11" fmla="*/ 0 h 161"/>
                  <a:gd name="T12" fmla="*/ 0 w 172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1"/>
                  <a:gd name="T23" fmla="*/ 172 w 172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1">
                    <a:moveTo>
                      <a:pt x="0" y="57"/>
                    </a:moveTo>
                    <a:lnTo>
                      <a:pt x="24" y="109"/>
                    </a:lnTo>
                    <a:lnTo>
                      <a:pt x="47" y="161"/>
                    </a:lnTo>
                    <a:lnTo>
                      <a:pt x="172" y="103"/>
                    </a:lnTo>
                    <a:lnTo>
                      <a:pt x="148" y="52"/>
                    </a:lnTo>
                    <a:lnTo>
                      <a:pt x="125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" name="Freeform 1261">
                <a:extLst>
                  <a:ext uri="{FF2B5EF4-FFF2-40B4-BE49-F238E27FC236}">
                    <a16:creationId xmlns:a16="http://schemas.microsoft.com/office/drawing/2014/main" id="{57B466D6-D2DC-EB82-4001-4E311FC8E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3590"/>
                <a:ext cx="25" cy="23"/>
              </a:xfrm>
              <a:custGeom>
                <a:avLst/>
                <a:gdLst>
                  <a:gd name="T0" fmla="*/ 0 w 172"/>
                  <a:gd name="T1" fmla="*/ 0 h 161"/>
                  <a:gd name="T2" fmla="*/ 0 w 172"/>
                  <a:gd name="T3" fmla="*/ 0 h 161"/>
                  <a:gd name="T4" fmla="*/ 0 w 172"/>
                  <a:gd name="T5" fmla="*/ 0 h 161"/>
                  <a:gd name="T6" fmla="*/ 0 w 172"/>
                  <a:gd name="T7" fmla="*/ 0 h 161"/>
                  <a:gd name="T8" fmla="*/ 0 w 172"/>
                  <a:gd name="T9" fmla="*/ 0 h 161"/>
                  <a:gd name="T10" fmla="*/ 0 w 172"/>
                  <a:gd name="T11" fmla="*/ 0 h 161"/>
                  <a:gd name="T12" fmla="*/ 0 w 172"/>
                  <a:gd name="T13" fmla="*/ 0 h 1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2"/>
                  <a:gd name="T22" fmla="*/ 0 h 161"/>
                  <a:gd name="T23" fmla="*/ 172 w 172"/>
                  <a:gd name="T24" fmla="*/ 161 h 1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2" h="161">
                    <a:moveTo>
                      <a:pt x="0" y="57"/>
                    </a:moveTo>
                    <a:lnTo>
                      <a:pt x="24" y="109"/>
                    </a:lnTo>
                    <a:lnTo>
                      <a:pt x="47" y="161"/>
                    </a:lnTo>
                    <a:lnTo>
                      <a:pt x="172" y="103"/>
                    </a:lnTo>
                    <a:lnTo>
                      <a:pt x="148" y="52"/>
                    </a:lnTo>
                    <a:lnTo>
                      <a:pt x="125" y="0"/>
                    </a:lnTo>
                    <a:lnTo>
                      <a:pt x="0" y="5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" name="Freeform 1262">
                <a:extLst>
                  <a:ext uri="{FF2B5EF4-FFF2-40B4-BE49-F238E27FC236}">
                    <a16:creationId xmlns:a16="http://schemas.microsoft.com/office/drawing/2014/main" id="{AFEB8BEA-DAC6-FB17-17D8-82D6F78EF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3597"/>
                <a:ext cx="4" cy="8"/>
              </a:xfrm>
              <a:custGeom>
                <a:avLst/>
                <a:gdLst>
                  <a:gd name="T0" fmla="*/ 0 w 28"/>
                  <a:gd name="T1" fmla="*/ 0 h 51"/>
                  <a:gd name="T2" fmla="*/ 0 w 28"/>
                  <a:gd name="T3" fmla="*/ 0 h 51"/>
                  <a:gd name="T4" fmla="*/ 0 w 28"/>
                  <a:gd name="T5" fmla="*/ 0 h 51"/>
                  <a:gd name="T6" fmla="*/ 0 w 28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51"/>
                  <a:gd name="T14" fmla="*/ 28 w 28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51">
                    <a:moveTo>
                      <a:pt x="0" y="0"/>
                    </a:moveTo>
                    <a:lnTo>
                      <a:pt x="24" y="51"/>
                    </a:lnTo>
                    <a:lnTo>
                      <a:pt x="28" y="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0" name="Line 1263">
                <a:extLst>
                  <a:ext uri="{FF2B5EF4-FFF2-40B4-BE49-F238E27FC236}">
                    <a16:creationId xmlns:a16="http://schemas.microsoft.com/office/drawing/2014/main" id="{657BA0EC-EB54-3077-A9B3-422FFB45C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4" y="36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1" name="Freeform 1264">
                <a:extLst>
                  <a:ext uri="{FF2B5EF4-FFF2-40B4-BE49-F238E27FC236}">
                    <a16:creationId xmlns:a16="http://schemas.microsoft.com/office/drawing/2014/main" id="{ACD19F0D-CFC7-0350-7C49-E21700966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581"/>
                <a:ext cx="25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0" y="67"/>
                    </a:move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lnTo>
                      <a:pt x="148" y="49"/>
                    </a:lnTo>
                    <a:lnTo>
                      <a:pt x="120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2" name="Freeform 1265">
                <a:extLst>
                  <a:ext uri="{FF2B5EF4-FFF2-40B4-BE49-F238E27FC236}">
                    <a16:creationId xmlns:a16="http://schemas.microsoft.com/office/drawing/2014/main" id="{2485CACC-37BE-0929-52F5-FFBE009499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6" y="3581"/>
                <a:ext cx="25" cy="23"/>
              </a:xfrm>
              <a:custGeom>
                <a:avLst/>
                <a:gdLst>
                  <a:gd name="T0" fmla="*/ 0 w 176"/>
                  <a:gd name="T1" fmla="*/ 0 h 166"/>
                  <a:gd name="T2" fmla="*/ 0 w 176"/>
                  <a:gd name="T3" fmla="*/ 0 h 166"/>
                  <a:gd name="T4" fmla="*/ 0 w 176"/>
                  <a:gd name="T5" fmla="*/ 0 h 166"/>
                  <a:gd name="T6" fmla="*/ 0 w 176"/>
                  <a:gd name="T7" fmla="*/ 0 h 166"/>
                  <a:gd name="T8" fmla="*/ 0 w 176"/>
                  <a:gd name="T9" fmla="*/ 0 h 166"/>
                  <a:gd name="T10" fmla="*/ 0 w 176"/>
                  <a:gd name="T11" fmla="*/ 0 h 166"/>
                  <a:gd name="T12" fmla="*/ 0 w 176"/>
                  <a:gd name="T13" fmla="*/ 0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66"/>
                  <a:gd name="T23" fmla="*/ 176 w 176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66">
                    <a:moveTo>
                      <a:pt x="0" y="67"/>
                    </a:moveTo>
                    <a:lnTo>
                      <a:pt x="28" y="117"/>
                    </a:lnTo>
                    <a:lnTo>
                      <a:pt x="56" y="166"/>
                    </a:lnTo>
                    <a:lnTo>
                      <a:pt x="176" y="99"/>
                    </a:lnTo>
                    <a:lnTo>
                      <a:pt x="148" y="49"/>
                    </a:lnTo>
                    <a:lnTo>
                      <a:pt x="120" y="0"/>
                    </a:lnTo>
                    <a:lnTo>
                      <a:pt x="0" y="6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3" name="Freeform 1266">
                <a:extLst>
                  <a:ext uri="{FF2B5EF4-FFF2-40B4-BE49-F238E27FC236}">
                    <a16:creationId xmlns:a16="http://schemas.microsoft.com/office/drawing/2014/main" id="{D8DE8100-EBA5-FC23-9F77-2220F9854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7" y="3588"/>
                <a:ext cx="5" cy="7"/>
              </a:xfrm>
              <a:custGeom>
                <a:avLst/>
                <a:gdLst>
                  <a:gd name="T0" fmla="*/ 0 w 32"/>
                  <a:gd name="T1" fmla="*/ 0 h 50"/>
                  <a:gd name="T2" fmla="*/ 0 w 32"/>
                  <a:gd name="T3" fmla="*/ 0 h 50"/>
                  <a:gd name="T4" fmla="*/ 0 w 32"/>
                  <a:gd name="T5" fmla="*/ 0 h 50"/>
                  <a:gd name="T6" fmla="*/ 0 w 3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50"/>
                  <a:gd name="T14" fmla="*/ 32 w 3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50">
                    <a:moveTo>
                      <a:pt x="0" y="0"/>
                    </a:moveTo>
                    <a:lnTo>
                      <a:pt x="28" y="50"/>
                    </a:lnTo>
                    <a:lnTo>
                      <a:pt x="32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4" name="Line 1267">
                <a:extLst>
                  <a:ext uri="{FF2B5EF4-FFF2-40B4-BE49-F238E27FC236}">
                    <a16:creationId xmlns:a16="http://schemas.microsoft.com/office/drawing/2014/main" id="{7A150DEF-8064-2DE5-5CC1-19FC059A1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1" y="359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5" name="Freeform 1268">
                <a:extLst>
                  <a:ext uri="{FF2B5EF4-FFF2-40B4-BE49-F238E27FC236}">
                    <a16:creationId xmlns:a16="http://schemas.microsoft.com/office/drawing/2014/main" id="{5CCE449C-A4A9-3BA7-7D9E-CE587FB03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0" y="76"/>
                    </a:moveTo>
                    <a:lnTo>
                      <a:pt x="31" y="123"/>
                    </a:lnTo>
                    <a:lnTo>
                      <a:pt x="63" y="170"/>
                    </a:lnTo>
                    <a:lnTo>
                      <a:pt x="177" y="94"/>
                    </a:lnTo>
                    <a:lnTo>
                      <a:pt x="146" y="47"/>
                    </a:lnTo>
                    <a:lnTo>
                      <a:pt x="114" y="0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6" name="Freeform 1269">
                <a:extLst>
                  <a:ext uri="{FF2B5EF4-FFF2-40B4-BE49-F238E27FC236}">
                    <a16:creationId xmlns:a16="http://schemas.microsoft.com/office/drawing/2014/main" id="{6C488F9D-4984-DF30-6212-2E482552A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3570"/>
                <a:ext cx="25" cy="24"/>
              </a:xfrm>
              <a:custGeom>
                <a:avLst/>
                <a:gdLst>
                  <a:gd name="T0" fmla="*/ 0 w 177"/>
                  <a:gd name="T1" fmla="*/ 0 h 170"/>
                  <a:gd name="T2" fmla="*/ 0 w 177"/>
                  <a:gd name="T3" fmla="*/ 0 h 170"/>
                  <a:gd name="T4" fmla="*/ 0 w 177"/>
                  <a:gd name="T5" fmla="*/ 0 h 170"/>
                  <a:gd name="T6" fmla="*/ 0 w 177"/>
                  <a:gd name="T7" fmla="*/ 0 h 170"/>
                  <a:gd name="T8" fmla="*/ 0 w 177"/>
                  <a:gd name="T9" fmla="*/ 0 h 170"/>
                  <a:gd name="T10" fmla="*/ 0 w 177"/>
                  <a:gd name="T11" fmla="*/ 0 h 170"/>
                  <a:gd name="T12" fmla="*/ 0 w 177"/>
                  <a:gd name="T13" fmla="*/ 0 h 1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0"/>
                  <a:gd name="T23" fmla="*/ 177 w 177"/>
                  <a:gd name="T24" fmla="*/ 170 h 1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0">
                    <a:moveTo>
                      <a:pt x="0" y="76"/>
                    </a:moveTo>
                    <a:lnTo>
                      <a:pt x="31" y="123"/>
                    </a:lnTo>
                    <a:lnTo>
                      <a:pt x="63" y="170"/>
                    </a:lnTo>
                    <a:lnTo>
                      <a:pt x="177" y="94"/>
                    </a:lnTo>
                    <a:lnTo>
                      <a:pt x="146" y="47"/>
                    </a:lnTo>
                    <a:lnTo>
                      <a:pt x="114" y="0"/>
                    </a:lnTo>
                    <a:lnTo>
                      <a:pt x="0" y="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7" name="Freeform 1270">
                <a:extLst>
                  <a:ext uri="{FF2B5EF4-FFF2-40B4-BE49-F238E27FC236}">
                    <a16:creationId xmlns:a16="http://schemas.microsoft.com/office/drawing/2014/main" id="{6623D729-64B9-15FB-22B7-34F828CB8B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4" y="3577"/>
                <a:ext cx="5" cy="6"/>
              </a:xfrm>
              <a:custGeom>
                <a:avLst/>
                <a:gdLst>
                  <a:gd name="T0" fmla="*/ 0 w 34"/>
                  <a:gd name="T1" fmla="*/ 0 h 47"/>
                  <a:gd name="T2" fmla="*/ 0 w 34"/>
                  <a:gd name="T3" fmla="*/ 0 h 47"/>
                  <a:gd name="T4" fmla="*/ 0 w 34"/>
                  <a:gd name="T5" fmla="*/ 0 h 47"/>
                  <a:gd name="T6" fmla="*/ 0 w 34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7"/>
                  <a:gd name="T14" fmla="*/ 34 w 3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7">
                    <a:moveTo>
                      <a:pt x="0" y="0"/>
                    </a:moveTo>
                    <a:lnTo>
                      <a:pt x="31" y="47"/>
                    </a:lnTo>
                    <a:lnTo>
                      <a:pt x="34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" name="Line 1271">
                <a:extLst>
                  <a:ext uri="{FF2B5EF4-FFF2-40B4-BE49-F238E27FC236}">
                    <a16:creationId xmlns:a16="http://schemas.microsoft.com/office/drawing/2014/main" id="{6A558420-C915-606E-D450-327F286A9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8" y="35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" name="Freeform 1272">
                <a:extLst>
                  <a:ext uri="{FF2B5EF4-FFF2-40B4-BE49-F238E27FC236}">
                    <a16:creationId xmlns:a16="http://schemas.microsoft.com/office/drawing/2014/main" id="{6D5FAA49-2165-439A-EE31-052C041D0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558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0" y="85"/>
                    </a:moveTo>
                    <a:lnTo>
                      <a:pt x="35" y="130"/>
                    </a:lnTo>
                    <a:lnTo>
                      <a:pt x="69" y="175"/>
                    </a:lnTo>
                    <a:lnTo>
                      <a:pt x="177" y="90"/>
                    </a:lnTo>
                    <a:lnTo>
                      <a:pt x="142" y="45"/>
                    </a:lnTo>
                    <a:lnTo>
                      <a:pt x="108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0" name="Freeform 1273">
                <a:extLst>
                  <a:ext uri="{FF2B5EF4-FFF2-40B4-BE49-F238E27FC236}">
                    <a16:creationId xmlns:a16="http://schemas.microsoft.com/office/drawing/2014/main" id="{9570C02A-82BA-73F4-CDCE-706383781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3558"/>
                <a:ext cx="25" cy="25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w 177"/>
                  <a:gd name="T13" fmla="*/ 0 h 17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7"/>
                  <a:gd name="T22" fmla="*/ 0 h 175"/>
                  <a:gd name="T23" fmla="*/ 177 w 177"/>
                  <a:gd name="T24" fmla="*/ 175 h 17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7" h="175">
                    <a:moveTo>
                      <a:pt x="0" y="85"/>
                    </a:moveTo>
                    <a:lnTo>
                      <a:pt x="35" y="130"/>
                    </a:lnTo>
                    <a:lnTo>
                      <a:pt x="69" y="175"/>
                    </a:lnTo>
                    <a:lnTo>
                      <a:pt x="177" y="90"/>
                    </a:lnTo>
                    <a:lnTo>
                      <a:pt x="142" y="45"/>
                    </a:lnTo>
                    <a:lnTo>
                      <a:pt x="108" y="0"/>
                    </a:lnTo>
                    <a:lnTo>
                      <a:pt x="0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1" name="Freeform 1274">
                <a:extLst>
                  <a:ext uri="{FF2B5EF4-FFF2-40B4-BE49-F238E27FC236}">
                    <a16:creationId xmlns:a16="http://schemas.microsoft.com/office/drawing/2014/main" id="{9CFDF3B2-A6CB-E4E9-ECD7-EC947B40B3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3565"/>
                <a:ext cx="6" cy="6"/>
              </a:xfrm>
              <a:custGeom>
                <a:avLst/>
                <a:gdLst>
                  <a:gd name="T0" fmla="*/ 0 w 39"/>
                  <a:gd name="T1" fmla="*/ 0 h 45"/>
                  <a:gd name="T2" fmla="*/ 0 w 39"/>
                  <a:gd name="T3" fmla="*/ 0 h 45"/>
                  <a:gd name="T4" fmla="*/ 0 w 39"/>
                  <a:gd name="T5" fmla="*/ 0 h 45"/>
                  <a:gd name="T6" fmla="*/ 0 w 39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45"/>
                  <a:gd name="T14" fmla="*/ 39 w 39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45">
                    <a:moveTo>
                      <a:pt x="0" y="0"/>
                    </a:moveTo>
                    <a:lnTo>
                      <a:pt x="35" y="45"/>
                    </a:lnTo>
                    <a:lnTo>
                      <a:pt x="39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2" name="Line 1275">
                <a:extLst>
                  <a:ext uri="{FF2B5EF4-FFF2-40B4-BE49-F238E27FC236}">
                    <a16:creationId xmlns:a16="http://schemas.microsoft.com/office/drawing/2014/main" id="{63D36133-E556-8501-1F50-01ECC3E11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4" y="357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3" name="Freeform 1276">
                <a:extLst>
                  <a:ext uri="{FF2B5EF4-FFF2-40B4-BE49-F238E27FC236}">
                    <a16:creationId xmlns:a16="http://schemas.microsoft.com/office/drawing/2014/main" id="{FCB6E7C9-23AF-B411-88DD-71EEE9A1B2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545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0" y="93"/>
                    </a:moveTo>
                    <a:lnTo>
                      <a:pt x="38" y="135"/>
                    </a:lnTo>
                    <a:lnTo>
                      <a:pt x="77" y="176"/>
                    </a:lnTo>
                    <a:lnTo>
                      <a:pt x="176" y="83"/>
                    </a:lnTo>
                    <a:lnTo>
                      <a:pt x="138" y="42"/>
                    </a:lnTo>
                    <a:lnTo>
                      <a:pt x="100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4" name="Freeform 1277">
                <a:extLst>
                  <a:ext uri="{FF2B5EF4-FFF2-40B4-BE49-F238E27FC236}">
                    <a16:creationId xmlns:a16="http://schemas.microsoft.com/office/drawing/2014/main" id="{A49F6D80-D8CD-7A4A-0C68-00C348185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4" y="3545"/>
                <a:ext cx="25" cy="25"/>
              </a:xfrm>
              <a:custGeom>
                <a:avLst/>
                <a:gdLst>
                  <a:gd name="T0" fmla="*/ 0 w 176"/>
                  <a:gd name="T1" fmla="*/ 0 h 176"/>
                  <a:gd name="T2" fmla="*/ 0 w 176"/>
                  <a:gd name="T3" fmla="*/ 0 h 176"/>
                  <a:gd name="T4" fmla="*/ 0 w 176"/>
                  <a:gd name="T5" fmla="*/ 0 h 176"/>
                  <a:gd name="T6" fmla="*/ 0 w 176"/>
                  <a:gd name="T7" fmla="*/ 0 h 176"/>
                  <a:gd name="T8" fmla="*/ 0 w 176"/>
                  <a:gd name="T9" fmla="*/ 0 h 176"/>
                  <a:gd name="T10" fmla="*/ 0 w 176"/>
                  <a:gd name="T11" fmla="*/ 0 h 176"/>
                  <a:gd name="T12" fmla="*/ 0 w 176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6"/>
                  <a:gd name="T22" fmla="*/ 0 h 176"/>
                  <a:gd name="T23" fmla="*/ 176 w 176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6" h="176">
                    <a:moveTo>
                      <a:pt x="0" y="93"/>
                    </a:moveTo>
                    <a:lnTo>
                      <a:pt x="38" y="135"/>
                    </a:lnTo>
                    <a:lnTo>
                      <a:pt x="77" y="176"/>
                    </a:lnTo>
                    <a:lnTo>
                      <a:pt x="176" y="83"/>
                    </a:lnTo>
                    <a:lnTo>
                      <a:pt x="138" y="42"/>
                    </a:lnTo>
                    <a:lnTo>
                      <a:pt x="100" y="0"/>
                    </a:lnTo>
                    <a:lnTo>
                      <a:pt x="0" y="9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5" name="Freeform 1278">
                <a:extLst>
                  <a:ext uri="{FF2B5EF4-FFF2-40B4-BE49-F238E27FC236}">
                    <a16:creationId xmlns:a16="http://schemas.microsoft.com/office/drawing/2014/main" id="{28E1A588-DE57-FA05-F4B6-1DE9E4FF5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3551"/>
                <a:ext cx="6" cy="6"/>
              </a:xfrm>
              <a:custGeom>
                <a:avLst/>
                <a:gdLst>
                  <a:gd name="T0" fmla="*/ 0 w 42"/>
                  <a:gd name="T1" fmla="*/ 0 h 41"/>
                  <a:gd name="T2" fmla="*/ 0 w 42"/>
                  <a:gd name="T3" fmla="*/ 0 h 41"/>
                  <a:gd name="T4" fmla="*/ 0 w 42"/>
                  <a:gd name="T5" fmla="*/ 0 h 41"/>
                  <a:gd name="T6" fmla="*/ 0 w 42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41"/>
                  <a:gd name="T14" fmla="*/ 42 w 42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41">
                    <a:moveTo>
                      <a:pt x="0" y="0"/>
                    </a:moveTo>
                    <a:lnTo>
                      <a:pt x="38" y="41"/>
                    </a:lnTo>
                    <a:lnTo>
                      <a:pt x="42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0" name="Line 1279">
              <a:extLst>
                <a:ext uri="{FF2B5EF4-FFF2-40B4-BE49-F238E27FC236}">
                  <a16:creationId xmlns:a16="http://schemas.microsoft.com/office/drawing/2014/main" id="{619A9D2A-64B6-0A3C-7070-8765767FB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9" y="355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" name="Freeform 1280">
              <a:extLst>
                <a:ext uri="{FF2B5EF4-FFF2-40B4-BE49-F238E27FC236}">
                  <a16:creationId xmlns:a16="http://schemas.microsoft.com/office/drawing/2014/main" id="{38511831-6A2E-6D71-5B2B-C95816FAF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531"/>
              <a:ext cx="26" cy="26"/>
            </a:xfrm>
            <a:custGeom>
              <a:avLst/>
              <a:gdLst>
                <a:gd name="T0" fmla="*/ 0 w 176"/>
                <a:gd name="T1" fmla="*/ 0 h 178"/>
                <a:gd name="T2" fmla="*/ 0 w 176"/>
                <a:gd name="T3" fmla="*/ 0 h 178"/>
                <a:gd name="T4" fmla="*/ 0 w 176"/>
                <a:gd name="T5" fmla="*/ 0 h 178"/>
                <a:gd name="T6" fmla="*/ 0 w 176"/>
                <a:gd name="T7" fmla="*/ 0 h 178"/>
                <a:gd name="T8" fmla="*/ 0 w 176"/>
                <a:gd name="T9" fmla="*/ 0 h 178"/>
                <a:gd name="T10" fmla="*/ 0 w 176"/>
                <a:gd name="T11" fmla="*/ 0 h 178"/>
                <a:gd name="T12" fmla="*/ 0 w 176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178"/>
                <a:gd name="T23" fmla="*/ 176 w 176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178">
                  <a:moveTo>
                    <a:pt x="0" y="101"/>
                  </a:moveTo>
                  <a:lnTo>
                    <a:pt x="41" y="140"/>
                  </a:lnTo>
                  <a:lnTo>
                    <a:pt x="83" y="178"/>
                  </a:lnTo>
                  <a:lnTo>
                    <a:pt x="176" y="77"/>
                  </a:lnTo>
                  <a:lnTo>
                    <a:pt x="134" y="39"/>
                  </a:lnTo>
                  <a:lnTo>
                    <a:pt x="93" y="0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" name="Freeform 1281">
              <a:extLst>
                <a:ext uri="{FF2B5EF4-FFF2-40B4-BE49-F238E27FC236}">
                  <a16:creationId xmlns:a16="http://schemas.microsoft.com/office/drawing/2014/main" id="{8D43D5E4-79D6-5A6B-37CB-60F9F9C9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531"/>
              <a:ext cx="26" cy="26"/>
            </a:xfrm>
            <a:custGeom>
              <a:avLst/>
              <a:gdLst>
                <a:gd name="T0" fmla="*/ 0 w 176"/>
                <a:gd name="T1" fmla="*/ 0 h 178"/>
                <a:gd name="T2" fmla="*/ 0 w 176"/>
                <a:gd name="T3" fmla="*/ 0 h 178"/>
                <a:gd name="T4" fmla="*/ 0 w 176"/>
                <a:gd name="T5" fmla="*/ 0 h 178"/>
                <a:gd name="T6" fmla="*/ 0 w 176"/>
                <a:gd name="T7" fmla="*/ 0 h 178"/>
                <a:gd name="T8" fmla="*/ 0 w 176"/>
                <a:gd name="T9" fmla="*/ 0 h 178"/>
                <a:gd name="T10" fmla="*/ 0 w 176"/>
                <a:gd name="T11" fmla="*/ 0 h 178"/>
                <a:gd name="T12" fmla="*/ 0 w 176"/>
                <a:gd name="T13" fmla="*/ 0 h 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178"/>
                <a:gd name="T23" fmla="*/ 176 w 176"/>
                <a:gd name="T24" fmla="*/ 178 h 1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178">
                  <a:moveTo>
                    <a:pt x="0" y="101"/>
                  </a:moveTo>
                  <a:lnTo>
                    <a:pt x="41" y="140"/>
                  </a:lnTo>
                  <a:lnTo>
                    <a:pt x="83" y="178"/>
                  </a:lnTo>
                  <a:lnTo>
                    <a:pt x="176" y="77"/>
                  </a:lnTo>
                  <a:lnTo>
                    <a:pt x="134" y="39"/>
                  </a:lnTo>
                  <a:lnTo>
                    <a:pt x="93" y="0"/>
                  </a:lnTo>
                  <a:lnTo>
                    <a:pt x="0" y="10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" name="Freeform 1282">
              <a:extLst>
                <a:ext uri="{FF2B5EF4-FFF2-40B4-BE49-F238E27FC236}">
                  <a16:creationId xmlns:a16="http://schemas.microsoft.com/office/drawing/2014/main" id="{5E5F23AC-A4B6-3400-BC3B-1B53FD13E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3537"/>
              <a:ext cx="6" cy="5"/>
            </a:xfrm>
            <a:custGeom>
              <a:avLst/>
              <a:gdLst>
                <a:gd name="T0" fmla="*/ 0 w 45"/>
                <a:gd name="T1" fmla="*/ 0 h 38"/>
                <a:gd name="T2" fmla="*/ 0 w 45"/>
                <a:gd name="T3" fmla="*/ 0 h 38"/>
                <a:gd name="T4" fmla="*/ 0 w 45"/>
                <a:gd name="T5" fmla="*/ 0 h 38"/>
                <a:gd name="T6" fmla="*/ 0 w 45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"/>
                <a:gd name="T13" fmla="*/ 0 h 38"/>
                <a:gd name="T14" fmla="*/ 45 w 45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" h="38">
                  <a:moveTo>
                    <a:pt x="0" y="0"/>
                  </a:moveTo>
                  <a:lnTo>
                    <a:pt x="42" y="38"/>
                  </a:lnTo>
                  <a:lnTo>
                    <a:pt x="45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4" name="Line 1283">
              <a:extLst>
                <a:ext uri="{FF2B5EF4-FFF2-40B4-BE49-F238E27FC236}">
                  <a16:creationId xmlns:a16="http://schemas.microsoft.com/office/drawing/2014/main" id="{C6D6F7F1-05E2-4575-3B90-0D76E9EAA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3" y="3542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5" name="Freeform 1284">
              <a:extLst>
                <a:ext uri="{FF2B5EF4-FFF2-40B4-BE49-F238E27FC236}">
                  <a16:creationId xmlns:a16="http://schemas.microsoft.com/office/drawing/2014/main" id="{6846D1BB-6711-43DC-B140-DAFF06C81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6"/>
              <a:ext cx="25" cy="26"/>
            </a:xfrm>
            <a:custGeom>
              <a:avLst/>
              <a:gdLst>
                <a:gd name="T0" fmla="*/ 0 w 175"/>
                <a:gd name="T1" fmla="*/ 0 h 177"/>
                <a:gd name="T2" fmla="*/ 0 w 175"/>
                <a:gd name="T3" fmla="*/ 0 h 177"/>
                <a:gd name="T4" fmla="*/ 0 w 175"/>
                <a:gd name="T5" fmla="*/ 0 h 177"/>
                <a:gd name="T6" fmla="*/ 0 w 175"/>
                <a:gd name="T7" fmla="*/ 0 h 177"/>
                <a:gd name="T8" fmla="*/ 0 w 175"/>
                <a:gd name="T9" fmla="*/ 0 h 177"/>
                <a:gd name="T10" fmla="*/ 0 w 175"/>
                <a:gd name="T11" fmla="*/ 0 h 177"/>
                <a:gd name="T12" fmla="*/ 0 w 175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5"/>
                <a:gd name="T22" fmla="*/ 0 h 177"/>
                <a:gd name="T23" fmla="*/ 175 w 175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5" h="177">
                  <a:moveTo>
                    <a:pt x="0" y="108"/>
                  </a:moveTo>
                  <a:lnTo>
                    <a:pt x="44" y="143"/>
                  </a:lnTo>
                  <a:lnTo>
                    <a:pt x="89" y="177"/>
                  </a:lnTo>
                  <a:lnTo>
                    <a:pt x="175" y="70"/>
                  </a:lnTo>
                  <a:lnTo>
                    <a:pt x="130" y="35"/>
                  </a:lnTo>
                  <a:lnTo>
                    <a:pt x="85" y="0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Freeform 1285">
              <a:extLst>
                <a:ext uri="{FF2B5EF4-FFF2-40B4-BE49-F238E27FC236}">
                  <a16:creationId xmlns:a16="http://schemas.microsoft.com/office/drawing/2014/main" id="{9C50FEF0-AF31-05C0-24D6-58A7472E7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6"/>
              <a:ext cx="25" cy="26"/>
            </a:xfrm>
            <a:custGeom>
              <a:avLst/>
              <a:gdLst>
                <a:gd name="T0" fmla="*/ 0 w 175"/>
                <a:gd name="T1" fmla="*/ 0 h 177"/>
                <a:gd name="T2" fmla="*/ 0 w 175"/>
                <a:gd name="T3" fmla="*/ 0 h 177"/>
                <a:gd name="T4" fmla="*/ 0 w 175"/>
                <a:gd name="T5" fmla="*/ 0 h 177"/>
                <a:gd name="T6" fmla="*/ 0 w 175"/>
                <a:gd name="T7" fmla="*/ 0 h 177"/>
                <a:gd name="T8" fmla="*/ 0 w 175"/>
                <a:gd name="T9" fmla="*/ 0 h 177"/>
                <a:gd name="T10" fmla="*/ 0 w 175"/>
                <a:gd name="T11" fmla="*/ 0 h 177"/>
                <a:gd name="T12" fmla="*/ 0 w 175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5"/>
                <a:gd name="T22" fmla="*/ 0 h 177"/>
                <a:gd name="T23" fmla="*/ 175 w 175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5" h="177">
                  <a:moveTo>
                    <a:pt x="0" y="108"/>
                  </a:moveTo>
                  <a:lnTo>
                    <a:pt x="44" y="143"/>
                  </a:lnTo>
                  <a:lnTo>
                    <a:pt x="89" y="177"/>
                  </a:lnTo>
                  <a:lnTo>
                    <a:pt x="175" y="70"/>
                  </a:lnTo>
                  <a:lnTo>
                    <a:pt x="130" y="35"/>
                  </a:lnTo>
                  <a:lnTo>
                    <a:pt x="85" y="0"/>
                  </a:lnTo>
                  <a:lnTo>
                    <a:pt x="0" y="10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7" name="Freeform 1286">
              <a:extLst>
                <a:ext uri="{FF2B5EF4-FFF2-40B4-BE49-F238E27FC236}">
                  <a16:creationId xmlns:a16="http://schemas.microsoft.com/office/drawing/2014/main" id="{3957B1B6-850E-518C-B657-C73810125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3521"/>
              <a:ext cx="7" cy="5"/>
            </a:xfrm>
            <a:custGeom>
              <a:avLst/>
              <a:gdLst>
                <a:gd name="T0" fmla="*/ 0 w 47"/>
                <a:gd name="T1" fmla="*/ 0 h 35"/>
                <a:gd name="T2" fmla="*/ 0 w 47"/>
                <a:gd name="T3" fmla="*/ 0 h 35"/>
                <a:gd name="T4" fmla="*/ 0 w 47"/>
                <a:gd name="T5" fmla="*/ 0 h 35"/>
                <a:gd name="T6" fmla="*/ 0 w 47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35"/>
                <a:gd name="T14" fmla="*/ 47 w 47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35">
                  <a:moveTo>
                    <a:pt x="0" y="0"/>
                  </a:moveTo>
                  <a:lnTo>
                    <a:pt x="45" y="35"/>
                  </a:lnTo>
                  <a:lnTo>
                    <a:pt x="47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8" name="Line 1287">
              <a:extLst>
                <a:ext uri="{FF2B5EF4-FFF2-40B4-BE49-F238E27FC236}">
                  <a16:creationId xmlns:a16="http://schemas.microsoft.com/office/drawing/2014/main" id="{C8668B8A-93D3-238D-3789-2E6770ADE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5" y="352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" name="Freeform 1288">
              <a:extLst>
                <a:ext uri="{FF2B5EF4-FFF2-40B4-BE49-F238E27FC236}">
                  <a16:creationId xmlns:a16="http://schemas.microsoft.com/office/drawing/2014/main" id="{A9E0F338-D887-C6FD-01AF-00E18F9C2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3501"/>
              <a:ext cx="24" cy="25"/>
            </a:xfrm>
            <a:custGeom>
              <a:avLst/>
              <a:gdLst>
                <a:gd name="T0" fmla="*/ 0 w 170"/>
                <a:gd name="T1" fmla="*/ 0 h 176"/>
                <a:gd name="T2" fmla="*/ 0 w 170"/>
                <a:gd name="T3" fmla="*/ 0 h 176"/>
                <a:gd name="T4" fmla="*/ 0 w 170"/>
                <a:gd name="T5" fmla="*/ 0 h 176"/>
                <a:gd name="T6" fmla="*/ 0 w 170"/>
                <a:gd name="T7" fmla="*/ 0 h 176"/>
                <a:gd name="T8" fmla="*/ 0 w 170"/>
                <a:gd name="T9" fmla="*/ 0 h 176"/>
                <a:gd name="T10" fmla="*/ 0 w 170"/>
                <a:gd name="T11" fmla="*/ 0 h 176"/>
                <a:gd name="T12" fmla="*/ 0 w 170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"/>
                <a:gd name="T22" fmla="*/ 0 h 176"/>
                <a:gd name="T23" fmla="*/ 170 w 170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" h="176">
                  <a:moveTo>
                    <a:pt x="0" y="113"/>
                  </a:moveTo>
                  <a:lnTo>
                    <a:pt x="47" y="145"/>
                  </a:lnTo>
                  <a:lnTo>
                    <a:pt x="94" y="176"/>
                  </a:lnTo>
                  <a:lnTo>
                    <a:pt x="170" y="63"/>
                  </a:lnTo>
                  <a:lnTo>
                    <a:pt x="123" y="32"/>
                  </a:lnTo>
                  <a:lnTo>
                    <a:pt x="76" y="0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0" name="Freeform 1289">
              <a:extLst>
                <a:ext uri="{FF2B5EF4-FFF2-40B4-BE49-F238E27FC236}">
                  <a16:creationId xmlns:a16="http://schemas.microsoft.com/office/drawing/2014/main" id="{3127D706-6E53-9C2B-40DB-1BB5BF283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3501"/>
              <a:ext cx="24" cy="25"/>
            </a:xfrm>
            <a:custGeom>
              <a:avLst/>
              <a:gdLst>
                <a:gd name="T0" fmla="*/ 0 w 170"/>
                <a:gd name="T1" fmla="*/ 0 h 176"/>
                <a:gd name="T2" fmla="*/ 0 w 170"/>
                <a:gd name="T3" fmla="*/ 0 h 176"/>
                <a:gd name="T4" fmla="*/ 0 w 170"/>
                <a:gd name="T5" fmla="*/ 0 h 176"/>
                <a:gd name="T6" fmla="*/ 0 w 170"/>
                <a:gd name="T7" fmla="*/ 0 h 176"/>
                <a:gd name="T8" fmla="*/ 0 w 170"/>
                <a:gd name="T9" fmla="*/ 0 h 176"/>
                <a:gd name="T10" fmla="*/ 0 w 170"/>
                <a:gd name="T11" fmla="*/ 0 h 176"/>
                <a:gd name="T12" fmla="*/ 0 w 170"/>
                <a:gd name="T13" fmla="*/ 0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0"/>
                <a:gd name="T22" fmla="*/ 0 h 176"/>
                <a:gd name="T23" fmla="*/ 170 w 170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0" h="176">
                  <a:moveTo>
                    <a:pt x="0" y="113"/>
                  </a:moveTo>
                  <a:lnTo>
                    <a:pt x="47" y="145"/>
                  </a:lnTo>
                  <a:lnTo>
                    <a:pt x="94" y="176"/>
                  </a:lnTo>
                  <a:lnTo>
                    <a:pt x="170" y="63"/>
                  </a:lnTo>
                  <a:lnTo>
                    <a:pt x="123" y="32"/>
                  </a:lnTo>
                  <a:lnTo>
                    <a:pt x="76" y="0"/>
                  </a:lnTo>
                  <a:lnTo>
                    <a:pt x="0" y="11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1" name="Freeform 1290">
              <a:extLst>
                <a:ext uri="{FF2B5EF4-FFF2-40B4-BE49-F238E27FC236}">
                  <a16:creationId xmlns:a16="http://schemas.microsoft.com/office/drawing/2014/main" id="{4969CC97-7F0C-3E2F-E12D-7DFC303C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3505"/>
              <a:ext cx="7" cy="5"/>
            </a:xfrm>
            <a:custGeom>
              <a:avLst/>
              <a:gdLst>
                <a:gd name="T0" fmla="*/ 0 w 49"/>
                <a:gd name="T1" fmla="*/ 0 h 31"/>
                <a:gd name="T2" fmla="*/ 0 w 49"/>
                <a:gd name="T3" fmla="*/ 0 h 31"/>
                <a:gd name="T4" fmla="*/ 0 w 49"/>
                <a:gd name="T5" fmla="*/ 0 h 31"/>
                <a:gd name="T6" fmla="*/ 0 w 49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"/>
                <a:gd name="T13" fmla="*/ 0 h 31"/>
                <a:gd name="T14" fmla="*/ 49 w 49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" h="31">
                  <a:moveTo>
                    <a:pt x="0" y="0"/>
                  </a:moveTo>
                  <a:lnTo>
                    <a:pt x="47" y="31"/>
                  </a:lnTo>
                  <a:lnTo>
                    <a:pt x="49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" name="Line 1291">
              <a:extLst>
                <a:ext uri="{FF2B5EF4-FFF2-40B4-BE49-F238E27FC236}">
                  <a16:creationId xmlns:a16="http://schemas.microsoft.com/office/drawing/2014/main" id="{BC208356-8F7E-A529-0857-47AA32054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6" y="350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" name="Freeform 1292">
              <a:extLst>
                <a:ext uri="{FF2B5EF4-FFF2-40B4-BE49-F238E27FC236}">
                  <a16:creationId xmlns:a16="http://schemas.microsoft.com/office/drawing/2014/main" id="{55BB14A4-B557-89CC-6362-7418CB250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484"/>
              <a:ext cx="23" cy="25"/>
            </a:xfrm>
            <a:custGeom>
              <a:avLst/>
              <a:gdLst>
                <a:gd name="T0" fmla="*/ 0 w 166"/>
                <a:gd name="T1" fmla="*/ 0 h 177"/>
                <a:gd name="T2" fmla="*/ 0 w 166"/>
                <a:gd name="T3" fmla="*/ 0 h 177"/>
                <a:gd name="T4" fmla="*/ 0 w 166"/>
                <a:gd name="T5" fmla="*/ 0 h 177"/>
                <a:gd name="T6" fmla="*/ 0 w 166"/>
                <a:gd name="T7" fmla="*/ 0 h 177"/>
                <a:gd name="T8" fmla="*/ 0 w 166"/>
                <a:gd name="T9" fmla="*/ 0 h 177"/>
                <a:gd name="T10" fmla="*/ 0 w 166"/>
                <a:gd name="T11" fmla="*/ 0 h 177"/>
                <a:gd name="T12" fmla="*/ 0 w 166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77"/>
                <a:gd name="T23" fmla="*/ 166 w 166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77">
                  <a:moveTo>
                    <a:pt x="0" y="121"/>
                  </a:moveTo>
                  <a:lnTo>
                    <a:pt x="49" y="149"/>
                  </a:lnTo>
                  <a:lnTo>
                    <a:pt x="98" y="177"/>
                  </a:lnTo>
                  <a:lnTo>
                    <a:pt x="166" y="57"/>
                  </a:lnTo>
                  <a:lnTo>
                    <a:pt x="116" y="29"/>
                  </a:lnTo>
                  <a:lnTo>
                    <a:pt x="67" y="0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" name="Freeform 1293">
              <a:extLst>
                <a:ext uri="{FF2B5EF4-FFF2-40B4-BE49-F238E27FC236}">
                  <a16:creationId xmlns:a16="http://schemas.microsoft.com/office/drawing/2014/main" id="{8668FAB6-1557-9775-3EC0-31669566A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484"/>
              <a:ext cx="23" cy="25"/>
            </a:xfrm>
            <a:custGeom>
              <a:avLst/>
              <a:gdLst>
                <a:gd name="T0" fmla="*/ 0 w 166"/>
                <a:gd name="T1" fmla="*/ 0 h 177"/>
                <a:gd name="T2" fmla="*/ 0 w 166"/>
                <a:gd name="T3" fmla="*/ 0 h 177"/>
                <a:gd name="T4" fmla="*/ 0 w 166"/>
                <a:gd name="T5" fmla="*/ 0 h 177"/>
                <a:gd name="T6" fmla="*/ 0 w 166"/>
                <a:gd name="T7" fmla="*/ 0 h 177"/>
                <a:gd name="T8" fmla="*/ 0 w 166"/>
                <a:gd name="T9" fmla="*/ 0 h 177"/>
                <a:gd name="T10" fmla="*/ 0 w 166"/>
                <a:gd name="T11" fmla="*/ 0 h 177"/>
                <a:gd name="T12" fmla="*/ 0 w 166"/>
                <a:gd name="T13" fmla="*/ 0 h 1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6"/>
                <a:gd name="T22" fmla="*/ 0 h 177"/>
                <a:gd name="T23" fmla="*/ 166 w 166"/>
                <a:gd name="T24" fmla="*/ 177 h 1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6" h="177">
                  <a:moveTo>
                    <a:pt x="0" y="121"/>
                  </a:moveTo>
                  <a:lnTo>
                    <a:pt x="49" y="149"/>
                  </a:lnTo>
                  <a:lnTo>
                    <a:pt x="98" y="177"/>
                  </a:lnTo>
                  <a:lnTo>
                    <a:pt x="166" y="57"/>
                  </a:lnTo>
                  <a:lnTo>
                    <a:pt x="116" y="29"/>
                  </a:lnTo>
                  <a:lnTo>
                    <a:pt x="67" y="0"/>
                  </a:lnTo>
                  <a:lnTo>
                    <a:pt x="0" y="12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" name="Freeform 1294">
              <a:extLst>
                <a:ext uri="{FF2B5EF4-FFF2-40B4-BE49-F238E27FC236}">
                  <a16:creationId xmlns:a16="http://schemas.microsoft.com/office/drawing/2014/main" id="{355A3DAE-3819-2FA2-8D55-F76C9479D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488"/>
              <a:ext cx="8" cy="4"/>
            </a:xfrm>
            <a:custGeom>
              <a:avLst/>
              <a:gdLst>
                <a:gd name="T0" fmla="*/ 0 w 52"/>
                <a:gd name="T1" fmla="*/ 0 h 28"/>
                <a:gd name="T2" fmla="*/ 0 w 52"/>
                <a:gd name="T3" fmla="*/ 0 h 28"/>
                <a:gd name="T4" fmla="*/ 0 w 52"/>
                <a:gd name="T5" fmla="*/ 0 h 28"/>
                <a:gd name="T6" fmla="*/ 0 w 52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28"/>
                <a:gd name="T14" fmla="*/ 52 w 52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28">
                  <a:moveTo>
                    <a:pt x="0" y="0"/>
                  </a:moveTo>
                  <a:lnTo>
                    <a:pt x="50" y="28"/>
                  </a:lnTo>
                  <a:lnTo>
                    <a:pt x="52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" name="Line 1295">
              <a:extLst>
                <a:ext uri="{FF2B5EF4-FFF2-40B4-BE49-F238E27FC236}">
                  <a16:creationId xmlns:a16="http://schemas.microsoft.com/office/drawing/2014/main" id="{B66AE5CA-CA2F-BAE8-D97F-F4AA89787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6" y="3491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" name="Freeform 1296">
              <a:extLst>
                <a:ext uri="{FF2B5EF4-FFF2-40B4-BE49-F238E27FC236}">
                  <a16:creationId xmlns:a16="http://schemas.microsoft.com/office/drawing/2014/main" id="{57B587B1-9D40-D63D-F694-F003C415B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3467"/>
              <a:ext cx="23" cy="24"/>
            </a:xfrm>
            <a:custGeom>
              <a:avLst/>
              <a:gdLst>
                <a:gd name="T0" fmla="*/ 0 w 160"/>
                <a:gd name="T1" fmla="*/ 0 h 172"/>
                <a:gd name="T2" fmla="*/ 0 w 160"/>
                <a:gd name="T3" fmla="*/ 0 h 172"/>
                <a:gd name="T4" fmla="*/ 0 w 160"/>
                <a:gd name="T5" fmla="*/ 0 h 172"/>
                <a:gd name="T6" fmla="*/ 0 w 160"/>
                <a:gd name="T7" fmla="*/ 0 h 172"/>
                <a:gd name="T8" fmla="*/ 0 w 160"/>
                <a:gd name="T9" fmla="*/ 0 h 172"/>
                <a:gd name="T10" fmla="*/ 0 w 160"/>
                <a:gd name="T11" fmla="*/ 0 h 172"/>
                <a:gd name="T12" fmla="*/ 0 w 16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"/>
                <a:gd name="T22" fmla="*/ 0 h 172"/>
                <a:gd name="T23" fmla="*/ 160 w 160"/>
                <a:gd name="T24" fmla="*/ 172 h 1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" h="172">
                  <a:moveTo>
                    <a:pt x="0" y="125"/>
                  </a:moveTo>
                  <a:lnTo>
                    <a:pt x="51" y="149"/>
                  </a:lnTo>
                  <a:lnTo>
                    <a:pt x="103" y="172"/>
                  </a:lnTo>
                  <a:lnTo>
                    <a:pt x="160" y="48"/>
                  </a:lnTo>
                  <a:lnTo>
                    <a:pt x="109" y="24"/>
                  </a:lnTo>
                  <a:lnTo>
                    <a:pt x="57" y="0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" name="Freeform 1297">
              <a:extLst>
                <a:ext uri="{FF2B5EF4-FFF2-40B4-BE49-F238E27FC236}">
                  <a16:creationId xmlns:a16="http://schemas.microsoft.com/office/drawing/2014/main" id="{488A1D93-5279-DE0C-A7A6-94F7DEEA1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3467"/>
              <a:ext cx="23" cy="24"/>
            </a:xfrm>
            <a:custGeom>
              <a:avLst/>
              <a:gdLst>
                <a:gd name="T0" fmla="*/ 0 w 160"/>
                <a:gd name="T1" fmla="*/ 0 h 172"/>
                <a:gd name="T2" fmla="*/ 0 w 160"/>
                <a:gd name="T3" fmla="*/ 0 h 172"/>
                <a:gd name="T4" fmla="*/ 0 w 160"/>
                <a:gd name="T5" fmla="*/ 0 h 172"/>
                <a:gd name="T6" fmla="*/ 0 w 160"/>
                <a:gd name="T7" fmla="*/ 0 h 172"/>
                <a:gd name="T8" fmla="*/ 0 w 160"/>
                <a:gd name="T9" fmla="*/ 0 h 172"/>
                <a:gd name="T10" fmla="*/ 0 w 160"/>
                <a:gd name="T11" fmla="*/ 0 h 172"/>
                <a:gd name="T12" fmla="*/ 0 w 16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0"/>
                <a:gd name="T22" fmla="*/ 0 h 172"/>
                <a:gd name="T23" fmla="*/ 160 w 160"/>
                <a:gd name="T24" fmla="*/ 172 h 1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0" h="172">
                  <a:moveTo>
                    <a:pt x="0" y="125"/>
                  </a:moveTo>
                  <a:lnTo>
                    <a:pt x="51" y="149"/>
                  </a:lnTo>
                  <a:lnTo>
                    <a:pt x="103" y="172"/>
                  </a:lnTo>
                  <a:lnTo>
                    <a:pt x="160" y="48"/>
                  </a:lnTo>
                  <a:lnTo>
                    <a:pt x="109" y="24"/>
                  </a:lnTo>
                  <a:lnTo>
                    <a:pt x="57" y="0"/>
                  </a:lnTo>
                  <a:lnTo>
                    <a:pt x="0" y="12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" name="Freeform 1298">
              <a:extLst>
                <a:ext uri="{FF2B5EF4-FFF2-40B4-BE49-F238E27FC236}">
                  <a16:creationId xmlns:a16="http://schemas.microsoft.com/office/drawing/2014/main" id="{1C1D518C-2E4E-B655-3C1C-D6E8A20AE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3470"/>
              <a:ext cx="7" cy="4"/>
            </a:xfrm>
            <a:custGeom>
              <a:avLst/>
              <a:gdLst>
                <a:gd name="T0" fmla="*/ 0 w 52"/>
                <a:gd name="T1" fmla="*/ 0 h 24"/>
                <a:gd name="T2" fmla="*/ 0 w 52"/>
                <a:gd name="T3" fmla="*/ 0 h 24"/>
                <a:gd name="T4" fmla="*/ 0 w 52"/>
                <a:gd name="T5" fmla="*/ 0 h 24"/>
                <a:gd name="T6" fmla="*/ 0 w 52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24"/>
                <a:gd name="T14" fmla="*/ 52 w 52"/>
                <a:gd name="T15" fmla="*/ 24 h 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24">
                  <a:moveTo>
                    <a:pt x="0" y="0"/>
                  </a:moveTo>
                  <a:lnTo>
                    <a:pt x="51" y="24"/>
                  </a:lnTo>
                  <a:lnTo>
                    <a:pt x="52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" name="Line 1299">
              <a:extLst>
                <a:ext uri="{FF2B5EF4-FFF2-40B4-BE49-F238E27FC236}">
                  <a16:creationId xmlns:a16="http://schemas.microsoft.com/office/drawing/2014/main" id="{0E0A3908-B4AE-A754-5661-5C9EB0AA7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5" y="347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" name="Freeform 1300">
              <a:extLst>
                <a:ext uri="{FF2B5EF4-FFF2-40B4-BE49-F238E27FC236}">
                  <a16:creationId xmlns:a16="http://schemas.microsoft.com/office/drawing/2014/main" id="{7425E8EB-9295-CD6B-7495-54BB34F25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449"/>
              <a:ext cx="22" cy="24"/>
            </a:xfrm>
            <a:custGeom>
              <a:avLst/>
              <a:gdLst>
                <a:gd name="T0" fmla="*/ 0 w 153"/>
                <a:gd name="T1" fmla="*/ 0 h 167"/>
                <a:gd name="T2" fmla="*/ 0 w 153"/>
                <a:gd name="T3" fmla="*/ 0 h 167"/>
                <a:gd name="T4" fmla="*/ 0 w 153"/>
                <a:gd name="T5" fmla="*/ 0 h 167"/>
                <a:gd name="T6" fmla="*/ 0 w 153"/>
                <a:gd name="T7" fmla="*/ 0 h 167"/>
                <a:gd name="T8" fmla="*/ 0 w 153"/>
                <a:gd name="T9" fmla="*/ 0 h 167"/>
                <a:gd name="T10" fmla="*/ 0 w 153"/>
                <a:gd name="T11" fmla="*/ 0 h 167"/>
                <a:gd name="T12" fmla="*/ 0 w 153"/>
                <a:gd name="T13" fmla="*/ 0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3"/>
                <a:gd name="T22" fmla="*/ 0 h 167"/>
                <a:gd name="T23" fmla="*/ 153 w 153"/>
                <a:gd name="T24" fmla="*/ 167 h 1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3" h="167">
                  <a:moveTo>
                    <a:pt x="0" y="129"/>
                  </a:moveTo>
                  <a:lnTo>
                    <a:pt x="53" y="148"/>
                  </a:lnTo>
                  <a:lnTo>
                    <a:pt x="105" y="167"/>
                  </a:lnTo>
                  <a:lnTo>
                    <a:pt x="153" y="38"/>
                  </a:lnTo>
                  <a:lnTo>
                    <a:pt x="100" y="19"/>
                  </a:lnTo>
                  <a:lnTo>
                    <a:pt x="47" y="0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" name="Freeform 1301">
              <a:extLst>
                <a:ext uri="{FF2B5EF4-FFF2-40B4-BE49-F238E27FC236}">
                  <a16:creationId xmlns:a16="http://schemas.microsoft.com/office/drawing/2014/main" id="{F71B6D17-D788-5F7B-E087-BC6726B85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3449"/>
              <a:ext cx="22" cy="24"/>
            </a:xfrm>
            <a:custGeom>
              <a:avLst/>
              <a:gdLst>
                <a:gd name="T0" fmla="*/ 0 w 153"/>
                <a:gd name="T1" fmla="*/ 0 h 167"/>
                <a:gd name="T2" fmla="*/ 0 w 153"/>
                <a:gd name="T3" fmla="*/ 0 h 167"/>
                <a:gd name="T4" fmla="*/ 0 w 153"/>
                <a:gd name="T5" fmla="*/ 0 h 167"/>
                <a:gd name="T6" fmla="*/ 0 w 153"/>
                <a:gd name="T7" fmla="*/ 0 h 167"/>
                <a:gd name="T8" fmla="*/ 0 w 153"/>
                <a:gd name="T9" fmla="*/ 0 h 167"/>
                <a:gd name="T10" fmla="*/ 0 w 153"/>
                <a:gd name="T11" fmla="*/ 0 h 167"/>
                <a:gd name="T12" fmla="*/ 0 w 153"/>
                <a:gd name="T13" fmla="*/ 0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3"/>
                <a:gd name="T22" fmla="*/ 0 h 167"/>
                <a:gd name="T23" fmla="*/ 153 w 153"/>
                <a:gd name="T24" fmla="*/ 167 h 1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3" h="167">
                  <a:moveTo>
                    <a:pt x="0" y="129"/>
                  </a:moveTo>
                  <a:lnTo>
                    <a:pt x="53" y="148"/>
                  </a:lnTo>
                  <a:lnTo>
                    <a:pt x="105" y="167"/>
                  </a:lnTo>
                  <a:lnTo>
                    <a:pt x="153" y="38"/>
                  </a:lnTo>
                  <a:lnTo>
                    <a:pt x="100" y="19"/>
                  </a:lnTo>
                  <a:lnTo>
                    <a:pt x="47" y="0"/>
                  </a:lnTo>
                  <a:lnTo>
                    <a:pt x="0" y="129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" name="Freeform 1302">
              <a:extLst>
                <a:ext uri="{FF2B5EF4-FFF2-40B4-BE49-F238E27FC236}">
                  <a16:creationId xmlns:a16="http://schemas.microsoft.com/office/drawing/2014/main" id="{D99D8634-CC80-E3CD-11F0-FB2952D10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3452"/>
              <a:ext cx="8" cy="3"/>
            </a:xfrm>
            <a:custGeom>
              <a:avLst/>
              <a:gdLst>
                <a:gd name="T0" fmla="*/ 0 w 55"/>
                <a:gd name="T1" fmla="*/ 0 h 19"/>
                <a:gd name="T2" fmla="*/ 0 w 55"/>
                <a:gd name="T3" fmla="*/ 0 h 19"/>
                <a:gd name="T4" fmla="*/ 0 w 55"/>
                <a:gd name="T5" fmla="*/ 0 h 19"/>
                <a:gd name="T6" fmla="*/ 0 w 55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19"/>
                <a:gd name="T14" fmla="*/ 55 w 55"/>
                <a:gd name="T15" fmla="*/ 19 h 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19">
                  <a:moveTo>
                    <a:pt x="0" y="0"/>
                  </a:moveTo>
                  <a:lnTo>
                    <a:pt x="53" y="19"/>
                  </a:lnTo>
                  <a:lnTo>
                    <a:pt x="55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4" name="Line 1303">
              <a:extLst>
                <a:ext uri="{FF2B5EF4-FFF2-40B4-BE49-F238E27FC236}">
                  <a16:creationId xmlns:a16="http://schemas.microsoft.com/office/drawing/2014/main" id="{E696849D-E273-6781-0D18-8092D576F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2" y="345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" name="Freeform 1304">
              <a:extLst>
                <a:ext uri="{FF2B5EF4-FFF2-40B4-BE49-F238E27FC236}">
                  <a16:creationId xmlns:a16="http://schemas.microsoft.com/office/drawing/2014/main" id="{B9F79859-0DFA-EA20-AF3B-52D7CE4C4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31"/>
              <a:ext cx="21" cy="23"/>
            </a:xfrm>
            <a:custGeom>
              <a:avLst/>
              <a:gdLst>
                <a:gd name="T0" fmla="*/ 0 w 147"/>
                <a:gd name="T1" fmla="*/ 0 h 164"/>
                <a:gd name="T2" fmla="*/ 0 w 147"/>
                <a:gd name="T3" fmla="*/ 0 h 164"/>
                <a:gd name="T4" fmla="*/ 0 w 147"/>
                <a:gd name="T5" fmla="*/ 0 h 164"/>
                <a:gd name="T6" fmla="*/ 0 w 147"/>
                <a:gd name="T7" fmla="*/ 0 h 164"/>
                <a:gd name="T8" fmla="*/ 0 w 147"/>
                <a:gd name="T9" fmla="*/ 0 h 164"/>
                <a:gd name="T10" fmla="*/ 0 w 147"/>
                <a:gd name="T11" fmla="*/ 0 h 164"/>
                <a:gd name="T12" fmla="*/ 0 w 147"/>
                <a:gd name="T13" fmla="*/ 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7"/>
                <a:gd name="T22" fmla="*/ 0 h 164"/>
                <a:gd name="T23" fmla="*/ 147 w 14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7" h="164">
                  <a:moveTo>
                    <a:pt x="0" y="132"/>
                  </a:moveTo>
                  <a:lnTo>
                    <a:pt x="55" y="148"/>
                  </a:lnTo>
                  <a:lnTo>
                    <a:pt x="110" y="164"/>
                  </a:lnTo>
                  <a:lnTo>
                    <a:pt x="147" y="31"/>
                  </a:lnTo>
                  <a:lnTo>
                    <a:pt x="92" y="15"/>
                  </a:lnTo>
                  <a:lnTo>
                    <a:pt x="37" y="0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" name="Freeform 1305">
              <a:extLst>
                <a:ext uri="{FF2B5EF4-FFF2-40B4-BE49-F238E27FC236}">
                  <a16:creationId xmlns:a16="http://schemas.microsoft.com/office/drawing/2014/main" id="{76F06820-06F3-A6DE-6F1D-F401986DB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31"/>
              <a:ext cx="21" cy="23"/>
            </a:xfrm>
            <a:custGeom>
              <a:avLst/>
              <a:gdLst>
                <a:gd name="T0" fmla="*/ 0 w 147"/>
                <a:gd name="T1" fmla="*/ 0 h 164"/>
                <a:gd name="T2" fmla="*/ 0 w 147"/>
                <a:gd name="T3" fmla="*/ 0 h 164"/>
                <a:gd name="T4" fmla="*/ 0 w 147"/>
                <a:gd name="T5" fmla="*/ 0 h 164"/>
                <a:gd name="T6" fmla="*/ 0 w 147"/>
                <a:gd name="T7" fmla="*/ 0 h 164"/>
                <a:gd name="T8" fmla="*/ 0 w 147"/>
                <a:gd name="T9" fmla="*/ 0 h 164"/>
                <a:gd name="T10" fmla="*/ 0 w 147"/>
                <a:gd name="T11" fmla="*/ 0 h 164"/>
                <a:gd name="T12" fmla="*/ 0 w 147"/>
                <a:gd name="T13" fmla="*/ 0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7"/>
                <a:gd name="T22" fmla="*/ 0 h 164"/>
                <a:gd name="T23" fmla="*/ 147 w 147"/>
                <a:gd name="T24" fmla="*/ 164 h 1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7" h="164">
                  <a:moveTo>
                    <a:pt x="0" y="132"/>
                  </a:moveTo>
                  <a:lnTo>
                    <a:pt x="55" y="148"/>
                  </a:lnTo>
                  <a:lnTo>
                    <a:pt x="110" y="164"/>
                  </a:lnTo>
                  <a:lnTo>
                    <a:pt x="147" y="31"/>
                  </a:lnTo>
                  <a:lnTo>
                    <a:pt x="92" y="15"/>
                  </a:lnTo>
                  <a:lnTo>
                    <a:pt x="37" y="0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7" name="Freeform 1306">
              <a:extLst>
                <a:ext uri="{FF2B5EF4-FFF2-40B4-BE49-F238E27FC236}">
                  <a16:creationId xmlns:a16="http://schemas.microsoft.com/office/drawing/2014/main" id="{9DAACE30-E52D-5916-F130-7A51A4AFE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3433"/>
              <a:ext cx="8" cy="2"/>
            </a:xfrm>
            <a:custGeom>
              <a:avLst/>
              <a:gdLst>
                <a:gd name="T0" fmla="*/ 0 w 56"/>
                <a:gd name="T1" fmla="*/ 0 h 16"/>
                <a:gd name="T2" fmla="*/ 0 w 56"/>
                <a:gd name="T3" fmla="*/ 0 h 16"/>
                <a:gd name="T4" fmla="*/ 0 w 56"/>
                <a:gd name="T5" fmla="*/ 0 h 16"/>
                <a:gd name="T6" fmla="*/ 0 w 5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16"/>
                <a:gd name="T14" fmla="*/ 56 w 5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16">
                  <a:moveTo>
                    <a:pt x="0" y="0"/>
                  </a:moveTo>
                  <a:lnTo>
                    <a:pt x="55" y="16"/>
                  </a:lnTo>
                  <a:lnTo>
                    <a:pt x="56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" name="Line 1307">
              <a:extLst>
                <a:ext uri="{FF2B5EF4-FFF2-40B4-BE49-F238E27FC236}">
                  <a16:creationId xmlns:a16="http://schemas.microsoft.com/office/drawing/2014/main" id="{81C141F8-1C74-1DE2-B853-41D507AB4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7" y="343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9" name="Freeform 1308">
              <a:extLst>
                <a:ext uri="{FF2B5EF4-FFF2-40B4-BE49-F238E27FC236}">
                  <a16:creationId xmlns:a16="http://schemas.microsoft.com/office/drawing/2014/main" id="{27E9B4CB-35ED-CB21-AF49-CE0F95CA1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3412"/>
              <a:ext cx="19" cy="23"/>
            </a:xfrm>
            <a:custGeom>
              <a:avLst/>
              <a:gdLst>
                <a:gd name="T0" fmla="*/ 0 w 139"/>
                <a:gd name="T1" fmla="*/ 0 h 157"/>
                <a:gd name="T2" fmla="*/ 0 w 139"/>
                <a:gd name="T3" fmla="*/ 0 h 157"/>
                <a:gd name="T4" fmla="*/ 0 w 139"/>
                <a:gd name="T5" fmla="*/ 0 h 157"/>
                <a:gd name="T6" fmla="*/ 0 w 139"/>
                <a:gd name="T7" fmla="*/ 0 h 157"/>
                <a:gd name="T8" fmla="*/ 0 w 139"/>
                <a:gd name="T9" fmla="*/ 0 h 157"/>
                <a:gd name="T10" fmla="*/ 0 w 139"/>
                <a:gd name="T11" fmla="*/ 0 h 157"/>
                <a:gd name="T12" fmla="*/ 0 w 139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9"/>
                <a:gd name="T22" fmla="*/ 0 h 157"/>
                <a:gd name="T23" fmla="*/ 139 w 139"/>
                <a:gd name="T24" fmla="*/ 157 h 1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9" h="157">
                  <a:moveTo>
                    <a:pt x="0" y="134"/>
                  </a:moveTo>
                  <a:lnTo>
                    <a:pt x="56" y="145"/>
                  </a:lnTo>
                  <a:lnTo>
                    <a:pt x="112" y="157"/>
                  </a:lnTo>
                  <a:lnTo>
                    <a:pt x="139" y="22"/>
                  </a:lnTo>
                  <a:lnTo>
                    <a:pt x="83" y="11"/>
                  </a:lnTo>
                  <a:lnTo>
                    <a:pt x="27" y="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0" name="Freeform 1309">
              <a:extLst>
                <a:ext uri="{FF2B5EF4-FFF2-40B4-BE49-F238E27FC236}">
                  <a16:creationId xmlns:a16="http://schemas.microsoft.com/office/drawing/2014/main" id="{8BD19B7B-4E77-2F0C-EE29-0E99F8B18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3412"/>
              <a:ext cx="19" cy="23"/>
            </a:xfrm>
            <a:custGeom>
              <a:avLst/>
              <a:gdLst>
                <a:gd name="T0" fmla="*/ 0 w 139"/>
                <a:gd name="T1" fmla="*/ 0 h 157"/>
                <a:gd name="T2" fmla="*/ 0 w 139"/>
                <a:gd name="T3" fmla="*/ 0 h 157"/>
                <a:gd name="T4" fmla="*/ 0 w 139"/>
                <a:gd name="T5" fmla="*/ 0 h 157"/>
                <a:gd name="T6" fmla="*/ 0 w 139"/>
                <a:gd name="T7" fmla="*/ 0 h 157"/>
                <a:gd name="T8" fmla="*/ 0 w 139"/>
                <a:gd name="T9" fmla="*/ 0 h 157"/>
                <a:gd name="T10" fmla="*/ 0 w 139"/>
                <a:gd name="T11" fmla="*/ 0 h 157"/>
                <a:gd name="T12" fmla="*/ 0 w 139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9"/>
                <a:gd name="T22" fmla="*/ 0 h 157"/>
                <a:gd name="T23" fmla="*/ 139 w 139"/>
                <a:gd name="T24" fmla="*/ 157 h 1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9" h="157">
                  <a:moveTo>
                    <a:pt x="0" y="134"/>
                  </a:moveTo>
                  <a:lnTo>
                    <a:pt x="56" y="145"/>
                  </a:lnTo>
                  <a:lnTo>
                    <a:pt x="112" y="157"/>
                  </a:lnTo>
                  <a:lnTo>
                    <a:pt x="139" y="22"/>
                  </a:lnTo>
                  <a:lnTo>
                    <a:pt x="83" y="11"/>
                  </a:lnTo>
                  <a:lnTo>
                    <a:pt x="27" y="0"/>
                  </a:lnTo>
                  <a:lnTo>
                    <a:pt x="0" y="13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1" name="Freeform 1310">
              <a:extLst>
                <a:ext uri="{FF2B5EF4-FFF2-40B4-BE49-F238E27FC236}">
                  <a16:creationId xmlns:a16="http://schemas.microsoft.com/office/drawing/2014/main" id="{94854403-7F6A-05E4-EF36-D961C01E7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3414"/>
              <a:ext cx="8" cy="1"/>
            </a:xfrm>
            <a:custGeom>
              <a:avLst/>
              <a:gdLst>
                <a:gd name="T0" fmla="*/ 0 w 56"/>
                <a:gd name="T1" fmla="*/ 0 h 11"/>
                <a:gd name="T2" fmla="*/ 0 w 56"/>
                <a:gd name="T3" fmla="*/ 0 h 11"/>
                <a:gd name="T4" fmla="*/ 0 w 56"/>
                <a:gd name="T5" fmla="*/ 0 h 11"/>
                <a:gd name="T6" fmla="*/ 0 w 56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11"/>
                <a:gd name="T14" fmla="*/ 56 w 56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11">
                  <a:moveTo>
                    <a:pt x="0" y="0"/>
                  </a:moveTo>
                  <a:lnTo>
                    <a:pt x="56" y="11"/>
                  </a:lnTo>
                  <a:lnTo>
                    <a:pt x="56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1311">
              <a:extLst>
                <a:ext uri="{FF2B5EF4-FFF2-40B4-BE49-F238E27FC236}">
                  <a16:creationId xmlns:a16="http://schemas.microsoft.com/office/drawing/2014/main" id="{D084655F-2FDD-9FCD-B965-611C02F7A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1" y="341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Freeform 1312">
              <a:extLst>
                <a:ext uri="{FF2B5EF4-FFF2-40B4-BE49-F238E27FC236}">
                  <a16:creationId xmlns:a16="http://schemas.microsoft.com/office/drawing/2014/main" id="{5964F9CB-7334-2B9D-ABD1-7F5A5BAB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393"/>
              <a:ext cx="19" cy="22"/>
            </a:xfrm>
            <a:custGeom>
              <a:avLst/>
              <a:gdLst>
                <a:gd name="T0" fmla="*/ 0 w 129"/>
                <a:gd name="T1" fmla="*/ 0 h 150"/>
                <a:gd name="T2" fmla="*/ 0 w 129"/>
                <a:gd name="T3" fmla="*/ 0 h 150"/>
                <a:gd name="T4" fmla="*/ 0 w 129"/>
                <a:gd name="T5" fmla="*/ 0 h 150"/>
                <a:gd name="T6" fmla="*/ 0 w 129"/>
                <a:gd name="T7" fmla="*/ 0 h 150"/>
                <a:gd name="T8" fmla="*/ 0 w 129"/>
                <a:gd name="T9" fmla="*/ 0 h 150"/>
                <a:gd name="T10" fmla="*/ 0 w 129"/>
                <a:gd name="T11" fmla="*/ 0 h 150"/>
                <a:gd name="T12" fmla="*/ 0 w 129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9"/>
                <a:gd name="T22" fmla="*/ 0 h 150"/>
                <a:gd name="T23" fmla="*/ 129 w 129"/>
                <a:gd name="T24" fmla="*/ 150 h 1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9" h="150">
                  <a:moveTo>
                    <a:pt x="0" y="136"/>
                  </a:moveTo>
                  <a:lnTo>
                    <a:pt x="56" y="143"/>
                  </a:lnTo>
                  <a:lnTo>
                    <a:pt x="112" y="150"/>
                  </a:lnTo>
                  <a:lnTo>
                    <a:pt x="129" y="14"/>
                  </a:lnTo>
                  <a:lnTo>
                    <a:pt x="73" y="7"/>
                  </a:lnTo>
                  <a:lnTo>
                    <a:pt x="16" y="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" name="Freeform 1313">
              <a:extLst>
                <a:ext uri="{FF2B5EF4-FFF2-40B4-BE49-F238E27FC236}">
                  <a16:creationId xmlns:a16="http://schemas.microsoft.com/office/drawing/2014/main" id="{7E567934-ACE4-AEA1-F49D-76D162D70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393"/>
              <a:ext cx="19" cy="22"/>
            </a:xfrm>
            <a:custGeom>
              <a:avLst/>
              <a:gdLst>
                <a:gd name="T0" fmla="*/ 0 w 129"/>
                <a:gd name="T1" fmla="*/ 0 h 150"/>
                <a:gd name="T2" fmla="*/ 0 w 129"/>
                <a:gd name="T3" fmla="*/ 0 h 150"/>
                <a:gd name="T4" fmla="*/ 0 w 129"/>
                <a:gd name="T5" fmla="*/ 0 h 150"/>
                <a:gd name="T6" fmla="*/ 0 w 129"/>
                <a:gd name="T7" fmla="*/ 0 h 150"/>
                <a:gd name="T8" fmla="*/ 0 w 129"/>
                <a:gd name="T9" fmla="*/ 0 h 150"/>
                <a:gd name="T10" fmla="*/ 0 w 129"/>
                <a:gd name="T11" fmla="*/ 0 h 150"/>
                <a:gd name="T12" fmla="*/ 0 w 129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9"/>
                <a:gd name="T22" fmla="*/ 0 h 150"/>
                <a:gd name="T23" fmla="*/ 129 w 129"/>
                <a:gd name="T24" fmla="*/ 150 h 1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9" h="150">
                  <a:moveTo>
                    <a:pt x="0" y="136"/>
                  </a:moveTo>
                  <a:lnTo>
                    <a:pt x="56" y="143"/>
                  </a:lnTo>
                  <a:lnTo>
                    <a:pt x="112" y="150"/>
                  </a:lnTo>
                  <a:lnTo>
                    <a:pt x="129" y="14"/>
                  </a:lnTo>
                  <a:lnTo>
                    <a:pt x="73" y="7"/>
                  </a:lnTo>
                  <a:lnTo>
                    <a:pt x="16" y="0"/>
                  </a:lnTo>
                  <a:lnTo>
                    <a:pt x="0" y="136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" name="Freeform 1314">
              <a:extLst>
                <a:ext uri="{FF2B5EF4-FFF2-40B4-BE49-F238E27FC236}">
                  <a16:creationId xmlns:a16="http://schemas.microsoft.com/office/drawing/2014/main" id="{452D7C3E-74C6-E69E-59F9-45D8AAA3F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394"/>
              <a:ext cx="8" cy="1"/>
            </a:xfrm>
            <a:custGeom>
              <a:avLst/>
              <a:gdLst>
                <a:gd name="T0" fmla="*/ 0 w 56"/>
                <a:gd name="T1" fmla="*/ 0 h 7"/>
                <a:gd name="T2" fmla="*/ 0 w 56"/>
                <a:gd name="T3" fmla="*/ 0 h 7"/>
                <a:gd name="T4" fmla="*/ 0 w 56"/>
                <a:gd name="T5" fmla="*/ 0 h 7"/>
                <a:gd name="T6" fmla="*/ 0 w 56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7"/>
                <a:gd name="T14" fmla="*/ 56 w 56"/>
                <a:gd name="T15" fmla="*/ 7 h 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7">
                  <a:moveTo>
                    <a:pt x="0" y="0"/>
                  </a:moveTo>
                  <a:lnTo>
                    <a:pt x="56" y="7"/>
                  </a:lnTo>
                  <a:lnTo>
                    <a:pt x="5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1315">
              <a:extLst>
                <a:ext uri="{FF2B5EF4-FFF2-40B4-BE49-F238E27FC236}">
                  <a16:creationId xmlns:a16="http://schemas.microsoft.com/office/drawing/2014/main" id="{69B98240-2E3B-A6DE-2E59-34E528E87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3395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7" name="Freeform 1316">
              <a:extLst>
                <a:ext uri="{FF2B5EF4-FFF2-40B4-BE49-F238E27FC236}">
                  <a16:creationId xmlns:a16="http://schemas.microsoft.com/office/drawing/2014/main" id="{760051B5-9C15-586C-50BE-AB60EC82C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4"/>
              <a:ext cx="16" cy="21"/>
            </a:xfrm>
            <a:custGeom>
              <a:avLst/>
              <a:gdLst>
                <a:gd name="T0" fmla="*/ 0 w 117"/>
                <a:gd name="T1" fmla="*/ 0 h 141"/>
                <a:gd name="T2" fmla="*/ 0 w 117"/>
                <a:gd name="T3" fmla="*/ 0 h 141"/>
                <a:gd name="T4" fmla="*/ 0 w 117"/>
                <a:gd name="T5" fmla="*/ 0 h 141"/>
                <a:gd name="T6" fmla="*/ 0 w 117"/>
                <a:gd name="T7" fmla="*/ 0 h 141"/>
                <a:gd name="T8" fmla="*/ 0 w 117"/>
                <a:gd name="T9" fmla="*/ 0 h 141"/>
                <a:gd name="T10" fmla="*/ 0 w 117"/>
                <a:gd name="T11" fmla="*/ 0 h 141"/>
                <a:gd name="T12" fmla="*/ 0 w 11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"/>
                <a:gd name="T22" fmla="*/ 0 h 141"/>
                <a:gd name="T23" fmla="*/ 117 w 117"/>
                <a:gd name="T24" fmla="*/ 141 h 1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" h="141">
                  <a:moveTo>
                    <a:pt x="0" y="137"/>
                  </a:moveTo>
                  <a:lnTo>
                    <a:pt x="57" y="139"/>
                  </a:lnTo>
                  <a:lnTo>
                    <a:pt x="113" y="141"/>
                  </a:lnTo>
                  <a:lnTo>
                    <a:pt x="117" y="4"/>
                  </a:lnTo>
                  <a:lnTo>
                    <a:pt x="61" y="2"/>
                  </a:lnTo>
                  <a:lnTo>
                    <a:pt x="5" y="0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8" name="Freeform 1317">
              <a:extLst>
                <a:ext uri="{FF2B5EF4-FFF2-40B4-BE49-F238E27FC236}">
                  <a16:creationId xmlns:a16="http://schemas.microsoft.com/office/drawing/2014/main" id="{E918471F-6062-8C9B-C70B-BF1E31819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4"/>
              <a:ext cx="16" cy="21"/>
            </a:xfrm>
            <a:custGeom>
              <a:avLst/>
              <a:gdLst>
                <a:gd name="T0" fmla="*/ 0 w 117"/>
                <a:gd name="T1" fmla="*/ 0 h 141"/>
                <a:gd name="T2" fmla="*/ 0 w 117"/>
                <a:gd name="T3" fmla="*/ 0 h 141"/>
                <a:gd name="T4" fmla="*/ 0 w 117"/>
                <a:gd name="T5" fmla="*/ 0 h 141"/>
                <a:gd name="T6" fmla="*/ 0 w 117"/>
                <a:gd name="T7" fmla="*/ 0 h 141"/>
                <a:gd name="T8" fmla="*/ 0 w 117"/>
                <a:gd name="T9" fmla="*/ 0 h 141"/>
                <a:gd name="T10" fmla="*/ 0 w 117"/>
                <a:gd name="T11" fmla="*/ 0 h 141"/>
                <a:gd name="T12" fmla="*/ 0 w 11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7"/>
                <a:gd name="T22" fmla="*/ 0 h 141"/>
                <a:gd name="T23" fmla="*/ 117 w 117"/>
                <a:gd name="T24" fmla="*/ 141 h 1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7" h="141">
                  <a:moveTo>
                    <a:pt x="0" y="137"/>
                  </a:moveTo>
                  <a:lnTo>
                    <a:pt x="57" y="139"/>
                  </a:lnTo>
                  <a:lnTo>
                    <a:pt x="113" y="141"/>
                  </a:lnTo>
                  <a:lnTo>
                    <a:pt x="117" y="4"/>
                  </a:lnTo>
                  <a:lnTo>
                    <a:pt x="61" y="2"/>
                  </a:lnTo>
                  <a:lnTo>
                    <a:pt x="5" y="0"/>
                  </a:lnTo>
                  <a:lnTo>
                    <a:pt x="0" y="13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9" name="Freeform 1318">
              <a:extLst>
                <a:ext uri="{FF2B5EF4-FFF2-40B4-BE49-F238E27FC236}">
                  <a16:creationId xmlns:a16="http://schemas.microsoft.com/office/drawing/2014/main" id="{8272659A-7256-908D-3D6C-CCB3F6CEB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" y="3374"/>
              <a:ext cx="8" cy="1"/>
            </a:xfrm>
            <a:custGeom>
              <a:avLst/>
              <a:gdLst>
                <a:gd name="T0" fmla="*/ 0 w 56"/>
                <a:gd name="T1" fmla="*/ 0 h 4"/>
                <a:gd name="T2" fmla="*/ 0 w 56"/>
                <a:gd name="T3" fmla="*/ 0 h 4"/>
                <a:gd name="T4" fmla="*/ 0 w 56"/>
                <a:gd name="T5" fmla="*/ 0 h 4"/>
                <a:gd name="T6" fmla="*/ 0 w 5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4"/>
                <a:gd name="T14" fmla="*/ 56 w 56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4">
                  <a:moveTo>
                    <a:pt x="0" y="2"/>
                  </a:moveTo>
                  <a:lnTo>
                    <a:pt x="56" y="4"/>
                  </a:lnTo>
                  <a:lnTo>
                    <a:pt x="5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0" name="Line 1319">
              <a:extLst>
                <a:ext uri="{FF2B5EF4-FFF2-40B4-BE49-F238E27FC236}">
                  <a16:creationId xmlns:a16="http://schemas.microsoft.com/office/drawing/2014/main" id="{F15483B9-6C49-734C-0058-FF17C7A9C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4" y="337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1" name="Line 1320">
              <a:extLst>
                <a:ext uri="{FF2B5EF4-FFF2-40B4-BE49-F238E27FC236}">
                  <a16:creationId xmlns:a16="http://schemas.microsoft.com/office/drawing/2014/main" id="{F257173F-EB25-50DD-352E-ED6290E6D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125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" name="Line 1321">
              <a:extLst>
                <a:ext uri="{FF2B5EF4-FFF2-40B4-BE49-F238E27FC236}">
                  <a16:creationId xmlns:a16="http://schemas.microsoft.com/office/drawing/2014/main" id="{CA0638B7-9026-25B4-7F07-885FAD66B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624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" name="Line 1322">
              <a:extLst>
                <a:ext uri="{FF2B5EF4-FFF2-40B4-BE49-F238E27FC236}">
                  <a16:creationId xmlns:a16="http://schemas.microsoft.com/office/drawing/2014/main" id="{EF315D0D-A6EF-D58D-95D5-30E0677CF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3125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" name="Line 1323">
              <a:extLst>
                <a:ext uri="{FF2B5EF4-FFF2-40B4-BE49-F238E27FC236}">
                  <a16:creationId xmlns:a16="http://schemas.microsoft.com/office/drawing/2014/main" id="{6BDBA63B-29BE-4B51-50A1-A060C6B7D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3125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5" name="Line 1324">
              <a:extLst>
                <a:ext uri="{FF2B5EF4-FFF2-40B4-BE49-F238E27FC236}">
                  <a16:creationId xmlns:a16="http://schemas.microsoft.com/office/drawing/2014/main" id="{B44C180B-67C9-2840-7AA0-45CF673B8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125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6" name="Line 1325">
              <a:extLst>
                <a:ext uri="{FF2B5EF4-FFF2-40B4-BE49-F238E27FC236}">
                  <a16:creationId xmlns:a16="http://schemas.microsoft.com/office/drawing/2014/main" id="{3C3DBABA-6B40-F8D0-CBC1-69D921440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3624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Line 1326">
              <a:extLst>
                <a:ext uri="{FF2B5EF4-FFF2-40B4-BE49-F238E27FC236}">
                  <a16:creationId xmlns:a16="http://schemas.microsoft.com/office/drawing/2014/main" id="{F284B3D0-BD15-46D5-2473-54ACEC3F3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3624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8" name="Line 1327">
              <a:extLst>
                <a:ext uri="{FF2B5EF4-FFF2-40B4-BE49-F238E27FC236}">
                  <a16:creationId xmlns:a16="http://schemas.microsoft.com/office/drawing/2014/main" id="{4536F3BF-A648-2EE0-3D17-E77F5CF03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624"/>
              <a:ext cx="3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9" name="Line 1328">
              <a:extLst>
                <a:ext uri="{FF2B5EF4-FFF2-40B4-BE49-F238E27FC236}">
                  <a16:creationId xmlns:a16="http://schemas.microsoft.com/office/drawing/2014/main" id="{CC84EAF2-1285-CDB3-1ADA-8625E961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3509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0" name="Line 1329">
              <a:extLst>
                <a:ext uri="{FF2B5EF4-FFF2-40B4-BE49-F238E27FC236}">
                  <a16:creationId xmlns:a16="http://schemas.microsoft.com/office/drawing/2014/main" id="{7467A442-1B5F-783E-7577-1968152EC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3509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" name="Line 1330">
              <a:extLst>
                <a:ext uri="{FF2B5EF4-FFF2-40B4-BE49-F238E27FC236}">
                  <a16:creationId xmlns:a16="http://schemas.microsoft.com/office/drawing/2014/main" id="{BDE52339-51AD-09F8-FF48-4EC4336D5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509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2" name="Line 1331">
              <a:extLst>
                <a:ext uri="{FF2B5EF4-FFF2-40B4-BE49-F238E27FC236}">
                  <a16:creationId xmlns:a16="http://schemas.microsoft.com/office/drawing/2014/main" id="{347E48C8-EF99-211D-6145-FC895C495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509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" name="Line 1332">
              <a:extLst>
                <a:ext uri="{FF2B5EF4-FFF2-40B4-BE49-F238E27FC236}">
                  <a16:creationId xmlns:a16="http://schemas.microsoft.com/office/drawing/2014/main" id="{51206229-88C7-9237-E6CB-4B97D5D24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3509"/>
              <a:ext cx="5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" name="Line 1333">
              <a:extLst>
                <a:ext uri="{FF2B5EF4-FFF2-40B4-BE49-F238E27FC236}">
                  <a16:creationId xmlns:a16="http://schemas.microsoft.com/office/drawing/2014/main" id="{31FC4992-A8C0-2503-C4DC-B208B29CC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3241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5" name="Line 1334">
              <a:extLst>
                <a:ext uri="{FF2B5EF4-FFF2-40B4-BE49-F238E27FC236}">
                  <a16:creationId xmlns:a16="http://schemas.microsoft.com/office/drawing/2014/main" id="{004B1323-3E85-768D-69B4-78451DC34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3241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6" name="Line 1335">
              <a:extLst>
                <a:ext uri="{FF2B5EF4-FFF2-40B4-BE49-F238E27FC236}">
                  <a16:creationId xmlns:a16="http://schemas.microsoft.com/office/drawing/2014/main" id="{EC9CDBE1-32D1-EBED-F324-7101B7EA2B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6" y="3241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7" name="Line 1336">
              <a:extLst>
                <a:ext uri="{FF2B5EF4-FFF2-40B4-BE49-F238E27FC236}">
                  <a16:creationId xmlns:a16="http://schemas.microsoft.com/office/drawing/2014/main" id="{91268541-9BC3-2969-28C2-20C736EBD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41"/>
              <a:ext cx="4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8" name="Line 1337">
              <a:extLst>
                <a:ext uri="{FF2B5EF4-FFF2-40B4-BE49-F238E27FC236}">
                  <a16:creationId xmlns:a16="http://schemas.microsoft.com/office/drawing/2014/main" id="{44B1C6D0-502A-9EBB-AEE0-80BA81B68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3241"/>
              <a:ext cx="5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Line 1338">
              <a:extLst>
                <a:ext uri="{FF2B5EF4-FFF2-40B4-BE49-F238E27FC236}">
                  <a16:creationId xmlns:a16="http://schemas.microsoft.com/office/drawing/2014/main" id="{4ED880F6-BF8B-83F2-F2BD-769D78F33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2984"/>
              <a:ext cx="53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Freeform 1339">
              <a:extLst>
                <a:ext uri="{FF2B5EF4-FFF2-40B4-BE49-F238E27FC236}">
                  <a16:creationId xmlns:a16="http://schemas.microsoft.com/office/drawing/2014/main" id="{00283851-56C3-6483-D9B8-7A86E4801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976"/>
              <a:ext cx="8" cy="16"/>
            </a:xfrm>
            <a:custGeom>
              <a:avLst/>
              <a:gdLst>
                <a:gd name="T0" fmla="*/ 0 w 56"/>
                <a:gd name="T1" fmla="*/ 0 h 113"/>
                <a:gd name="T2" fmla="*/ 0 w 56"/>
                <a:gd name="T3" fmla="*/ 0 h 113"/>
                <a:gd name="T4" fmla="*/ 0 w 56"/>
                <a:gd name="T5" fmla="*/ 0 h 113"/>
                <a:gd name="T6" fmla="*/ 0 w 56"/>
                <a:gd name="T7" fmla="*/ 0 h 113"/>
                <a:gd name="T8" fmla="*/ 0 w 56"/>
                <a:gd name="T9" fmla="*/ 0 h 113"/>
                <a:gd name="T10" fmla="*/ 0 w 56"/>
                <a:gd name="T11" fmla="*/ 0 h 113"/>
                <a:gd name="T12" fmla="*/ 0 w 56"/>
                <a:gd name="T13" fmla="*/ 0 h 113"/>
                <a:gd name="T14" fmla="*/ 0 w 56"/>
                <a:gd name="T15" fmla="*/ 0 h 113"/>
                <a:gd name="T16" fmla="*/ 0 w 56"/>
                <a:gd name="T17" fmla="*/ 0 h 113"/>
                <a:gd name="T18" fmla="*/ 0 w 56"/>
                <a:gd name="T19" fmla="*/ 0 h 113"/>
                <a:gd name="T20" fmla="*/ 0 w 56"/>
                <a:gd name="T21" fmla="*/ 0 h 113"/>
                <a:gd name="T22" fmla="*/ 0 w 56"/>
                <a:gd name="T23" fmla="*/ 0 h 113"/>
                <a:gd name="T24" fmla="*/ 0 w 56"/>
                <a:gd name="T25" fmla="*/ 0 h 113"/>
                <a:gd name="T26" fmla="*/ 0 w 56"/>
                <a:gd name="T27" fmla="*/ 0 h 113"/>
                <a:gd name="T28" fmla="*/ 0 w 56"/>
                <a:gd name="T29" fmla="*/ 0 h 113"/>
                <a:gd name="T30" fmla="*/ 0 w 56"/>
                <a:gd name="T31" fmla="*/ 0 h 113"/>
                <a:gd name="T32" fmla="*/ 0 w 56"/>
                <a:gd name="T33" fmla="*/ 0 h 1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6"/>
                <a:gd name="T52" fmla="*/ 0 h 113"/>
                <a:gd name="T53" fmla="*/ 56 w 56"/>
                <a:gd name="T54" fmla="*/ 113 h 1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6" h="113">
                  <a:moveTo>
                    <a:pt x="56" y="57"/>
                  </a:moveTo>
                  <a:lnTo>
                    <a:pt x="56" y="113"/>
                  </a:lnTo>
                  <a:lnTo>
                    <a:pt x="44" y="112"/>
                  </a:lnTo>
                  <a:lnTo>
                    <a:pt x="32" y="108"/>
                  </a:lnTo>
                  <a:lnTo>
                    <a:pt x="22" y="101"/>
                  </a:lnTo>
                  <a:lnTo>
                    <a:pt x="13" y="92"/>
                  </a:lnTo>
                  <a:lnTo>
                    <a:pt x="6" y="82"/>
                  </a:lnTo>
                  <a:lnTo>
                    <a:pt x="1" y="70"/>
                  </a:lnTo>
                  <a:lnTo>
                    <a:pt x="0" y="57"/>
                  </a:lnTo>
                  <a:lnTo>
                    <a:pt x="1" y="45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2" y="14"/>
                  </a:lnTo>
                  <a:lnTo>
                    <a:pt x="32" y="7"/>
                  </a:lnTo>
                  <a:lnTo>
                    <a:pt x="44" y="2"/>
                  </a:lnTo>
                  <a:lnTo>
                    <a:pt x="56" y="0"/>
                  </a:lnTo>
                  <a:lnTo>
                    <a:pt x="56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Freeform 1340">
              <a:extLst>
                <a:ext uri="{FF2B5EF4-FFF2-40B4-BE49-F238E27FC236}">
                  <a16:creationId xmlns:a16="http://schemas.microsoft.com/office/drawing/2014/main" id="{FDACC2C1-BF3F-CB45-8A86-63B5FB81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976"/>
              <a:ext cx="8" cy="16"/>
            </a:xfrm>
            <a:custGeom>
              <a:avLst/>
              <a:gdLst>
                <a:gd name="T0" fmla="*/ 0 w 56"/>
                <a:gd name="T1" fmla="*/ 0 h 113"/>
                <a:gd name="T2" fmla="*/ 0 w 56"/>
                <a:gd name="T3" fmla="*/ 0 h 113"/>
                <a:gd name="T4" fmla="*/ 0 w 56"/>
                <a:gd name="T5" fmla="*/ 0 h 113"/>
                <a:gd name="T6" fmla="*/ 0 w 56"/>
                <a:gd name="T7" fmla="*/ 0 h 113"/>
                <a:gd name="T8" fmla="*/ 0 w 56"/>
                <a:gd name="T9" fmla="*/ 0 h 113"/>
                <a:gd name="T10" fmla="*/ 0 w 56"/>
                <a:gd name="T11" fmla="*/ 0 h 113"/>
                <a:gd name="T12" fmla="*/ 0 w 56"/>
                <a:gd name="T13" fmla="*/ 0 h 113"/>
                <a:gd name="T14" fmla="*/ 0 w 56"/>
                <a:gd name="T15" fmla="*/ 0 h 113"/>
                <a:gd name="T16" fmla="*/ 0 w 56"/>
                <a:gd name="T17" fmla="*/ 0 h 113"/>
                <a:gd name="T18" fmla="*/ 0 w 56"/>
                <a:gd name="T19" fmla="*/ 0 h 113"/>
                <a:gd name="T20" fmla="*/ 0 w 56"/>
                <a:gd name="T21" fmla="*/ 0 h 113"/>
                <a:gd name="T22" fmla="*/ 0 w 56"/>
                <a:gd name="T23" fmla="*/ 0 h 113"/>
                <a:gd name="T24" fmla="*/ 0 w 56"/>
                <a:gd name="T25" fmla="*/ 0 h 113"/>
                <a:gd name="T26" fmla="*/ 0 w 56"/>
                <a:gd name="T27" fmla="*/ 0 h 113"/>
                <a:gd name="T28" fmla="*/ 0 w 56"/>
                <a:gd name="T29" fmla="*/ 0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6"/>
                <a:gd name="T46" fmla="*/ 0 h 113"/>
                <a:gd name="T47" fmla="*/ 56 w 56"/>
                <a:gd name="T48" fmla="*/ 113 h 1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6" h="113">
                  <a:moveTo>
                    <a:pt x="56" y="113"/>
                  </a:moveTo>
                  <a:lnTo>
                    <a:pt x="44" y="112"/>
                  </a:lnTo>
                  <a:lnTo>
                    <a:pt x="32" y="108"/>
                  </a:lnTo>
                  <a:lnTo>
                    <a:pt x="22" y="101"/>
                  </a:lnTo>
                  <a:lnTo>
                    <a:pt x="13" y="92"/>
                  </a:lnTo>
                  <a:lnTo>
                    <a:pt x="6" y="82"/>
                  </a:lnTo>
                  <a:lnTo>
                    <a:pt x="1" y="70"/>
                  </a:lnTo>
                  <a:lnTo>
                    <a:pt x="0" y="57"/>
                  </a:lnTo>
                  <a:lnTo>
                    <a:pt x="1" y="45"/>
                  </a:lnTo>
                  <a:lnTo>
                    <a:pt x="6" y="33"/>
                  </a:lnTo>
                  <a:lnTo>
                    <a:pt x="13" y="23"/>
                  </a:lnTo>
                  <a:lnTo>
                    <a:pt x="22" y="14"/>
                  </a:lnTo>
                  <a:lnTo>
                    <a:pt x="32" y="7"/>
                  </a:lnTo>
                  <a:lnTo>
                    <a:pt x="44" y="2"/>
                  </a:lnTo>
                  <a:lnTo>
                    <a:pt x="5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2" name="Freeform 1341">
              <a:extLst>
                <a:ext uri="{FF2B5EF4-FFF2-40B4-BE49-F238E27FC236}">
                  <a16:creationId xmlns:a16="http://schemas.microsoft.com/office/drawing/2014/main" id="{E9A80AF5-8FF1-8B81-A2D8-22610B739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976"/>
              <a:ext cx="313" cy="16"/>
            </a:xfrm>
            <a:custGeom>
              <a:avLst/>
              <a:gdLst>
                <a:gd name="T0" fmla="*/ 0 w 2187"/>
                <a:gd name="T1" fmla="*/ 0 h 113"/>
                <a:gd name="T2" fmla="*/ 0 w 2187"/>
                <a:gd name="T3" fmla="*/ 0 h 113"/>
                <a:gd name="T4" fmla="*/ 0 w 2187"/>
                <a:gd name="T5" fmla="*/ 0 h 113"/>
                <a:gd name="T6" fmla="*/ 0 w 2187"/>
                <a:gd name="T7" fmla="*/ 0 h 113"/>
                <a:gd name="T8" fmla="*/ 0 w 2187"/>
                <a:gd name="T9" fmla="*/ 0 h 113"/>
                <a:gd name="T10" fmla="*/ 0 w 2187"/>
                <a:gd name="T11" fmla="*/ 0 h 113"/>
                <a:gd name="T12" fmla="*/ 0 w 2187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87"/>
                <a:gd name="T22" fmla="*/ 0 h 113"/>
                <a:gd name="T23" fmla="*/ 2187 w 2187"/>
                <a:gd name="T24" fmla="*/ 113 h 1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87" h="113">
                  <a:moveTo>
                    <a:pt x="0" y="0"/>
                  </a:moveTo>
                  <a:lnTo>
                    <a:pt x="0" y="57"/>
                  </a:lnTo>
                  <a:lnTo>
                    <a:pt x="0" y="113"/>
                  </a:lnTo>
                  <a:lnTo>
                    <a:pt x="2187" y="113"/>
                  </a:lnTo>
                  <a:lnTo>
                    <a:pt x="2187" y="57"/>
                  </a:lnTo>
                  <a:lnTo>
                    <a:pt x="21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" name="Freeform 1342">
              <a:extLst>
                <a:ext uri="{FF2B5EF4-FFF2-40B4-BE49-F238E27FC236}">
                  <a16:creationId xmlns:a16="http://schemas.microsoft.com/office/drawing/2014/main" id="{5106B712-EB44-30A9-E62D-A066251F1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976"/>
              <a:ext cx="313" cy="16"/>
            </a:xfrm>
            <a:custGeom>
              <a:avLst/>
              <a:gdLst>
                <a:gd name="T0" fmla="*/ 0 w 2187"/>
                <a:gd name="T1" fmla="*/ 0 h 113"/>
                <a:gd name="T2" fmla="*/ 0 w 2187"/>
                <a:gd name="T3" fmla="*/ 0 h 113"/>
                <a:gd name="T4" fmla="*/ 0 w 2187"/>
                <a:gd name="T5" fmla="*/ 0 h 113"/>
                <a:gd name="T6" fmla="*/ 0 w 2187"/>
                <a:gd name="T7" fmla="*/ 0 h 113"/>
                <a:gd name="T8" fmla="*/ 0 w 2187"/>
                <a:gd name="T9" fmla="*/ 0 h 113"/>
                <a:gd name="T10" fmla="*/ 0 w 2187"/>
                <a:gd name="T11" fmla="*/ 0 h 113"/>
                <a:gd name="T12" fmla="*/ 0 w 2187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87"/>
                <a:gd name="T22" fmla="*/ 0 h 113"/>
                <a:gd name="T23" fmla="*/ 2187 w 2187"/>
                <a:gd name="T24" fmla="*/ 113 h 1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87" h="113">
                  <a:moveTo>
                    <a:pt x="0" y="0"/>
                  </a:moveTo>
                  <a:lnTo>
                    <a:pt x="0" y="57"/>
                  </a:lnTo>
                  <a:lnTo>
                    <a:pt x="0" y="113"/>
                  </a:lnTo>
                  <a:lnTo>
                    <a:pt x="2187" y="113"/>
                  </a:lnTo>
                  <a:lnTo>
                    <a:pt x="2187" y="57"/>
                  </a:lnTo>
                  <a:lnTo>
                    <a:pt x="218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" name="Freeform 1343">
              <a:extLst>
                <a:ext uri="{FF2B5EF4-FFF2-40B4-BE49-F238E27FC236}">
                  <a16:creationId xmlns:a16="http://schemas.microsoft.com/office/drawing/2014/main" id="{B77873F0-FBF4-168A-977E-E7026FFB1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976"/>
              <a:ext cx="8" cy="16"/>
            </a:xfrm>
            <a:custGeom>
              <a:avLst/>
              <a:gdLst>
                <a:gd name="T0" fmla="*/ 0 w 57"/>
                <a:gd name="T1" fmla="*/ 0 h 113"/>
                <a:gd name="T2" fmla="*/ 0 w 57"/>
                <a:gd name="T3" fmla="*/ 0 h 113"/>
                <a:gd name="T4" fmla="*/ 0 w 57"/>
                <a:gd name="T5" fmla="*/ 0 h 113"/>
                <a:gd name="T6" fmla="*/ 0 w 57"/>
                <a:gd name="T7" fmla="*/ 0 h 113"/>
                <a:gd name="T8" fmla="*/ 0 w 57"/>
                <a:gd name="T9" fmla="*/ 0 h 113"/>
                <a:gd name="T10" fmla="*/ 0 w 57"/>
                <a:gd name="T11" fmla="*/ 0 h 113"/>
                <a:gd name="T12" fmla="*/ 0 w 57"/>
                <a:gd name="T13" fmla="*/ 0 h 113"/>
                <a:gd name="T14" fmla="*/ 0 w 57"/>
                <a:gd name="T15" fmla="*/ 0 h 113"/>
                <a:gd name="T16" fmla="*/ 0 w 57"/>
                <a:gd name="T17" fmla="*/ 0 h 113"/>
                <a:gd name="T18" fmla="*/ 0 w 57"/>
                <a:gd name="T19" fmla="*/ 0 h 113"/>
                <a:gd name="T20" fmla="*/ 0 w 57"/>
                <a:gd name="T21" fmla="*/ 0 h 113"/>
                <a:gd name="T22" fmla="*/ 0 w 57"/>
                <a:gd name="T23" fmla="*/ 0 h 113"/>
                <a:gd name="T24" fmla="*/ 0 w 57"/>
                <a:gd name="T25" fmla="*/ 0 h 113"/>
                <a:gd name="T26" fmla="*/ 0 w 57"/>
                <a:gd name="T27" fmla="*/ 0 h 113"/>
                <a:gd name="T28" fmla="*/ 0 w 57"/>
                <a:gd name="T29" fmla="*/ 0 h 113"/>
                <a:gd name="T30" fmla="*/ 0 w 57"/>
                <a:gd name="T31" fmla="*/ 0 h 113"/>
                <a:gd name="T32" fmla="*/ 0 w 57"/>
                <a:gd name="T33" fmla="*/ 0 h 11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7"/>
                <a:gd name="T52" fmla="*/ 0 h 113"/>
                <a:gd name="T53" fmla="*/ 57 w 57"/>
                <a:gd name="T54" fmla="*/ 113 h 11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7" h="113">
                  <a:moveTo>
                    <a:pt x="0" y="57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7"/>
                  </a:lnTo>
                  <a:lnTo>
                    <a:pt x="34" y="14"/>
                  </a:lnTo>
                  <a:lnTo>
                    <a:pt x="43" y="23"/>
                  </a:lnTo>
                  <a:lnTo>
                    <a:pt x="50" y="33"/>
                  </a:lnTo>
                  <a:lnTo>
                    <a:pt x="55" y="45"/>
                  </a:lnTo>
                  <a:lnTo>
                    <a:pt x="57" y="57"/>
                  </a:lnTo>
                  <a:lnTo>
                    <a:pt x="55" y="70"/>
                  </a:lnTo>
                  <a:lnTo>
                    <a:pt x="50" y="82"/>
                  </a:lnTo>
                  <a:lnTo>
                    <a:pt x="43" y="92"/>
                  </a:lnTo>
                  <a:lnTo>
                    <a:pt x="34" y="101"/>
                  </a:lnTo>
                  <a:lnTo>
                    <a:pt x="24" y="108"/>
                  </a:lnTo>
                  <a:lnTo>
                    <a:pt x="12" y="112"/>
                  </a:lnTo>
                  <a:lnTo>
                    <a:pt x="0" y="113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" name="Freeform 1344">
              <a:extLst>
                <a:ext uri="{FF2B5EF4-FFF2-40B4-BE49-F238E27FC236}">
                  <a16:creationId xmlns:a16="http://schemas.microsoft.com/office/drawing/2014/main" id="{64AC414B-5523-A0D5-A78E-26321EAF7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976"/>
              <a:ext cx="8" cy="16"/>
            </a:xfrm>
            <a:custGeom>
              <a:avLst/>
              <a:gdLst>
                <a:gd name="T0" fmla="*/ 0 w 57"/>
                <a:gd name="T1" fmla="*/ 0 h 113"/>
                <a:gd name="T2" fmla="*/ 0 w 57"/>
                <a:gd name="T3" fmla="*/ 0 h 113"/>
                <a:gd name="T4" fmla="*/ 0 w 57"/>
                <a:gd name="T5" fmla="*/ 0 h 113"/>
                <a:gd name="T6" fmla="*/ 0 w 57"/>
                <a:gd name="T7" fmla="*/ 0 h 113"/>
                <a:gd name="T8" fmla="*/ 0 w 57"/>
                <a:gd name="T9" fmla="*/ 0 h 113"/>
                <a:gd name="T10" fmla="*/ 0 w 57"/>
                <a:gd name="T11" fmla="*/ 0 h 113"/>
                <a:gd name="T12" fmla="*/ 0 w 57"/>
                <a:gd name="T13" fmla="*/ 0 h 113"/>
                <a:gd name="T14" fmla="*/ 0 w 57"/>
                <a:gd name="T15" fmla="*/ 0 h 113"/>
                <a:gd name="T16" fmla="*/ 0 w 57"/>
                <a:gd name="T17" fmla="*/ 0 h 113"/>
                <a:gd name="T18" fmla="*/ 0 w 57"/>
                <a:gd name="T19" fmla="*/ 0 h 113"/>
                <a:gd name="T20" fmla="*/ 0 w 57"/>
                <a:gd name="T21" fmla="*/ 0 h 113"/>
                <a:gd name="T22" fmla="*/ 0 w 57"/>
                <a:gd name="T23" fmla="*/ 0 h 113"/>
                <a:gd name="T24" fmla="*/ 0 w 57"/>
                <a:gd name="T25" fmla="*/ 0 h 113"/>
                <a:gd name="T26" fmla="*/ 0 w 57"/>
                <a:gd name="T27" fmla="*/ 0 h 113"/>
                <a:gd name="T28" fmla="*/ 0 w 57"/>
                <a:gd name="T29" fmla="*/ 0 h 1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7"/>
                <a:gd name="T46" fmla="*/ 0 h 113"/>
                <a:gd name="T47" fmla="*/ 57 w 57"/>
                <a:gd name="T48" fmla="*/ 113 h 1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7" h="113">
                  <a:moveTo>
                    <a:pt x="0" y="0"/>
                  </a:moveTo>
                  <a:lnTo>
                    <a:pt x="12" y="2"/>
                  </a:lnTo>
                  <a:lnTo>
                    <a:pt x="24" y="7"/>
                  </a:lnTo>
                  <a:lnTo>
                    <a:pt x="34" y="14"/>
                  </a:lnTo>
                  <a:lnTo>
                    <a:pt x="43" y="23"/>
                  </a:lnTo>
                  <a:lnTo>
                    <a:pt x="50" y="33"/>
                  </a:lnTo>
                  <a:lnTo>
                    <a:pt x="55" y="45"/>
                  </a:lnTo>
                  <a:lnTo>
                    <a:pt x="57" y="57"/>
                  </a:lnTo>
                  <a:lnTo>
                    <a:pt x="55" y="70"/>
                  </a:lnTo>
                  <a:lnTo>
                    <a:pt x="50" y="82"/>
                  </a:lnTo>
                  <a:lnTo>
                    <a:pt x="43" y="92"/>
                  </a:lnTo>
                  <a:lnTo>
                    <a:pt x="34" y="101"/>
                  </a:lnTo>
                  <a:lnTo>
                    <a:pt x="24" y="108"/>
                  </a:lnTo>
                  <a:lnTo>
                    <a:pt x="12" y="112"/>
                  </a:lnTo>
                  <a:lnTo>
                    <a:pt x="0" y="1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" name="Freeform 1345">
              <a:extLst>
                <a:ext uri="{FF2B5EF4-FFF2-40B4-BE49-F238E27FC236}">
                  <a16:creationId xmlns:a16="http://schemas.microsoft.com/office/drawing/2014/main" id="{977E5CF4-6380-D1C7-2F8B-BF55504A5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975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" name="Freeform 1346">
              <a:extLst>
                <a:ext uri="{FF2B5EF4-FFF2-40B4-BE49-F238E27FC236}">
                  <a16:creationId xmlns:a16="http://schemas.microsoft.com/office/drawing/2014/main" id="{07F09C49-2B47-410D-9509-C36FD18FC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975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Freeform 1347">
              <a:extLst>
                <a:ext uri="{FF2B5EF4-FFF2-40B4-BE49-F238E27FC236}">
                  <a16:creationId xmlns:a16="http://schemas.microsoft.com/office/drawing/2014/main" id="{55E37817-C7BC-8F0B-13CA-62ED0BC0E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116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" name="Freeform 1348">
              <a:extLst>
                <a:ext uri="{FF2B5EF4-FFF2-40B4-BE49-F238E27FC236}">
                  <a16:creationId xmlns:a16="http://schemas.microsoft.com/office/drawing/2014/main" id="{F1E49124-D3C4-F47A-1A12-9E6314996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116"/>
              <a:ext cx="56" cy="18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0" name="Freeform 1349">
              <a:extLst>
                <a:ext uri="{FF2B5EF4-FFF2-40B4-BE49-F238E27FC236}">
                  <a16:creationId xmlns:a16="http://schemas.microsoft.com/office/drawing/2014/main" id="{D9336812-B18B-FA88-AEB6-BCE8158A7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231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Freeform 1350">
              <a:extLst>
                <a:ext uri="{FF2B5EF4-FFF2-40B4-BE49-F238E27FC236}">
                  <a16:creationId xmlns:a16="http://schemas.microsoft.com/office/drawing/2014/main" id="{7166E656-F660-FE8D-8583-EE6E13103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231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2" name="Freeform 1351">
              <a:extLst>
                <a:ext uri="{FF2B5EF4-FFF2-40B4-BE49-F238E27FC236}">
                  <a16:creationId xmlns:a16="http://schemas.microsoft.com/office/drawing/2014/main" id="{C2696D97-C4CE-DA9A-A950-6221DCC63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499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" name="Freeform 1352">
              <a:extLst>
                <a:ext uri="{FF2B5EF4-FFF2-40B4-BE49-F238E27FC236}">
                  <a16:creationId xmlns:a16="http://schemas.microsoft.com/office/drawing/2014/main" id="{55C37E55-1776-1112-CFA8-7FA2FC31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499"/>
              <a:ext cx="56" cy="19"/>
            </a:xfrm>
            <a:custGeom>
              <a:avLst/>
              <a:gdLst>
                <a:gd name="T0" fmla="*/ 0 w 391"/>
                <a:gd name="T1" fmla="*/ 0 h 130"/>
                <a:gd name="T2" fmla="*/ 0 w 391"/>
                <a:gd name="T3" fmla="*/ 0 h 130"/>
                <a:gd name="T4" fmla="*/ 0 w 391"/>
                <a:gd name="T5" fmla="*/ 0 h 130"/>
                <a:gd name="T6" fmla="*/ 0 w 391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0"/>
                <a:gd name="T14" fmla="*/ 391 w 391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0">
                  <a:moveTo>
                    <a:pt x="0" y="0"/>
                  </a:moveTo>
                  <a:lnTo>
                    <a:pt x="0" y="130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" name="Freeform 1353">
              <a:extLst>
                <a:ext uri="{FF2B5EF4-FFF2-40B4-BE49-F238E27FC236}">
                  <a16:creationId xmlns:a16="http://schemas.microsoft.com/office/drawing/2014/main" id="{64F85F7A-B20A-1C73-D8CF-C200F0134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615"/>
              <a:ext cx="56" cy="19"/>
            </a:xfrm>
            <a:custGeom>
              <a:avLst/>
              <a:gdLst>
                <a:gd name="T0" fmla="*/ 0 w 391"/>
                <a:gd name="T1" fmla="*/ 0 h 131"/>
                <a:gd name="T2" fmla="*/ 0 w 391"/>
                <a:gd name="T3" fmla="*/ 0 h 131"/>
                <a:gd name="T4" fmla="*/ 0 w 391"/>
                <a:gd name="T5" fmla="*/ 0 h 131"/>
                <a:gd name="T6" fmla="*/ 0 w 391"/>
                <a:gd name="T7" fmla="*/ 0 h 1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1"/>
                <a:gd name="T14" fmla="*/ 391 w 391"/>
                <a:gd name="T15" fmla="*/ 131 h 1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1">
                  <a:moveTo>
                    <a:pt x="0" y="0"/>
                  </a:moveTo>
                  <a:lnTo>
                    <a:pt x="0" y="131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5" name="Freeform 1354">
              <a:extLst>
                <a:ext uri="{FF2B5EF4-FFF2-40B4-BE49-F238E27FC236}">
                  <a16:creationId xmlns:a16="http://schemas.microsoft.com/office/drawing/2014/main" id="{79DEF932-864B-CDB6-E641-FF3E586ED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615"/>
              <a:ext cx="56" cy="19"/>
            </a:xfrm>
            <a:custGeom>
              <a:avLst/>
              <a:gdLst>
                <a:gd name="T0" fmla="*/ 0 w 391"/>
                <a:gd name="T1" fmla="*/ 0 h 131"/>
                <a:gd name="T2" fmla="*/ 0 w 391"/>
                <a:gd name="T3" fmla="*/ 0 h 131"/>
                <a:gd name="T4" fmla="*/ 0 w 391"/>
                <a:gd name="T5" fmla="*/ 0 h 131"/>
                <a:gd name="T6" fmla="*/ 0 w 391"/>
                <a:gd name="T7" fmla="*/ 0 h 1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1"/>
                <a:gd name="T13" fmla="*/ 0 h 131"/>
                <a:gd name="T14" fmla="*/ 391 w 391"/>
                <a:gd name="T15" fmla="*/ 131 h 1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1" h="131">
                  <a:moveTo>
                    <a:pt x="0" y="0"/>
                  </a:moveTo>
                  <a:lnTo>
                    <a:pt x="0" y="131"/>
                  </a:lnTo>
                  <a:lnTo>
                    <a:pt x="391" y="6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492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  <p:bldP spid="493" grpId="0"/>
      <p:bldP spid="4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1E400EBA-C75A-408E-37D5-81A27EF58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153" y="4664461"/>
            <a:ext cx="2480123" cy="1551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79" descr="sj">
            <a:extLst>
              <a:ext uri="{FF2B5EF4-FFF2-40B4-BE49-F238E27FC236}">
                <a16:creationId xmlns:a16="http://schemas.microsoft.com/office/drawing/2014/main" id="{77C831E6-FB37-E7F0-9803-C83740E3B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153" y="3508213"/>
            <a:ext cx="2167360" cy="115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A462F37-8088-65B5-84E0-BA55257B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形体分析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7EE35-35A9-BDD8-9C4F-08291ADB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将整体按轮廓线构成的线框分割成基本平面图形，在其他视图中找对应图形，想象基本立体，最后堆积形成整体。</a:t>
            </a:r>
          </a:p>
        </p:txBody>
      </p:sp>
      <p:grpSp>
        <p:nvGrpSpPr>
          <p:cNvPr id="8" name="Group 260">
            <a:extLst>
              <a:ext uri="{FF2B5EF4-FFF2-40B4-BE49-F238E27FC236}">
                <a16:creationId xmlns:a16="http://schemas.microsoft.com/office/drawing/2014/main" id="{C701D1FA-1CD6-40AA-E702-6A6BCE915195}"/>
              </a:ext>
            </a:extLst>
          </p:cNvPr>
          <p:cNvGrpSpPr>
            <a:grpSpLocks/>
          </p:cNvGrpSpPr>
          <p:nvPr/>
        </p:nvGrpSpPr>
        <p:grpSpPr bwMode="auto">
          <a:xfrm>
            <a:off x="1100104" y="2559826"/>
            <a:ext cx="2165609" cy="3486409"/>
            <a:chOff x="2276" y="676"/>
            <a:chExt cx="1100" cy="1680"/>
          </a:xfrm>
        </p:grpSpPr>
        <p:grpSp>
          <p:nvGrpSpPr>
            <p:cNvPr id="9" name="Group 261">
              <a:extLst>
                <a:ext uri="{FF2B5EF4-FFF2-40B4-BE49-F238E27FC236}">
                  <a16:creationId xmlns:a16="http://schemas.microsoft.com/office/drawing/2014/main" id="{7D8574D1-0347-B845-A7C1-A03CDEA8AD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676"/>
              <a:ext cx="1100" cy="746"/>
              <a:chOff x="1429" y="732"/>
              <a:chExt cx="1100" cy="746"/>
            </a:xfrm>
          </p:grpSpPr>
          <p:grpSp>
            <p:nvGrpSpPr>
              <p:cNvPr id="31" name="Group 262">
                <a:extLst>
                  <a:ext uri="{FF2B5EF4-FFF2-40B4-BE49-F238E27FC236}">
                    <a16:creationId xmlns:a16="http://schemas.microsoft.com/office/drawing/2014/main" id="{8584EFE6-565E-424C-BF99-C533F35218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" y="732"/>
                <a:ext cx="1100" cy="746"/>
                <a:chOff x="1429" y="732"/>
                <a:chExt cx="1100" cy="746"/>
              </a:xfrm>
            </p:grpSpPr>
            <p:sp>
              <p:nvSpPr>
                <p:cNvPr id="36" name="Rectangle 263">
                  <a:extLst>
                    <a:ext uri="{FF2B5EF4-FFF2-40B4-BE49-F238E27FC236}">
                      <a16:creationId xmlns:a16="http://schemas.microsoft.com/office/drawing/2014/main" id="{60A15AA5-67FE-CCA9-8DE0-8BCA2C39F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9" y="1190"/>
                  <a:ext cx="1099" cy="22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264">
                  <a:extLst>
                    <a:ext uri="{FF2B5EF4-FFF2-40B4-BE49-F238E27FC236}">
                      <a16:creationId xmlns:a16="http://schemas.microsoft.com/office/drawing/2014/main" id="{56CC2BCB-5D23-EE68-318E-9F91878DA2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53" y="1134"/>
                  <a:ext cx="0" cy="3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265">
                  <a:extLst>
                    <a:ext uri="{FF2B5EF4-FFF2-40B4-BE49-F238E27FC236}">
                      <a16:creationId xmlns:a16="http://schemas.microsoft.com/office/drawing/2014/main" id="{7C783DC5-65D7-A68F-21E0-0CB573734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39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266">
                  <a:extLst>
                    <a:ext uri="{FF2B5EF4-FFF2-40B4-BE49-F238E27FC236}">
                      <a16:creationId xmlns:a16="http://schemas.microsoft.com/office/drawing/2014/main" id="{9501D694-B9CB-FCC6-4EA7-DBBE6B8B4C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267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267">
                  <a:extLst>
                    <a:ext uri="{FF2B5EF4-FFF2-40B4-BE49-F238E27FC236}">
                      <a16:creationId xmlns:a16="http://schemas.microsoft.com/office/drawing/2014/main" id="{36624E1B-E4C7-BD45-6922-80FC0D4645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93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268">
                  <a:extLst>
                    <a:ext uri="{FF2B5EF4-FFF2-40B4-BE49-F238E27FC236}">
                      <a16:creationId xmlns:a16="http://schemas.microsoft.com/office/drawing/2014/main" id="{D4542D31-43FF-5A81-B44D-0895C772A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21" y="1191"/>
                  <a:ext cx="0" cy="2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Line 269">
                  <a:extLst>
                    <a:ext uri="{FF2B5EF4-FFF2-40B4-BE49-F238E27FC236}">
                      <a16:creationId xmlns:a16="http://schemas.microsoft.com/office/drawing/2014/main" id="{4D02D9BA-A3B1-D3D9-3944-DB7EDA5EB3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07" y="1134"/>
                  <a:ext cx="0" cy="3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270">
                  <a:extLst>
                    <a:ext uri="{FF2B5EF4-FFF2-40B4-BE49-F238E27FC236}">
                      <a16:creationId xmlns:a16="http://schemas.microsoft.com/office/drawing/2014/main" id="{F068A852-A636-DC1D-026D-F42272181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98" y="786"/>
                  <a:ext cx="231" cy="405"/>
                </a:xfrm>
                <a:custGeom>
                  <a:avLst/>
                  <a:gdLst>
                    <a:gd name="T0" fmla="*/ 0 w 231"/>
                    <a:gd name="T1" fmla="*/ 390 h 408"/>
                    <a:gd name="T2" fmla="*/ 231 w 231"/>
                    <a:gd name="T3" fmla="*/ 390 h 408"/>
                    <a:gd name="T4" fmla="*/ 0 w 231"/>
                    <a:gd name="T5" fmla="*/ 0 h 408"/>
                    <a:gd name="T6" fmla="*/ 0 w 231"/>
                    <a:gd name="T7" fmla="*/ 390 h 4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1"/>
                    <a:gd name="T13" fmla="*/ 0 h 408"/>
                    <a:gd name="T14" fmla="*/ 231 w 231"/>
                    <a:gd name="T15" fmla="*/ 408 h 4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1" h="408">
                      <a:moveTo>
                        <a:pt x="0" y="408"/>
                      </a:moveTo>
                      <a:lnTo>
                        <a:pt x="231" y="408"/>
                      </a:lnTo>
                      <a:lnTo>
                        <a:pt x="0" y="0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44" name="Group 271">
                  <a:extLst>
                    <a:ext uri="{FF2B5EF4-FFF2-40B4-BE49-F238E27FC236}">
                      <a16:creationId xmlns:a16="http://schemas.microsoft.com/office/drawing/2014/main" id="{C6A742AA-FF6A-6F9E-E5BD-0B3142BB9C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59" y="783"/>
                  <a:ext cx="636" cy="408"/>
                  <a:chOff x="1659" y="783"/>
                  <a:chExt cx="636" cy="408"/>
                </a:xfrm>
              </p:grpSpPr>
              <p:sp>
                <p:nvSpPr>
                  <p:cNvPr id="55" name="Arc 272">
                    <a:extLst>
                      <a:ext uri="{FF2B5EF4-FFF2-40B4-BE49-F238E27FC236}">
                        <a16:creationId xmlns:a16="http://schemas.microsoft.com/office/drawing/2014/main" id="{0B422B4D-BB36-6D21-7184-9BDE5ADB05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780" y="783"/>
                    <a:ext cx="402" cy="201"/>
                  </a:xfrm>
                  <a:custGeom>
                    <a:avLst/>
                    <a:gdLst>
                      <a:gd name="T0" fmla="*/ 0 w 43198"/>
                      <a:gd name="T1" fmla="*/ 0 h 21600"/>
                      <a:gd name="T2" fmla="*/ 0 w 43198"/>
                      <a:gd name="T3" fmla="*/ 0 h 21600"/>
                      <a:gd name="T4" fmla="*/ 0 w 43198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43198"/>
                      <a:gd name="T10" fmla="*/ 0 h 21600"/>
                      <a:gd name="T11" fmla="*/ 43198 w 43198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3198" h="21600" fill="none" extrusionOk="0">
                        <a:moveTo>
                          <a:pt x="0" y="21277"/>
                        </a:moveTo>
                        <a:cubicBezTo>
                          <a:pt x="176" y="9474"/>
                          <a:pt x="9794" y="-1"/>
                          <a:pt x="21598" y="0"/>
                        </a:cubicBezTo>
                        <a:cubicBezTo>
                          <a:pt x="33527" y="0"/>
                          <a:pt x="43198" y="9670"/>
                          <a:pt x="43198" y="21600"/>
                        </a:cubicBezTo>
                      </a:path>
                      <a:path w="43198" h="21600" stroke="0" extrusionOk="0">
                        <a:moveTo>
                          <a:pt x="0" y="21277"/>
                        </a:moveTo>
                        <a:cubicBezTo>
                          <a:pt x="176" y="9474"/>
                          <a:pt x="9794" y="-1"/>
                          <a:pt x="21598" y="0"/>
                        </a:cubicBezTo>
                        <a:cubicBezTo>
                          <a:pt x="33527" y="0"/>
                          <a:pt x="43198" y="9670"/>
                          <a:pt x="43198" y="21600"/>
                        </a:cubicBezTo>
                        <a:lnTo>
                          <a:pt x="21598" y="2160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" name="Freeform 273">
                    <a:extLst>
                      <a:ext uri="{FF2B5EF4-FFF2-40B4-BE49-F238E27FC236}">
                        <a16:creationId xmlns:a16="http://schemas.microsoft.com/office/drawing/2014/main" id="{7B8762B9-4212-694D-B547-7B5C50BFE6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659" y="786"/>
                    <a:ext cx="636" cy="405"/>
                  </a:xfrm>
                  <a:custGeom>
                    <a:avLst/>
                    <a:gdLst>
                      <a:gd name="T0" fmla="*/ 129 w 636"/>
                      <a:gd name="T1" fmla="*/ 0 h 405"/>
                      <a:gd name="T2" fmla="*/ 0 w 636"/>
                      <a:gd name="T3" fmla="*/ 0 h 405"/>
                      <a:gd name="T4" fmla="*/ 0 w 636"/>
                      <a:gd name="T5" fmla="*/ 405 h 405"/>
                      <a:gd name="T6" fmla="*/ 636 w 636"/>
                      <a:gd name="T7" fmla="*/ 405 h 405"/>
                      <a:gd name="T8" fmla="*/ 636 w 636"/>
                      <a:gd name="T9" fmla="*/ 3 h 405"/>
                      <a:gd name="T10" fmla="*/ 522 w 636"/>
                      <a:gd name="T11" fmla="*/ 3 h 40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636"/>
                      <a:gd name="T19" fmla="*/ 0 h 405"/>
                      <a:gd name="T20" fmla="*/ 636 w 636"/>
                      <a:gd name="T21" fmla="*/ 405 h 405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636" h="405">
                        <a:moveTo>
                          <a:pt x="129" y="0"/>
                        </a:moveTo>
                        <a:lnTo>
                          <a:pt x="0" y="0"/>
                        </a:lnTo>
                        <a:lnTo>
                          <a:pt x="0" y="405"/>
                        </a:lnTo>
                        <a:lnTo>
                          <a:pt x="636" y="405"/>
                        </a:lnTo>
                        <a:lnTo>
                          <a:pt x="636" y="3"/>
                        </a:lnTo>
                        <a:lnTo>
                          <a:pt x="522" y="3"/>
                        </a:ln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5" name="Freeform 274">
                  <a:extLst>
                    <a:ext uri="{FF2B5EF4-FFF2-40B4-BE49-F238E27FC236}">
                      <a16:creationId xmlns:a16="http://schemas.microsoft.com/office/drawing/2014/main" id="{8493ED78-7B50-C3C1-FABE-F51198F68A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429" y="784"/>
                  <a:ext cx="231" cy="405"/>
                </a:xfrm>
                <a:custGeom>
                  <a:avLst/>
                  <a:gdLst>
                    <a:gd name="T0" fmla="*/ 0 w 231"/>
                    <a:gd name="T1" fmla="*/ 390 h 408"/>
                    <a:gd name="T2" fmla="*/ 231 w 231"/>
                    <a:gd name="T3" fmla="*/ 390 h 408"/>
                    <a:gd name="T4" fmla="*/ 0 w 231"/>
                    <a:gd name="T5" fmla="*/ 0 h 408"/>
                    <a:gd name="T6" fmla="*/ 0 w 231"/>
                    <a:gd name="T7" fmla="*/ 390 h 4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1"/>
                    <a:gd name="T13" fmla="*/ 0 h 408"/>
                    <a:gd name="T14" fmla="*/ 231 w 231"/>
                    <a:gd name="T15" fmla="*/ 408 h 4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1" h="408">
                      <a:moveTo>
                        <a:pt x="0" y="408"/>
                      </a:moveTo>
                      <a:lnTo>
                        <a:pt x="231" y="408"/>
                      </a:lnTo>
                      <a:lnTo>
                        <a:pt x="0" y="0"/>
                      </a:lnTo>
                      <a:lnTo>
                        <a:pt x="0" y="408"/>
                      </a:lnTo>
                      <a:close/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Line 275">
                  <a:extLst>
                    <a:ext uri="{FF2B5EF4-FFF2-40B4-BE49-F238E27FC236}">
                      <a16:creationId xmlns:a16="http://schemas.microsoft.com/office/drawing/2014/main" id="{C7360775-555E-4DE7-CC00-D5C377456D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22" y="1278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Line 276">
                  <a:extLst>
                    <a:ext uri="{FF2B5EF4-FFF2-40B4-BE49-F238E27FC236}">
                      <a16:creationId xmlns:a16="http://schemas.microsoft.com/office/drawing/2014/main" id="{96A4FCDC-D4C8-6276-669C-3AEDC129F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2" y="1327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Line 277">
                  <a:extLst>
                    <a:ext uri="{FF2B5EF4-FFF2-40B4-BE49-F238E27FC236}">
                      <a16:creationId xmlns:a16="http://schemas.microsoft.com/office/drawing/2014/main" id="{47B71248-BE08-2700-E6E8-14A3DE45A0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79" y="1303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278">
                  <a:extLst>
                    <a:ext uri="{FF2B5EF4-FFF2-40B4-BE49-F238E27FC236}">
                      <a16:creationId xmlns:a16="http://schemas.microsoft.com/office/drawing/2014/main" id="{5A7DFC3A-922A-9BA5-20A3-143FA772B4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3" y="1352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279">
                  <a:extLst>
                    <a:ext uri="{FF2B5EF4-FFF2-40B4-BE49-F238E27FC236}">
                      <a16:creationId xmlns:a16="http://schemas.microsoft.com/office/drawing/2014/main" id="{5FFA5946-AF1F-FBAB-4776-3258D19C17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5" y="1081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280">
                  <a:extLst>
                    <a:ext uri="{FF2B5EF4-FFF2-40B4-BE49-F238E27FC236}">
                      <a16:creationId xmlns:a16="http://schemas.microsoft.com/office/drawing/2014/main" id="{A5B130DC-B6FB-BEF5-667E-EFEB3D482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1130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281">
                  <a:extLst>
                    <a:ext uri="{FF2B5EF4-FFF2-40B4-BE49-F238E27FC236}">
                      <a16:creationId xmlns:a16="http://schemas.microsoft.com/office/drawing/2014/main" id="{CBF23791-5B47-44A4-CF3E-E6EC36AE4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80" y="732"/>
                  <a:ext cx="0" cy="74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282">
                  <a:extLst>
                    <a:ext uri="{FF2B5EF4-FFF2-40B4-BE49-F238E27FC236}">
                      <a16:creationId xmlns:a16="http://schemas.microsoft.com/office/drawing/2014/main" id="{6607FD14-0370-434C-09DF-88AA17AA3F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44" y="1065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Line 283">
                  <a:extLst>
                    <a:ext uri="{FF2B5EF4-FFF2-40B4-BE49-F238E27FC236}">
                      <a16:creationId xmlns:a16="http://schemas.microsoft.com/office/drawing/2014/main" id="{EE06C121-A958-A35D-2939-EF558BD22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1" y="1114"/>
                  <a:ext cx="57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Group 284">
                <a:extLst>
                  <a:ext uri="{FF2B5EF4-FFF2-40B4-BE49-F238E27FC236}">
                    <a16:creationId xmlns:a16="http://schemas.microsoft.com/office/drawing/2014/main" id="{7C3B357B-3AA2-8742-B897-7E24B09B9A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" y="756"/>
                <a:ext cx="384" cy="58"/>
                <a:chOff x="1782" y="756"/>
                <a:chExt cx="384" cy="58"/>
              </a:xfrm>
            </p:grpSpPr>
            <p:sp>
              <p:nvSpPr>
                <p:cNvPr id="33" name="Line 285">
                  <a:extLst>
                    <a:ext uri="{FF2B5EF4-FFF2-40B4-BE49-F238E27FC236}">
                      <a16:creationId xmlns:a16="http://schemas.microsoft.com/office/drawing/2014/main" id="{4C453996-1E45-2976-73BD-D19F54FCD7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82" y="786"/>
                  <a:ext cx="38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286">
                  <a:extLst>
                    <a:ext uri="{FF2B5EF4-FFF2-40B4-BE49-F238E27FC236}">
                      <a16:creationId xmlns:a16="http://schemas.microsoft.com/office/drawing/2014/main" id="{C57F6F2C-C7E9-B951-C5A3-B46610844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40" y="756"/>
                  <a:ext cx="6" cy="5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287">
                  <a:extLst>
                    <a:ext uri="{FF2B5EF4-FFF2-40B4-BE49-F238E27FC236}">
                      <a16:creationId xmlns:a16="http://schemas.microsoft.com/office/drawing/2014/main" id="{77F6236F-CD82-239E-8F9A-76A85EA289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74" y="760"/>
                  <a:ext cx="6" cy="54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Group 288">
              <a:extLst>
                <a:ext uri="{FF2B5EF4-FFF2-40B4-BE49-F238E27FC236}">
                  <a16:creationId xmlns:a16="http://schemas.microsoft.com/office/drawing/2014/main" id="{7DBCABC7-9074-6272-BDC0-86C509471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2" y="1556"/>
              <a:ext cx="1090" cy="800"/>
              <a:chOff x="1435" y="1612"/>
              <a:chExt cx="1090" cy="800"/>
            </a:xfrm>
          </p:grpSpPr>
          <p:grpSp>
            <p:nvGrpSpPr>
              <p:cNvPr id="11" name="Group 289">
                <a:extLst>
                  <a:ext uri="{FF2B5EF4-FFF2-40B4-BE49-F238E27FC236}">
                    <a16:creationId xmlns:a16="http://schemas.microsoft.com/office/drawing/2014/main" id="{35F573AC-CE1C-99A4-D7AE-7EC537CAC1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5" y="1612"/>
                <a:ext cx="1090" cy="800"/>
                <a:chOff x="1435" y="1612"/>
                <a:chExt cx="1090" cy="800"/>
              </a:xfrm>
            </p:grpSpPr>
            <p:sp>
              <p:nvSpPr>
                <p:cNvPr id="16" name="Rectangle 290">
                  <a:extLst>
                    <a:ext uri="{FF2B5EF4-FFF2-40B4-BE49-F238E27FC236}">
                      <a16:creationId xmlns:a16="http://schemas.microsoft.com/office/drawing/2014/main" id="{908AEADE-F36D-4654-330C-FD56D09D4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5" y="1650"/>
                  <a:ext cx="1090" cy="68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Rectangle 291">
                  <a:extLst>
                    <a:ext uri="{FF2B5EF4-FFF2-40B4-BE49-F238E27FC236}">
                      <a16:creationId xmlns:a16="http://schemas.microsoft.com/office/drawing/2014/main" id="{8B9B6C11-82B7-8916-6477-81FF0FE404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5" y="1650"/>
                  <a:ext cx="630" cy="34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292">
                  <a:extLst>
                    <a:ext uri="{FF2B5EF4-FFF2-40B4-BE49-F238E27FC236}">
                      <a16:creationId xmlns:a16="http://schemas.microsoft.com/office/drawing/2014/main" id="{E4BC6FA0-E391-9CA2-0D7C-29AF44A3D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6" y="1612"/>
                  <a:ext cx="4" cy="8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293">
                  <a:extLst>
                    <a:ext uri="{FF2B5EF4-FFF2-40B4-BE49-F238E27FC236}">
                      <a16:creationId xmlns:a16="http://schemas.microsoft.com/office/drawing/2014/main" id="{EF6BC371-5958-8B74-4221-564C233ABC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81" y="1650"/>
                  <a:ext cx="0" cy="3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294">
                  <a:extLst>
                    <a:ext uri="{FF2B5EF4-FFF2-40B4-BE49-F238E27FC236}">
                      <a16:creationId xmlns:a16="http://schemas.microsoft.com/office/drawing/2014/main" id="{2D0340FE-FB3D-DB04-0179-7139A4C226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9" y="1650"/>
                  <a:ext cx="0" cy="3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295">
                  <a:extLst>
                    <a:ext uri="{FF2B5EF4-FFF2-40B4-BE49-F238E27FC236}">
                      <a16:creationId xmlns:a16="http://schemas.microsoft.com/office/drawing/2014/main" id="{93F65EDD-AB10-E521-0982-4A1D05EAB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3" y="2166"/>
                  <a:ext cx="2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296">
                  <a:extLst>
                    <a:ext uri="{FF2B5EF4-FFF2-40B4-BE49-F238E27FC236}">
                      <a16:creationId xmlns:a16="http://schemas.microsoft.com/office/drawing/2014/main" id="{34EBE3AD-3C47-75EB-7AE2-51B1F0D32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07" y="2051"/>
                  <a:ext cx="0" cy="23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Oval 297">
                  <a:extLst>
                    <a:ext uri="{FF2B5EF4-FFF2-40B4-BE49-F238E27FC236}">
                      <a16:creationId xmlns:a16="http://schemas.microsoft.com/office/drawing/2014/main" id="{735A1282-480B-EBA3-9799-C8059D1024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2080"/>
                  <a:ext cx="172" cy="17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298">
                  <a:extLst>
                    <a:ext uri="{FF2B5EF4-FFF2-40B4-BE49-F238E27FC236}">
                      <a16:creationId xmlns:a16="http://schemas.microsoft.com/office/drawing/2014/main" id="{D9F44F42-3227-449B-0827-C398DAA99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38" y="2166"/>
                  <a:ext cx="2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299">
                  <a:extLst>
                    <a:ext uri="{FF2B5EF4-FFF2-40B4-BE49-F238E27FC236}">
                      <a16:creationId xmlns:a16="http://schemas.microsoft.com/office/drawing/2014/main" id="{B7804384-B45B-DA31-3595-A1A9D3E36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3" y="2051"/>
                  <a:ext cx="0" cy="23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Oval 300">
                  <a:extLst>
                    <a:ext uri="{FF2B5EF4-FFF2-40B4-BE49-F238E27FC236}">
                      <a16:creationId xmlns:a16="http://schemas.microsoft.com/office/drawing/2014/main" id="{9EBB31AF-AA0F-1E0E-CA81-3DEFB2A99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67" y="2080"/>
                  <a:ext cx="172" cy="17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Rectangle 301">
                  <a:extLst>
                    <a:ext uri="{FF2B5EF4-FFF2-40B4-BE49-F238E27FC236}">
                      <a16:creationId xmlns:a16="http://schemas.microsoft.com/office/drawing/2014/main" id="{EA648604-2384-6D78-9D37-4819A7D159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5" y="1656"/>
                  <a:ext cx="230" cy="1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Rectangle 302">
                  <a:extLst>
                    <a:ext uri="{FF2B5EF4-FFF2-40B4-BE49-F238E27FC236}">
                      <a16:creationId xmlns:a16="http://schemas.microsoft.com/office/drawing/2014/main" id="{ACD9FAE9-B214-294A-BE85-3732FA667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5" y="1656"/>
                  <a:ext cx="230" cy="1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303">
                  <a:extLst>
                    <a:ext uri="{FF2B5EF4-FFF2-40B4-BE49-F238E27FC236}">
                      <a16:creationId xmlns:a16="http://schemas.microsoft.com/office/drawing/2014/main" id="{85A5FB1E-C479-3EE4-8642-CD8E4B6985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120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Line 304">
                  <a:extLst>
                    <a:ext uri="{FF2B5EF4-FFF2-40B4-BE49-F238E27FC236}">
                      <a16:creationId xmlns:a16="http://schemas.microsoft.com/office/drawing/2014/main" id="{2FA3DCBF-D8B4-A371-2293-F03F252C4D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6" y="2164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Line 305">
                <a:extLst>
                  <a:ext uri="{FF2B5EF4-FFF2-40B4-BE49-F238E27FC236}">
                    <a16:creationId xmlns:a16="http://schemas.microsoft.com/office/drawing/2014/main" id="{1B92D7B7-87C4-DFCE-3444-0F94C2E28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2" y="2188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306">
                <a:extLst>
                  <a:ext uri="{FF2B5EF4-FFF2-40B4-BE49-F238E27FC236}">
                    <a16:creationId xmlns:a16="http://schemas.microsoft.com/office/drawing/2014/main" id="{74E74283-A1D5-762C-933A-3A27CEFEA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6" y="2224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307">
                <a:extLst>
                  <a:ext uri="{FF2B5EF4-FFF2-40B4-BE49-F238E27FC236}">
                    <a16:creationId xmlns:a16="http://schemas.microsoft.com/office/drawing/2014/main" id="{49D77EAE-95E2-63A8-2A8B-1735AD7B5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0" y="2192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308">
                <a:extLst>
                  <a:ext uri="{FF2B5EF4-FFF2-40B4-BE49-F238E27FC236}">
                    <a16:creationId xmlns:a16="http://schemas.microsoft.com/office/drawing/2014/main" id="{05B84816-08E8-0A56-E909-DB001128E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2224"/>
                <a:ext cx="44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69" name="Picture 78" descr="fk">
            <a:extLst>
              <a:ext uri="{FF2B5EF4-FFF2-40B4-BE49-F238E27FC236}">
                <a16:creationId xmlns:a16="http://schemas.microsoft.com/office/drawing/2014/main" id="{50778FFF-34D7-FE3B-47CE-2222947D6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645" y="2336290"/>
            <a:ext cx="1478301" cy="137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322">
            <a:extLst>
              <a:ext uri="{FF2B5EF4-FFF2-40B4-BE49-F238E27FC236}">
                <a16:creationId xmlns:a16="http://schemas.microsoft.com/office/drawing/2014/main" id="{706E7781-A354-BDC2-232C-0F861CB02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67" y="3092126"/>
            <a:ext cx="2438124" cy="1930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" name="Group 309">
            <a:extLst>
              <a:ext uri="{FF2B5EF4-FFF2-40B4-BE49-F238E27FC236}">
                <a16:creationId xmlns:a16="http://schemas.microsoft.com/office/drawing/2014/main" id="{72FC3296-B952-E637-3B92-35B66712BB95}"/>
              </a:ext>
            </a:extLst>
          </p:cNvPr>
          <p:cNvGrpSpPr>
            <a:grpSpLocks/>
          </p:cNvGrpSpPr>
          <p:nvPr/>
        </p:nvGrpSpPr>
        <p:grpSpPr bwMode="auto">
          <a:xfrm>
            <a:off x="10062247" y="2786063"/>
            <a:ext cx="549275" cy="642937"/>
            <a:chOff x="3542" y="731"/>
            <a:chExt cx="346" cy="405"/>
          </a:xfrm>
        </p:grpSpPr>
        <p:sp>
          <p:nvSpPr>
            <p:cNvPr id="74" name="Rectangle 310">
              <a:extLst>
                <a:ext uri="{FF2B5EF4-FFF2-40B4-BE49-F238E27FC236}">
                  <a16:creationId xmlns:a16="http://schemas.microsoft.com/office/drawing/2014/main" id="{8BC21D20-DB62-11C0-5B22-D697BB2DE0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13" y="762"/>
              <a:ext cx="405" cy="3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311">
              <a:extLst>
                <a:ext uri="{FF2B5EF4-FFF2-40B4-BE49-F238E27FC236}">
                  <a16:creationId xmlns:a16="http://schemas.microsoft.com/office/drawing/2014/main" id="{2A9F7805-544F-E184-C096-C9AEE2D32F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2" y="926"/>
              <a:ext cx="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6" name="Rectangle 312">
            <a:extLst>
              <a:ext uri="{FF2B5EF4-FFF2-40B4-BE49-F238E27FC236}">
                <a16:creationId xmlns:a16="http://schemas.microsoft.com/office/drawing/2014/main" id="{7B15D559-6265-C60B-729C-F5B259580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5422" y="2789238"/>
            <a:ext cx="273050" cy="63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7" name="Group 313">
            <a:extLst>
              <a:ext uri="{FF2B5EF4-FFF2-40B4-BE49-F238E27FC236}">
                <a16:creationId xmlns:a16="http://schemas.microsoft.com/office/drawing/2014/main" id="{06A92110-AC84-4C0B-3B34-2D7AEAFAB6DD}"/>
              </a:ext>
            </a:extLst>
          </p:cNvPr>
          <p:cNvGrpSpPr>
            <a:grpSpLocks/>
          </p:cNvGrpSpPr>
          <p:nvPr/>
        </p:nvGrpSpPr>
        <p:grpSpPr bwMode="auto">
          <a:xfrm>
            <a:off x="10065422" y="3317875"/>
            <a:ext cx="1092200" cy="554038"/>
            <a:chOff x="3544" y="1066"/>
            <a:chExt cx="688" cy="349"/>
          </a:xfrm>
        </p:grpSpPr>
        <p:sp>
          <p:nvSpPr>
            <p:cNvPr id="78" name="Line 314">
              <a:extLst>
                <a:ext uri="{FF2B5EF4-FFF2-40B4-BE49-F238E27FC236}">
                  <a16:creationId xmlns:a16="http://schemas.microsoft.com/office/drawing/2014/main" id="{7AEDA518-73CE-5362-CF7D-752A6F46F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1066"/>
              <a:ext cx="0" cy="3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9" name="Group 315">
              <a:extLst>
                <a:ext uri="{FF2B5EF4-FFF2-40B4-BE49-F238E27FC236}">
                  <a16:creationId xmlns:a16="http://schemas.microsoft.com/office/drawing/2014/main" id="{9E25FDA6-99BB-1436-7A30-7C738D802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4" y="1135"/>
              <a:ext cx="688" cy="229"/>
              <a:chOff x="3544" y="1135"/>
              <a:chExt cx="688" cy="229"/>
            </a:xfrm>
          </p:grpSpPr>
          <p:sp>
            <p:nvSpPr>
              <p:cNvPr id="80" name="Rectangle 316">
                <a:extLst>
                  <a:ext uri="{FF2B5EF4-FFF2-40B4-BE49-F238E27FC236}">
                    <a16:creationId xmlns:a16="http://schemas.microsoft.com/office/drawing/2014/main" id="{33A8C60E-FB39-5D29-E7C4-4A65E1AEB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773" y="906"/>
                <a:ext cx="229" cy="68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Line 317">
                <a:extLst>
                  <a:ext uri="{FF2B5EF4-FFF2-40B4-BE49-F238E27FC236}">
                    <a16:creationId xmlns:a16="http://schemas.microsoft.com/office/drawing/2014/main" id="{B75E8176-B9A6-B63F-7E75-F15FBCC8E9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6" y="1135"/>
                <a:ext cx="0" cy="2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Line 318">
                <a:extLst>
                  <a:ext uri="{FF2B5EF4-FFF2-40B4-BE49-F238E27FC236}">
                    <a16:creationId xmlns:a16="http://schemas.microsoft.com/office/drawing/2014/main" id="{670AAB3F-130C-22A4-08A0-F468368E5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4" y="1135"/>
                <a:ext cx="0" cy="2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319">
                <a:extLst>
                  <a:ext uri="{FF2B5EF4-FFF2-40B4-BE49-F238E27FC236}">
                    <a16:creationId xmlns:a16="http://schemas.microsoft.com/office/drawing/2014/main" id="{A87B6010-3950-97DF-1FA9-59CEC0679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9" y="121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320">
                <a:extLst>
                  <a:ext uri="{FF2B5EF4-FFF2-40B4-BE49-F238E27FC236}">
                    <a16:creationId xmlns:a16="http://schemas.microsoft.com/office/drawing/2014/main" id="{A90786E1-C944-2F57-934F-8F6AC959D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3" y="1260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657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4F3C5-C3F3-AE9E-26EC-067DD01C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组合体读图</a:t>
            </a:r>
            <a:r>
              <a:rPr lang="en-US" altLang="zh-CN" dirty="0"/>
              <a:t>——</a:t>
            </a:r>
            <a:r>
              <a:rPr lang="zh-CN" altLang="en-US" dirty="0"/>
              <a:t>切割方式（线面分析）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0A4DD0-7571-BADB-AB9D-7369A805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先想象一个基体，再根据视图中残缺顺次切割，最终成型</a:t>
            </a:r>
          </a:p>
        </p:txBody>
      </p:sp>
      <p:sp>
        <p:nvSpPr>
          <p:cNvPr id="89" name="Freeform 2">
            <a:extLst>
              <a:ext uri="{FF2B5EF4-FFF2-40B4-BE49-F238E27FC236}">
                <a16:creationId xmlns:a16="http://schemas.microsoft.com/office/drawing/2014/main" id="{8D02FB7D-6C06-5F73-AED4-22F88109DAF8}"/>
              </a:ext>
            </a:extLst>
          </p:cNvPr>
          <p:cNvSpPr>
            <a:spLocks/>
          </p:cNvSpPr>
          <p:nvPr/>
        </p:nvSpPr>
        <p:spPr bwMode="auto">
          <a:xfrm>
            <a:off x="6544388" y="1903284"/>
            <a:ext cx="1677988" cy="793750"/>
          </a:xfrm>
          <a:custGeom>
            <a:avLst/>
            <a:gdLst>
              <a:gd name="T0" fmla="*/ 2147483647 w 1057"/>
              <a:gd name="T1" fmla="*/ 0 h 500"/>
              <a:gd name="T2" fmla="*/ 2147483647 w 1057"/>
              <a:gd name="T3" fmla="*/ 2147483647 h 500"/>
              <a:gd name="T4" fmla="*/ 2147483647 w 1057"/>
              <a:gd name="T5" fmla="*/ 2147483647 h 500"/>
              <a:gd name="T6" fmla="*/ 2147483647 w 1057"/>
              <a:gd name="T7" fmla="*/ 2147483647 h 500"/>
              <a:gd name="T8" fmla="*/ 2147483647 w 1057"/>
              <a:gd name="T9" fmla="*/ 2147483647 h 500"/>
              <a:gd name="T10" fmla="*/ 2147483647 w 1057"/>
              <a:gd name="T11" fmla="*/ 2147483647 h 500"/>
              <a:gd name="T12" fmla="*/ 0 w 1057"/>
              <a:gd name="T13" fmla="*/ 2147483647 h 500"/>
              <a:gd name="T14" fmla="*/ 2147483647 w 1057"/>
              <a:gd name="T15" fmla="*/ 2147483647 h 500"/>
              <a:gd name="T16" fmla="*/ 2147483647 w 1057"/>
              <a:gd name="T17" fmla="*/ 2147483647 h 500"/>
              <a:gd name="T18" fmla="*/ 2147483647 w 1057"/>
              <a:gd name="T19" fmla="*/ 2147483647 h 500"/>
              <a:gd name="T20" fmla="*/ 2147483647 w 1057"/>
              <a:gd name="T21" fmla="*/ 0 h 5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057"/>
              <a:gd name="T34" fmla="*/ 0 h 500"/>
              <a:gd name="T35" fmla="*/ 1057 w 1057"/>
              <a:gd name="T36" fmla="*/ 500 h 5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057" h="500">
                <a:moveTo>
                  <a:pt x="1" y="0"/>
                </a:moveTo>
                <a:lnTo>
                  <a:pt x="720" y="5"/>
                </a:lnTo>
                <a:lnTo>
                  <a:pt x="735" y="244"/>
                </a:lnTo>
                <a:lnTo>
                  <a:pt x="1057" y="244"/>
                </a:lnTo>
                <a:lnTo>
                  <a:pt x="1057" y="500"/>
                </a:lnTo>
                <a:lnTo>
                  <a:pt x="1" y="500"/>
                </a:lnTo>
                <a:lnTo>
                  <a:pt x="0" y="373"/>
                </a:lnTo>
                <a:lnTo>
                  <a:pt x="320" y="381"/>
                </a:lnTo>
                <a:lnTo>
                  <a:pt x="324" y="122"/>
                </a:lnTo>
                <a:lnTo>
                  <a:pt x="1" y="122"/>
                </a:lnTo>
                <a:lnTo>
                  <a:pt x="1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" name="Line 3">
            <a:extLst>
              <a:ext uri="{FF2B5EF4-FFF2-40B4-BE49-F238E27FC236}">
                <a16:creationId xmlns:a16="http://schemas.microsoft.com/office/drawing/2014/main" id="{7D652A09-7BCE-47B8-B52E-3C4FBAB0CC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3976" y="2493834"/>
            <a:ext cx="0" cy="103187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" name="Rectangle 4">
            <a:extLst>
              <a:ext uri="{FF2B5EF4-FFF2-40B4-BE49-F238E27FC236}">
                <a16:creationId xmlns:a16="http://schemas.microsoft.com/office/drawing/2014/main" id="{C55F9D49-C2F0-E4B9-DB21-EE17BFC4E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213" y="1903284"/>
            <a:ext cx="1676400" cy="16224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29E7CE89-5C4C-5A34-71B9-EBBE5AC509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3976" y="2104896"/>
            <a:ext cx="0" cy="388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1E40A97B-9A6C-3F8F-09AA-E46FE8302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1213" y="2096959"/>
            <a:ext cx="512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5BD5BE6A-84B4-064D-E4DA-F5E60A649D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1213" y="2493834"/>
            <a:ext cx="5127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12452212-3DAE-3D46-E289-4CC670F8A9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06438" y="1898521"/>
            <a:ext cx="0" cy="1214438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270A4EA8-E4FF-8918-03A5-F44D6572B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6438" y="3112959"/>
            <a:ext cx="5111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" name="Freeform 11">
            <a:extLst>
              <a:ext uri="{FF2B5EF4-FFF2-40B4-BE49-F238E27FC236}">
                <a16:creationId xmlns:a16="http://schemas.microsoft.com/office/drawing/2014/main" id="{D04AE002-59EE-0E91-E895-4097A29069F8}"/>
              </a:ext>
            </a:extLst>
          </p:cNvPr>
          <p:cNvSpPr>
            <a:spLocks/>
          </p:cNvSpPr>
          <p:nvPr/>
        </p:nvSpPr>
        <p:spPr bwMode="auto">
          <a:xfrm>
            <a:off x="4166313" y="4263896"/>
            <a:ext cx="1190625" cy="1588"/>
          </a:xfrm>
          <a:custGeom>
            <a:avLst/>
            <a:gdLst>
              <a:gd name="T0" fmla="*/ 0 w 1499"/>
              <a:gd name="T1" fmla="*/ 0 h 1588"/>
              <a:gd name="T2" fmla="*/ 2147483647 w 1499"/>
              <a:gd name="T3" fmla="*/ 0 h 1588"/>
              <a:gd name="T4" fmla="*/ 2147483647 w 1499"/>
              <a:gd name="T5" fmla="*/ 0 h 1588"/>
              <a:gd name="T6" fmla="*/ 0 60000 65536"/>
              <a:gd name="T7" fmla="*/ 0 60000 65536"/>
              <a:gd name="T8" fmla="*/ 0 60000 65536"/>
              <a:gd name="T9" fmla="*/ 0 w 1499"/>
              <a:gd name="T10" fmla="*/ 0 h 1588"/>
              <a:gd name="T11" fmla="*/ 1499 w 1499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9" h="1588">
                <a:moveTo>
                  <a:pt x="0" y="0"/>
                </a:moveTo>
                <a:lnTo>
                  <a:pt x="1498" y="0"/>
                </a:lnTo>
                <a:lnTo>
                  <a:pt x="1499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2">
            <a:extLst>
              <a:ext uri="{FF2B5EF4-FFF2-40B4-BE49-F238E27FC236}">
                <a16:creationId xmlns:a16="http://schemas.microsoft.com/office/drawing/2014/main" id="{C3A61CFF-00B4-C0AB-F209-E27AF79C67A6}"/>
              </a:ext>
            </a:extLst>
          </p:cNvPr>
          <p:cNvSpPr>
            <a:spLocks/>
          </p:cNvSpPr>
          <p:nvPr/>
        </p:nvSpPr>
        <p:spPr bwMode="auto">
          <a:xfrm>
            <a:off x="3783726" y="5424359"/>
            <a:ext cx="1573212" cy="1587"/>
          </a:xfrm>
          <a:custGeom>
            <a:avLst/>
            <a:gdLst>
              <a:gd name="T0" fmla="*/ 0 w 1982"/>
              <a:gd name="T1" fmla="*/ 0 h 1587"/>
              <a:gd name="T2" fmla="*/ 2147483647 w 1982"/>
              <a:gd name="T3" fmla="*/ 0 h 1587"/>
              <a:gd name="T4" fmla="*/ 2147483647 w 1982"/>
              <a:gd name="T5" fmla="*/ 0 h 1587"/>
              <a:gd name="T6" fmla="*/ 0 60000 65536"/>
              <a:gd name="T7" fmla="*/ 0 60000 65536"/>
              <a:gd name="T8" fmla="*/ 0 60000 65536"/>
              <a:gd name="T9" fmla="*/ 0 w 1982"/>
              <a:gd name="T10" fmla="*/ 0 h 1587"/>
              <a:gd name="T11" fmla="*/ 1982 w 1982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7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3">
            <a:extLst>
              <a:ext uri="{FF2B5EF4-FFF2-40B4-BE49-F238E27FC236}">
                <a16:creationId xmlns:a16="http://schemas.microsoft.com/office/drawing/2014/main" id="{67DAAF9F-8B24-D19B-8FEF-338BE8F71805}"/>
              </a:ext>
            </a:extLst>
          </p:cNvPr>
          <p:cNvSpPr>
            <a:spLocks/>
          </p:cNvSpPr>
          <p:nvPr/>
        </p:nvSpPr>
        <p:spPr bwMode="auto">
          <a:xfrm>
            <a:off x="3783726" y="3111371"/>
            <a:ext cx="1573212" cy="1588"/>
          </a:xfrm>
          <a:custGeom>
            <a:avLst/>
            <a:gdLst>
              <a:gd name="T0" fmla="*/ 0 w 1982"/>
              <a:gd name="T1" fmla="*/ 0 h 1588"/>
              <a:gd name="T2" fmla="*/ 2147483647 w 1982"/>
              <a:gd name="T3" fmla="*/ 0 h 1588"/>
              <a:gd name="T4" fmla="*/ 2147483647 w 1982"/>
              <a:gd name="T5" fmla="*/ 0 h 1588"/>
              <a:gd name="T6" fmla="*/ 0 60000 65536"/>
              <a:gd name="T7" fmla="*/ 0 60000 65536"/>
              <a:gd name="T8" fmla="*/ 0 60000 65536"/>
              <a:gd name="T9" fmla="*/ 0 w 1982"/>
              <a:gd name="T10" fmla="*/ 0 h 1588"/>
              <a:gd name="T11" fmla="*/ 1982 w 1982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2" h="1588">
                <a:moveTo>
                  <a:pt x="0" y="0"/>
                </a:moveTo>
                <a:lnTo>
                  <a:pt x="1981" y="0"/>
                </a:lnTo>
                <a:lnTo>
                  <a:pt x="1982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4">
            <a:extLst>
              <a:ext uri="{FF2B5EF4-FFF2-40B4-BE49-F238E27FC236}">
                <a16:creationId xmlns:a16="http://schemas.microsoft.com/office/drawing/2014/main" id="{9B858743-66A3-ADB5-B43F-091E26F118CD}"/>
              </a:ext>
            </a:extLst>
          </p:cNvPr>
          <p:cNvSpPr>
            <a:spLocks/>
          </p:cNvSpPr>
          <p:nvPr/>
        </p:nvSpPr>
        <p:spPr bwMode="auto">
          <a:xfrm>
            <a:off x="2955051" y="3525709"/>
            <a:ext cx="2401887" cy="1587"/>
          </a:xfrm>
          <a:custGeom>
            <a:avLst/>
            <a:gdLst>
              <a:gd name="T0" fmla="*/ 0 w 3026"/>
              <a:gd name="T1" fmla="*/ 0 h 1587"/>
              <a:gd name="T2" fmla="*/ 2147483647 w 3026"/>
              <a:gd name="T3" fmla="*/ 0 h 1587"/>
              <a:gd name="T4" fmla="*/ 2147483647 w 3026"/>
              <a:gd name="T5" fmla="*/ 0 h 1587"/>
              <a:gd name="T6" fmla="*/ 0 60000 65536"/>
              <a:gd name="T7" fmla="*/ 0 60000 65536"/>
              <a:gd name="T8" fmla="*/ 0 60000 65536"/>
              <a:gd name="T9" fmla="*/ 0 w 3026"/>
              <a:gd name="T10" fmla="*/ 0 h 1587"/>
              <a:gd name="T11" fmla="*/ 3026 w 302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5">
            <a:extLst>
              <a:ext uri="{FF2B5EF4-FFF2-40B4-BE49-F238E27FC236}">
                <a16:creationId xmlns:a16="http://schemas.microsoft.com/office/drawing/2014/main" id="{5CBE6E59-0AA8-9F8C-9304-5BB641A361EA}"/>
              </a:ext>
            </a:extLst>
          </p:cNvPr>
          <p:cNvSpPr>
            <a:spLocks/>
          </p:cNvSpPr>
          <p:nvPr/>
        </p:nvSpPr>
        <p:spPr bwMode="auto">
          <a:xfrm>
            <a:off x="2955051" y="5922834"/>
            <a:ext cx="2401887" cy="1587"/>
          </a:xfrm>
          <a:custGeom>
            <a:avLst/>
            <a:gdLst>
              <a:gd name="T0" fmla="*/ 0 w 3026"/>
              <a:gd name="T1" fmla="*/ 0 h 1587"/>
              <a:gd name="T2" fmla="*/ 2147483647 w 3026"/>
              <a:gd name="T3" fmla="*/ 0 h 1587"/>
              <a:gd name="T4" fmla="*/ 2147483647 w 3026"/>
              <a:gd name="T5" fmla="*/ 0 h 1587"/>
              <a:gd name="T6" fmla="*/ 0 60000 65536"/>
              <a:gd name="T7" fmla="*/ 0 60000 65536"/>
              <a:gd name="T8" fmla="*/ 0 60000 65536"/>
              <a:gd name="T9" fmla="*/ 0 w 3026"/>
              <a:gd name="T10" fmla="*/ 0 h 1587"/>
              <a:gd name="T11" fmla="*/ 3026 w 302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6" h="1587">
                <a:moveTo>
                  <a:pt x="0" y="0"/>
                </a:moveTo>
                <a:lnTo>
                  <a:pt x="3025" y="0"/>
                </a:lnTo>
                <a:lnTo>
                  <a:pt x="302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Freeform 16">
            <a:extLst>
              <a:ext uri="{FF2B5EF4-FFF2-40B4-BE49-F238E27FC236}">
                <a16:creationId xmlns:a16="http://schemas.microsoft.com/office/drawing/2014/main" id="{D51167CC-04E2-52AA-EE9D-3E5B2D561095}"/>
              </a:ext>
            </a:extLst>
          </p:cNvPr>
          <p:cNvSpPr>
            <a:spLocks/>
          </p:cNvSpPr>
          <p:nvPr/>
        </p:nvSpPr>
        <p:spPr bwMode="auto">
          <a:xfrm>
            <a:off x="2955051" y="1898521"/>
            <a:ext cx="1625600" cy="798513"/>
          </a:xfrm>
          <a:custGeom>
            <a:avLst/>
            <a:gdLst>
              <a:gd name="T0" fmla="*/ 2147483647 w 2049"/>
              <a:gd name="T1" fmla="*/ 0 h 1005"/>
              <a:gd name="T2" fmla="*/ 0 w 2049"/>
              <a:gd name="T3" fmla="*/ 2147483647 h 1005"/>
              <a:gd name="T4" fmla="*/ 2147483647 w 2049"/>
              <a:gd name="T5" fmla="*/ 2147483647 h 1005"/>
              <a:gd name="T6" fmla="*/ 0 60000 65536"/>
              <a:gd name="T7" fmla="*/ 0 60000 65536"/>
              <a:gd name="T8" fmla="*/ 0 60000 65536"/>
              <a:gd name="T9" fmla="*/ 0 w 2049"/>
              <a:gd name="T10" fmla="*/ 0 h 1005"/>
              <a:gd name="T11" fmla="*/ 2049 w 2049"/>
              <a:gd name="T12" fmla="*/ 1005 h 10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9" h="1005">
                <a:moveTo>
                  <a:pt x="2049" y="0"/>
                </a:moveTo>
                <a:lnTo>
                  <a:pt x="0" y="1005"/>
                </a:lnTo>
                <a:lnTo>
                  <a:pt x="1" y="1005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7">
            <a:extLst>
              <a:ext uri="{FF2B5EF4-FFF2-40B4-BE49-F238E27FC236}">
                <a16:creationId xmlns:a16="http://schemas.microsoft.com/office/drawing/2014/main" id="{CAF37511-B903-E984-4AEA-6EFA2808BA30}"/>
              </a:ext>
            </a:extLst>
          </p:cNvPr>
          <p:cNvSpPr>
            <a:spLocks/>
          </p:cNvSpPr>
          <p:nvPr/>
        </p:nvSpPr>
        <p:spPr bwMode="auto">
          <a:xfrm>
            <a:off x="3783726" y="2290634"/>
            <a:ext cx="1587" cy="820737"/>
          </a:xfrm>
          <a:custGeom>
            <a:avLst/>
            <a:gdLst>
              <a:gd name="T0" fmla="*/ 0 w 1"/>
              <a:gd name="T1" fmla="*/ 2147483647 h 1033"/>
              <a:gd name="T2" fmla="*/ 0 w 1"/>
              <a:gd name="T3" fmla="*/ 0 h 1033"/>
              <a:gd name="T4" fmla="*/ 2147483647 w 1"/>
              <a:gd name="T5" fmla="*/ 0 h 1033"/>
              <a:gd name="T6" fmla="*/ 0 60000 65536"/>
              <a:gd name="T7" fmla="*/ 0 60000 65536"/>
              <a:gd name="T8" fmla="*/ 0 60000 65536"/>
              <a:gd name="T9" fmla="*/ 0 w 1"/>
              <a:gd name="T10" fmla="*/ 0 h 1033"/>
              <a:gd name="T11" fmla="*/ 1 w 1"/>
              <a:gd name="T12" fmla="*/ 1033 h 10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33">
                <a:moveTo>
                  <a:pt x="0" y="103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4" name="Group 18">
            <a:extLst>
              <a:ext uri="{FF2B5EF4-FFF2-40B4-BE49-F238E27FC236}">
                <a16:creationId xmlns:a16="http://schemas.microsoft.com/office/drawing/2014/main" id="{CBAE4130-2D31-2204-D3D4-588E0ABFFD72}"/>
              </a:ext>
            </a:extLst>
          </p:cNvPr>
          <p:cNvGrpSpPr>
            <a:grpSpLocks/>
          </p:cNvGrpSpPr>
          <p:nvPr/>
        </p:nvGrpSpPr>
        <p:grpSpPr bwMode="auto">
          <a:xfrm>
            <a:off x="4166313" y="2103309"/>
            <a:ext cx="1588" cy="1422400"/>
            <a:chOff x="1590" y="937"/>
            <a:chExt cx="1" cy="896"/>
          </a:xfrm>
        </p:grpSpPr>
        <p:sp>
          <p:nvSpPr>
            <p:cNvPr id="105" name="Freeform 19">
              <a:extLst>
                <a:ext uri="{FF2B5EF4-FFF2-40B4-BE49-F238E27FC236}">
                  <a16:creationId xmlns:a16="http://schemas.microsoft.com/office/drawing/2014/main" id="{D3967205-94FF-246E-1894-1A289E9D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684"/>
              <a:ext cx="1" cy="149"/>
            </a:xfrm>
            <a:custGeom>
              <a:avLst/>
              <a:gdLst>
                <a:gd name="T0" fmla="*/ 0 w 1"/>
                <a:gd name="T1" fmla="*/ 5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3DC904C9-C7C4-8567-EED2-353B12D21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497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212F8EA1-D1BF-BA81-8896-E370167E7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310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22">
              <a:extLst>
                <a:ext uri="{FF2B5EF4-FFF2-40B4-BE49-F238E27FC236}">
                  <a16:creationId xmlns:a16="http://schemas.microsoft.com/office/drawing/2014/main" id="{D9EF869F-5666-F63F-A264-F3C123397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1123"/>
              <a:ext cx="1" cy="149"/>
            </a:xfrm>
            <a:custGeom>
              <a:avLst/>
              <a:gdLst>
                <a:gd name="T0" fmla="*/ 0 w 1"/>
                <a:gd name="T1" fmla="*/ 4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23">
              <a:extLst>
                <a:ext uri="{FF2B5EF4-FFF2-40B4-BE49-F238E27FC236}">
                  <a16:creationId xmlns:a16="http://schemas.microsoft.com/office/drawing/2014/main" id="{98A32FEE-BA41-C66D-BAA4-86504A2AD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937"/>
              <a:ext cx="1" cy="149"/>
            </a:xfrm>
            <a:custGeom>
              <a:avLst/>
              <a:gdLst>
                <a:gd name="T0" fmla="*/ 0 w 1"/>
                <a:gd name="T1" fmla="*/ 4 h 299"/>
                <a:gd name="T2" fmla="*/ 0 w 1"/>
                <a:gd name="T3" fmla="*/ 0 h 299"/>
                <a:gd name="T4" fmla="*/ 1 w 1"/>
                <a:gd name="T5" fmla="*/ 0 h 299"/>
                <a:gd name="T6" fmla="*/ 0 60000 65536"/>
                <a:gd name="T7" fmla="*/ 0 60000 65536"/>
                <a:gd name="T8" fmla="*/ 0 60000 65536"/>
                <a:gd name="T9" fmla="*/ 0 w 1"/>
                <a:gd name="T10" fmla="*/ 0 h 299"/>
                <a:gd name="T11" fmla="*/ 1 w 1"/>
                <a:gd name="T12" fmla="*/ 299 h 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9">
                  <a:moveTo>
                    <a:pt x="0" y="29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" name="Freeform 24">
            <a:extLst>
              <a:ext uri="{FF2B5EF4-FFF2-40B4-BE49-F238E27FC236}">
                <a16:creationId xmlns:a16="http://schemas.microsoft.com/office/drawing/2014/main" id="{F7C25DE0-B058-5519-3192-3D39E4BAF8AC}"/>
              </a:ext>
            </a:extLst>
          </p:cNvPr>
          <p:cNvSpPr>
            <a:spLocks/>
          </p:cNvSpPr>
          <p:nvPr/>
        </p:nvSpPr>
        <p:spPr bwMode="auto">
          <a:xfrm>
            <a:off x="2955051" y="2697034"/>
            <a:ext cx="1587" cy="828675"/>
          </a:xfrm>
          <a:custGeom>
            <a:avLst/>
            <a:gdLst>
              <a:gd name="T0" fmla="*/ 0 w 1"/>
              <a:gd name="T1" fmla="*/ 2147483647 h 1044"/>
              <a:gd name="T2" fmla="*/ 0 w 1"/>
              <a:gd name="T3" fmla="*/ 0 h 1044"/>
              <a:gd name="T4" fmla="*/ 2147483647 w 1"/>
              <a:gd name="T5" fmla="*/ 0 h 1044"/>
              <a:gd name="T6" fmla="*/ 0 60000 65536"/>
              <a:gd name="T7" fmla="*/ 0 60000 65536"/>
              <a:gd name="T8" fmla="*/ 0 60000 65536"/>
              <a:gd name="T9" fmla="*/ 0 w 1"/>
              <a:gd name="T10" fmla="*/ 0 h 1044"/>
              <a:gd name="T11" fmla="*/ 1 w 1"/>
              <a:gd name="T12" fmla="*/ 1044 h 10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44">
                <a:moveTo>
                  <a:pt x="0" y="104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1" name="Group 25">
            <a:extLst>
              <a:ext uri="{FF2B5EF4-FFF2-40B4-BE49-F238E27FC236}">
                <a16:creationId xmlns:a16="http://schemas.microsoft.com/office/drawing/2014/main" id="{79EF9784-9630-FCF2-CD03-3160B1A74D5C}"/>
              </a:ext>
            </a:extLst>
          </p:cNvPr>
          <p:cNvGrpSpPr>
            <a:grpSpLocks/>
          </p:cNvGrpSpPr>
          <p:nvPr/>
        </p:nvGrpSpPr>
        <p:grpSpPr bwMode="auto">
          <a:xfrm>
            <a:off x="3369388" y="2493834"/>
            <a:ext cx="1588" cy="1031875"/>
            <a:chOff x="1088" y="1183"/>
            <a:chExt cx="1" cy="650"/>
          </a:xfrm>
        </p:grpSpPr>
        <p:sp>
          <p:nvSpPr>
            <p:cNvPr id="112" name="Freeform 26">
              <a:extLst>
                <a:ext uri="{FF2B5EF4-FFF2-40B4-BE49-F238E27FC236}">
                  <a16:creationId xmlns:a16="http://schemas.microsoft.com/office/drawing/2014/main" id="{CADEEABB-CCF7-0237-DC10-12261FCD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713"/>
              <a:ext cx="1" cy="120"/>
            </a:xfrm>
            <a:custGeom>
              <a:avLst/>
              <a:gdLst>
                <a:gd name="T0" fmla="*/ 0 w 1"/>
                <a:gd name="T1" fmla="*/ 4 h 239"/>
                <a:gd name="T2" fmla="*/ 0 w 1"/>
                <a:gd name="T3" fmla="*/ 0 h 239"/>
                <a:gd name="T4" fmla="*/ 1 w 1"/>
                <a:gd name="T5" fmla="*/ 0 h 239"/>
                <a:gd name="T6" fmla="*/ 0 60000 65536"/>
                <a:gd name="T7" fmla="*/ 0 60000 65536"/>
                <a:gd name="T8" fmla="*/ 0 60000 65536"/>
                <a:gd name="T9" fmla="*/ 0 w 1"/>
                <a:gd name="T10" fmla="*/ 0 h 239"/>
                <a:gd name="T11" fmla="*/ 1 w 1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9">
                  <a:moveTo>
                    <a:pt x="0" y="23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27">
              <a:extLst>
                <a:ext uri="{FF2B5EF4-FFF2-40B4-BE49-F238E27FC236}">
                  <a16:creationId xmlns:a16="http://schemas.microsoft.com/office/drawing/2014/main" id="{2718B95D-59A8-47D8-5555-4439375FE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527"/>
              <a:ext cx="1" cy="149"/>
            </a:xfrm>
            <a:custGeom>
              <a:avLst/>
              <a:gdLst>
                <a:gd name="T0" fmla="*/ 0 w 1"/>
                <a:gd name="T1" fmla="*/ 5 h 298"/>
                <a:gd name="T2" fmla="*/ 0 w 1"/>
                <a:gd name="T3" fmla="*/ 0 h 298"/>
                <a:gd name="T4" fmla="*/ 1 w 1"/>
                <a:gd name="T5" fmla="*/ 0 h 298"/>
                <a:gd name="T6" fmla="*/ 0 60000 65536"/>
                <a:gd name="T7" fmla="*/ 0 60000 65536"/>
                <a:gd name="T8" fmla="*/ 0 60000 65536"/>
                <a:gd name="T9" fmla="*/ 0 w 1"/>
                <a:gd name="T10" fmla="*/ 0 h 298"/>
                <a:gd name="T11" fmla="*/ 1 w 1"/>
                <a:gd name="T12" fmla="*/ 298 h 2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98">
                  <a:moveTo>
                    <a:pt x="0" y="29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28">
              <a:extLst>
                <a:ext uri="{FF2B5EF4-FFF2-40B4-BE49-F238E27FC236}">
                  <a16:creationId xmlns:a16="http://schemas.microsoft.com/office/drawing/2014/main" id="{9486A11E-306D-9D76-63EE-7305247CC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340"/>
              <a:ext cx="1" cy="149"/>
            </a:xfrm>
            <a:custGeom>
              <a:avLst/>
              <a:gdLst>
                <a:gd name="T0" fmla="*/ 0 w 1"/>
                <a:gd name="T1" fmla="*/ 4 h 300"/>
                <a:gd name="T2" fmla="*/ 0 w 1"/>
                <a:gd name="T3" fmla="*/ 0 h 300"/>
                <a:gd name="T4" fmla="*/ 1 w 1"/>
                <a:gd name="T5" fmla="*/ 0 h 300"/>
                <a:gd name="T6" fmla="*/ 0 60000 65536"/>
                <a:gd name="T7" fmla="*/ 0 60000 65536"/>
                <a:gd name="T8" fmla="*/ 0 60000 65536"/>
                <a:gd name="T9" fmla="*/ 0 w 1"/>
                <a:gd name="T10" fmla="*/ 0 h 300"/>
                <a:gd name="T11" fmla="*/ 1 w 1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00">
                  <a:moveTo>
                    <a:pt x="0" y="30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29">
              <a:extLst>
                <a:ext uri="{FF2B5EF4-FFF2-40B4-BE49-F238E27FC236}">
                  <a16:creationId xmlns:a16="http://schemas.microsoft.com/office/drawing/2014/main" id="{593210F9-981C-A733-4B20-6280B48C1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1183"/>
              <a:ext cx="1" cy="119"/>
            </a:xfrm>
            <a:custGeom>
              <a:avLst/>
              <a:gdLst>
                <a:gd name="T0" fmla="*/ 0 w 1"/>
                <a:gd name="T1" fmla="*/ 3 h 240"/>
                <a:gd name="T2" fmla="*/ 0 w 1"/>
                <a:gd name="T3" fmla="*/ 0 h 240"/>
                <a:gd name="T4" fmla="*/ 1 w 1"/>
                <a:gd name="T5" fmla="*/ 0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6" name="Freeform 30">
            <a:extLst>
              <a:ext uri="{FF2B5EF4-FFF2-40B4-BE49-F238E27FC236}">
                <a16:creationId xmlns:a16="http://schemas.microsoft.com/office/drawing/2014/main" id="{FBFA3425-F1F1-BE2F-6A28-300522466CEC}"/>
              </a:ext>
            </a:extLst>
          </p:cNvPr>
          <p:cNvSpPr>
            <a:spLocks/>
          </p:cNvSpPr>
          <p:nvPr/>
        </p:nvSpPr>
        <p:spPr bwMode="auto">
          <a:xfrm>
            <a:off x="3783726" y="5424359"/>
            <a:ext cx="1587" cy="498475"/>
          </a:xfrm>
          <a:custGeom>
            <a:avLst/>
            <a:gdLst>
              <a:gd name="T0" fmla="*/ 0 w 1"/>
              <a:gd name="T1" fmla="*/ 0 h 628"/>
              <a:gd name="T2" fmla="*/ 0 w 1"/>
              <a:gd name="T3" fmla="*/ 2147483647 h 628"/>
              <a:gd name="T4" fmla="*/ 2147483647 w 1"/>
              <a:gd name="T5" fmla="*/ 2147483647 h 628"/>
              <a:gd name="T6" fmla="*/ 0 60000 65536"/>
              <a:gd name="T7" fmla="*/ 0 60000 65536"/>
              <a:gd name="T8" fmla="*/ 0 60000 65536"/>
              <a:gd name="T9" fmla="*/ 0 w 1"/>
              <a:gd name="T10" fmla="*/ 0 h 628"/>
              <a:gd name="T11" fmla="*/ 1 w 1"/>
              <a:gd name="T12" fmla="*/ 628 h 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8">
                <a:moveTo>
                  <a:pt x="0" y="0"/>
                </a:moveTo>
                <a:lnTo>
                  <a:pt x="0" y="628"/>
                </a:lnTo>
                <a:lnTo>
                  <a:pt x="1" y="628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31">
            <a:extLst>
              <a:ext uri="{FF2B5EF4-FFF2-40B4-BE49-F238E27FC236}">
                <a16:creationId xmlns:a16="http://schemas.microsoft.com/office/drawing/2014/main" id="{06D33D45-C689-272B-F472-ABEC4F4DCC8A}"/>
              </a:ext>
            </a:extLst>
          </p:cNvPr>
          <p:cNvSpPr>
            <a:spLocks/>
          </p:cNvSpPr>
          <p:nvPr/>
        </p:nvSpPr>
        <p:spPr bwMode="auto">
          <a:xfrm>
            <a:off x="2955051" y="4263896"/>
            <a:ext cx="1587" cy="1658938"/>
          </a:xfrm>
          <a:custGeom>
            <a:avLst/>
            <a:gdLst>
              <a:gd name="T0" fmla="*/ 0 w 1"/>
              <a:gd name="T1" fmla="*/ 0 h 2090"/>
              <a:gd name="T2" fmla="*/ 0 w 1"/>
              <a:gd name="T3" fmla="*/ 2147483647 h 2090"/>
              <a:gd name="T4" fmla="*/ 2147483647 w 1"/>
              <a:gd name="T5" fmla="*/ 2147483647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32">
            <a:extLst>
              <a:ext uri="{FF2B5EF4-FFF2-40B4-BE49-F238E27FC236}">
                <a16:creationId xmlns:a16="http://schemas.microsoft.com/office/drawing/2014/main" id="{BBA4F63B-9E8A-9E61-0253-F214E93B7128}"/>
              </a:ext>
            </a:extLst>
          </p:cNvPr>
          <p:cNvSpPr>
            <a:spLocks/>
          </p:cNvSpPr>
          <p:nvPr/>
        </p:nvSpPr>
        <p:spPr bwMode="auto">
          <a:xfrm>
            <a:off x="4166313" y="4263896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2147483647 h 627"/>
              <a:gd name="T4" fmla="*/ 2147483647 w 1"/>
              <a:gd name="T5" fmla="*/ 214748364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33">
            <a:extLst>
              <a:ext uri="{FF2B5EF4-FFF2-40B4-BE49-F238E27FC236}">
                <a16:creationId xmlns:a16="http://schemas.microsoft.com/office/drawing/2014/main" id="{31559E30-20DA-6C6F-A05A-12AE7FDE50B3}"/>
              </a:ext>
            </a:extLst>
          </p:cNvPr>
          <p:cNvSpPr>
            <a:spLocks/>
          </p:cNvSpPr>
          <p:nvPr/>
        </p:nvSpPr>
        <p:spPr bwMode="auto">
          <a:xfrm>
            <a:off x="3369388" y="4263896"/>
            <a:ext cx="1588" cy="498475"/>
          </a:xfrm>
          <a:custGeom>
            <a:avLst/>
            <a:gdLst>
              <a:gd name="T0" fmla="*/ 0 w 1"/>
              <a:gd name="T1" fmla="*/ 0 h 627"/>
              <a:gd name="T2" fmla="*/ 0 w 1"/>
              <a:gd name="T3" fmla="*/ 2147483647 h 627"/>
              <a:gd name="T4" fmla="*/ 2147483647 w 1"/>
              <a:gd name="T5" fmla="*/ 2147483647 h 627"/>
              <a:gd name="T6" fmla="*/ 0 60000 65536"/>
              <a:gd name="T7" fmla="*/ 0 60000 65536"/>
              <a:gd name="T8" fmla="*/ 0 60000 65536"/>
              <a:gd name="T9" fmla="*/ 0 w 1"/>
              <a:gd name="T10" fmla="*/ 0 h 627"/>
              <a:gd name="T11" fmla="*/ 1 w 1"/>
              <a:gd name="T12" fmla="*/ 627 h 6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7">
                <a:moveTo>
                  <a:pt x="0" y="0"/>
                </a:moveTo>
                <a:lnTo>
                  <a:pt x="0" y="627"/>
                </a:lnTo>
                <a:lnTo>
                  <a:pt x="1" y="627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34">
            <a:extLst>
              <a:ext uri="{FF2B5EF4-FFF2-40B4-BE49-F238E27FC236}">
                <a16:creationId xmlns:a16="http://schemas.microsoft.com/office/drawing/2014/main" id="{7738D387-9F16-1A94-77FF-D365FE5AA733}"/>
              </a:ext>
            </a:extLst>
          </p:cNvPr>
          <p:cNvSpPr>
            <a:spLocks/>
          </p:cNvSpPr>
          <p:nvPr/>
        </p:nvSpPr>
        <p:spPr bwMode="auto">
          <a:xfrm>
            <a:off x="3369388" y="4762371"/>
            <a:ext cx="798513" cy="1588"/>
          </a:xfrm>
          <a:custGeom>
            <a:avLst/>
            <a:gdLst>
              <a:gd name="T0" fmla="*/ 0 w 1006"/>
              <a:gd name="T1" fmla="*/ 0 h 1588"/>
              <a:gd name="T2" fmla="*/ 2147483647 w 1006"/>
              <a:gd name="T3" fmla="*/ 0 h 1588"/>
              <a:gd name="T4" fmla="*/ 2147483647 w 1006"/>
              <a:gd name="T5" fmla="*/ 0 h 1588"/>
              <a:gd name="T6" fmla="*/ 0 60000 65536"/>
              <a:gd name="T7" fmla="*/ 0 60000 65536"/>
              <a:gd name="T8" fmla="*/ 0 60000 65536"/>
              <a:gd name="T9" fmla="*/ 0 w 1006"/>
              <a:gd name="T10" fmla="*/ 0 h 1588"/>
              <a:gd name="T11" fmla="*/ 1006 w 100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06" h="1588">
                <a:moveTo>
                  <a:pt x="0" y="0"/>
                </a:moveTo>
                <a:lnTo>
                  <a:pt x="1005" y="0"/>
                </a:lnTo>
                <a:lnTo>
                  <a:pt x="1006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35">
            <a:extLst>
              <a:ext uri="{FF2B5EF4-FFF2-40B4-BE49-F238E27FC236}">
                <a16:creationId xmlns:a16="http://schemas.microsoft.com/office/drawing/2014/main" id="{76BA1BE1-03A5-1E48-C425-3D29E9383F9D}"/>
              </a:ext>
            </a:extLst>
          </p:cNvPr>
          <p:cNvSpPr>
            <a:spLocks/>
          </p:cNvSpPr>
          <p:nvPr/>
        </p:nvSpPr>
        <p:spPr bwMode="auto">
          <a:xfrm>
            <a:off x="2955051" y="4263896"/>
            <a:ext cx="415925" cy="1588"/>
          </a:xfrm>
          <a:custGeom>
            <a:avLst/>
            <a:gdLst>
              <a:gd name="T0" fmla="*/ 0 w 523"/>
              <a:gd name="T1" fmla="*/ 0 h 1588"/>
              <a:gd name="T2" fmla="*/ 2147483647 w 523"/>
              <a:gd name="T3" fmla="*/ 0 h 1588"/>
              <a:gd name="T4" fmla="*/ 2147483647 w 523"/>
              <a:gd name="T5" fmla="*/ 0 h 1588"/>
              <a:gd name="T6" fmla="*/ 0 60000 65536"/>
              <a:gd name="T7" fmla="*/ 0 60000 65536"/>
              <a:gd name="T8" fmla="*/ 0 60000 65536"/>
              <a:gd name="T9" fmla="*/ 0 w 523"/>
              <a:gd name="T10" fmla="*/ 0 h 1588"/>
              <a:gd name="T11" fmla="*/ 523 w 523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3" h="1588">
                <a:moveTo>
                  <a:pt x="0" y="0"/>
                </a:moveTo>
                <a:lnTo>
                  <a:pt x="522" y="0"/>
                </a:lnTo>
                <a:lnTo>
                  <a:pt x="523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36">
            <a:extLst>
              <a:ext uri="{FF2B5EF4-FFF2-40B4-BE49-F238E27FC236}">
                <a16:creationId xmlns:a16="http://schemas.microsoft.com/office/drawing/2014/main" id="{01893337-DB60-A569-F77E-A78A302F40C2}"/>
              </a:ext>
            </a:extLst>
          </p:cNvPr>
          <p:cNvSpPr>
            <a:spLocks/>
          </p:cNvSpPr>
          <p:nvPr/>
        </p:nvSpPr>
        <p:spPr bwMode="auto">
          <a:xfrm>
            <a:off x="5355351" y="1898521"/>
            <a:ext cx="1587" cy="1627188"/>
          </a:xfrm>
          <a:custGeom>
            <a:avLst/>
            <a:gdLst>
              <a:gd name="T0" fmla="*/ 0 w 1"/>
              <a:gd name="T1" fmla="*/ 2147483647 h 2049"/>
              <a:gd name="T2" fmla="*/ 0 w 1"/>
              <a:gd name="T3" fmla="*/ 0 h 2049"/>
              <a:gd name="T4" fmla="*/ 2147483647 w 1"/>
              <a:gd name="T5" fmla="*/ 0 h 2049"/>
              <a:gd name="T6" fmla="*/ 0 60000 65536"/>
              <a:gd name="T7" fmla="*/ 0 60000 65536"/>
              <a:gd name="T8" fmla="*/ 0 60000 65536"/>
              <a:gd name="T9" fmla="*/ 0 w 1"/>
              <a:gd name="T10" fmla="*/ 0 h 2049"/>
              <a:gd name="T11" fmla="*/ 1 w 1"/>
              <a:gd name="T12" fmla="*/ 2049 h 20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9">
                <a:moveTo>
                  <a:pt x="0" y="2049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" name="Freeform 37">
            <a:extLst>
              <a:ext uri="{FF2B5EF4-FFF2-40B4-BE49-F238E27FC236}">
                <a16:creationId xmlns:a16="http://schemas.microsoft.com/office/drawing/2014/main" id="{BB9D46BF-3FBD-29FC-6998-9AC81532D3C8}"/>
              </a:ext>
            </a:extLst>
          </p:cNvPr>
          <p:cNvSpPr>
            <a:spLocks/>
          </p:cNvSpPr>
          <p:nvPr/>
        </p:nvSpPr>
        <p:spPr bwMode="auto">
          <a:xfrm>
            <a:off x="5355351" y="4263896"/>
            <a:ext cx="1587" cy="1658938"/>
          </a:xfrm>
          <a:custGeom>
            <a:avLst/>
            <a:gdLst>
              <a:gd name="T0" fmla="*/ 0 w 1"/>
              <a:gd name="T1" fmla="*/ 0 h 2090"/>
              <a:gd name="T2" fmla="*/ 0 w 1"/>
              <a:gd name="T3" fmla="*/ 2147483647 h 2090"/>
              <a:gd name="T4" fmla="*/ 2147483647 w 1"/>
              <a:gd name="T5" fmla="*/ 2147483647 h 2090"/>
              <a:gd name="T6" fmla="*/ 0 60000 65536"/>
              <a:gd name="T7" fmla="*/ 0 60000 65536"/>
              <a:gd name="T8" fmla="*/ 0 60000 65536"/>
              <a:gd name="T9" fmla="*/ 0 w 1"/>
              <a:gd name="T10" fmla="*/ 0 h 2090"/>
              <a:gd name="T11" fmla="*/ 1 w 1"/>
              <a:gd name="T12" fmla="*/ 2090 h 20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90">
                <a:moveTo>
                  <a:pt x="0" y="0"/>
                </a:moveTo>
                <a:lnTo>
                  <a:pt x="0" y="2090"/>
                </a:lnTo>
                <a:lnTo>
                  <a:pt x="1" y="209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" name="Freeform 38">
            <a:extLst>
              <a:ext uri="{FF2B5EF4-FFF2-40B4-BE49-F238E27FC236}">
                <a16:creationId xmlns:a16="http://schemas.microsoft.com/office/drawing/2014/main" id="{52977663-41BC-84A9-D2C6-99124064C078}"/>
              </a:ext>
            </a:extLst>
          </p:cNvPr>
          <p:cNvSpPr>
            <a:spLocks/>
          </p:cNvSpPr>
          <p:nvPr/>
        </p:nvSpPr>
        <p:spPr bwMode="auto">
          <a:xfrm>
            <a:off x="4580651" y="4263896"/>
            <a:ext cx="1587" cy="1160463"/>
          </a:xfrm>
          <a:custGeom>
            <a:avLst/>
            <a:gdLst>
              <a:gd name="T0" fmla="*/ 0 w 1"/>
              <a:gd name="T1" fmla="*/ 0 h 1462"/>
              <a:gd name="T2" fmla="*/ 0 w 1"/>
              <a:gd name="T3" fmla="*/ 2147483647 h 1462"/>
              <a:gd name="T4" fmla="*/ 2147483647 w 1"/>
              <a:gd name="T5" fmla="*/ 2147483647 h 1462"/>
              <a:gd name="T6" fmla="*/ 0 60000 65536"/>
              <a:gd name="T7" fmla="*/ 0 60000 65536"/>
              <a:gd name="T8" fmla="*/ 0 60000 65536"/>
              <a:gd name="T9" fmla="*/ 0 w 1"/>
              <a:gd name="T10" fmla="*/ 0 h 1462"/>
              <a:gd name="T11" fmla="*/ 1 w 1"/>
              <a:gd name="T12" fmla="*/ 1462 h 1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62">
                <a:moveTo>
                  <a:pt x="0" y="0"/>
                </a:moveTo>
                <a:lnTo>
                  <a:pt x="0" y="1462"/>
                </a:lnTo>
                <a:lnTo>
                  <a:pt x="1" y="1462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" name="Freeform 39">
            <a:extLst>
              <a:ext uri="{FF2B5EF4-FFF2-40B4-BE49-F238E27FC236}">
                <a16:creationId xmlns:a16="http://schemas.microsoft.com/office/drawing/2014/main" id="{EABF8903-BDD7-DB52-8516-D9AFA3F6B15A}"/>
              </a:ext>
            </a:extLst>
          </p:cNvPr>
          <p:cNvSpPr>
            <a:spLocks/>
          </p:cNvSpPr>
          <p:nvPr/>
        </p:nvSpPr>
        <p:spPr bwMode="auto">
          <a:xfrm>
            <a:off x="4580651" y="1898521"/>
            <a:ext cx="774700" cy="1588"/>
          </a:xfrm>
          <a:custGeom>
            <a:avLst/>
            <a:gdLst>
              <a:gd name="T0" fmla="*/ 2147483647 w 976"/>
              <a:gd name="T1" fmla="*/ 0 h 1588"/>
              <a:gd name="T2" fmla="*/ 0 w 976"/>
              <a:gd name="T3" fmla="*/ 0 h 1588"/>
              <a:gd name="T4" fmla="*/ 2147483647 w 976"/>
              <a:gd name="T5" fmla="*/ 0 h 1588"/>
              <a:gd name="T6" fmla="*/ 0 60000 65536"/>
              <a:gd name="T7" fmla="*/ 0 60000 65536"/>
              <a:gd name="T8" fmla="*/ 0 60000 65536"/>
              <a:gd name="T9" fmla="*/ 0 w 976"/>
              <a:gd name="T10" fmla="*/ 0 h 1588"/>
              <a:gd name="T11" fmla="*/ 976 w 97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6" h="1588">
                <a:moveTo>
                  <a:pt x="976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6" name="Group 40">
            <a:extLst>
              <a:ext uri="{FF2B5EF4-FFF2-40B4-BE49-F238E27FC236}">
                <a16:creationId xmlns:a16="http://schemas.microsoft.com/office/drawing/2014/main" id="{5337BB98-C837-72AB-08C2-EE2DB8ABEC1B}"/>
              </a:ext>
            </a:extLst>
          </p:cNvPr>
          <p:cNvGrpSpPr>
            <a:grpSpLocks/>
          </p:cNvGrpSpPr>
          <p:nvPr/>
        </p:nvGrpSpPr>
        <p:grpSpPr bwMode="auto">
          <a:xfrm>
            <a:off x="2955051" y="1898521"/>
            <a:ext cx="1625600" cy="2366963"/>
            <a:chOff x="827" y="808"/>
            <a:chExt cx="1024" cy="1491"/>
          </a:xfrm>
        </p:grpSpPr>
        <p:sp>
          <p:nvSpPr>
            <p:cNvPr id="127" name="Freeform 41">
              <a:extLst>
                <a:ext uri="{FF2B5EF4-FFF2-40B4-BE49-F238E27FC236}">
                  <a16:creationId xmlns:a16="http://schemas.microsoft.com/office/drawing/2014/main" id="{759E77FB-82B4-5021-8FB7-D9F30AFFC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" y="808"/>
              <a:ext cx="22" cy="1"/>
            </a:xfrm>
            <a:custGeom>
              <a:avLst/>
              <a:gdLst>
                <a:gd name="T0" fmla="*/ 1 w 44"/>
                <a:gd name="T1" fmla="*/ 0 h 1"/>
                <a:gd name="T2" fmla="*/ 0 w 44"/>
                <a:gd name="T3" fmla="*/ 0 h 1"/>
                <a:gd name="T4" fmla="*/ 1 w 44"/>
                <a:gd name="T5" fmla="*/ 0 h 1"/>
                <a:gd name="T6" fmla="*/ 0 60000 65536"/>
                <a:gd name="T7" fmla="*/ 0 60000 65536"/>
                <a:gd name="T8" fmla="*/ 0 60000 65536"/>
                <a:gd name="T9" fmla="*/ 0 w 44"/>
                <a:gd name="T10" fmla="*/ 0 h 1"/>
                <a:gd name="T11" fmla="*/ 44 w 4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" h="1">
                  <a:moveTo>
                    <a:pt x="4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Freeform 42">
              <a:extLst>
                <a:ext uri="{FF2B5EF4-FFF2-40B4-BE49-F238E27FC236}">
                  <a16:creationId xmlns:a16="http://schemas.microsoft.com/office/drawing/2014/main" id="{6FAE65D7-935B-C661-394C-0C23B3692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91"/>
              <a:ext cx="1" cy="120"/>
            </a:xfrm>
            <a:custGeom>
              <a:avLst/>
              <a:gdLst>
                <a:gd name="T0" fmla="*/ 0 w 1"/>
                <a:gd name="T1" fmla="*/ 4 h 240"/>
                <a:gd name="T2" fmla="*/ 0 w 1"/>
                <a:gd name="T3" fmla="*/ 0 h 240"/>
                <a:gd name="T4" fmla="*/ 1 w 1"/>
                <a:gd name="T5" fmla="*/ 0 h 240"/>
                <a:gd name="T6" fmla="*/ 0 60000 65536"/>
                <a:gd name="T7" fmla="*/ 0 60000 65536"/>
                <a:gd name="T8" fmla="*/ 0 60000 65536"/>
                <a:gd name="T9" fmla="*/ 0 w 1"/>
                <a:gd name="T10" fmla="*/ 0 h 240"/>
                <a:gd name="T11" fmla="*/ 1 w 1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Freeform 43">
              <a:extLst>
                <a:ext uri="{FF2B5EF4-FFF2-40B4-BE49-F238E27FC236}">
                  <a16:creationId xmlns:a16="http://schemas.microsoft.com/office/drawing/2014/main" id="{955AE3DE-96AA-141F-D14E-C57253C0C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808"/>
              <a:ext cx="509" cy="1"/>
            </a:xfrm>
            <a:custGeom>
              <a:avLst/>
              <a:gdLst>
                <a:gd name="T0" fmla="*/ 16 w 1018"/>
                <a:gd name="T1" fmla="*/ 0 h 1"/>
                <a:gd name="T2" fmla="*/ 0 w 1018"/>
                <a:gd name="T3" fmla="*/ 0 h 1"/>
                <a:gd name="T4" fmla="*/ 1 w 1018"/>
                <a:gd name="T5" fmla="*/ 0 h 1"/>
                <a:gd name="T6" fmla="*/ 0 60000 65536"/>
                <a:gd name="T7" fmla="*/ 0 60000 65536"/>
                <a:gd name="T8" fmla="*/ 0 60000 65536"/>
                <a:gd name="T9" fmla="*/ 0 w 1018"/>
                <a:gd name="T10" fmla="*/ 0 h 1"/>
                <a:gd name="T11" fmla="*/ 1018 w 101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8" h="1">
                  <a:moveTo>
                    <a:pt x="101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44">
              <a:extLst>
                <a:ext uri="{FF2B5EF4-FFF2-40B4-BE49-F238E27FC236}">
                  <a16:creationId xmlns:a16="http://schemas.microsoft.com/office/drawing/2014/main" id="{50E7CFEE-C86E-EB00-3910-7769A0393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135"/>
              <a:ext cx="1" cy="11"/>
            </a:xfrm>
            <a:custGeom>
              <a:avLst/>
              <a:gdLst>
                <a:gd name="T0" fmla="*/ 0 w 1"/>
                <a:gd name="T1" fmla="*/ 1 h 22"/>
                <a:gd name="T2" fmla="*/ 0 w 1"/>
                <a:gd name="T3" fmla="*/ 0 h 22"/>
                <a:gd name="T4" fmla="*/ 1 w 1"/>
                <a:gd name="T5" fmla="*/ 0 h 22"/>
                <a:gd name="T6" fmla="*/ 0 60000 65536"/>
                <a:gd name="T7" fmla="*/ 0 60000 65536"/>
                <a:gd name="T8" fmla="*/ 0 60000 65536"/>
                <a:gd name="T9" fmla="*/ 0 w 1"/>
                <a:gd name="T10" fmla="*/ 0 h 22"/>
                <a:gd name="T11" fmla="*/ 1 w 1"/>
                <a:gd name="T12" fmla="*/ 22 h 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">
                  <a:moveTo>
                    <a:pt x="0" y="2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45">
              <a:extLst>
                <a:ext uri="{FF2B5EF4-FFF2-40B4-BE49-F238E27FC236}">
                  <a16:creationId xmlns:a16="http://schemas.microsoft.com/office/drawing/2014/main" id="{AA10DC63-4184-4203-AFDC-DEBAC64CC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1067"/>
              <a:ext cx="1" cy="11"/>
            </a:xfrm>
            <a:custGeom>
              <a:avLst/>
              <a:gdLst>
                <a:gd name="T0" fmla="*/ 0 w 1"/>
                <a:gd name="T1" fmla="*/ 0 h 23"/>
                <a:gd name="T2" fmla="*/ 0 w 1"/>
                <a:gd name="T3" fmla="*/ 0 h 23"/>
                <a:gd name="T4" fmla="*/ 1 w 1"/>
                <a:gd name="T5" fmla="*/ 0 h 23"/>
                <a:gd name="T6" fmla="*/ 0 60000 65536"/>
                <a:gd name="T7" fmla="*/ 0 60000 65536"/>
                <a:gd name="T8" fmla="*/ 0 60000 65536"/>
                <a:gd name="T9" fmla="*/ 0 w 1"/>
                <a:gd name="T10" fmla="*/ 0 h 23"/>
                <a:gd name="T11" fmla="*/ 1 w 1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3">
                  <a:moveTo>
                    <a:pt x="0" y="2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46">
              <a:extLst>
                <a:ext uri="{FF2B5EF4-FFF2-40B4-BE49-F238E27FC236}">
                  <a16:creationId xmlns:a16="http://schemas.microsoft.com/office/drawing/2014/main" id="{8C674A66-56EF-1FF8-AFC8-CC377D13D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1" cy="203"/>
            </a:xfrm>
            <a:custGeom>
              <a:avLst/>
              <a:gdLst>
                <a:gd name="T0" fmla="*/ 0 w 1"/>
                <a:gd name="T1" fmla="*/ 7 h 405"/>
                <a:gd name="T2" fmla="*/ 0 w 1"/>
                <a:gd name="T3" fmla="*/ 0 h 405"/>
                <a:gd name="T4" fmla="*/ 1 w 1"/>
                <a:gd name="T5" fmla="*/ 0 h 405"/>
                <a:gd name="T6" fmla="*/ 0 60000 65536"/>
                <a:gd name="T7" fmla="*/ 0 60000 65536"/>
                <a:gd name="T8" fmla="*/ 0 60000 65536"/>
                <a:gd name="T9" fmla="*/ 0 w 1"/>
                <a:gd name="T10" fmla="*/ 0 h 405"/>
                <a:gd name="T11" fmla="*/ 1 w 1"/>
                <a:gd name="T12" fmla="*/ 405 h 4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05">
                  <a:moveTo>
                    <a:pt x="0" y="40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47">
              <a:extLst>
                <a:ext uri="{FF2B5EF4-FFF2-40B4-BE49-F238E27FC236}">
                  <a16:creationId xmlns:a16="http://schemas.microsoft.com/office/drawing/2014/main" id="{CB6FC364-C532-0716-89FB-1B982EFB6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808"/>
              <a:ext cx="301" cy="1"/>
            </a:xfrm>
            <a:custGeom>
              <a:avLst/>
              <a:gdLst>
                <a:gd name="T0" fmla="*/ 9 w 602"/>
                <a:gd name="T1" fmla="*/ 0 h 1"/>
                <a:gd name="T2" fmla="*/ 0 w 602"/>
                <a:gd name="T3" fmla="*/ 0 h 1"/>
                <a:gd name="T4" fmla="*/ 1 w 602"/>
                <a:gd name="T5" fmla="*/ 0 h 1"/>
                <a:gd name="T6" fmla="*/ 0 60000 65536"/>
                <a:gd name="T7" fmla="*/ 0 60000 65536"/>
                <a:gd name="T8" fmla="*/ 0 60000 65536"/>
                <a:gd name="T9" fmla="*/ 0 w 602"/>
                <a:gd name="T10" fmla="*/ 0 h 1"/>
                <a:gd name="T11" fmla="*/ 602 w 6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2" h="1">
                  <a:moveTo>
                    <a:pt x="602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48">
              <a:extLst>
                <a:ext uri="{FF2B5EF4-FFF2-40B4-BE49-F238E27FC236}">
                  <a16:creationId xmlns:a16="http://schemas.microsoft.com/office/drawing/2014/main" id="{B1B85754-171D-7B87-01F3-680ACAB1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808"/>
              <a:ext cx="23" cy="1"/>
            </a:xfrm>
            <a:custGeom>
              <a:avLst/>
              <a:gdLst>
                <a:gd name="T0" fmla="*/ 1 w 46"/>
                <a:gd name="T1" fmla="*/ 0 h 1"/>
                <a:gd name="T2" fmla="*/ 0 w 46"/>
                <a:gd name="T3" fmla="*/ 0 h 1"/>
                <a:gd name="T4" fmla="*/ 1 w 46"/>
                <a:gd name="T5" fmla="*/ 0 h 1"/>
                <a:gd name="T6" fmla="*/ 0 60000 65536"/>
                <a:gd name="T7" fmla="*/ 0 60000 65536"/>
                <a:gd name="T8" fmla="*/ 0 60000 65536"/>
                <a:gd name="T9" fmla="*/ 0 w 46"/>
                <a:gd name="T10" fmla="*/ 0 h 1"/>
                <a:gd name="T11" fmla="*/ 46 w 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" h="1">
                  <a:moveTo>
                    <a:pt x="4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49">
              <a:extLst>
                <a:ext uri="{FF2B5EF4-FFF2-40B4-BE49-F238E27FC236}">
                  <a16:creationId xmlns:a16="http://schemas.microsoft.com/office/drawing/2014/main" id="{42ACF547-43C8-23D8-427E-55AAF860D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" y="2298"/>
              <a:ext cx="131" cy="1"/>
            </a:xfrm>
            <a:custGeom>
              <a:avLst/>
              <a:gdLst>
                <a:gd name="T0" fmla="*/ 0 w 262"/>
                <a:gd name="T1" fmla="*/ 0 h 1"/>
                <a:gd name="T2" fmla="*/ 4 w 262"/>
                <a:gd name="T3" fmla="*/ 0 h 1"/>
                <a:gd name="T4" fmla="*/ 4 w 262"/>
                <a:gd name="T5" fmla="*/ 0 h 1"/>
                <a:gd name="T6" fmla="*/ 0 60000 65536"/>
                <a:gd name="T7" fmla="*/ 0 60000 65536"/>
                <a:gd name="T8" fmla="*/ 0 60000 65536"/>
                <a:gd name="T9" fmla="*/ 0 w 262"/>
                <a:gd name="T10" fmla="*/ 0 h 1"/>
                <a:gd name="T11" fmla="*/ 262 w 26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" h="1">
                  <a:moveTo>
                    <a:pt x="0" y="0"/>
                  </a:moveTo>
                  <a:lnTo>
                    <a:pt x="261" y="0"/>
                  </a:lnTo>
                  <a:lnTo>
                    <a:pt x="262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50">
              <a:extLst>
                <a:ext uri="{FF2B5EF4-FFF2-40B4-BE49-F238E27FC236}">
                  <a16:creationId xmlns:a16="http://schemas.microsoft.com/office/drawing/2014/main" id="{145DEF34-F922-D08C-E6ED-B70BB4FB7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298"/>
              <a:ext cx="24" cy="1"/>
            </a:xfrm>
            <a:custGeom>
              <a:avLst/>
              <a:gdLst>
                <a:gd name="T0" fmla="*/ 0 w 47"/>
                <a:gd name="T1" fmla="*/ 0 h 1"/>
                <a:gd name="T2" fmla="*/ 1 w 47"/>
                <a:gd name="T3" fmla="*/ 0 h 1"/>
                <a:gd name="T4" fmla="*/ 1 w 47"/>
                <a:gd name="T5" fmla="*/ 0 h 1"/>
                <a:gd name="T6" fmla="*/ 0 60000 65536"/>
                <a:gd name="T7" fmla="*/ 0 60000 65536"/>
                <a:gd name="T8" fmla="*/ 0 60000 65536"/>
                <a:gd name="T9" fmla="*/ 0 w 47"/>
                <a:gd name="T10" fmla="*/ 0 h 1"/>
                <a:gd name="T11" fmla="*/ 47 w 4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" h="1">
                  <a:moveTo>
                    <a:pt x="0" y="0"/>
                  </a:moveTo>
                  <a:lnTo>
                    <a:pt x="46" y="0"/>
                  </a:lnTo>
                  <a:lnTo>
                    <a:pt x="47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51">
              <a:extLst>
                <a:ext uri="{FF2B5EF4-FFF2-40B4-BE49-F238E27FC236}">
                  <a16:creationId xmlns:a16="http://schemas.microsoft.com/office/drawing/2014/main" id="{42B52944-D351-8F54-0A2D-72F9C1664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298"/>
              <a:ext cx="23" cy="1"/>
            </a:xfrm>
            <a:custGeom>
              <a:avLst/>
              <a:gdLst>
                <a:gd name="T0" fmla="*/ 0 w 46"/>
                <a:gd name="T1" fmla="*/ 0 h 1"/>
                <a:gd name="T2" fmla="*/ 1 w 46"/>
                <a:gd name="T3" fmla="*/ 0 h 1"/>
                <a:gd name="T4" fmla="*/ 1 w 46"/>
                <a:gd name="T5" fmla="*/ 0 h 1"/>
                <a:gd name="T6" fmla="*/ 0 60000 65536"/>
                <a:gd name="T7" fmla="*/ 0 60000 65536"/>
                <a:gd name="T8" fmla="*/ 0 60000 65536"/>
                <a:gd name="T9" fmla="*/ 0 w 46"/>
                <a:gd name="T10" fmla="*/ 0 h 1"/>
                <a:gd name="T11" fmla="*/ 46 w 4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" h="1">
                  <a:moveTo>
                    <a:pt x="0" y="0"/>
                  </a:moveTo>
                  <a:lnTo>
                    <a:pt x="45" y="0"/>
                  </a:lnTo>
                  <a:lnTo>
                    <a:pt x="46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Freeform 52">
              <a:extLst>
                <a:ext uri="{FF2B5EF4-FFF2-40B4-BE49-F238E27FC236}">
                  <a16:creationId xmlns:a16="http://schemas.microsoft.com/office/drawing/2014/main" id="{53B024E5-DC27-4F20-4A0A-7BADF42E7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298"/>
              <a:ext cx="169" cy="1"/>
            </a:xfrm>
            <a:custGeom>
              <a:avLst/>
              <a:gdLst>
                <a:gd name="T0" fmla="*/ 0 w 339"/>
                <a:gd name="T1" fmla="*/ 0 h 1"/>
                <a:gd name="T2" fmla="*/ 5 w 339"/>
                <a:gd name="T3" fmla="*/ 0 h 1"/>
                <a:gd name="T4" fmla="*/ 5 w 339"/>
                <a:gd name="T5" fmla="*/ 0 h 1"/>
                <a:gd name="T6" fmla="*/ 0 60000 65536"/>
                <a:gd name="T7" fmla="*/ 0 60000 65536"/>
                <a:gd name="T8" fmla="*/ 0 60000 65536"/>
                <a:gd name="T9" fmla="*/ 0 w 339"/>
                <a:gd name="T10" fmla="*/ 0 h 1"/>
                <a:gd name="T11" fmla="*/ 339 w 33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9" h="1">
                  <a:moveTo>
                    <a:pt x="0" y="0"/>
                  </a:moveTo>
                  <a:lnTo>
                    <a:pt x="338" y="0"/>
                  </a:lnTo>
                  <a:lnTo>
                    <a:pt x="339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9" name="Group 53">
            <a:extLst>
              <a:ext uri="{FF2B5EF4-FFF2-40B4-BE49-F238E27FC236}">
                <a16:creationId xmlns:a16="http://schemas.microsoft.com/office/drawing/2014/main" id="{7B52B049-EC37-FB56-26D9-D0D6A3333C03}"/>
              </a:ext>
            </a:extLst>
          </p:cNvPr>
          <p:cNvGrpSpPr>
            <a:grpSpLocks/>
          </p:cNvGrpSpPr>
          <p:nvPr/>
        </p:nvGrpSpPr>
        <p:grpSpPr bwMode="auto">
          <a:xfrm>
            <a:off x="7622301" y="4190871"/>
            <a:ext cx="2524125" cy="2566988"/>
            <a:chOff x="580" y="2662"/>
            <a:chExt cx="1154" cy="1174"/>
          </a:xfrm>
        </p:grpSpPr>
        <p:sp>
          <p:nvSpPr>
            <p:cNvPr id="140" name="Freeform 54">
              <a:extLst>
                <a:ext uri="{FF2B5EF4-FFF2-40B4-BE49-F238E27FC236}">
                  <a16:creationId xmlns:a16="http://schemas.microsoft.com/office/drawing/2014/main" id="{74E1ECE2-C97F-B8D3-8337-0EAF01B03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2781"/>
              <a:ext cx="957" cy="771"/>
            </a:xfrm>
            <a:custGeom>
              <a:avLst/>
              <a:gdLst>
                <a:gd name="T0" fmla="*/ 495 w 957"/>
                <a:gd name="T1" fmla="*/ 0 h 771"/>
                <a:gd name="T2" fmla="*/ 957 w 957"/>
                <a:gd name="T3" fmla="*/ 265 h 771"/>
                <a:gd name="T4" fmla="*/ 452 w 957"/>
                <a:gd name="T5" fmla="*/ 771 h 771"/>
                <a:gd name="T6" fmla="*/ 0 w 957"/>
                <a:gd name="T7" fmla="*/ 500 h 771"/>
                <a:gd name="T8" fmla="*/ 495 w 957"/>
                <a:gd name="T9" fmla="*/ 0 h 7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7"/>
                <a:gd name="T16" fmla="*/ 0 h 771"/>
                <a:gd name="T17" fmla="*/ 957 w 957"/>
                <a:gd name="T18" fmla="*/ 771 h 7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7" h="771">
                  <a:moveTo>
                    <a:pt x="495" y="0"/>
                  </a:moveTo>
                  <a:lnTo>
                    <a:pt x="957" y="265"/>
                  </a:lnTo>
                  <a:lnTo>
                    <a:pt x="452" y="771"/>
                  </a:lnTo>
                  <a:lnTo>
                    <a:pt x="0" y="500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Freeform 55">
              <a:extLst>
                <a:ext uri="{FF2B5EF4-FFF2-40B4-BE49-F238E27FC236}">
                  <a16:creationId xmlns:a16="http://schemas.microsoft.com/office/drawing/2014/main" id="{1AE92BF9-8709-D2E4-FF35-D4F79F6B8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2662"/>
              <a:ext cx="668" cy="393"/>
            </a:xfrm>
            <a:custGeom>
              <a:avLst/>
              <a:gdLst/>
              <a:ahLst/>
              <a:cxnLst>
                <a:cxn ang="0">
                  <a:pos x="0" y="128"/>
                </a:cxn>
                <a:cxn ang="0">
                  <a:pos x="207" y="0"/>
                </a:cxn>
                <a:cxn ang="0">
                  <a:pos x="668" y="273"/>
                </a:cxn>
                <a:cxn ang="0">
                  <a:pos x="462" y="393"/>
                </a:cxn>
                <a:cxn ang="0">
                  <a:pos x="0" y="128"/>
                </a:cxn>
              </a:cxnLst>
              <a:rect l="0" t="0" r="r" b="b"/>
              <a:pathLst>
                <a:path w="668" h="393">
                  <a:moveTo>
                    <a:pt x="0" y="128"/>
                  </a:moveTo>
                  <a:lnTo>
                    <a:pt x="207" y="0"/>
                  </a:lnTo>
                  <a:lnTo>
                    <a:pt x="668" y="273"/>
                  </a:lnTo>
                  <a:lnTo>
                    <a:pt x="462" y="393"/>
                  </a:lnTo>
                  <a:lnTo>
                    <a:pt x="0" y="12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274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42" name="Freeform 56">
              <a:extLst>
                <a:ext uri="{FF2B5EF4-FFF2-40B4-BE49-F238E27FC236}">
                  <a16:creationId xmlns:a16="http://schemas.microsoft.com/office/drawing/2014/main" id="{8823D128-5596-A938-B9E3-3368AD52D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3282"/>
              <a:ext cx="459" cy="554"/>
            </a:xfrm>
            <a:custGeom>
              <a:avLst/>
              <a:gdLst>
                <a:gd name="T0" fmla="*/ 0 w 644"/>
                <a:gd name="T1" fmla="*/ 0 h 777"/>
                <a:gd name="T2" fmla="*/ 0 w 644"/>
                <a:gd name="T3" fmla="*/ 55 h 777"/>
                <a:gd name="T4" fmla="*/ 84 w 644"/>
                <a:gd name="T5" fmla="*/ 102 h 777"/>
                <a:gd name="T6" fmla="*/ 84 w 644"/>
                <a:gd name="T7" fmla="*/ 48 h 777"/>
                <a:gd name="T8" fmla="*/ 0 w 644"/>
                <a:gd name="T9" fmla="*/ 0 h 7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4"/>
                <a:gd name="T16" fmla="*/ 0 h 777"/>
                <a:gd name="T17" fmla="*/ 644 w 644"/>
                <a:gd name="T18" fmla="*/ 777 h 7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4" h="777">
                  <a:moveTo>
                    <a:pt x="0" y="0"/>
                  </a:moveTo>
                  <a:lnTo>
                    <a:pt x="0" y="417"/>
                  </a:lnTo>
                  <a:lnTo>
                    <a:pt x="644" y="777"/>
                  </a:lnTo>
                  <a:lnTo>
                    <a:pt x="644" y="37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47"/>
                </a:gs>
                <a:gs pos="100000">
                  <a:srgbClr val="00CC99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Freeform 57">
              <a:extLst>
                <a:ext uri="{FF2B5EF4-FFF2-40B4-BE49-F238E27FC236}">
                  <a16:creationId xmlns:a16="http://schemas.microsoft.com/office/drawing/2014/main" id="{6592EB9B-35DA-9937-A748-9E5F1360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2935"/>
              <a:ext cx="702" cy="901"/>
            </a:xfrm>
            <a:custGeom>
              <a:avLst/>
              <a:gdLst>
                <a:gd name="T0" fmla="*/ 90 w 984"/>
                <a:gd name="T1" fmla="*/ 21 h 1262"/>
                <a:gd name="T2" fmla="*/ 130 w 984"/>
                <a:gd name="T3" fmla="*/ 0 h 1262"/>
                <a:gd name="T4" fmla="*/ 130 w 984"/>
                <a:gd name="T5" fmla="*/ 94 h 1262"/>
                <a:gd name="T6" fmla="*/ 0 w 984"/>
                <a:gd name="T7" fmla="*/ 167 h 1262"/>
                <a:gd name="T8" fmla="*/ 0 w 984"/>
                <a:gd name="T9" fmla="*/ 113 h 1262"/>
                <a:gd name="T10" fmla="*/ 90 w 984"/>
                <a:gd name="T11" fmla="*/ 21 h 12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4"/>
                <a:gd name="T19" fmla="*/ 0 h 1262"/>
                <a:gd name="T20" fmla="*/ 984 w 984"/>
                <a:gd name="T21" fmla="*/ 1262 h 12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4" h="1262">
                  <a:moveTo>
                    <a:pt x="684" y="156"/>
                  </a:moveTo>
                  <a:lnTo>
                    <a:pt x="984" y="0"/>
                  </a:lnTo>
                  <a:lnTo>
                    <a:pt x="984" y="708"/>
                  </a:lnTo>
                  <a:lnTo>
                    <a:pt x="0" y="1262"/>
                  </a:lnTo>
                  <a:lnTo>
                    <a:pt x="0" y="852"/>
                  </a:lnTo>
                  <a:lnTo>
                    <a:pt x="684" y="156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256F25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4" name="Group 58">
            <a:extLst>
              <a:ext uri="{FF2B5EF4-FFF2-40B4-BE49-F238E27FC236}">
                <a16:creationId xmlns:a16="http://schemas.microsoft.com/office/drawing/2014/main" id="{2B64299B-A53C-6DB2-A89B-91113DC76C52}"/>
              </a:ext>
            </a:extLst>
          </p:cNvPr>
          <p:cNvGrpSpPr>
            <a:grpSpLocks/>
          </p:cNvGrpSpPr>
          <p:nvPr/>
        </p:nvGrpSpPr>
        <p:grpSpPr bwMode="auto">
          <a:xfrm>
            <a:off x="7863601" y="4660771"/>
            <a:ext cx="941387" cy="846138"/>
            <a:chOff x="4169" y="3128"/>
            <a:chExt cx="431" cy="387"/>
          </a:xfrm>
        </p:grpSpPr>
        <p:sp>
          <p:nvSpPr>
            <p:cNvPr id="145" name="Freeform 59">
              <a:extLst>
                <a:ext uri="{FF2B5EF4-FFF2-40B4-BE49-F238E27FC236}">
                  <a16:creationId xmlns:a16="http://schemas.microsoft.com/office/drawing/2014/main" id="{EF72D449-3F6A-C551-44C5-0C511A331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3128"/>
              <a:ext cx="412" cy="387"/>
            </a:xfrm>
            <a:custGeom>
              <a:avLst/>
              <a:gdLst>
                <a:gd name="T0" fmla="*/ 41 w 579"/>
                <a:gd name="T1" fmla="*/ 0 h 543"/>
                <a:gd name="T2" fmla="*/ 75 w 579"/>
                <a:gd name="T3" fmla="*/ 24 h 543"/>
                <a:gd name="T4" fmla="*/ 29 w 579"/>
                <a:gd name="T5" fmla="*/ 71 h 543"/>
                <a:gd name="T6" fmla="*/ 0 w 579"/>
                <a:gd name="T7" fmla="*/ 54 h 543"/>
                <a:gd name="T8" fmla="*/ 41 w 579"/>
                <a:gd name="T9" fmla="*/ 0 h 5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9"/>
                <a:gd name="T16" fmla="*/ 0 h 543"/>
                <a:gd name="T17" fmla="*/ 579 w 579"/>
                <a:gd name="T18" fmla="*/ 543 h 5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9" h="543">
                  <a:moveTo>
                    <a:pt x="320" y="0"/>
                  </a:moveTo>
                  <a:lnTo>
                    <a:pt x="579" y="184"/>
                  </a:lnTo>
                  <a:lnTo>
                    <a:pt x="226" y="543"/>
                  </a:lnTo>
                  <a:lnTo>
                    <a:pt x="0" y="413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Freeform 60">
              <a:extLst>
                <a:ext uri="{FF2B5EF4-FFF2-40B4-BE49-F238E27FC236}">
                  <a16:creationId xmlns:a16="http://schemas.microsoft.com/office/drawing/2014/main" id="{F2665378-C62C-841F-83CB-463DD47A0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3149"/>
              <a:ext cx="171" cy="267"/>
            </a:xfrm>
            <a:custGeom>
              <a:avLst/>
              <a:gdLst>
                <a:gd name="T0" fmla="*/ 0 w 240"/>
                <a:gd name="T1" fmla="*/ 0 h 375"/>
                <a:gd name="T2" fmla="*/ 0 w 240"/>
                <a:gd name="T3" fmla="*/ 48 h 375"/>
                <a:gd name="T4" fmla="*/ 31 w 240"/>
                <a:gd name="T5" fmla="*/ 19 h 375"/>
                <a:gd name="T6" fmla="*/ 0 w 240"/>
                <a:gd name="T7" fmla="*/ 0 h 3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375"/>
                <a:gd name="T14" fmla="*/ 240 w 240"/>
                <a:gd name="T15" fmla="*/ 375 h 3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375">
                  <a:moveTo>
                    <a:pt x="0" y="0"/>
                  </a:moveTo>
                  <a:lnTo>
                    <a:pt x="0" y="375"/>
                  </a:lnTo>
                  <a:lnTo>
                    <a:pt x="240" y="1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7" name="Group 61">
            <a:extLst>
              <a:ext uri="{FF2B5EF4-FFF2-40B4-BE49-F238E27FC236}">
                <a16:creationId xmlns:a16="http://schemas.microsoft.com/office/drawing/2014/main" id="{8703ED67-98A5-B7A8-55F3-ACE7D8C9FDCE}"/>
              </a:ext>
            </a:extLst>
          </p:cNvPr>
          <p:cNvGrpSpPr>
            <a:grpSpLocks/>
          </p:cNvGrpSpPr>
          <p:nvPr/>
        </p:nvGrpSpPr>
        <p:grpSpPr bwMode="auto">
          <a:xfrm>
            <a:off x="8831976" y="4571871"/>
            <a:ext cx="1368425" cy="1565275"/>
            <a:chOff x="4612" y="3087"/>
            <a:chExt cx="626" cy="716"/>
          </a:xfrm>
        </p:grpSpPr>
        <p:grpSp>
          <p:nvGrpSpPr>
            <p:cNvPr id="148" name="Group 62">
              <a:extLst>
                <a:ext uri="{FF2B5EF4-FFF2-40B4-BE49-F238E27FC236}">
                  <a16:creationId xmlns:a16="http://schemas.microsoft.com/office/drawing/2014/main" id="{11113D34-DB3D-DB10-817B-8500B70154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3101"/>
              <a:ext cx="585" cy="702"/>
              <a:chOff x="2688" y="2477"/>
              <a:chExt cx="819" cy="985"/>
            </a:xfrm>
          </p:grpSpPr>
          <p:sp>
            <p:nvSpPr>
              <p:cNvPr id="150" name="Freeform 63">
                <a:extLst>
                  <a:ext uri="{FF2B5EF4-FFF2-40B4-BE49-F238E27FC236}">
                    <a16:creationId xmlns:a16="http://schemas.microsoft.com/office/drawing/2014/main" id="{2B6FDF22-B16C-FE90-ED79-334EFE029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477"/>
                <a:ext cx="634" cy="768"/>
              </a:xfrm>
              <a:custGeom>
                <a:avLst/>
                <a:gdLst>
                  <a:gd name="T0" fmla="*/ 634 w 634"/>
                  <a:gd name="T1" fmla="*/ 0 h 768"/>
                  <a:gd name="T2" fmla="*/ 634 w 634"/>
                  <a:gd name="T3" fmla="*/ 537 h 768"/>
                  <a:gd name="T4" fmla="*/ 211 w 634"/>
                  <a:gd name="T5" fmla="*/ 768 h 768"/>
                  <a:gd name="T6" fmla="*/ 211 w 634"/>
                  <a:gd name="T7" fmla="*/ 633 h 768"/>
                  <a:gd name="T8" fmla="*/ 0 w 634"/>
                  <a:gd name="T9" fmla="*/ 512 h 768"/>
                  <a:gd name="T10" fmla="*/ 346 w 634"/>
                  <a:gd name="T11" fmla="*/ 160 h 768"/>
                  <a:gd name="T12" fmla="*/ 634 w 634"/>
                  <a:gd name="T13" fmla="*/ 0 h 76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4"/>
                  <a:gd name="T22" fmla="*/ 0 h 768"/>
                  <a:gd name="T23" fmla="*/ 634 w 634"/>
                  <a:gd name="T24" fmla="*/ 768 h 76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4" h="768">
                    <a:moveTo>
                      <a:pt x="634" y="0"/>
                    </a:moveTo>
                    <a:lnTo>
                      <a:pt x="634" y="537"/>
                    </a:lnTo>
                    <a:lnTo>
                      <a:pt x="211" y="768"/>
                    </a:lnTo>
                    <a:lnTo>
                      <a:pt x="211" y="633"/>
                    </a:lnTo>
                    <a:lnTo>
                      <a:pt x="0" y="512"/>
                    </a:lnTo>
                    <a:lnTo>
                      <a:pt x="346" y="160"/>
                    </a:lnTo>
                    <a:lnTo>
                      <a:pt x="6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" name="Freeform 64">
                <a:extLst>
                  <a:ext uri="{FF2B5EF4-FFF2-40B4-BE49-F238E27FC236}">
                    <a16:creationId xmlns:a16="http://schemas.microsoft.com/office/drawing/2014/main" id="{C3406FB0-F58A-0891-9345-09E4822C0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9" y="3008"/>
                <a:ext cx="608" cy="454"/>
              </a:xfrm>
              <a:custGeom>
                <a:avLst/>
                <a:gdLst>
                  <a:gd name="T0" fmla="*/ 0 w 608"/>
                  <a:gd name="T1" fmla="*/ 237 h 454"/>
                  <a:gd name="T2" fmla="*/ 0 w 608"/>
                  <a:gd name="T3" fmla="*/ 454 h 454"/>
                  <a:gd name="T4" fmla="*/ 608 w 608"/>
                  <a:gd name="T5" fmla="*/ 102 h 454"/>
                  <a:gd name="T6" fmla="*/ 432 w 608"/>
                  <a:gd name="T7" fmla="*/ 0 h 454"/>
                  <a:gd name="T8" fmla="*/ 0 w 608"/>
                  <a:gd name="T9" fmla="*/ 237 h 4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8"/>
                  <a:gd name="T16" fmla="*/ 0 h 454"/>
                  <a:gd name="T17" fmla="*/ 608 w 608"/>
                  <a:gd name="T18" fmla="*/ 454 h 4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8" h="454">
                    <a:moveTo>
                      <a:pt x="0" y="237"/>
                    </a:moveTo>
                    <a:lnTo>
                      <a:pt x="0" y="454"/>
                    </a:lnTo>
                    <a:lnTo>
                      <a:pt x="608" y="102"/>
                    </a:lnTo>
                    <a:lnTo>
                      <a:pt x="432" y="0"/>
                    </a:lnTo>
                    <a:lnTo>
                      <a:pt x="0" y="23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18"/>
                  </a:gs>
                  <a:gs pos="100000">
                    <a:srgbClr val="FF9933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9" name="Freeform 65">
              <a:extLst>
                <a:ext uri="{FF2B5EF4-FFF2-40B4-BE49-F238E27FC236}">
                  <a16:creationId xmlns:a16="http://schemas.microsoft.com/office/drawing/2014/main" id="{20196461-EB11-EDB6-E34F-4F4BDE889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3087"/>
              <a:ext cx="173" cy="489"/>
            </a:xfrm>
            <a:custGeom>
              <a:avLst/>
              <a:gdLst>
                <a:gd name="T0" fmla="*/ 0 w 243"/>
                <a:gd name="T1" fmla="*/ 1 h 685"/>
                <a:gd name="T2" fmla="*/ 0 w 243"/>
                <a:gd name="T3" fmla="*/ 74 h 685"/>
                <a:gd name="T4" fmla="*/ 32 w 243"/>
                <a:gd name="T5" fmla="*/ 91 h 685"/>
                <a:gd name="T6" fmla="*/ 32 w 243"/>
                <a:gd name="T7" fmla="*/ 10 h 685"/>
                <a:gd name="T8" fmla="*/ 16 w 243"/>
                <a:gd name="T9" fmla="*/ 0 h 685"/>
                <a:gd name="T10" fmla="*/ 0 w 243"/>
                <a:gd name="T11" fmla="*/ 1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3"/>
                <a:gd name="T19" fmla="*/ 0 h 685"/>
                <a:gd name="T20" fmla="*/ 243 w 243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3" h="685">
                  <a:moveTo>
                    <a:pt x="0" y="7"/>
                  </a:moveTo>
                  <a:lnTo>
                    <a:pt x="0" y="557"/>
                  </a:lnTo>
                  <a:lnTo>
                    <a:pt x="243" y="685"/>
                  </a:lnTo>
                  <a:lnTo>
                    <a:pt x="243" y="71"/>
                  </a:lnTo>
                  <a:lnTo>
                    <a:pt x="120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2" name="Text Box 66">
            <a:extLst>
              <a:ext uri="{FF2B5EF4-FFF2-40B4-BE49-F238E27FC236}">
                <a16:creationId xmlns:a16="http://schemas.microsoft.com/office/drawing/2014/main" id="{DCF8555A-1A08-0AFA-50FB-041DEB677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3488" y="5186234"/>
            <a:ext cx="43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pPr algn="ctr"/>
            <a:r>
              <a:rPr lang="en-US" altLang="zh-CN" sz="4000" b="1" i="1">
                <a:solidFill>
                  <a:schemeClr val="tx2"/>
                </a:solidFill>
                <a:latin typeface="宋体" pitchFamily="2" charset="-122"/>
              </a:rPr>
              <a:t>p</a:t>
            </a:r>
          </a:p>
        </p:txBody>
      </p:sp>
      <p:sp>
        <p:nvSpPr>
          <p:cNvPr id="153" name="Text Box 67">
            <a:extLst>
              <a:ext uri="{FF2B5EF4-FFF2-40B4-BE49-F238E27FC236}">
                <a16:creationId xmlns:a16="http://schemas.microsoft.com/office/drawing/2014/main" id="{D9BA8211-D02C-5CE2-E7DF-6A3DC688D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8251" y="4913184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pPr algn="ctr"/>
            <a:r>
              <a:rPr lang="en-US" altLang="zh-CN" sz="3200" b="1" i="1">
                <a:solidFill>
                  <a:srgbClr val="FF0000"/>
                </a:solidFill>
                <a:latin typeface="宋体" pitchFamily="2" charset="-122"/>
              </a:rPr>
              <a:t>P</a:t>
            </a:r>
          </a:p>
        </p:txBody>
      </p:sp>
      <p:sp>
        <p:nvSpPr>
          <p:cNvPr id="154" name="Line 72">
            <a:extLst>
              <a:ext uri="{FF2B5EF4-FFF2-40B4-BE49-F238E27FC236}">
                <a16:creationId xmlns:a16="http://schemas.microsoft.com/office/drawing/2014/main" id="{1CB0F9C6-3A33-40B4-5337-3A985D464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6313" y="2096959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5" name="Line 73">
            <a:extLst>
              <a:ext uri="{FF2B5EF4-FFF2-40B4-BE49-F238E27FC236}">
                <a16:creationId xmlns:a16="http://schemas.microsoft.com/office/drawing/2014/main" id="{254EA255-E9EE-53F0-4316-5209A872C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0976" y="2493834"/>
            <a:ext cx="31702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6" name="Line 74">
            <a:extLst>
              <a:ext uri="{FF2B5EF4-FFF2-40B4-BE49-F238E27FC236}">
                <a16:creationId xmlns:a16="http://schemas.microsoft.com/office/drawing/2014/main" id="{7487991C-3AD0-6261-ED73-53D5E5B89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2613" y="2290634"/>
            <a:ext cx="39735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7" name="Line 75">
            <a:extLst>
              <a:ext uri="{FF2B5EF4-FFF2-40B4-BE49-F238E27FC236}">
                <a16:creationId xmlns:a16="http://schemas.microsoft.com/office/drawing/2014/main" id="{07B4D026-2DC0-B4A0-8B16-D0C960C1E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0901" y="3112959"/>
            <a:ext cx="2435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" name="Line 76">
            <a:extLst>
              <a:ext uri="{FF2B5EF4-FFF2-40B4-BE49-F238E27FC236}">
                <a16:creationId xmlns:a16="http://schemas.microsoft.com/office/drawing/2014/main" id="{6505C790-CC99-C341-0B0D-D5DA50343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5051" y="2697034"/>
            <a:ext cx="358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9" name="Line 77">
            <a:extLst>
              <a:ext uri="{FF2B5EF4-FFF2-40B4-BE49-F238E27FC236}">
                <a16:creationId xmlns:a16="http://schemas.microsoft.com/office/drawing/2014/main" id="{CA29040D-2CE9-F84C-30E8-9DBC30E78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1213" y="2697034"/>
            <a:ext cx="1692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0" name="Line 78">
            <a:extLst>
              <a:ext uri="{FF2B5EF4-FFF2-40B4-BE49-F238E27FC236}">
                <a16:creationId xmlns:a16="http://schemas.microsoft.com/office/drawing/2014/main" id="{6C01203D-2CEE-AD22-C96C-F32F5DD0B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6438" y="2292221"/>
            <a:ext cx="511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61" name="Group 79">
            <a:extLst>
              <a:ext uri="{FF2B5EF4-FFF2-40B4-BE49-F238E27FC236}">
                <a16:creationId xmlns:a16="http://schemas.microsoft.com/office/drawing/2014/main" id="{FCB0F298-1F99-365F-1D4F-2761FBA00385}"/>
              </a:ext>
            </a:extLst>
          </p:cNvPr>
          <p:cNvGrpSpPr>
            <a:grpSpLocks/>
          </p:cNvGrpSpPr>
          <p:nvPr/>
        </p:nvGrpSpPr>
        <p:grpSpPr bwMode="auto">
          <a:xfrm>
            <a:off x="7706438" y="1903284"/>
            <a:ext cx="527050" cy="392112"/>
            <a:chOff x="3820" y="811"/>
            <a:chExt cx="332" cy="247"/>
          </a:xfrm>
        </p:grpSpPr>
        <p:sp>
          <p:nvSpPr>
            <p:cNvPr id="162" name="Line 80">
              <a:extLst>
                <a:ext uri="{FF2B5EF4-FFF2-40B4-BE49-F238E27FC236}">
                  <a16:creationId xmlns:a16="http://schemas.microsoft.com/office/drawing/2014/main" id="{DC9A05FF-FA9C-4BB9-E7A2-445C3240F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11"/>
              <a:ext cx="332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" name="Line 81">
              <a:extLst>
                <a:ext uri="{FF2B5EF4-FFF2-40B4-BE49-F238E27FC236}">
                  <a16:creationId xmlns:a16="http://schemas.microsoft.com/office/drawing/2014/main" id="{00B1A31F-0A95-2C94-5A1A-65CFDC4E5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5" y="811"/>
              <a:ext cx="0" cy="244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" name="Line 82">
              <a:extLst>
                <a:ext uri="{FF2B5EF4-FFF2-40B4-BE49-F238E27FC236}">
                  <a16:creationId xmlns:a16="http://schemas.microsoft.com/office/drawing/2014/main" id="{285A25AC-B3F8-08D1-5C2B-54FCEBCEB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0" y="814"/>
              <a:ext cx="0" cy="24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5" name="Line 83">
            <a:extLst>
              <a:ext uri="{FF2B5EF4-FFF2-40B4-BE49-F238E27FC236}">
                <a16:creationId xmlns:a16="http://schemas.microsoft.com/office/drawing/2014/main" id="{1A091B3D-DE36-5EC2-662F-345CB1113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4388" y="1898521"/>
            <a:ext cx="0" cy="16271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66" name="Group 84">
            <a:extLst>
              <a:ext uri="{FF2B5EF4-FFF2-40B4-BE49-F238E27FC236}">
                <a16:creationId xmlns:a16="http://schemas.microsoft.com/office/drawing/2014/main" id="{74B08C9B-C680-0508-086A-F9D0B04E0082}"/>
              </a:ext>
            </a:extLst>
          </p:cNvPr>
          <p:cNvGrpSpPr>
            <a:grpSpLocks/>
          </p:cNvGrpSpPr>
          <p:nvPr/>
        </p:nvGrpSpPr>
        <p:grpSpPr bwMode="auto">
          <a:xfrm>
            <a:off x="6541213" y="1898521"/>
            <a:ext cx="1681163" cy="1627188"/>
            <a:chOff x="3086" y="808"/>
            <a:chExt cx="1059" cy="1025"/>
          </a:xfrm>
        </p:grpSpPr>
        <p:sp>
          <p:nvSpPr>
            <p:cNvPr id="167" name="Line 85">
              <a:extLst>
                <a:ext uri="{FF2B5EF4-FFF2-40B4-BE49-F238E27FC236}">
                  <a16:creationId xmlns:a16="http://schemas.microsoft.com/office/drawing/2014/main" id="{8EDD99E7-F786-5205-7EE5-133F4F44CA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808"/>
              <a:ext cx="7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8" name="Line 86">
              <a:extLst>
                <a:ext uri="{FF2B5EF4-FFF2-40B4-BE49-F238E27FC236}">
                  <a16:creationId xmlns:a16="http://schemas.microsoft.com/office/drawing/2014/main" id="{1E549D8B-DB39-F05F-7859-B17800CFD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08"/>
              <a:ext cx="0" cy="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9" name="Line 87">
              <a:extLst>
                <a:ext uri="{FF2B5EF4-FFF2-40B4-BE49-F238E27FC236}">
                  <a16:creationId xmlns:a16="http://schemas.microsoft.com/office/drawing/2014/main" id="{6CB70A87-B51D-A4EA-A8D5-8F4E07A35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59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0" name="Line 88">
              <a:extLst>
                <a:ext uri="{FF2B5EF4-FFF2-40B4-BE49-F238E27FC236}">
                  <a16:creationId xmlns:a16="http://schemas.microsoft.com/office/drawing/2014/main" id="{E21BABF0-543B-8796-AC0C-9C9DF6E2D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1056"/>
              <a:ext cx="0" cy="7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" name="Line 89">
              <a:extLst>
                <a:ext uri="{FF2B5EF4-FFF2-40B4-BE49-F238E27FC236}">
                  <a16:creationId xmlns:a16="http://schemas.microsoft.com/office/drawing/2014/main" id="{6004308B-F627-A7DE-E197-09F4EE8CB8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833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2" name="Line 90">
              <a:extLst>
                <a:ext uri="{FF2B5EF4-FFF2-40B4-BE49-F238E27FC236}">
                  <a16:creationId xmlns:a16="http://schemas.microsoft.com/office/drawing/2014/main" id="{F4A6DB0D-C54F-D14E-776D-63B147606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8" y="808"/>
              <a:ext cx="0" cy="1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3" name="Line 91">
              <a:extLst>
                <a:ext uri="{FF2B5EF4-FFF2-40B4-BE49-F238E27FC236}">
                  <a16:creationId xmlns:a16="http://schemas.microsoft.com/office/drawing/2014/main" id="{198BC1B3-2433-C582-A28E-786D97BCC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938"/>
              <a:ext cx="3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" name="Line 92">
              <a:extLst>
                <a:ext uri="{FF2B5EF4-FFF2-40B4-BE49-F238E27FC236}">
                  <a16:creationId xmlns:a16="http://schemas.microsoft.com/office/drawing/2014/main" id="{7ADC2304-E9CB-E671-09F7-BFBCEDCB0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9" y="938"/>
              <a:ext cx="0" cy="2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" name="Line 93">
              <a:extLst>
                <a:ext uri="{FF2B5EF4-FFF2-40B4-BE49-F238E27FC236}">
                  <a16:creationId xmlns:a16="http://schemas.microsoft.com/office/drawing/2014/main" id="{DE6D6C53-3200-609F-D98D-57E3968734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6" y="1183"/>
              <a:ext cx="3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6" name="Line 94">
              <a:extLst>
                <a:ext uri="{FF2B5EF4-FFF2-40B4-BE49-F238E27FC236}">
                  <a16:creationId xmlns:a16="http://schemas.microsoft.com/office/drawing/2014/main" id="{B4BB4A1C-75F1-F160-9CA1-D42F0F9B6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6" y="1311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7" name="Group 95">
            <a:extLst>
              <a:ext uri="{FF2B5EF4-FFF2-40B4-BE49-F238E27FC236}">
                <a16:creationId xmlns:a16="http://schemas.microsoft.com/office/drawing/2014/main" id="{ABCCFABF-3AB6-0838-F4E5-697FE48428FC}"/>
              </a:ext>
            </a:extLst>
          </p:cNvPr>
          <p:cNvGrpSpPr>
            <a:grpSpLocks/>
          </p:cNvGrpSpPr>
          <p:nvPr/>
        </p:nvGrpSpPr>
        <p:grpSpPr bwMode="auto">
          <a:xfrm>
            <a:off x="2955051" y="1898521"/>
            <a:ext cx="1627187" cy="2366963"/>
            <a:chOff x="827" y="808"/>
            <a:chExt cx="1025" cy="1491"/>
          </a:xfrm>
        </p:grpSpPr>
        <p:sp>
          <p:nvSpPr>
            <p:cNvPr id="178" name="Line 96">
              <a:extLst>
                <a:ext uri="{FF2B5EF4-FFF2-40B4-BE49-F238E27FC236}">
                  <a16:creationId xmlns:a16="http://schemas.microsoft.com/office/drawing/2014/main" id="{25E87930-8F8E-9E66-A103-3CE596BA1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2" y="808"/>
              <a:ext cx="0" cy="149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9" name="Line 97">
              <a:extLst>
                <a:ext uri="{FF2B5EF4-FFF2-40B4-BE49-F238E27FC236}">
                  <a16:creationId xmlns:a16="http://schemas.microsoft.com/office/drawing/2014/main" id="{B57FB32E-519A-99AA-2263-821947546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" y="1834"/>
              <a:ext cx="0" cy="465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0" name="Group 98">
            <a:extLst>
              <a:ext uri="{FF2B5EF4-FFF2-40B4-BE49-F238E27FC236}">
                <a16:creationId xmlns:a16="http://schemas.microsoft.com/office/drawing/2014/main" id="{2F9627EA-349B-A7D0-C23F-DD869BE70D89}"/>
              </a:ext>
            </a:extLst>
          </p:cNvPr>
          <p:cNvGrpSpPr>
            <a:grpSpLocks/>
          </p:cNvGrpSpPr>
          <p:nvPr/>
        </p:nvGrpSpPr>
        <p:grpSpPr bwMode="auto">
          <a:xfrm>
            <a:off x="3772613" y="3039934"/>
            <a:ext cx="1573213" cy="2384425"/>
            <a:chOff x="1342" y="1527"/>
            <a:chExt cx="991" cy="1502"/>
          </a:xfrm>
        </p:grpSpPr>
        <p:sp>
          <p:nvSpPr>
            <p:cNvPr id="181" name="Line 99">
              <a:extLst>
                <a:ext uri="{FF2B5EF4-FFF2-40B4-BE49-F238E27FC236}">
                  <a16:creationId xmlns:a16="http://schemas.microsoft.com/office/drawing/2014/main" id="{DEA7BD61-CA60-BA3C-3CCC-03ED9B97D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1527"/>
              <a:ext cx="0" cy="1502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Line 100">
              <a:extLst>
                <a:ext uri="{FF2B5EF4-FFF2-40B4-BE49-F238E27FC236}">
                  <a16:creationId xmlns:a16="http://schemas.microsoft.com/office/drawing/2014/main" id="{AB9EEF9D-A040-018F-C690-4D09FE698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833"/>
              <a:ext cx="0" cy="1196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356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152" grpId="0" autoUpdateAnimBg="0"/>
      <p:bldP spid="153" grpId="0" autoUpdateAnimBg="0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357CB-F520-A136-7DB1-F3DF9A31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  <a:r>
              <a:rPr lang="en-US" altLang="zh-CN" dirty="0"/>
              <a:t>——</a:t>
            </a:r>
            <a:r>
              <a:rPr lang="zh-CN" altLang="en-US" dirty="0"/>
              <a:t>基本立体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9BA476C-05ED-BB7B-1A3E-FDB0D769F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562" y="1477879"/>
            <a:ext cx="2185751" cy="214451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0F9C7F-D993-7303-7BF5-9C7DCD410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589" y="1323371"/>
            <a:ext cx="1743711" cy="25700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F40540-9947-8A2B-4011-58736FE03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544" y="1323371"/>
            <a:ext cx="2138295" cy="26169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8A1E808-C56B-8004-95C5-E24C43F8A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654" y="4245746"/>
            <a:ext cx="2185751" cy="23020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AD4D97D-C7D0-E398-A844-50D6AFD5F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499" y="4196678"/>
            <a:ext cx="2470626" cy="24555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5FCC237-90F9-297D-7F32-68D12E80C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2835" y="3992945"/>
            <a:ext cx="2185752" cy="209241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2720B8C-B6A7-1CF3-4496-15028411E3E7}"/>
              </a:ext>
            </a:extLst>
          </p:cNvPr>
          <p:cNvSpPr txBox="1"/>
          <p:nvPr/>
        </p:nvSpPr>
        <p:spPr>
          <a:xfrm>
            <a:off x="1524000" y="39402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长方体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3ACDA4-1F2E-87A5-7BCF-69E71895F1EB}"/>
              </a:ext>
            </a:extLst>
          </p:cNvPr>
          <p:cNvSpPr txBox="1"/>
          <p:nvPr/>
        </p:nvSpPr>
        <p:spPr>
          <a:xfrm>
            <a:off x="5166432" y="39402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四棱锥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F6BF3D-BF8D-4D02-18FA-7FD552EDD394}"/>
              </a:ext>
            </a:extLst>
          </p:cNvPr>
          <p:cNvSpPr txBox="1"/>
          <p:nvPr/>
        </p:nvSpPr>
        <p:spPr>
          <a:xfrm>
            <a:off x="8554492" y="39402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正六棱柱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9ECA41-55EC-D480-9BE6-61FF5C4BB51D}"/>
              </a:ext>
            </a:extLst>
          </p:cNvPr>
          <p:cNvSpPr txBox="1"/>
          <p:nvPr/>
        </p:nvSpPr>
        <p:spPr>
          <a:xfrm>
            <a:off x="1445274" y="641912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圆柱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12C4D29-E4DE-BA56-39CA-749EA3241226}"/>
              </a:ext>
            </a:extLst>
          </p:cNvPr>
          <p:cNvSpPr txBox="1"/>
          <p:nvPr/>
        </p:nvSpPr>
        <p:spPr>
          <a:xfrm>
            <a:off x="5184717" y="63630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圆锥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90558A-B3A9-A13C-511C-49986BB97313}"/>
              </a:ext>
            </a:extLst>
          </p:cNvPr>
          <p:cNvSpPr txBox="1"/>
          <p:nvPr/>
        </p:nvSpPr>
        <p:spPr>
          <a:xfrm>
            <a:off x="8807756" y="61784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球</a:t>
            </a:r>
          </a:p>
        </p:txBody>
      </p:sp>
    </p:spTree>
    <p:extLst>
      <p:ext uri="{BB962C8B-B14F-4D97-AF65-F5344CB8AC3E}">
        <p14:creationId xmlns:p14="http://schemas.microsoft.com/office/powerpoint/2010/main" val="140360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552AE4-20D0-38DC-D684-0F2E5E306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128" y="230710"/>
            <a:ext cx="5468723" cy="63965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7DB9132F-3985-4C1F-6D16-331C79BE2098}"/>
                  </a:ext>
                </a:extLst>
              </p14:cNvPr>
              <p14:cNvContentPartPr/>
              <p14:nvPr/>
            </p14:nvContentPartPr>
            <p14:xfrm>
              <a:off x="6659880" y="3185890"/>
              <a:ext cx="407520" cy="2196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7DB9132F-3985-4C1F-6D16-331C79BE20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6880" y="3123250"/>
                <a:ext cx="533160" cy="3452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14BD32CB-22D6-5BC0-993F-B3EE63CF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BF30E-4D12-3621-F02B-2222A21D3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尺寸基准</a:t>
            </a:r>
            <a:endParaRPr lang="en-US" altLang="zh-CN" dirty="0"/>
          </a:p>
          <a:p>
            <a:r>
              <a:rPr lang="zh-CN" altLang="en-US" sz="2400" dirty="0"/>
              <a:t>三个方向上各有一个基准</a:t>
            </a:r>
            <a:endParaRPr lang="en-US" altLang="zh-CN" sz="2400" dirty="0"/>
          </a:p>
          <a:p>
            <a:r>
              <a:rPr lang="zh-CN" altLang="en-US" sz="2400" dirty="0"/>
              <a:t>对称组合体对称平面作基准，尺寸注在两端</a:t>
            </a:r>
            <a:endParaRPr lang="en-US" altLang="zh-CN" sz="2400" dirty="0"/>
          </a:p>
          <a:p>
            <a:r>
              <a:rPr lang="zh-CN" altLang="en-US" sz="2400" dirty="0"/>
              <a:t>非对称组合体选较大平面作基准</a:t>
            </a:r>
            <a:endParaRPr lang="en-US" altLang="zh-CN" sz="2400" dirty="0"/>
          </a:p>
          <a:p>
            <a:r>
              <a:rPr lang="zh-CN" altLang="en-US" sz="2400" dirty="0"/>
              <a:t>整体具有回转轴线组合体，将轴线作为两方向基准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E32A229-C05F-4400-C3B5-DF564689F372}"/>
                  </a:ext>
                </a:extLst>
              </p14:cNvPr>
              <p14:cNvContentPartPr/>
              <p14:nvPr/>
            </p14:nvContentPartPr>
            <p14:xfrm>
              <a:off x="8142720" y="3845628"/>
              <a:ext cx="45719" cy="45719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E32A229-C05F-4400-C3B5-DF564689F3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1895" y="-4109478"/>
                <a:ext cx="16001650" cy="16001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6C26BB4-600C-C6B7-53A7-848FB580232F}"/>
                  </a:ext>
                </a:extLst>
              </p14:cNvPr>
              <p14:cNvContentPartPr/>
              <p14:nvPr/>
            </p14:nvContentPartPr>
            <p14:xfrm>
              <a:off x="6547560" y="4162210"/>
              <a:ext cx="1282320" cy="80532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6C26BB4-600C-C6B7-53A7-848FB58023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84560" y="4099570"/>
                <a:ext cx="1407960" cy="9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72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B089F-FDB1-6214-FA6F-D563668F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1EDBD4-E457-83BC-EBF2-5C755DAE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定形尺寸</a:t>
            </a:r>
            <a:endParaRPr lang="en-US" altLang="zh-CN" dirty="0"/>
          </a:p>
          <a:p>
            <a:r>
              <a:rPr lang="zh-CN" altLang="en-US" sz="2000" dirty="0"/>
              <a:t>确定形体形状、大小</a:t>
            </a:r>
            <a:endParaRPr lang="en-US" altLang="zh-CN" sz="2000" dirty="0"/>
          </a:p>
          <a:p>
            <a:r>
              <a:rPr lang="zh-CN" altLang="en-US" dirty="0"/>
              <a:t>定位尺寸</a:t>
            </a:r>
            <a:endParaRPr lang="en-US" altLang="zh-CN" dirty="0"/>
          </a:p>
          <a:p>
            <a:r>
              <a:rPr lang="zh-CN" altLang="en-US" sz="2000" dirty="0"/>
              <a:t>确定各形体相对位置</a:t>
            </a:r>
            <a:endParaRPr lang="en-US" altLang="zh-CN" sz="2000" dirty="0"/>
          </a:p>
          <a:p>
            <a:r>
              <a:rPr lang="zh-CN" altLang="en-US" dirty="0"/>
              <a:t>总体尺寸</a:t>
            </a:r>
            <a:endParaRPr lang="en-US" altLang="zh-CN" dirty="0"/>
          </a:p>
          <a:p>
            <a:r>
              <a:rPr lang="zh-CN" altLang="en-US" sz="2000" dirty="0"/>
              <a:t>组合体总的长、宽、高</a:t>
            </a:r>
            <a:endParaRPr lang="en-US" altLang="zh-CN" sz="2000" dirty="0"/>
          </a:p>
          <a:p>
            <a:r>
              <a:rPr lang="zh-CN" altLang="en-US" sz="2000" dirty="0"/>
              <a:t>产生封闭尺寸时删去一个定形尺寸</a:t>
            </a:r>
            <a:endParaRPr lang="en-US" altLang="zh-CN" sz="2000" dirty="0"/>
          </a:p>
          <a:p>
            <a:r>
              <a:rPr lang="zh-CN" altLang="en-US" sz="2000" dirty="0"/>
              <a:t>某端面回转体时，不标总体尺寸，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通过半径加中心距确定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996DE2-162A-0B89-31DB-FD48DC9A8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911" y="413706"/>
            <a:ext cx="2330981" cy="28019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55A152E-8B6B-128C-88F3-7CBF39BE9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92" y="174510"/>
            <a:ext cx="2819408" cy="27596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DB91DC-EB09-D254-BE61-2B0201A20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411" y="3405008"/>
            <a:ext cx="2651158" cy="20062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A948C30-12EA-52E4-79D9-C997B232E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522" y="3124499"/>
            <a:ext cx="3274201" cy="246316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43B911-A4F8-2D92-2CBE-400A6FF4C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543" y="464427"/>
            <a:ext cx="1714513" cy="24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63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1B702-A0A2-4D39-72A1-AFB0DA8E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350FD-DDC5-1261-9ABD-DDE1E5C0A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80" y="1020112"/>
            <a:ext cx="10988676" cy="48643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形体分析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①选取尺寸基准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②标注独立定形尺寸</a:t>
            </a:r>
            <a:endParaRPr lang="en-US" altLang="zh-CN" dirty="0"/>
          </a:p>
          <a:p>
            <a:r>
              <a:rPr lang="zh-CN" altLang="en-US" dirty="0"/>
              <a:t>仅标注独立的，不受约束，不被其他形体确定的定形尺寸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③标注定位尺寸，确立形体间关系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④标注总体尺寸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686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8BA3C-A05C-9E25-AA62-DC32AC59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grpSp>
        <p:nvGrpSpPr>
          <p:cNvPr id="4" name="Group 3219">
            <a:extLst>
              <a:ext uri="{FF2B5EF4-FFF2-40B4-BE49-F238E27FC236}">
                <a16:creationId xmlns:a16="http://schemas.microsoft.com/office/drawing/2014/main" id="{6EBA2977-BD7D-7F08-3D15-3FEA7D9B5BF0}"/>
              </a:ext>
            </a:extLst>
          </p:cNvPr>
          <p:cNvGrpSpPr>
            <a:grpSpLocks/>
          </p:cNvGrpSpPr>
          <p:nvPr/>
        </p:nvGrpSpPr>
        <p:grpSpPr bwMode="auto">
          <a:xfrm>
            <a:off x="677441" y="1023991"/>
            <a:ext cx="5151438" cy="5568950"/>
            <a:chOff x="567" y="482"/>
            <a:chExt cx="3245" cy="350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7C8A969-7C00-CBBB-DDA1-CCFE82971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3" y="806"/>
              <a:ext cx="2919" cy="2919"/>
              <a:chOff x="2971" y="1631"/>
              <a:chExt cx="2260" cy="2260"/>
            </a:xfrm>
          </p:grpSpPr>
          <p:grpSp>
            <p:nvGrpSpPr>
              <p:cNvPr id="1698" name="Group 5">
                <a:extLst>
                  <a:ext uri="{FF2B5EF4-FFF2-40B4-BE49-F238E27FC236}">
                    <a16:creationId xmlns:a16="http://schemas.microsoft.com/office/drawing/2014/main" id="{A42870D3-8E62-DA25-E671-61BE07118E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1" y="1665"/>
                <a:ext cx="1057" cy="1034"/>
                <a:chOff x="3001" y="1665"/>
                <a:chExt cx="1057" cy="1034"/>
              </a:xfrm>
            </p:grpSpPr>
            <p:sp>
              <p:nvSpPr>
                <p:cNvPr id="3080" name="Line 6">
                  <a:extLst>
                    <a:ext uri="{FF2B5EF4-FFF2-40B4-BE49-F238E27FC236}">
                      <a16:creationId xmlns:a16="http://schemas.microsoft.com/office/drawing/2014/main" id="{739B9CC2-A97D-9F24-D93C-0E8E8F7004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0" y="266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" name="Line 7">
                  <a:extLst>
                    <a:ext uri="{FF2B5EF4-FFF2-40B4-BE49-F238E27FC236}">
                      <a16:creationId xmlns:a16="http://schemas.microsoft.com/office/drawing/2014/main" id="{38C06952-8CBF-6A60-2ABC-9BCBDBBA09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22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" name="Freeform 8">
                  <a:extLst>
                    <a:ext uri="{FF2B5EF4-FFF2-40B4-BE49-F238E27FC236}">
                      <a16:creationId xmlns:a16="http://schemas.microsoft.com/office/drawing/2014/main" id="{E336EE17-3335-8522-1F84-48E4F79294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0" y="2267"/>
                  <a:ext cx="13" cy="16"/>
                </a:xfrm>
                <a:custGeom>
                  <a:avLst/>
                  <a:gdLst>
                    <a:gd name="T0" fmla="*/ 0 w 77"/>
                    <a:gd name="T1" fmla="*/ 0 h 100"/>
                    <a:gd name="T2" fmla="*/ 0 w 77"/>
                    <a:gd name="T3" fmla="*/ 0 h 100"/>
                    <a:gd name="T4" fmla="*/ 0 w 77"/>
                    <a:gd name="T5" fmla="*/ 0 h 100"/>
                    <a:gd name="T6" fmla="*/ 0 w 77"/>
                    <a:gd name="T7" fmla="*/ 0 h 100"/>
                    <a:gd name="T8" fmla="*/ 0 w 77"/>
                    <a:gd name="T9" fmla="*/ 0 h 100"/>
                    <a:gd name="T10" fmla="*/ 0 w 77"/>
                    <a:gd name="T11" fmla="*/ 0 h 100"/>
                    <a:gd name="T12" fmla="*/ 0 w 77"/>
                    <a:gd name="T13" fmla="*/ 0 h 100"/>
                    <a:gd name="T14" fmla="*/ 0 w 77"/>
                    <a:gd name="T15" fmla="*/ 0 h 100"/>
                    <a:gd name="T16" fmla="*/ 0 w 77"/>
                    <a:gd name="T17" fmla="*/ 0 h 100"/>
                    <a:gd name="T18" fmla="*/ 0 w 77"/>
                    <a:gd name="T19" fmla="*/ 0 h 100"/>
                    <a:gd name="T20" fmla="*/ 0 w 77"/>
                    <a:gd name="T21" fmla="*/ 0 h 100"/>
                    <a:gd name="T22" fmla="*/ 0 w 77"/>
                    <a:gd name="T23" fmla="*/ 0 h 100"/>
                    <a:gd name="T24" fmla="*/ 0 w 77"/>
                    <a:gd name="T25" fmla="*/ 0 h 100"/>
                    <a:gd name="T26" fmla="*/ 0 w 77"/>
                    <a:gd name="T27" fmla="*/ 0 h 100"/>
                    <a:gd name="T28" fmla="*/ 0 w 77"/>
                    <a:gd name="T29" fmla="*/ 0 h 100"/>
                    <a:gd name="T30" fmla="*/ 0 w 77"/>
                    <a:gd name="T31" fmla="*/ 0 h 100"/>
                    <a:gd name="T32" fmla="*/ 0 w 77"/>
                    <a:gd name="T33" fmla="*/ 0 h 10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7"/>
                    <a:gd name="T52" fmla="*/ 0 h 100"/>
                    <a:gd name="T53" fmla="*/ 77 w 77"/>
                    <a:gd name="T54" fmla="*/ 100 h 10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7" h="100">
                      <a:moveTo>
                        <a:pt x="24" y="52"/>
                      </a:moveTo>
                      <a:lnTo>
                        <a:pt x="0" y="5"/>
                      </a:lnTo>
                      <a:lnTo>
                        <a:pt x="12" y="1"/>
                      </a:lnTo>
                      <a:lnTo>
                        <a:pt x="23" y="0"/>
                      </a:lnTo>
                      <a:lnTo>
                        <a:pt x="35" y="1"/>
                      </a:lnTo>
                      <a:lnTo>
                        <a:pt x="47" y="4"/>
                      </a:lnTo>
                      <a:lnTo>
                        <a:pt x="57" y="10"/>
                      </a:lnTo>
                      <a:lnTo>
                        <a:pt x="66" y="19"/>
                      </a:lnTo>
                      <a:lnTo>
                        <a:pt x="72" y="28"/>
                      </a:lnTo>
                      <a:lnTo>
                        <a:pt x="76" y="40"/>
                      </a:lnTo>
                      <a:lnTo>
                        <a:pt x="77" y="51"/>
                      </a:lnTo>
                      <a:lnTo>
                        <a:pt x="76" y="63"/>
                      </a:lnTo>
                      <a:lnTo>
                        <a:pt x="73" y="75"/>
                      </a:lnTo>
                      <a:lnTo>
                        <a:pt x="67" y="85"/>
                      </a:lnTo>
                      <a:lnTo>
                        <a:pt x="58" y="94"/>
                      </a:lnTo>
                      <a:lnTo>
                        <a:pt x="49" y="100"/>
                      </a:lnTo>
                      <a:lnTo>
                        <a:pt x="24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" name="Freeform 9">
                  <a:extLst>
                    <a:ext uri="{FF2B5EF4-FFF2-40B4-BE49-F238E27FC236}">
                      <a16:creationId xmlns:a16="http://schemas.microsoft.com/office/drawing/2014/main" id="{EE54BBEE-8F38-847D-CA8C-52CC2FD2D1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0" y="2267"/>
                  <a:ext cx="13" cy="16"/>
                </a:xfrm>
                <a:custGeom>
                  <a:avLst/>
                  <a:gdLst>
                    <a:gd name="T0" fmla="*/ 0 w 77"/>
                    <a:gd name="T1" fmla="*/ 0 h 100"/>
                    <a:gd name="T2" fmla="*/ 0 w 77"/>
                    <a:gd name="T3" fmla="*/ 0 h 100"/>
                    <a:gd name="T4" fmla="*/ 0 w 77"/>
                    <a:gd name="T5" fmla="*/ 0 h 100"/>
                    <a:gd name="T6" fmla="*/ 0 w 77"/>
                    <a:gd name="T7" fmla="*/ 0 h 100"/>
                    <a:gd name="T8" fmla="*/ 0 w 77"/>
                    <a:gd name="T9" fmla="*/ 0 h 100"/>
                    <a:gd name="T10" fmla="*/ 0 w 77"/>
                    <a:gd name="T11" fmla="*/ 0 h 100"/>
                    <a:gd name="T12" fmla="*/ 0 w 77"/>
                    <a:gd name="T13" fmla="*/ 0 h 100"/>
                    <a:gd name="T14" fmla="*/ 0 w 77"/>
                    <a:gd name="T15" fmla="*/ 0 h 100"/>
                    <a:gd name="T16" fmla="*/ 0 w 77"/>
                    <a:gd name="T17" fmla="*/ 0 h 100"/>
                    <a:gd name="T18" fmla="*/ 0 w 77"/>
                    <a:gd name="T19" fmla="*/ 0 h 100"/>
                    <a:gd name="T20" fmla="*/ 0 w 77"/>
                    <a:gd name="T21" fmla="*/ 0 h 100"/>
                    <a:gd name="T22" fmla="*/ 0 w 77"/>
                    <a:gd name="T23" fmla="*/ 0 h 100"/>
                    <a:gd name="T24" fmla="*/ 0 w 77"/>
                    <a:gd name="T25" fmla="*/ 0 h 100"/>
                    <a:gd name="T26" fmla="*/ 0 w 77"/>
                    <a:gd name="T27" fmla="*/ 0 h 100"/>
                    <a:gd name="T28" fmla="*/ 0 w 77"/>
                    <a:gd name="T29" fmla="*/ 0 h 10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7"/>
                    <a:gd name="T46" fmla="*/ 0 h 100"/>
                    <a:gd name="T47" fmla="*/ 77 w 77"/>
                    <a:gd name="T48" fmla="*/ 100 h 10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7" h="100">
                      <a:moveTo>
                        <a:pt x="0" y="5"/>
                      </a:moveTo>
                      <a:lnTo>
                        <a:pt x="12" y="1"/>
                      </a:lnTo>
                      <a:lnTo>
                        <a:pt x="23" y="0"/>
                      </a:lnTo>
                      <a:lnTo>
                        <a:pt x="35" y="1"/>
                      </a:lnTo>
                      <a:lnTo>
                        <a:pt x="47" y="4"/>
                      </a:lnTo>
                      <a:lnTo>
                        <a:pt x="57" y="10"/>
                      </a:lnTo>
                      <a:lnTo>
                        <a:pt x="66" y="19"/>
                      </a:lnTo>
                      <a:lnTo>
                        <a:pt x="72" y="28"/>
                      </a:lnTo>
                      <a:lnTo>
                        <a:pt x="76" y="40"/>
                      </a:lnTo>
                      <a:lnTo>
                        <a:pt x="77" y="51"/>
                      </a:lnTo>
                      <a:lnTo>
                        <a:pt x="76" y="63"/>
                      </a:lnTo>
                      <a:lnTo>
                        <a:pt x="73" y="75"/>
                      </a:lnTo>
                      <a:lnTo>
                        <a:pt x="67" y="85"/>
                      </a:lnTo>
                      <a:lnTo>
                        <a:pt x="58" y="94"/>
                      </a:lnTo>
                      <a:lnTo>
                        <a:pt x="49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" name="Freeform 10">
                  <a:extLst>
                    <a:ext uri="{FF2B5EF4-FFF2-40B4-BE49-F238E27FC236}">
                      <a16:creationId xmlns:a16="http://schemas.microsoft.com/office/drawing/2014/main" id="{29C690C6-A944-0A3C-B922-039700A66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267"/>
                  <a:ext cx="392" cy="209"/>
                </a:xfrm>
                <a:custGeom>
                  <a:avLst/>
                  <a:gdLst>
                    <a:gd name="T0" fmla="*/ 0 w 2356"/>
                    <a:gd name="T1" fmla="*/ 0 h 1249"/>
                    <a:gd name="T2" fmla="*/ 0 w 2356"/>
                    <a:gd name="T3" fmla="*/ 0 h 1249"/>
                    <a:gd name="T4" fmla="*/ 0 w 2356"/>
                    <a:gd name="T5" fmla="*/ 0 h 1249"/>
                    <a:gd name="T6" fmla="*/ 0 w 2356"/>
                    <a:gd name="T7" fmla="*/ 0 h 1249"/>
                    <a:gd name="T8" fmla="*/ 0 w 2356"/>
                    <a:gd name="T9" fmla="*/ 0 h 1249"/>
                    <a:gd name="T10" fmla="*/ 0 w 2356"/>
                    <a:gd name="T11" fmla="*/ 0 h 1249"/>
                    <a:gd name="T12" fmla="*/ 0 w 2356"/>
                    <a:gd name="T13" fmla="*/ 0 h 12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56"/>
                    <a:gd name="T22" fmla="*/ 0 h 1249"/>
                    <a:gd name="T23" fmla="*/ 2356 w 2356"/>
                    <a:gd name="T24" fmla="*/ 1249 h 12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56" h="1249">
                      <a:moveTo>
                        <a:pt x="2356" y="95"/>
                      </a:moveTo>
                      <a:lnTo>
                        <a:pt x="2331" y="47"/>
                      </a:lnTo>
                      <a:lnTo>
                        <a:pt x="2307" y="0"/>
                      </a:lnTo>
                      <a:lnTo>
                        <a:pt x="0" y="1154"/>
                      </a:lnTo>
                      <a:lnTo>
                        <a:pt x="24" y="1202"/>
                      </a:lnTo>
                      <a:lnTo>
                        <a:pt x="49" y="1249"/>
                      </a:lnTo>
                      <a:lnTo>
                        <a:pt x="2356" y="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" name="Freeform 11">
                  <a:extLst>
                    <a:ext uri="{FF2B5EF4-FFF2-40B4-BE49-F238E27FC236}">
                      <a16:creationId xmlns:a16="http://schemas.microsoft.com/office/drawing/2014/main" id="{9C0681C4-DCAA-81C7-E334-9D3EE8A4DC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267"/>
                  <a:ext cx="392" cy="209"/>
                </a:xfrm>
                <a:custGeom>
                  <a:avLst/>
                  <a:gdLst>
                    <a:gd name="T0" fmla="*/ 0 w 2356"/>
                    <a:gd name="T1" fmla="*/ 0 h 1249"/>
                    <a:gd name="T2" fmla="*/ 0 w 2356"/>
                    <a:gd name="T3" fmla="*/ 0 h 1249"/>
                    <a:gd name="T4" fmla="*/ 0 w 2356"/>
                    <a:gd name="T5" fmla="*/ 0 h 1249"/>
                    <a:gd name="T6" fmla="*/ 0 w 2356"/>
                    <a:gd name="T7" fmla="*/ 0 h 1249"/>
                    <a:gd name="T8" fmla="*/ 0 w 2356"/>
                    <a:gd name="T9" fmla="*/ 0 h 1249"/>
                    <a:gd name="T10" fmla="*/ 0 w 2356"/>
                    <a:gd name="T11" fmla="*/ 0 h 1249"/>
                    <a:gd name="T12" fmla="*/ 0 w 2356"/>
                    <a:gd name="T13" fmla="*/ 0 h 12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56"/>
                    <a:gd name="T22" fmla="*/ 0 h 1249"/>
                    <a:gd name="T23" fmla="*/ 2356 w 2356"/>
                    <a:gd name="T24" fmla="*/ 1249 h 12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56" h="1249">
                      <a:moveTo>
                        <a:pt x="2356" y="95"/>
                      </a:moveTo>
                      <a:lnTo>
                        <a:pt x="2331" y="47"/>
                      </a:lnTo>
                      <a:lnTo>
                        <a:pt x="2307" y="0"/>
                      </a:lnTo>
                      <a:lnTo>
                        <a:pt x="0" y="1154"/>
                      </a:lnTo>
                      <a:lnTo>
                        <a:pt x="24" y="1202"/>
                      </a:lnTo>
                      <a:lnTo>
                        <a:pt x="49" y="1249"/>
                      </a:lnTo>
                      <a:lnTo>
                        <a:pt x="2356" y="9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" name="Freeform 12">
                  <a:extLst>
                    <a:ext uri="{FF2B5EF4-FFF2-40B4-BE49-F238E27FC236}">
                      <a16:creationId xmlns:a16="http://schemas.microsoft.com/office/drawing/2014/main" id="{257D4179-9CA3-2569-FFCC-105E5F0445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0"/>
                  <a:ext cx="13" cy="17"/>
                </a:xfrm>
                <a:custGeom>
                  <a:avLst/>
                  <a:gdLst>
                    <a:gd name="T0" fmla="*/ 0 w 78"/>
                    <a:gd name="T1" fmla="*/ 0 h 101"/>
                    <a:gd name="T2" fmla="*/ 0 w 78"/>
                    <a:gd name="T3" fmla="*/ 0 h 101"/>
                    <a:gd name="T4" fmla="*/ 0 w 78"/>
                    <a:gd name="T5" fmla="*/ 0 h 101"/>
                    <a:gd name="T6" fmla="*/ 0 w 78"/>
                    <a:gd name="T7" fmla="*/ 0 h 101"/>
                    <a:gd name="T8" fmla="*/ 0 w 78"/>
                    <a:gd name="T9" fmla="*/ 0 h 101"/>
                    <a:gd name="T10" fmla="*/ 0 w 78"/>
                    <a:gd name="T11" fmla="*/ 0 h 101"/>
                    <a:gd name="T12" fmla="*/ 0 w 78"/>
                    <a:gd name="T13" fmla="*/ 0 h 101"/>
                    <a:gd name="T14" fmla="*/ 0 w 78"/>
                    <a:gd name="T15" fmla="*/ 0 h 101"/>
                    <a:gd name="T16" fmla="*/ 0 w 78"/>
                    <a:gd name="T17" fmla="*/ 0 h 101"/>
                    <a:gd name="T18" fmla="*/ 0 w 78"/>
                    <a:gd name="T19" fmla="*/ 0 h 101"/>
                    <a:gd name="T20" fmla="*/ 0 w 78"/>
                    <a:gd name="T21" fmla="*/ 0 h 101"/>
                    <a:gd name="T22" fmla="*/ 0 w 78"/>
                    <a:gd name="T23" fmla="*/ 0 h 101"/>
                    <a:gd name="T24" fmla="*/ 0 w 78"/>
                    <a:gd name="T25" fmla="*/ 0 h 101"/>
                    <a:gd name="T26" fmla="*/ 0 w 78"/>
                    <a:gd name="T27" fmla="*/ 0 h 101"/>
                    <a:gd name="T28" fmla="*/ 0 w 78"/>
                    <a:gd name="T29" fmla="*/ 0 h 101"/>
                    <a:gd name="T30" fmla="*/ 0 w 78"/>
                    <a:gd name="T31" fmla="*/ 0 h 101"/>
                    <a:gd name="T32" fmla="*/ 0 w 78"/>
                    <a:gd name="T33" fmla="*/ 0 h 10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8"/>
                    <a:gd name="T52" fmla="*/ 0 h 101"/>
                    <a:gd name="T53" fmla="*/ 78 w 78"/>
                    <a:gd name="T54" fmla="*/ 101 h 10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8" h="101">
                      <a:moveTo>
                        <a:pt x="53" y="48"/>
                      </a:moveTo>
                      <a:lnTo>
                        <a:pt x="78" y="95"/>
                      </a:lnTo>
                      <a:lnTo>
                        <a:pt x="66" y="99"/>
                      </a:lnTo>
                      <a:lnTo>
                        <a:pt x="54" y="101"/>
                      </a:lnTo>
                      <a:lnTo>
                        <a:pt x="43" y="99"/>
                      </a:lnTo>
                      <a:lnTo>
                        <a:pt x="31" y="96"/>
                      </a:lnTo>
                      <a:lnTo>
                        <a:pt x="20" y="90"/>
                      </a:lnTo>
                      <a:lnTo>
                        <a:pt x="12" y="81"/>
                      </a:lnTo>
                      <a:lnTo>
                        <a:pt x="6" y="72"/>
                      </a:lnTo>
                      <a:lnTo>
                        <a:pt x="1" y="60"/>
                      </a:lnTo>
                      <a:lnTo>
                        <a:pt x="0" y="49"/>
                      </a:lnTo>
                      <a:lnTo>
                        <a:pt x="1" y="37"/>
                      </a:lnTo>
                      <a:lnTo>
                        <a:pt x="5" y="25"/>
                      </a:lnTo>
                      <a:lnTo>
                        <a:pt x="11" y="15"/>
                      </a:lnTo>
                      <a:lnTo>
                        <a:pt x="19" y="6"/>
                      </a:lnTo>
                      <a:lnTo>
                        <a:pt x="29" y="0"/>
                      </a:lnTo>
                      <a:lnTo>
                        <a:pt x="53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" name="Freeform 13">
                  <a:extLst>
                    <a:ext uri="{FF2B5EF4-FFF2-40B4-BE49-F238E27FC236}">
                      <a16:creationId xmlns:a16="http://schemas.microsoft.com/office/drawing/2014/main" id="{ABB04CD2-EFDB-F11F-B641-1A48C5F15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0"/>
                  <a:ext cx="13" cy="17"/>
                </a:xfrm>
                <a:custGeom>
                  <a:avLst/>
                  <a:gdLst>
                    <a:gd name="T0" fmla="*/ 0 w 78"/>
                    <a:gd name="T1" fmla="*/ 0 h 101"/>
                    <a:gd name="T2" fmla="*/ 0 w 78"/>
                    <a:gd name="T3" fmla="*/ 0 h 101"/>
                    <a:gd name="T4" fmla="*/ 0 w 78"/>
                    <a:gd name="T5" fmla="*/ 0 h 101"/>
                    <a:gd name="T6" fmla="*/ 0 w 78"/>
                    <a:gd name="T7" fmla="*/ 0 h 101"/>
                    <a:gd name="T8" fmla="*/ 0 w 78"/>
                    <a:gd name="T9" fmla="*/ 0 h 101"/>
                    <a:gd name="T10" fmla="*/ 0 w 78"/>
                    <a:gd name="T11" fmla="*/ 0 h 101"/>
                    <a:gd name="T12" fmla="*/ 0 w 78"/>
                    <a:gd name="T13" fmla="*/ 0 h 101"/>
                    <a:gd name="T14" fmla="*/ 0 w 78"/>
                    <a:gd name="T15" fmla="*/ 0 h 101"/>
                    <a:gd name="T16" fmla="*/ 0 w 78"/>
                    <a:gd name="T17" fmla="*/ 0 h 101"/>
                    <a:gd name="T18" fmla="*/ 0 w 78"/>
                    <a:gd name="T19" fmla="*/ 0 h 101"/>
                    <a:gd name="T20" fmla="*/ 0 w 78"/>
                    <a:gd name="T21" fmla="*/ 0 h 101"/>
                    <a:gd name="T22" fmla="*/ 0 w 78"/>
                    <a:gd name="T23" fmla="*/ 0 h 101"/>
                    <a:gd name="T24" fmla="*/ 0 w 78"/>
                    <a:gd name="T25" fmla="*/ 0 h 101"/>
                    <a:gd name="T26" fmla="*/ 0 w 78"/>
                    <a:gd name="T27" fmla="*/ 0 h 101"/>
                    <a:gd name="T28" fmla="*/ 0 w 78"/>
                    <a:gd name="T29" fmla="*/ 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8"/>
                    <a:gd name="T46" fmla="*/ 0 h 101"/>
                    <a:gd name="T47" fmla="*/ 78 w 78"/>
                    <a:gd name="T48" fmla="*/ 101 h 10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8" h="101">
                      <a:moveTo>
                        <a:pt x="78" y="95"/>
                      </a:moveTo>
                      <a:lnTo>
                        <a:pt x="66" y="99"/>
                      </a:lnTo>
                      <a:lnTo>
                        <a:pt x="54" y="101"/>
                      </a:lnTo>
                      <a:lnTo>
                        <a:pt x="43" y="99"/>
                      </a:lnTo>
                      <a:lnTo>
                        <a:pt x="31" y="96"/>
                      </a:lnTo>
                      <a:lnTo>
                        <a:pt x="20" y="90"/>
                      </a:lnTo>
                      <a:lnTo>
                        <a:pt x="12" y="81"/>
                      </a:lnTo>
                      <a:lnTo>
                        <a:pt x="6" y="72"/>
                      </a:lnTo>
                      <a:lnTo>
                        <a:pt x="1" y="60"/>
                      </a:lnTo>
                      <a:lnTo>
                        <a:pt x="0" y="49"/>
                      </a:lnTo>
                      <a:lnTo>
                        <a:pt x="1" y="37"/>
                      </a:lnTo>
                      <a:lnTo>
                        <a:pt x="5" y="25"/>
                      </a:lnTo>
                      <a:lnTo>
                        <a:pt x="11" y="15"/>
                      </a:lnTo>
                      <a:lnTo>
                        <a:pt x="19" y="6"/>
                      </a:lnTo>
                      <a:lnTo>
                        <a:pt x="2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" name="Freeform 14">
                  <a:extLst>
                    <a:ext uri="{FF2B5EF4-FFF2-40B4-BE49-F238E27FC236}">
                      <a16:creationId xmlns:a16="http://schemas.microsoft.com/office/drawing/2014/main" id="{1A639A7B-3326-9700-D50A-F0D1CEE55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2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" name="Freeform 15">
                  <a:extLst>
                    <a:ext uri="{FF2B5EF4-FFF2-40B4-BE49-F238E27FC236}">
                      <a16:creationId xmlns:a16="http://schemas.microsoft.com/office/drawing/2014/main" id="{109683CE-662B-3983-561E-D8089C003D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2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" name="Freeform 16">
                  <a:extLst>
                    <a:ext uri="{FF2B5EF4-FFF2-40B4-BE49-F238E27FC236}">
                      <a16:creationId xmlns:a16="http://schemas.microsoft.com/office/drawing/2014/main" id="{3CF06D87-26BC-4EA1-88EC-07EA07288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85"/>
                  <a:ext cx="18" cy="90"/>
                </a:xfrm>
                <a:custGeom>
                  <a:avLst/>
                  <a:gdLst>
                    <a:gd name="T0" fmla="*/ 0 w 107"/>
                    <a:gd name="T1" fmla="*/ 0 h 542"/>
                    <a:gd name="T2" fmla="*/ 0 w 107"/>
                    <a:gd name="T3" fmla="*/ 0 h 542"/>
                    <a:gd name="T4" fmla="*/ 0 w 107"/>
                    <a:gd name="T5" fmla="*/ 0 h 542"/>
                    <a:gd name="T6" fmla="*/ 0 w 107"/>
                    <a:gd name="T7" fmla="*/ 0 h 542"/>
                    <a:gd name="T8" fmla="*/ 0 w 107"/>
                    <a:gd name="T9" fmla="*/ 0 h 542"/>
                    <a:gd name="T10" fmla="*/ 0 w 107"/>
                    <a:gd name="T11" fmla="*/ 0 h 542"/>
                    <a:gd name="T12" fmla="*/ 0 w 107"/>
                    <a:gd name="T13" fmla="*/ 0 h 5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542"/>
                    <a:gd name="T23" fmla="*/ 107 w 107"/>
                    <a:gd name="T24" fmla="*/ 542 h 5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542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542"/>
                      </a:lnTo>
                      <a:lnTo>
                        <a:pt x="53" y="542"/>
                      </a:lnTo>
                      <a:lnTo>
                        <a:pt x="107" y="54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" name="Freeform 17">
                  <a:extLst>
                    <a:ext uri="{FF2B5EF4-FFF2-40B4-BE49-F238E27FC236}">
                      <a16:creationId xmlns:a16="http://schemas.microsoft.com/office/drawing/2014/main" id="{0CA9DCD9-A29F-BA8E-26EA-FB9484DC26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85"/>
                  <a:ext cx="18" cy="90"/>
                </a:xfrm>
                <a:custGeom>
                  <a:avLst/>
                  <a:gdLst>
                    <a:gd name="T0" fmla="*/ 0 w 107"/>
                    <a:gd name="T1" fmla="*/ 0 h 542"/>
                    <a:gd name="T2" fmla="*/ 0 w 107"/>
                    <a:gd name="T3" fmla="*/ 0 h 542"/>
                    <a:gd name="T4" fmla="*/ 0 w 107"/>
                    <a:gd name="T5" fmla="*/ 0 h 542"/>
                    <a:gd name="T6" fmla="*/ 0 w 107"/>
                    <a:gd name="T7" fmla="*/ 0 h 542"/>
                    <a:gd name="T8" fmla="*/ 0 w 107"/>
                    <a:gd name="T9" fmla="*/ 0 h 542"/>
                    <a:gd name="T10" fmla="*/ 0 w 107"/>
                    <a:gd name="T11" fmla="*/ 0 h 542"/>
                    <a:gd name="T12" fmla="*/ 0 w 107"/>
                    <a:gd name="T13" fmla="*/ 0 h 5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542"/>
                    <a:gd name="T23" fmla="*/ 107 w 107"/>
                    <a:gd name="T24" fmla="*/ 542 h 5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542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542"/>
                      </a:lnTo>
                      <a:lnTo>
                        <a:pt x="53" y="542"/>
                      </a:lnTo>
                      <a:lnTo>
                        <a:pt x="107" y="54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" name="Freeform 18">
                  <a:extLst>
                    <a:ext uri="{FF2B5EF4-FFF2-40B4-BE49-F238E27FC236}">
                      <a16:creationId xmlns:a16="http://schemas.microsoft.com/office/drawing/2014/main" id="{F29C3F88-C3B0-666E-42C5-A939E1C238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275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2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" name="Freeform 19">
                  <a:extLst>
                    <a:ext uri="{FF2B5EF4-FFF2-40B4-BE49-F238E27FC236}">
                      <a16:creationId xmlns:a16="http://schemas.microsoft.com/office/drawing/2014/main" id="{421A2D1A-3D15-EFF8-F398-C308046DF4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275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2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" name="Line 20">
                  <a:extLst>
                    <a:ext uri="{FF2B5EF4-FFF2-40B4-BE49-F238E27FC236}">
                      <a16:creationId xmlns:a16="http://schemas.microsoft.com/office/drawing/2014/main" id="{19B69423-76A1-2911-3215-6ACBA41EA5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8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" name="Line 21">
                  <a:extLst>
                    <a:ext uri="{FF2B5EF4-FFF2-40B4-BE49-F238E27FC236}">
                      <a16:creationId xmlns:a16="http://schemas.microsoft.com/office/drawing/2014/main" id="{F26FCCC2-100C-46CE-770A-5E2AF818DD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8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" name="Line 22">
                  <a:extLst>
                    <a:ext uri="{FF2B5EF4-FFF2-40B4-BE49-F238E27FC236}">
                      <a16:creationId xmlns:a16="http://schemas.microsoft.com/office/drawing/2014/main" id="{CC297962-509B-065B-E789-E830117C9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8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" name="Line 23">
                  <a:extLst>
                    <a:ext uri="{FF2B5EF4-FFF2-40B4-BE49-F238E27FC236}">
                      <a16:creationId xmlns:a16="http://schemas.microsoft.com/office/drawing/2014/main" id="{3C0E9323-0C18-1356-3202-6F97A7936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06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" name="Line 24">
                  <a:extLst>
                    <a:ext uri="{FF2B5EF4-FFF2-40B4-BE49-F238E27FC236}">
                      <a16:creationId xmlns:a16="http://schemas.microsoft.com/office/drawing/2014/main" id="{1C80B453-610B-3910-50D2-4C4D36F6F7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06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" name="Line 25">
                  <a:extLst>
                    <a:ext uri="{FF2B5EF4-FFF2-40B4-BE49-F238E27FC236}">
                      <a16:creationId xmlns:a16="http://schemas.microsoft.com/office/drawing/2014/main" id="{1CDA6BFF-3BA5-4D08-42B9-015B7EA853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06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" name="Line 26">
                  <a:extLst>
                    <a:ext uri="{FF2B5EF4-FFF2-40B4-BE49-F238E27FC236}">
                      <a16:creationId xmlns:a16="http://schemas.microsoft.com/office/drawing/2014/main" id="{F8440024-57E8-0804-FB11-360A704C39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02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" name="Freeform 27">
                  <a:extLst>
                    <a:ext uri="{FF2B5EF4-FFF2-40B4-BE49-F238E27FC236}">
                      <a16:creationId xmlns:a16="http://schemas.microsoft.com/office/drawing/2014/main" id="{1A8136B4-01C6-48AE-29C4-B01FB2B09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2" name="Freeform 28">
                  <a:extLst>
                    <a:ext uri="{FF2B5EF4-FFF2-40B4-BE49-F238E27FC236}">
                      <a16:creationId xmlns:a16="http://schemas.microsoft.com/office/drawing/2014/main" id="{73F28B12-C644-CCD3-27CE-8AAC81465B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3" name="Freeform 29">
                  <a:extLst>
                    <a:ext uri="{FF2B5EF4-FFF2-40B4-BE49-F238E27FC236}">
                      <a16:creationId xmlns:a16="http://schemas.microsoft.com/office/drawing/2014/main" id="{62866310-D652-DFF5-B7CF-80E2587F18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19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4" name="Freeform 30">
                  <a:extLst>
                    <a:ext uri="{FF2B5EF4-FFF2-40B4-BE49-F238E27FC236}">
                      <a16:creationId xmlns:a16="http://schemas.microsoft.com/office/drawing/2014/main" id="{CAFC5F0B-F1F8-6C96-CDF6-D5B12A7EA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19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5" name="Freeform 31">
                  <a:extLst>
                    <a:ext uri="{FF2B5EF4-FFF2-40B4-BE49-F238E27FC236}">
                      <a16:creationId xmlns:a16="http://schemas.microsoft.com/office/drawing/2014/main" id="{19197F5D-086B-7489-C500-7701E160D5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6" name="Freeform 32">
                  <a:extLst>
                    <a:ext uri="{FF2B5EF4-FFF2-40B4-BE49-F238E27FC236}">
                      <a16:creationId xmlns:a16="http://schemas.microsoft.com/office/drawing/2014/main" id="{F19195FF-D452-C87A-21A6-8F1AA044CA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7" name="Freeform 33">
                  <a:extLst>
                    <a:ext uri="{FF2B5EF4-FFF2-40B4-BE49-F238E27FC236}">
                      <a16:creationId xmlns:a16="http://schemas.microsoft.com/office/drawing/2014/main" id="{06B350FE-C063-7ED6-156C-120D44F9F4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4"/>
                      </a:lnTo>
                      <a:lnTo>
                        <a:pt x="94" y="33"/>
                      </a:lnTo>
                      <a:lnTo>
                        <a:pt x="86" y="42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2"/>
                      </a:lnTo>
                      <a:lnTo>
                        <a:pt x="11" y="33"/>
                      </a:lnTo>
                      <a:lnTo>
                        <a:pt x="5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8" name="Freeform 34">
                  <a:extLst>
                    <a:ext uri="{FF2B5EF4-FFF2-40B4-BE49-F238E27FC236}">
                      <a16:creationId xmlns:a16="http://schemas.microsoft.com/office/drawing/2014/main" id="{10CBA880-C6E1-63DB-BD29-5DB8C065EC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4"/>
                      </a:lnTo>
                      <a:lnTo>
                        <a:pt x="94" y="33"/>
                      </a:lnTo>
                      <a:lnTo>
                        <a:pt x="86" y="42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2"/>
                      </a:lnTo>
                      <a:lnTo>
                        <a:pt x="11" y="33"/>
                      </a:lnTo>
                      <a:lnTo>
                        <a:pt x="5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9" name="Freeform 35">
                  <a:extLst>
                    <a:ext uri="{FF2B5EF4-FFF2-40B4-BE49-F238E27FC236}">
                      <a16:creationId xmlns:a16="http://schemas.microsoft.com/office/drawing/2014/main" id="{5EBB3217-799E-F48A-BC42-EBB9A443A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0" name="Freeform 36">
                  <a:extLst>
                    <a:ext uri="{FF2B5EF4-FFF2-40B4-BE49-F238E27FC236}">
                      <a16:creationId xmlns:a16="http://schemas.microsoft.com/office/drawing/2014/main" id="{FE393B0C-E466-74C3-76AD-6569407864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1" name="Freeform 37">
                  <a:extLst>
                    <a:ext uri="{FF2B5EF4-FFF2-40B4-BE49-F238E27FC236}">
                      <a16:creationId xmlns:a16="http://schemas.microsoft.com/office/drawing/2014/main" id="{805F78FF-A9F0-A7FB-A832-4358844332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2" name="Freeform 38">
                  <a:extLst>
                    <a:ext uri="{FF2B5EF4-FFF2-40B4-BE49-F238E27FC236}">
                      <a16:creationId xmlns:a16="http://schemas.microsoft.com/office/drawing/2014/main" id="{E96794B9-C6EE-7FA1-29F8-7B89949AF3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3" name="Freeform 39">
                  <a:extLst>
                    <a:ext uri="{FF2B5EF4-FFF2-40B4-BE49-F238E27FC236}">
                      <a16:creationId xmlns:a16="http://schemas.microsoft.com/office/drawing/2014/main" id="{0BF721C0-C0CB-C8EB-91E1-9760692CB5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4" name="Freeform 40">
                  <a:extLst>
                    <a:ext uri="{FF2B5EF4-FFF2-40B4-BE49-F238E27FC236}">
                      <a16:creationId xmlns:a16="http://schemas.microsoft.com/office/drawing/2014/main" id="{C88E9531-4A31-A333-87EC-70D4CFAF3A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5" name="Freeform 41">
                  <a:extLst>
                    <a:ext uri="{FF2B5EF4-FFF2-40B4-BE49-F238E27FC236}">
                      <a16:creationId xmlns:a16="http://schemas.microsoft.com/office/drawing/2014/main" id="{A415005D-54A2-73E7-D159-77151239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82"/>
                  <a:ext cx="18" cy="586"/>
                </a:xfrm>
                <a:custGeom>
                  <a:avLst/>
                  <a:gdLst>
                    <a:gd name="T0" fmla="*/ 0 w 107"/>
                    <a:gd name="T1" fmla="*/ 0 h 3517"/>
                    <a:gd name="T2" fmla="*/ 0 w 107"/>
                    <a:gd name="T3" fmla="*/ 0 h 3517"/>
                    <a:gd name="T4" fmla="*/ 0 w 107"/>
                    <a:gd name="T5" fmla="*/ 0 h 3517"/>
                    <a:gd name="T6" fmla="*/ 0 w 107"/>
                    <a:gd name="T7" fmla="*/ 0 h 3517"/>
                    <a:gd name="T8" fmla="*/ 0 w 107"/>
                    <a:gd name="T9" fmla="*/ 0 h 3517"/>
                    <a:gd name="T10" fmla="*/ 0 w 107"/>
                    <a:gd name="T11" fmla="*/ 0 h 3517"/>
                    <a:gd name="T12" fmla="*/ 0 w 107"/>
                    <a:gd name="T13" fmla="*/ 0 h 35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3517"/>
                    <a:gd name="T23" fmla="*/ 107 w 107"/>
                    <a:gd name="T24" fmla="*/ 3517 h 35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3517">
                      <a:moveTo>
                        <a:pt x="0" y="3517"/>
                      </a:moveTo>
                      <a:lnTo>
                        <a:pt x="53" y="3517"/>
                      </a:lnTo>
                      <a:lnTo>
                        <a:pt x="107" y="351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35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6" name="Freeform 42">
                  <a:extLst>
                    <a:ext uri="{FF2B5EF4-FFF2-40B4-BE49-F238E27FC236}">
                      <a16:creationId xmlns:a16="http://schemas.microsoft.com/office/drawing/2014/main" id="{F53BD7B9-DD0B-4333-08D0-A66A3D248D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82"/>
                  <a:ext cx="18" cy="586"/>
                </a:xfrm>
                <a:custGeom>
                  <a:avLst/>
                  <a:gdLst>
                    <a:gd name="T0" fmla="*/ 0 w 107"/>
                    <a:gd name="T1" fmla="*/ 0 h 3517"/>
                    <a:gd name="T2" fmla="*/ 0 w 107"/>
                    <a:gd name="T3" fmla="*/ 0 h 3517"/>
                    <a:gd name="T4" fmla="*/ 0 w 107"/>
                    <a:gd name="T5" fmla="*/ 0 h 3517"/>
                    <a:gd name="T6" fmla="*/ 0 w 107"/>
                    <a:gd name="T7" fmla="*/ 0 h 3517"/>
                    <a:gd name="T8" fmla="*/ 0 w 107"/>
                    <a:gd name="T9" fmla="*/ 0 h 3517"/>
                    <a:gd name="T10" fmla="*/ 0 w 107"/>
                    <a:gd name="T11" fmla="*/ 0 h 3517"/>
                    <a:gd name="T12" fmla="*/ 0 w 107"/>
                    <a:gd name="T13" fmla="*/ 0 h 35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3517"/>
                    <a:gd name="T23" fmla="*/ 107 w 107"/>
                    <a:gd name="T24" fmla="*/ 3517 h 35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3517">
                      <a:moveTo>
                        <a:pt x="0" y="3517"/>
                      </a:moveTo>
                      <a:lnTo>
                        <a:pt x="53" y="3517"/>
                      </a:lnTo>
                      <a:lnTo>
                        <a:pt x="107" y="351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35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7" name="Freeform 43">
                  <a:extLst>
                    <a:ext uri="{FF2B5EF4-FFF2-40B4-BE49-F238E27FC236}">
                      <a16:creationId xmlns:a16="http://schemas.microsoft.com/office/drawing/2014/main" id="{8ACC0585-B9A6-F759-9C61-14A59E3D30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8" name="Freeform 44">
                  <a:extLst>
                    <a:ext uri="{FF2B5EF4-FFF2-40B4-BE49-F238E27FC236}">
                      <a16:creationId xmlns:a16="http://schemas.microsoft.com/office/drawing/2014/main" id="{2ECA823B-97F0-7EE3-C215-394748FF4D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9" name="Freeform 45">
                  <a:extLst>
                    <a:ext uri="{FF2B5EF4-FFF2-40B4-BE49-F238E27FC236}">
                      <a16:creationId xmlns:a16="http://schemas.microsoft.com/office/drawing/2014/main" id="{53E543D3-5C7E-02B7-42E1-C6200E600C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0" name="Freeform 46">
                  <a:extLst>
                    <a:ext uri="{FF2B5EF4-FFF2-40B4-BE49-F238E27FC236}">
                      <a16:creationId xmlns:a16="http://schemas.microsoft.com/office/drawing/2014/main" id="{E3D88964-D904-8FD8-AC70-76BDBEBFD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1" name="Freeform 47">
                  <a:extLst>
                    <a:ext uri="{FF2B5EF4-FFF2-40B4-BE49-F238E27FC236}">
                      <a16:creationId xmlns:a16="http://schemas.microsoft.com/office/drawing/2014/main" id="{0461F3CA-25B7-7BE9-4A21-04E5B087CF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2" name="Freeform 48">
                  <a:extLst>
                    <a:ext uri="{FF2B5EF4-FFF2-40B4-BE49-F238E27FC236}">
                      <a16:creationId xmlns:a16="http://schemas.microsoft.com/office/drawing/2014/main" id="{86181350-BACA-D579-6E9C-9ED8DA996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3" name="Freeform 49">
                  <a:extLst>
                    <a:ext uri="{FF2B5EF4-FFF2-40B4-BE49-F238E27FC236}">
                      <a16:creationId xmlns:a16="http://schemas.microsoft.com/office/drawing/2014/main" id="{DA657EE7-4E7C-FC46-B5BF-91E0DFE05E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4" name="Freeform 50">
                  <a:extLst>
                    <a:ext uri="{FF2B5EF4-FFF2-40B4-BE49-F238E27FC236}">
                      <a16:creationId xmlns:a16="http://schemas.microsoft.com/office/drawing/2014/main" id="{6D5E4834-5B6E-07D8-371D-3269CE8D53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5" name="Freeform 51">
                  <a:extLst>
                    <a:ext uri="{FF2B5EF4-FFF2-40B4-BE49-F238E27FC236}">
                      <a16:creationId xmlns:a16="http://schemas.microsoft.com/office/drawing/2014/main" id="{042C2695-9E74-1B3F-8F7C-F0C56C49A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6" name="Freeform 52">
                  <a:extLst>
                    <a:ext uri="{FF2B5EF4-FFF2-40B4-BE49-F238E27FC236}">
                      <a16:creationId xmlns:a16="http://schemas.microsoft.com/office/drawing/2014/main" id="{EE8F5E61-9EBC-E91B-443E-99B1856B1F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7" name="Freeform 53">
                  <a:extLst>
                    <a:ext uri="{FF2B5EF4-FFF2-40B4-BE49-F238E27FC236}">
                      <a16:creationId xmlns:a16="http://schemas.microsoft.com/office/drawing/2014/main" id="{DEC6B554-FF8A-EC3B-3175-5991E5E04E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82"/>
                  <a:ext cx="18" cy="778"/>
                </a:xfrm>
                <a:custGeom>
                  <a:avLst/>
                  <a:gdLst>
                    <a:gd name="T0" fmla="*/ 0 w 107"/>
                    <a:gd name="T1" fmla="*/ 0 h 4672"/>
                    <a:gd name="T2" fmla="*/ 0 w 107"/>
                    <a:gd name="T3" fmla="*/ 0 h 4672"/>
                    <a:gd name="T4" fmla="*/ 0 w 107"/>
                    <a:gd name="T5" fmla="*/ 0 h 4672"/>
                    <a:gd name="T6" fmla="*/ 0 w 107"/>
                    <a:gd name="T7" fmla="*/ 0 h 4672"/>
                    <a:gd name="T8" fmla="*/ 0 w 107"/>
                    <a:gd name="T9" fmla="*/ 0 h 4672"/>
                    <a:gd name="T10" fmla="*/ 0 w 107"/>
                    <a:gd name="T11" fmla="*/ 0 h 4672"/>
                    <a:gd name="T12" fmla="*/ 0 w 107"/>
                    <a:gd name="T13" fmla="*/ 0 h 46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4672"/>
                    <a:gd name="T23" fmla="*/ 107 w 107"/>
                    <a:gd name="T24" fmla="*/ 4672 h 46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4672">
                      <a:moveTo>
                        <a:pt x="0" y="4672"/>
                      </a:moveTo>
                      <a:lnTo>
                        <a:pt x="53" y="4672"/>
                      </a:lnTo>
                      <a:lnTo>
                        <a:pt x="107" y="4672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46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8" name="Freeform 54">
                  <a:extLst>
                    <a:ext uri="{FF2B5EF4-FFF2-40B4-BE49-F238E27FC236}">
                      <a16:creationId xmlns:a16="http://schemas.microsoft.com/office/drawing/2014/main" id="{0847E584-CA17-DAB0-7648-BC9D349CA1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82"/>
                  <a:ext cx="18" cy="778"/>
                </a:xfrm>
                <a:custGeom>
                  <a:avLst/>
                  <a:gdLst>
                    <a:gd name="T0" fmla="*/ 0 w 107"/>
                    <a:gd name="T1" fmla="*/ 0 h 4672"/>
                    <a:gd name="T2" fmla="*/ 0 w 107"/>
                    <a:gd name="T3" fmla="*/ 0 h 4672"/>
                    <a:gd name="T4" fmla="*/ 0 w 107"/>
                    <a:gd name="T5" fmla="*/ 0 h 4672"/>
                    <a:gd name="T6" fmla="*/ 0 w 107"/>
                    <a:gd name="T7" fmla="*/ 0 h 4672"/>
                    <a:gd name="T8" fmla="*/ 0 w 107"/>
                    <a:gd name="T9" fmla="*/ 0 h 4672"/>
                    <a:gd name="T10" fmla="*/ 0 w 107"/>
                    <a:gd name="T11" fmla="*/ 0 h 4672"/>
                    <a:gd name="T12" fmla="*/ 0 w 107"/>
                    <a:gd name="T13" fmla="*/ 0 h 46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4672"/>
                    <a:gd name="T23" fmla="*/ 107 w 107"/>
                    <a:gd name="T24" fmla="*/ 4672 h 46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4672">
                      <a:moveTo>
                        <a:pt x="0" y="4672"/>
                      </a:moveTo>
                      <a:lnTo>
                        <a:pt x="53" y="4672"/>
                      </a:lnTo>
                      <a:lnTo>
                        <a:pt x="107" y="4672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46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9" name="Freeform 55">
                  <a:extLst>
                    <a:ext uri="{FF2B5EF4-FFF2-40B4-BE49-F238E27FC236}">
                      <a16:creationId xmlns:a16="http://schemas.microsoft.com/office/drawing/2014/main" id="{4799D624-8F34-159E-6569-4DF257FC7D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0" name="Freeform 56">
                  <a:extLst>
                    <a:ext uri="{FF2B5EF4-FFF2-40B4-BE49-F238E27FC236}">
                      <a16:creationId xmlns:a16="http://schemas.microsoft.com/office/drawing/2014/main" id="{2A8D5538-C79A-9B1E-28F3-84C961EC5B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1" name="Line 57">
                  <a:extLst>
                    <a:ext uri="{FF2B5EF4-FFF2-40B4-BE49-F238E27FC236}">
                      <a16:creationId xmlns:a16="http://schemas.microsoft.com/office/drawing/2014/main" id="{FFD1C563-8B5E-492A-ABC5-20C2242274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1794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2" name="Line 58">
                  <a:extLst>
                    <a:ext uri="{FF2B5EF4-FFF2-40B4-BE49-F238E27FC236}">
                      <a16:creationId xmlns:a16="http://schemas.microsoft.com/office/drawing/2014/main" id="{0445A4D0-E02C-808B-47A6-C75ACC15D8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3" name="Line 59">
                  <a:extLst>
                    <a:ext uri="{FF2B5EF4-FFF2-40B4-BE49-F238E27FC236}">
                      <a16:creationId xmlns:a16="http://schemas.microsoft.com/office/drawing/2014/main" id="{19C70695-3837-0846-2FA2-F1DD09EFD3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1794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4" name="Line 60">
                  <a:extLst>
                    <a:ext uri="{FF2B5EF4-FFF2-40B4-BE49-F238E27FC236}">
                      <a16:creationId xmlns:a16="http://schemas.microsoft.com/office/drawing/2014/main" id="{886C12E8-7338-2DE7-5329-9BAD1FAFA8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5" name="Line 61">
                  <a:extLst>
                    <a:ext uri="{FF2B5EF4-FFF2-40B4-BE49-F238E27FC236}">
                      <a16:creationId xmlns:a16="http://schemas.microsoft.com/office/drawing/2014/main" id="{57BC4355-359F-5A50-8557-C85953DA79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6" name="Line 62">
                  <a:extLst>
                    <a:ext uri="{FF2B5EF4-FFF2-40B4-BE49-F238E27FC236}">
                      <a16:creationId xmlns:a16="http://schemas.microsoft.com/office/drawing/2014/main" id="{C0CBAAE7-1E78-52AC-F39C-5F37D7FC3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7" name="Line 63">
                  <a:extLst>
                    <a:ext uri="{FF2B5EF4-FFF2-40B4-BE49-F238E27FC236}">
                      <a16:creationId xmlns:a16="http://schemas.microsoft.com/office/drawing/2014/main" id="{109CFFFA-5782-70A9-7C1E-F380611A8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8" name="Line 64">
                  <a:extLst>
                    <a:ext uri="{FF2B5EF4-FFF2-40B4-BE49-F238E27FC236}">
                      <a16:creationId xmlns:a16="http://schemas.microsoft.com/office/drawing/2014/main" id="{0270F624-9568-E4CE-FD5D-F956A57E91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9" name="Line 65">
                  <a:extLst>
                    <a:ext uri="{FF2B5EF4-FFF2-40B4-BE49-F238E27FC236}">
                      <a16:creationId xmlns:a16="http://schemas.microsoft.com/office/drawing/2014/main" id="{6E9A8712-C373-46C1-3448-BF83A97C2D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1794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0" name="Line 66">
                  <a:extLst>
                    <a:ext uri="{FF2B5EF4-FFF2-40B4-BE49-F238E27FC236}">
                      <a16:creationId xmlns:a16="http://schemas.microsoft.com/office/drawing/2014/main" id="{58DFCB0F-EB69-0060-A16C-AAA770843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208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1" name="Line 67">
                  <a:extLst>
                    <a:ext uri="{FF2B5EF4-FFF2-40B4-BE49-F238E27FC236}">
                      <a16:creationId xmlns:a16="http://schemas.microsoft.com/office/drawing/2014/main" id="{6060C3EB-DE5C-F9AD-D23D-48F9E63A77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2" name="Line 68">
                  <a:extLst>
                    <a:ext uri="{FF2B5EF4-FFF2-40B4-BE49-F238E27FC236}">
                      <a16:creationId xmlns:a16="http://schemas.microsoft.com/office/drawing/2014/main" id="{6E980BDB-770F-4079-3DF9-704A0B845D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2083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3" name="Line 69">
                  <a:extLst>
                    <a:ext uri="{FF2B5EF4-FFF2-40B4-BE49-F238E27FC236}">
                      <a16:creationId xmlns:a16="http://schemas.microsoft.com/office/drawing/2014/main" id="{053830DB-BD5D-1233-8D54-5795B5EFC5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4" name="Line 70">
                  <a:extLst>
                    <a:ext uri="{FF2B5EF4-FFF2-40B4-BE49-F238E27FC236}">
                      <a16:creationId xmlns:a16="http://schemas.microsoft.com/office/drawing/2014/main" id="{4E8F03C3-FD33-DDB6-A328-1CE46DCA60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5" name="Line 71">
                  <a:extLst>
                    <a:ext uri="{FF2B5EF4-FFF2-40B4-BE49-F238E27FC236}">
                      <a16:creationId xmlns:a16="http://schemas.microsoft.com/office/drawing/2014/main" id="{036FBD1C-8A00-B951-141F-6993F3F229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6" name="Line 72">
                  <a:extLst>
                    <a:ext uri="{FF2B5EF4-FFF2-40B4-BE49-F238E27FC236}">
                      <a16:creationId xmlns:a16="http://schemas.microsoft.com/office/drawing/2014/main" id="{4252B3BB-ECC9-4F48-F8F4-438F2FFD8F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7" name="Line 73">
                  <a:extLst>
                    <a:ext uri="{FF2B5EF4-FFF2-40B4-BE49-F238E27FC236}">
                      <a16:creationId xmlns:a16="http://schemas.microsoft.com/office/drawing/2014/main" id="{E566E5A7-C263-91E1-A022-1782B7C444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8" name="Line 74">
                  <a:extLst>
                    <a:ext uri="{FF2B5EF4-FFF2-40B4-BE49-F238E27FC236}">
                      <a16:creationId xmlns:a16="http://schemas.microsoft.com/office/drawing/2014/main" id="{1B00917D-09F3-35BC-1095-174EF2CD4A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08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9" name="Freeform 75">
                  <a:extLst>
                    <a:ext uri="{FF2B5EF4-FFF2-40B4-BE49-F238E27FC236}">
                      <a16:creationId xmlns:a16="http://schemas.microsoft.com/office/drawing/2014/main" id="{C0A9FA1A-80A3-C137-9C8C-D9EFC1E3E9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3" y="13"/>
                      </a:lnTo>
                      <a:lnTo>
                        <a:pt x="42" y="22"/>
                      </a:lnTo>
                      <a:lnTo>
                        <a:pt x="48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8"/>
                      </a:lnTo>
                      <a:lnTo>
                        <a:pt x="42" y="87"/>
                      </a:lnTo>
                      <a:lnTo>
                        <a:pt x="33" y="96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0" name="Freeform 76">
                  <a:extLst>
                    <a:ext uri="{FF2B5EF4-FFF2-40B4-BE49-F238E27FC236}">
                      <a16:creationId xmlns:a16="http://schemas.microsoft.com/office/drawing/2014/main" id="{755D641E-8CDC-A4B9-2825-209680B9B5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3" y="13"/>
                      </a:lnTo>
                      <a:lnTo>
                        <a:pt x="42" y="22"/>
                      </a:lnTo>
                      <a:lnTo>
                        <a:pt x="48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8"/>
                      </a:lnTo>
                      <a:lnTo>
                        <a:pt x="42" y="87"/>
                      </a:lnTo>
                      <a:lnTo>
                        <a:pt x="33" y="96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1" name="Freeform 77">
                  <a:extLst>
                    <a:ext uri="{FF2B5EF4-FFF2-40B4-BE49-F238E27FC236}">
                      <a16:creationId xmlns:a16="http://schemas.microsoft.com/office/drawing/2014/main" id="{74895715-674E-B26B-D06B-6E90C57AC3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2194"/>
                  <a:ext cx="96" cy="18"/>
                </a:xfrm>
                <a:custGeom>
                  <a:avLst/>
                  <a:gdLst>
                    <a:gd name="T0" fmla="*/ 0 w 577"/>
                    <a:gd name="T1" fmla="*/ 0 h 107"/>
                    <a:gd name="T2" fmla="*/ 0 w 577"/>
                    <a:gd name="T3" fmla="*/ 0 h 107"/>
                    <a:gd name="T4" fmla="*/ 0 w 577"/>
                    <a:gd name="T5" fmla="*/ 0 h 107"/>
                    <a:gd name="T6" fmla="*/ 0 w 577"/>
                    <a:gd name="T7" fmla="*/ 0 h 107"/>
                    <a:gd name="T8" fmla="*/ 0 w 577"/>
                    <a:gd name="T9" fmla="*/ 0 h 107"/>
                    <a:gd name="T10" fmla="*/ 0 w 577"/>
                    <a:gd name="T11" fmla="*/ 0 h 107"/>
                    <a:gd name="T12" fmla="*/ 0 w 577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7"/>
                    <a:gd name="T22" fmla="*/ 0 h 107"/>
                    <a:gd name="T23" fmla="*/ 577 w 577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7" h="107">
                      <a:moveTo>
                        <a:pt x="577" y="107"/>
                      </a:moveTo>
                      <a:lnTo>
                        <a:pt x="577" y="54"/>
                      </a:lnTo>
                      <a:lnTo>
                        <a:pt x="577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7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2" name="Freeform 78">
                  <a:extLst>
                    <a:ext uri="{FF2B5EF4-FFF2-40B4-BE49-F238E27FC236}">
                      <a16:creationId xmlns:a16="http://schemas.microsoft.com/office/drawing/2014/main" id="{F04910AA-7416-28AB-92FB-6FEFA867C8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2194"/>
                  <a:ext cx="96" cy="18"/>
                </a:xfrm>
                <a:custGeom>
                  <a:avLst/>
                  <a:gdLst>
                    <a:gd name="T0" fmla="*/ 0 w 577"/>
                    <a:gd name="T1" fmla="*/ 0 h 107"/>
                    <a:gd name="T2" fmla="*/ 0 w 577"/>
                    <a:gd name="T3" fmla="*/ 0 h 107"/>
                    <a:gd name="T4" fmla="*/ 0 w 577"/>
                    <a:gd name="T5" fmla="*/ 0 h 107"/>
                    <a:gd name="T6" fmla="*/ 0 w 577"/>
                    <a:gd name="T7" fmla="*/ 0 h 107"/>
                    <a:gd name="T8" fmla="*/ 0 w 577"/>
                    <a:gd name="T9" fmla="*/ 0 h 107"/>
                    <a:gd name="T10" fmla="*/ 0 w 577"/>
                    <a:gd name="T11" fmla="*/ 0 h 107"/>
                    <a:gd name="T12" fmla="*/ 0 w 577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7"/>
                    <a:gd name="T22" fmla="*/ 0 h 107"/>
                    <a:gd name="T23" fmla="*/ 577 w 577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7" h="107">
                      <a:moveTo>
                        <a:pt x="577" y="107"/>
                      </a:moveTo>
                      <a:lnTo>
                        <a:pt x="577" y="54"/>
                      </a:lnTo>
                      <a:lnTo>
                        <a:pt x="577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7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3" name="Freeform 79">
                  <a:extLst>
                    <a:ext uri="{FF2B5EF4-FFF2-40B4-BE49-F238E27FC236}">
                      <a16:creationId xmlns:a16="http://schemas.microsoft.com/office/drawing/2014/main" id="{0AB8B2F7-9117-038C-4BB5-6A25A99946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4" name="Freeform 80">
                  <a:extLst>
                    <a:ext uri="{FF2B5EF4-FFF2-40B4-BE49-F238E27FC236}">
                      <a16:creationId xmlns:a16="http://schemas.microsoft.com/office/drawing/2014/main" id="{E05CF99E-FCAE-0CCD-BF68-22FD7FAA9C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5" name="Freeform 81">
                  <a:extLst>
                    <a:ext uri="{FF2B5EF4-FFF2-40B4-BE49-F238E27FC236}">
                      <a16:creationId xmlns:a16="http://schemas.microsoft.com/office/drawing/2014/main" id="{EBB4CAC4-6C02-AA6A-C842-9BC63BCBCA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6" name="Freeform 82">
                  <a:extLst>
                    <a:ext uri="{FF2B5EF4-FFF2-40B4-BE49-F238E27FC236}">
                      <a16:creationId xmlns:a16="http://schemas.microsoft.com/office/drawing/2014/main" id="{50A3EDC6-0188-F815-3E96-0B6F31D1EF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7" name="Freeform 83">
                  <a:extLst>
                    <a:ext uri="{FF2B5EF4-FFF2-40B4-BE49-F238E27FC236}">
                      <a16:creationId xmlns:a16="http://schemas.microsoft.com/office/drawing/2014/main" id="{233872A1-3968-1B1E-80CA-B8B6180D4B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8" name="Freeform 84">
                  <a:extLst>
                    <a:ext uri="{FF2B5EF4-FFF2-40B4-BE49-F238E27FC236}">
                      <a16:creationId xmlns:a16="http://schemas.microsoft.com/office/drawing/2014/main" id="{461C1F38-8093-109E-7788-EF730D30CD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9" name="Freeform 85">
                  <a:extLst>
                    <a:ext uri="{FF2B5EF4-FFF2-40B4-BE49-F238E27FC236}">
                      <a16:creationId xmlns:a16="http://schemas.microsoft.com/office/drawing/2014/main" id="{80E78FB7-045F-2B1E-792A-2178007D8F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0" name="Freeform 86">
                  <a:extLst>
                    <a:ext uri="{FF2B5EF4-FFF2-40B4-BE49-F238E27FC236}">
                      <a16:creationId xmlns:a16="http://schemas.microsoft.com/office/drawing/2014/main" id="{B6A432FB-120D-620E-7199-ACFD47A13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1" name="Freeform 87">
                  <a:extLst>
                    <a:ext uri="{FF2B5EF4-FFF2-40B4-BE49-F238E27FC236}">
                      <a16:creationId xmlns:a16="http://schemas.microsoft.com/office/drawing/2014/main" id="{F3194C4A-FFD0-F676-EE9E-2466710073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2" name="Freeform 88">
                  <a:extLst>
                    <a:ext uri="{FF2B5EF4-FFF2-40B4-BE49-F238E27FC236}">
                      <a16:creationId xmlns:a16="http://schemas.microsoft.com/office/drawing/2014/main" id="{40266582-77DD-E3CD-C34F-FC1A12F02C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3" name="Freeform 89">
                  <a:extLst>
                    <a:ext uri="{FF2B5EF4-FFF2-40B4-BE49-F238E27FC236}">
                      <a16:creationId xmlns:a16="http://schemas.microsoft.com/office/drawing/2014/main" id="{84449AB5-C9C0-29E4-17AB-57C54FC9AC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4" name="Freeform 90">
                  <a:extLst>
                    <a:ext uri="{FF2B5EF4-FFF2-40B4-BE49-F238E27FC236}">
                      <a16:creationId xmlns:a16="http://schemas.microsoft.com/office/drawing/2014/main" id="{D820EA58-355B-AC1E-13FB-79EEA364F1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5" name="Freeform 91">
                  <a:extLst>
                    <a:ext uri="{FF2B5EF4-FFF2-40B4-BE49-F238E27FC236}">
                      <a16:creationId xmlns:a16="http://schemas.microsoft.com/office/drawing/2014/main" id="{867B8EE5-CC17-1757-DD68-8B40BC467A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6" name="Freeform 92">
                  <a:extLst>
                    <a:ext uri="{FF2B5EF4-FFF2-40B4-BE49-F238E27FC236}">
                      <a16:creationId xmlns:a16="http://schemas.microsoft.com/office/drawing/2014/main" id="{48686CED-0CF8-46E4-63E9-00582D36E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7" name="Freeform 93">
                  <a:extLst>
                    <a:ext uri="{FF2B5EF4-FFF2-40B4-BE49-F238E27FC236}">
                      <a16:creationId xmlns:a16="http://schemas.microsoft.com/office/drawing/2014/main" id="{4A00C223-288B-C1CE-A4E6-BD93BBB3A7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8" name="Freeform 94">
                  <a:extLst>
                    <a:ext uri="{FF2B5EF4-FFF2-40B4-BE49-F238E27FC236}">
                      <a16:creationId xmlns:a16="http://schemas.microsoft.com/office/drawing/2014/main" id="{30D80B90-F72F-B5C4-DE80-F15C8E5EA9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9" name="Freeform 95">
                  <a:extLst>
                    <a:ext uri="{FF2B5EF4-FFF2-40B4-BE49-F238E27FC236}">
                      <a16:creationId xmlns:a16="http://schemas.microsoft.com/office/drawing/2014/main" id="{F5DF1167-C58C-47BE-DDB5-DA6554B1E8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0" name="Freeform 96">
                  <a:extLst>
                    <a:ext uri="{FF2B5EF4-FFF2-40B4-BE49-F238E27FC236}">
                      <a16:creationId xmlns:a16="http://schemas.microsoft.com/office/drawing/2014/main" id="{0DF5330F-A42B-2462-F005-A3398D23C5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1" name="Freeform 97">
                  <a:extLst>
                    <a:ext uri="{FF2B5EF4-FFF2-40B4-BE49-F238E27FC236}">
                      <a16:creationId xmlns:a16="http://schemas.microsoft.com/office/drawing/2014/main" id="{A0343051-B886-6BAC-0C6A-12E285E8D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2" name="Freeform 98">
                  <a:extLst>
                    <a:ext uri="{FF2B5EF4-FFF2-40B4-BE49-F238E27FC236}">
                      <a16:creationId xmlns:a16="http://schemas.microsoft.com/office/drawing/2014/main" id="{67D0F2A2-790A-E977-BA7F-AD59961CD2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3" name="Freeform 99">
                  <a:extLst>
                    <a:ext uri="{FF2B5EF4-FFF2-40B4-BE49-F238E27FC236}">
                      <a16:creationId xmlns:a16="http://schemas.microsoft.com/office/drawing/2014/main" id="{0347801F-2241-F998-2476-A682968CFC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4" name="Freeform 100">
                  <a:extLst>
                    <a:ext uri="{FF2B5EF4-FFF2-40B4-BE49-F238E27FC236}">
                      <a16:creationId xmlns:a16="http://schemas.microsoft.com/office/drawing/2014/main" id="{9E9A7769-3F74-96AD-F398-21F0EB5A84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5" name="Freeform 101">
                  <a:extLst>
                    <a:ext uri="{FF2B5EF4-FFF2-40B4-BE49-F238E27FC236}">
                      <a16:creationId xmlns:a16="http://schemas.microsoft.com/office/drawing/2014/main" id="{CC433AC0-361B-9DED-32F8-9A862F7D60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651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" name="Freeform 102">
                  <a:extLst>
                    <a:ext uri="{FF2B5EF4-FFF2-40B4-BE49-F238E27FC236}">
                      <a16:creationId xmlns:a16="http://schemas.microsoft.com/office/drawing/2014/main" id="{C1A935D8-9B7A-AD22-8913-CC29AEF31E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651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" name="Freeform 103">
                  <a:extLst>
                    <a:ext uri="{FF2B5EF4-FFF2-40B4-BE49-F238E27FC236}">
                      <a16:creationId xmlns:a16="http://schemas.microsoft.com/office/drawing/2014/main" id="{AAE5948C-E391-EAAE-BACD-7863C566DA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8" name="Freeform 104">
                  <a:extLst>
                    <a:ext uri="{FF2B5EF4-FFF2-40B4-BE49-F238E27FC236}">
                      <a16:creationId xmlns:a16="http://schemas.microsoft.com/office/drawing/2014/main" id="{3ACFA8D4-F0D0-5DB9-C6DF-673ABFD709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9" name="Freeform 105">
                  <a:extLst>
                    <a:ext uri="{FF2B5EF4-FFF2-40B4-BE49-F238E27FC236}">
                      <a16:creationId xmlns:a16="http://schemas.microsoft.com/office/drawing/2014/main" id="{227FB1FD-EFA6-C4EA-D679-95CE50638C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0" name="Freeform 106">
                  <a:extLst>
                    <a:ext uri="{FF2B5EF4-FFF2-40B4-BE49-F238E27FC236}">
                      <a16:creationId xmlns:a16="http://schemas.microsoft.com/office/drawing/2014/main" id="{86386C86-8548-A354-36ED-08CE06E3FC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1" name="Freeform 107">
                  <a:extLst>
                    <a:ext uri="{FF2B5EF4-FFF2-40B4-BE49-F238E27FC236}">
                      <a16:creationId xmlns:a16="http://schemas.microsoft.com/office/drawing/2014/main" id="{A36E0400-14E1-F4BA-4DFA-EC0413D142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459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2" name="Freeform 108">
                  <a:extLst>
                    <a:ext uri="{FF2B5EF4-FFF2-40B4-BE49-F238E27FC236}">
                      <a16:creationId xmlns:a16="http://schemas.microsoft.com/office/drawing/2014/main" id="{6431B1F1-D663-174C-72CB-C9080DD02A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459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3" name="Freeform 109">
                  <a:extLst>
                    <a:ext uri="{FF2B5EF4-FFF2-40B4-BE49-F238E27FC236}">
                      <a16:creationId xmlns:a16="http://schemas.microsoft.com/office/drawing/2014/main" id="{050D7D5B-2D06-38E6-8BFE-98C14BF0CE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4" name="Freeform 110">
                  <a:extLst>
                    <a:ext uri="{FF2B5EF4-FFF2-40B4-BE49-F238E27FC236}">
                      <a16:creationId xmlns:a16="http://schemas.microsoft.com/office/drawing/2014/main" id="{F0F2B444-AD66-31AF-385F-563850EE8B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5" name="Line 111">
                  <a:extLst>
                    <a:ext uri="{FF2B5EF4-FFF2-40B4-BE49-F238E27FC236}">
                      <a16:creationId xmlns:a16="http://schemas.microsoft.com/office/drawing/2014/main" id="{EAF7104D-3327-5C6E-807B-DC24BC384A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0" y="1939"/>
                  <a:ext cx="1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6" name="Line 112">
                  <a:extLst>
                    <a:ext uri="{FF2B5EF4-FFF2-40B4-BE49-F238E27FC236}">
                      <a16:creationId xmlns:a16="http://schemas.microsoft.com/office/drawing/2014/main" id="{8231D83C-EBCD-2F1A-7386-704CF933FF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7" y="1939"/>
                  <a:ext cx="2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7" name="Line 113">
                  <a:extLst>
                    <a:ext uri="{FF2B5EF4-FFF2-40B4-BE49-F238E27FC236}">
                      <a16:creationId xmlns:a16="http://schemas.microsoft.com/office/drawing/2014/main" id="{2FAF1CA8-3564-9385-1E78-D9262F344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5" y="1939"/>
                  <a:ext cx="30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8" name="Line 114">
                  <a:extLst>
                    <a:ext uri="{FF2B5EF4-FFF2-40B4-BE49-F238E27FC236}">
                      <a16:creationId xmlns:a16="http://schemas.microsoft.com/office/drawing/2014/main" id="{3C2E4130-D158-8607-02C7-70EA1DC1EA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1" y="1939"/>
                  <a:ext cx="2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9" name="Line 115">
                  <a:extLst>
                    <a:ext uri="{FF2B5EF4-FFF2-40B4-BE49-F238E27FC236}">
                      <a16:creationId xmlns:a16="http://schemas.microsoft.com/office/drawing/2014/main" id="{83EDD51D-B230-1EB8-CE09-CF480E148F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9" y="1939"/>
                  <a:ext cx="15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0" name="Freeform 116">
                  <a:extLst>
                    <a:ext uri="{FF2B5EF4-FFF2-40B4-BE49-F238E27FC236}">
                      <a16:creationId xmlns:a16="http://schemas.microsoft.com/office/drawing/2014/main" id="{0AEC74D6-8A1D-54E4-C190-8F7902E05C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217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2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2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1" name="Freeform 117">
                  <a:extLst>
                    <a:ext uri="{FF2B5EF4-FFF2-40B4-BE49-F238E27FC236}">
                      <a16:creationId xmlns:a16="http://schemas.microsoft.com/office/drawing/2014/main" id="{6C28DAEC-7695-795F-F3E0-4A94E48E9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217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2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2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2" name="Freeform 118">
                  <a:extLst>
                    <a:ext uri="{FF2B5EF4-FFF2-40B4-BE49-F238E27FC236}">
                      <a16:creationId xmlns:a16="http://schemas.microsoft.com/office/drawing/2014/main" id="{065518D1-C64D-1FBB-9350-C9C7795623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76"/>
                  <a:ext cx="385" cy="18"/>
                </a:xfrm>
                <a:custGeom>
                  <a:avLst/>
                  <a:gdLst>
                    <a:gd name="T0" fmla="*/ 0 w 2309"/>
                    <a:gd name="T1" fmla="*/ 0 h 107"/>
                    <a:gd name="T2" fmla="*/ 0 w 2309"/>
                    <a:gd name="T3" fmla="*/ 0 h 107"/>
                    <a:gd name="T4" fmla="*/ 0 w 2309"/>
                    <a:gd name="T5" fmla="*/ 0 h 107"/>
                    <a:gd name="T6" fmla="*/ 0 w 2309"/>
                    <a:gd name="T7" fmla="*/ 0 h 107"/>
                    <a:gd name="T8" fmla="*/ 0 w 2309"/>
                    <a:gd name="T9" fmla="*/ 0 h 107"/>
                    <a:gd name="T10" fmla="*/ 0 w 2309"/>
                    <a:gd name="T11" fmla="*/ 0 h 107"/>
                    <a:gd name="T12" fmla="*/ 0 w 230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09"/>
                    <a:gd name="T22" fmla="*/ 0 h 107"/>
                    <a:gd name="T23" fmla="*/ 2309 w 230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09" h="107">
                      <a:moveTo>
                        <a:pt x="2309" y="107"/>
                      </a:moveTo>
                      <a:lnTo>
                        <a:pt x="2309" y="54"/>
                      </a:lnTo>
                      <a:lnTo>
                        <a:pt x="230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30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3" name="Freeform 119">
                  <a:extLst>
                    <a:ext uri="{FF2B5EF4-FFF2-40B4-BE49-F238E27FC236}">
                      <a16:creationId xmlns:a16="http://schemas.microsoft.com/office/drawing/2014/main" id="{225CB26F-CD24-807D-8887-44571ED8B0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76"/>
                  <a:ext cx="385" cy="18"/>
                </a:xfrm>
                <a:custGeom>
                  <a:avLst/>
                  <a:gdLst>
                    <a:gd name="T0" fmla="*/ 0 w 2309"/>
                    <a:gd name="T1" fmla="*/ 0 h 107"/>
                    <a:gd name="T2" fmla="*/ 0 w 2309"/>
                    <a:gd name="T3" fmla="*/ 0 h 107"/>
                    <a:gd name="T4" fmla="*/ 0 w 2309"/>
                    <a:gd name="T5" fmla="*/ 0 h 107"/>
                    <a:gd name="T6" fmla="*/ 0 w 2309"/>
                    <a:gd name="T7" fmla="*/ 0 h 107"/>
                    <a:gd name="T8" fmla="*/ 0 w 2309"/>
                    <a:gd name="T9" fmla="*/ 0 h 107"/>
                    <a:gd name="T10" fmla="*/ 0 w 2309"/>
                    <a:gd name="T11" fmla="*/ 0 h 107"/>
                    <a:gd name="T12" fmla="*/ 0 w 230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09"/>
                    <a:gd name="T22" fmla="*/ 0 h 107"/>
                    <a:gd name="T23" fmla="*/ 2309 w 230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09" h="107">
                      <a:moveTo>
                        <a:pt x="2309" y="107"/>
                      </a:moveTo>
                      <a:lnTo>
                        <a:pt x="2309" y="54"/>
                      </a:lnTo>
                      <a:lnTo>
                        <a:pt x="230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30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4" name="Freeform 120">
                  <a:extLst>
                    <a:ext uri="{FF2B5EF4-FFF2-40B4-BE49-F238E27FC236}">
                      <a16:creationId xmlns:a16="http://schemas.microsoft.com/office/drawing/2014/main" id="{1B9B07DD-2D1A-F5F6-D2E4-28FBF7EE34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2" y="66"/>
                      </a:lnTo>
                      <a:lnTo>
                        <a:pt x="0" y="54"/>
                      </a:ln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5" name="Freeform 121">
                  <a:extLst>
                    <a:ext uri="{FF2B5EF4-FFF2-40B4-BE49-F238E27FC236}">
                      <a16:creationId xmlns:a16="http://schemas.microsoft.com/office/drawing/2014/main" id="{35A4BC9D-C137-AB8C-6489-E0CE5A1A6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2" y="66"/>
                      </a:lnTo>
                      <a:lnTo>
                        <a:pt x="0" y="54"/>
                      </a:ln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6" name="Freeform 122">
                  <a:extLst>
                    <a:ext uri="{FF2B5EF4-FFF2-40B4-BE49-F238E27FC236}">
                      <a16:creationId xmlns:a16="http://schemas.microsoft.com/office/drawing/2014/main" id="{B99938E6-7C6B-C0A2-34F2-995AED8C4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166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7" name="Freeform 123">
                  <a:extLst>
                    <a:ext uri="{FF2B5EF4-FFF2-40B4-BE49-F238E27FC236}">
                      <a16:creationId xmlns:a16="http://schemas.microsoft.com/office/drawing/2014/main" id="{A0740E5F-045D-5938-D4C8-FACBD558D2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166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8" name="Freeform 124">
                  <a:extLst>
                    <a:ext uri="{FF2B5EF4-FFF2-40B4-BE49-F238E27FC236}">
                      <a16:creationId xmlns:a16="http://schemas.microsoft.com/office/drawing/2014/main" id="{0956907E-C3A8-CD96-6DF9-83F749D43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1665"/>
                  <a:ext cx="721" cy="18"/>
                </a:xfrm>
                <a:custGeom>
                  <a:avLst/>
                  <a:gdLst>
                    <a:gd name="T0" fmla="*/ 0 w 4328"/>
                    <a:gd name="T1" fmla="*/ 0 h 107"/>
                    <a:gd name="T2" fmla="*/ 0 w 4328"/>
                    <a:gd name="T3" fmla="*/ 0 h 107"/>
                    <a:gd name="T4" fmla="*/ 0 w 4328"/>
                    <a:gd name="T5" fmla="*/ 0 h 107"/>
                    <a:gd name="T6" fmla="*/ 0 w 4328"/>
                    <a:gd name="T7" fmla="*/ 0 h 107"/>
                    <a:gd name="T8" fmla="*/ 0 w 4328"/>
                    <a:gd name="T9" fmla="*/ 0 h 107"/>
                    <a:gd name="T10" fmla="*/ 0 w 4328"/>
                    <a:gd name="T11" fmla="*/ 0 h 107"/>
                    <a:gd name="T12" fmla="*/ 0 w 4328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328"/>
                    <a:gd name="T22" fmla="*/ 0 h 107"/>
                    <a:gd name="T23" fmla="*/ 4328 w 4328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328" h="107">
                      <a:moveTo>
                        <a:pt x="4328" y="107"/>
                      </a:moveTo>
                      <a:lnTo>
                        <a:pt x="4328" y="54"/>
                      </a:lnTo>
                      <a:lnTo>
                        <a:pt x="4328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328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9" name="Freeform 125">
                  <a:extLst>
                    <a:ext uri="{FF2B5EF4-FFF2-40B4-BE49-F238E27FC236}">
                      <a16:creationId xmlns:a16="http://schemas.microsoft.com/office/drawing/2014/main" id="{DE9C4A36-7CAA-4974-9CDE-FF59950158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1665"/>
                  <a:ext cx="721" cy="18"/>
                </a:xfrm>
                <a:custGeom>
                  <a:avLst/>
                  <a:gdLst>
                    <a:gd name="T0" fmla="*/ 0 w 4328"/>
                    <a:gd name="T1" fmla="*/ 0 h 107"/>
                    <a:gd name="T2" fmla="*/ 0 w 4328"/>
                    <a:gd name="T3" fmla="*/ 0 h 107"/>
                    <a:gd name="T4" fmla="*/ 0 w 4328"/>
                    <a:gd name="T5" fmla="*/ 0 h 107"/>
                    <a:gd name="T6" fmla="*/ 0 w 4328"/>
                    <a:gd name="T7" fmla="*/ 0 h 107"/>
                    <a:gd name="T8" fmla="*/ 0 w 4328"/>
                    <a:gd name="T9" fmla="*/ 0 h 107"/>
                    <a:gd name="T10" fmla="*/ 0 w 4328"/>
                    <a:gd name="T11" fmla="*/ 0 h 107"/>
                    <a:gd name="T12" fmla="*/ 0 w 4328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328"/>
                    <a:gd name="T22" fmla="*/ 0 h 107"/>
                    <a:gd name="T23" fmla="*/ 4328 w 4328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328" h="107">
                      <a:moveTo>
                        <a:pt x="4328" y="107"/>
                      </a:moveTo>
                      <a:lnTo>
                        <a:pt x="4328" y="54"/>
                      </a:lnTo>
                      <a:lnTo>
                        <a:pt x="4328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328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0" name="Freeform 126">
                  <a:extLst>
                    <a:ext uri="{FF2B5EF4-FFF2-40B4-BE49-F238E27FC236}">
                      <a16:creationId xmlns:a16="http://schemas.microsoft.com/office/drawing/2014/main" id="{134029A0-4940-3571-59CA-C7824C9725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1" name="Freeform 127">
                  <a:extLst>
                    <a:ext uri="{FF2B5EF4-FFF2-40B4-BE49-F238E27FC236}">
                      <a16:creationId xmlns:a16="http://schemas.microsoft.com/office/drawing/2014/main" id="{22CF4491-FB3A-A444-AE51-1A310F5919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2" name="Line 128">
                  <a:extLst>
                    <a:ext uri="{FF2B5EF4-FFF2-40B4-BE49-F238E27FC236}">
                      <a16:creationId xmlns:a16="http://schemas.microsoft.com/office/drawing/2014/main" id="{467CCF2A-0647-8F1A-7A93-2F2760A17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3" name="Line 129">
                  <a:extLst>
                    <a:ext uri="{FF2B5EF4-FFF2-40B4-BE49-F238E27FC236}">
                      <a16:creationId xmlns:a16="http://schemas.microsoft.com/office/drawing/2014/main" id="{2591FB07-F106-9CA2-5198-0E773BD727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4" name="Line 130">
                  <a:extLst>
                    <a:ext uri="{FF2B5EF4-FFF2-40B4-BE49-F238E27FC236}">
                      <a16:creationId xmlns:a16="http://schemas.microsoft.com/office/drawing/2014/main" id="{FEB9DB1F-7B69-EE87-75AA-FEBFE54CC5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5" name="Line 131">
                  <a:extLst>
                    <a:ext uri="{FF2B5EF4-FFF2-40B4-BE49-F238E27FC236}">
                      <a16:creationId xmlns:a16="http://schemas.microsoft.com/office/drawing/2014/main" id="{304A3ED6-8437-D8E8-18F3-B5EA3DE4D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42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6" name="Line 132">
                  <a:extLst>
                    <a:ext uri="{FF2B5EF4-FFF2-40B4-BE49-F238E27FC236}">
                      <a16:creationId xmlns:a16="http://schemas.microsoft.com/office/drawing/2014/main" id="{D550BED0-85BD-E8EF-E628-9F4D3D8947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42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7" name="Line 133">
                  <a:extLst>
                    <a:ext uri="{FF2B5EF4-FFF2-40B4-BE49-F238E27FC236}">
                      <a16:creationId xmlns:a16="http://schemas.microsoft.com/office/drawing/2014/main" id="{C12CE42A-F441-63BE-4BDC-3873C6FE46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42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8" name="Line 134">
                  <a:extLst>
                    <a:ext uri="{FF2B5EF4-FFF2-40B4-BE49-F238E27FC236}">
                      <a16:creationId xmlns:a16="http://schemas.microsoft.com/office/drawing/2014/main" id="{120BF83C-FC10-F654-4B17-7A713592B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39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99" name="Group 135">
                <a:extLst>
                  <a:ext uri="{FF2B5EF4-FFF2-40B4-BE49-F238E27FC236}">
                    <a16:creationId xmlns:a16="http://schemas.microsoft.com/office/drawing/2014/main" id="{DBC968E5-7504-A0C5-61F5-A24006B000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4" y="1631"/>
                <a:ext cx="787" cy="1068"/>
                <a:chOff x="4444" y="1631"/>
                <a:chExt cx="787" cy="1068"/>
              </a:xfrm>
            </p:grpSpPr>
            <p:sp>
              <p:nvSpPr>
                <p:cNvPr id="2487" name="Freeform 136">
                  <a:extLst>
                    <a:ext uri="{FF2B5EF4-FFF2-40B4-BE49-F238E27FC236}">
                      <a16:creationId xmlns:a16="http://schemas.microsoft.com/office/drawing/2014/main" id="{FCC75AFC-B903-1229-5D12-3980DF59E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26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8" name="Freeform 137">
                  <a:extLst>
                    <a:ext uri="{FF2B5EF4-FFF2-40B4-BE49-F238E27FC236}">
                      <a16:creationId xmlns:a16="http://schemas.microsoft.com/office/drawing/2014/main" id="{20CB4266-51E8-2CD2-50EC-C44AA8B229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26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9" name="Freeform 138">
                  <a:extLst>
                    <a:ext uri="{FF2B5EF4-FFF2-40B4-BE49-F238E27FC236}">
                      <a16:creationId xmlns:a16="http://schemas.microsoft.com/office/drawing/2014/main" id="{1525997F-26F8-5FEC-EA18-59B45705AC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2266"/>
                  <a:ext cx="192" cy="18"/>
                </a:xfrm>
                <a:custGeom>
                  <a:avLst/>
                  <a:gdLst>
                    <a:gd name="T0" fmla="*/ 0 w 1154"/>
                    <a:gd name="T1" fmla="*/ 0 h 107"/>
                    <a:gd name="T2" fmla="*/ 0 w 1154"/>
                    <a:gd name="T3" fmla="*/ 0 h 107"/>
                    <a:gd name="T4" fmla="*/ 0 w 1154"/>
                    <a:gd name="T5" fmla="*/ 0 h 107"/>
                    <a:gd name="T6" fmla="*/ 0 w 1154"/>
                    <a:gd name="T7" fmla="*/ 0 h 107"/>
                    <a:gd name="T8" fmla="*/ 0 w 1154"/>
                    <a:gd name="T9" fmla="*/ 0 h 107"/>
                    <a:gd name="T10" fmla="*/ 0 w 1154"/>
                    <a:gd name="T11" fmla="*/ 0 h 107"/>
                    <a:gd name="T12" fmla="*/ 0 w 115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4"/>
                    <a:gd name="T22" fmla="*/ 0 h 107"/>
                    <a:gd name="T23" fmla="*/ 1154 w 115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154" y="107"/>
                      </a:lnTo>
                      <a:lnTo>
                        <a:pt x="1154" y="54"/>
                      </a:lnTo>
                      <a:lnTo>
                        <a:pt x="115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0" name="Freeform 139">
                  <a:extLst>
                    <a:ext uri="{FF2B5EF4-FFF2-40B4-BE49-F238E27FC236}">
                      <a16:creationId xmlns:a16="http://schemas.microsoft.com/office/drawing/2014/main" id="{0C940A3F-B483-A6DD-210E-761E14EED6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2266"/>
                  <a:ext cx="192" cy="18"/>
                </a:xfrm>
                <a:custGeom>
                  <a:avLst/>
                  <a:gdLst>
                    <a:gd name="T0" fmla="*/ 0 w 1154"/>
                    <a:gd name="T1" fmla="*/ 0 h 107"/>
                    <a:gd name="T2" fmla="*/ 0 w 1154"/>
                    <a:gd name="T3" fmla="*/ 0 h 107"/>
                    <a:gd name="T4" fmla="*/ 0 w 1154"/>
                    <a:gd name="T5" fmla="*/ 0 h 107"/>
                    <a:gd name="T6" fmla="*/ 0 w 1154"/>
                    <a:gd name="T7" fmla="*/ 0 h 107"/>
                    <a:gd name="T8" fmla="*/ 0 w 1154"/>
                    <a:gd name="T9" fmla="*/ 0 h 107"/>
                    <a:gd name="T10" fmla="*/ 0 w 1154"/>
                    <a:gd name="T11" fmla="*/ 0 h 107"/>
                    <a:gd name="T12" fmla="*/ 0 w 115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4"/>
                    <a:gd name="T22" fmla="*/ 0 h 107"/>
                    <a:gd name="T23" fmla="*/ 1154 w 115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154" y="107"/>
                      </a:lnTo>
                      <a:lnTo>
                        <a:pt x="1154" y="54"/>
                      </a:lnTo>
                      <a:lnTo>
                        <a:pt x="115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1" name="Freeform 140">
                  <a:extLst>
                    <a:ext uri="{FF2B5EF4-FFF2-40B4-BE49-F238E27FC236}">
                      <a16:creationId xmlns:a16="http://schemas.microsoft.com/office/drawing/2014/main" id="{562622B1-A7D4-5830-4237-0A79076EE0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4" y="226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3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2" name="Freeform 141">
                  <a:extLst>
                    <a:ext uri="{FF2B5EF4-FFF2-40B4-BE49-F238E27FC236}">
                      <a16:creationId xmlns:a16="http://schemas.microsoft.com/office/drawing/2014/main" id="{F5295A80-EF43-3EF2-9457-1A6D9F6B99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4" y="226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3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3" name="Freeform 142">
                  <a:extLst>
                    <a:ext uri="{FF2B5EF4-FFF2-40B4-BE49-F238E27FC236}">
                      <a16:creationId xmlns:a16="http://schemas.microsoft.com/office/drawing/2014/main" id="{0FDAAF41-F145-8BDD-DB5D-39B784E6BC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7" y="1841"/>
                  <a:ext cx="17" cy="12"/>
                </a:xfrm>
                <a:custGeom>
                  <a:avLst/>
                  <a:gdLst>
                    <a:gd name="T0" fmla="*/ 0 w 102"/>
                    <a:gd name="T1" fmla="*/ 0 h 74"/>
                    <a:gd name="T2" fmla="*/ 0 w 102"/>
                    <a:gd name="T3" fmla="*/ 0 h 74"/>
                    <a:gd name="T4" fmla="*/ 0 w 102"/>
                    <a:gd name="T5" fmla="*/ 0 h 74"/>
                    <a:gd name="T6" fmla="*/ 0 w 102"/>
                    <a:gd name="T7" fmla="*/ 0 h 74"/>
                    <a:gd name="T8" fmla="*/ 0 w 102"/>
                    <a:gd name="T9" fmla="*/ 0 h 74"/>
                    <a:gd name="T10" fmla="*/ 0 w 102"/>
                    <a:gd name="T11" fmla="*/ 0 h 74"/>
                    <a:gd name="T12" fmla="*/ 0 w 102"/>
                    <a:gd name="T13" fmla="*/ 0 h 74"/>
                    <a:gd name="T14" fmla="*/ 0 w 102"/>
                    <a:gd name="T15" fmla="*/ 0 h 74"/>
                    <a:gd name="T16" fmla="*/ 0 w 102"/>
                    <a:gd name="T17" fmla="*/ 0 h 74"/>
                    <a:gd name="T18" fmla="*/ 0 w 102"/>
                    <a:gd name="T19" fmla="*/ 0 h 74"/>
                    <a:gd name="T20" fmla="*/ 0 w 102"/>
                    <a:gd name="T21" fmla="*/ 0 h 74"/>
                    <a:gd name="T22" fmla="*/ 0 w 102"/>
                    <a:gd name="T23" fmla="*/ 0 h 74"/>
                    <a:gd name="T24" fmla="*/ 0 w 102"/>
                    <a:gd name="T25" fmla="*/ 0 h 74"/>
                    <a:gd name="T26" fmla="*/ 0 w 102"/>
                    <a:gd name="T27" fmla="*/ 0 h 74"/>
                    <a:gd name="T28" fmla="*/ 0 w 102"/>
                    <a:gd name="T29" fmla="*/ 0 h 74"/>
                    <a:gd name="T30" fmla="*/ 0 w 102"/>
                    <a:gd name="T31" fmla="*/ 0 h 74"/>
                    <a:gd name="T32" fmla="*/ 0 w 102"/>
                    <a:gd name="T33" fmla="*/ 0 h 7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2"/>
                    <a:gd name="T52" fmla="*/ 0 h 74"/>
                    <a:gd name="T53" fmla="*/ 102 w 102"/>
                    <a:gd name="T54" fmla="*/ 74 h 7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2" h="74">
                      <a:moveTo>
                        <a:pt x="49" y="21"/>
                      </a:moveTo>
                      <a:lnTo>
                        <a:pt x="98" y="0"/>
                      </a:lnTo>
                      <a:lnTo>
                        <a:pt x="102" y="11"/>
                      </a:lnTo>
                      <a:lnTo>
                        <a:pt x="102" y="23"/>
                      </a:lnTo>
                      <a:lnTo>
                        <a:pt x="101" y="34"/>
                      </a:lnTo>
                      <a:lnTo>
                        <a:pt x="97" y="46"/>
                      </a:lnTo>
                      <a:lnTo>
                        <a:pt x="89" y="56"/>
                      </a:lnTo>
                      <a:lnTo>
                        <a:pt x="81" y="64"/>
                      </a:lnTo>
                      <a:lnTo>
                        <a:pt x="70" y="69"/>
                      </a:lnTo>
                      <a:lnTo>
                        <a:pt x="59" y="74"/>
                      </a:lnTo>
                      <a:lnTo>
                        <a:pt x="47" y="74"/>
                      </a:lnTo>
                      <a:lnTo>
                        <a:pt x="35" y="73"/>
                      </a:lnTo>
                      <a:lnTo>
                        <a:pt x="24" y="68"/>
                      </a:lnTo>
                      <a:lnTo>
                        <a:pt x="14" y="61"/>
                      </a:lnTo>
                      <a:lnTo>
                        <a:pt x="6" y="52"/>
                      </a:lnTo>
                      <a:lnTo>
                        <a:pt x="0" y="42"/>
                      </a:lnTo>
                      <a:lnTo>
                        <a:pt x="49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4" name="Freeform 143">
                  <a:extLst>
                    <a:ext uri="{FF2B5EF4-FFF2-40B4-BE49-F238E27FC236}">
                      <a16:creationId xmlns:a16="http://schemas.microsoft.com/office/drawing/2014/main" id="{CD414638-E6EB-A187-89E8-3D69A4BADE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7" y="1841"/>
                  <a:ext cx="17" cy="12"/>
                </a:xfrm>
                <a:custGeom>
                  <a:avLst/>
                  <a:gdLst>
                    <a:gd name="T0" fmla="*/ 0 w 102"/>
                    <a:gd name="T1" fmla="*/ 0 h 74"/>
                    <a:gd name="T2" fmla="*/ 0 w 102"/>
                    <a:gd name="T3" fmla="*/ 0 h 74"/>
                    <a:gd name="T4" fmla="*/ 0 w 102"/>
                    <a:gd name="T5" fmla="*/ 0 h 74"/>
                    <a:gd name="T6" fmla="*/ 0 w 102"/>
                    <a:gd name="T7" fmla="*/ 0 h 74"/>
                    <a:gd name="T8" fmla="*/ 0 w 102"/>
                    <a:gd name="T9" fmla="*/ 0 h 74"/>
                    <a:gd name="T10" fmla="*/ 0 w 102"/>
                    <a:gd name="T11" fmla="*/ 0 h 74"/>
                    <a:gd name="T12" fmla="*/ 0 w 102"/>
                    <a:gd name="T13" fmla="*/ 0 h 74"/>
                    <a:gd name="T14" fmla="*/ 0 w 102"/>
                    <a:gd name="T15" fmla="*/ 0 h 74"/>
                    <a:gd name="T16" fmla="*/ 0 w 102"/>
                    <a:gd name="T17" fmla="*/ 0 h 74"/>
                    <a:gd name="T18" fmla="*/ 0 w 102"/>
                    <a:gd name="T19" fmla="*/ 0 h 74"/>
                    <a:gd name="T20" fmla="*/ 0 w 102"/>
                    <a:gd name="T21" fmla="*/ 0 h 74"/>
                    <a:gd name="T22" fmla="*/ 0 w 102"/>
                    <a:gd name="T23" fmla="*/ 0 h 74"/>
                    <a:gd name="T24" fmla="*/ 0 w 102"/>
                    <a:gd name="T25" fmla="*/ 0 h 74"/>
                    <a:gd name="T26" fmla="*/ 0 w 102"/>
                    <a:gd name="T27" fmla="*/ 0 h 74"/>
                    <a:gd name="T28" fmla="*/ 0 w 102"/>
                    <a:gd name="T29" fmla="*/ 0 h 7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2"/>
                    <a:gd name="T46" fmla="*/ 0 h 74"/>
                    <a:gd name="T47" fmla="*/ 102 w 102"/>
                    <a:gd name="T48" fmla="*/ 74 h 7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2" h="74">
                      <a:moveTo>
                        <a:pt x="98" y="0"/>
                      </a:moveTo>
                      <a:lnTo>
                        <a:pt x="102" y="11"/>
                      </a:lnTo>
                      <a:lnTo>
                        <a:pt x="102" y="23"/>
                      </a:lnTo>
                      <a:lnTo>
                        <a:pt x="101" y="34"/>
                      </a:lnTo>
                      <a:lnTo>
                        <a:pt x="97" y="46"/>
                      </a:lnTo>
                      <a:lnTo>
                        <a:pt x="89" y="56"/>
                      </a:lnTo>
                      <a:lnTo>
                        <a:pt x="81" y="64"/>
                      </a:lnTo>
                      <a:lnTo>
                        <a:pt x="70" y="69"/>
                      </a:lnTo>
                      <a:lnTo>
                        <a:pt x="59" y="74"/>
                      </a:lnTo>
                      <a:lnTo>
                        <a:pt x="47" y="74"/>
                      </a:lnTo>
                      <a:lnTo>
                        <a:pt x="35" y="73"/>
                      </a:lnTo>
                      <a:lnTo>
                        <a:pt x="24" y="68"/>
                      </a:lnTo>
                      <a:lnTo>
                        <a:pt x="14" y="61"/>
                      </a:lnTo>
                      <a:lnTo>
                        <a:pt x="6" y="52"/>
                      </a:lnTo>
                      <a:lnTo>
                        <a:pt x="0" y="4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5" name="Freeform 144">
                  <a:extLst>
                    <a:ext uri="{FF2B5EF4-FFF2-40B4-BE49-F238E27FC236}">
                      <a16:creationId xmlns:a16="http://schemas.microsoft.com/office/drawing/2014/main" id="{8F4686CB-CE28-506B-647D-AC955E08D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8" y="1820"/>
                  <a:ext cx="25" cy="28"/>
                </a:xfrm>
                <a:custGeom>
                  <a:avLst/>
                  <a:gdLst>
                    <a:gd name="T0" fmla="*/ 0 w 151"/>
                    <a:gd name="T1" fmla="*/ 0 h 165"/>
                    <a:gd name="T2" fmla="*/ 0 w 151"/>
                    <a:gd name="T3" fmla="*/ 0 h 165"/>
                    <a:gd name="T4" fmla="*/ 0 w 151"/>
                    <a:gd name="T5" fmla="*/ 0 h 165"/>
                    <a:gd name="T6" fmla="*/ 0 w 151"/>
                    <a:gd name="T7" fmla="*/ 0 h 165"/>
                    <a:gd name="T8" fmla="*/ 0 w 151"/>
                    <a:gd name="T9" fmla="*/ 0 h 165"/>
                    <a:gd name="T10" fmla="*/ 0 w 151"/>
                    <a:gd name="T11" fmla="*/ 0 h 165"/>
                    <a:gd name="T12" fmla="*/ 0 w 15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1"/>
                    <a:gd name="T22" fmla="*/ 0 h 165"/>
                    <a:gd name="T23" fmla="*/ 151 w 15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1" h="165">
                      <a:moveTo>
                        <a:pt x="53" y="165"/>
                      </a:moveTo>
                      <a:lnTo>
                        <a:pt x="102" y="144"/>
                      </a:lnTo>
                      <a:lnTo>
                        <a:pt x="151" y="123"/>
                      </a:lnTo>
                      <a:lnTo>
                        <a:pt x="98" y="0"/>
                      </a:lnTo>
                      <a:lnTo>
                        <a:pt x="49" y="21"/>
                      </a:lnTo>
                      <a:lnTo>
                        <a:pt x="0" y="42"/>
                      </a:lnTo>
                      <a:lnTo>
                        <a:pt x="53" y="1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6" name="Freeform 145">
                  <a:extLst>
                    <a:ext uri="{FF2B5EF4-FFF2-40B4-BE49-F238E27FC236}">
                      <a16:creationId xmlns:a16="http://schemas.microsoft.com/office/drawing/2014/main" id="{5BCE6C5F-F257-560E-77BA-6A5F2184A8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8" y="1820"/>
                  <a:ext cx="25" cy="28"/>
                </a:xfrm>
                <a:custGeom>
                  <a:avLst/>
                  <a:gdLst>
                    <a:gd name="T0" fmla="*/ 0 w 151"/>
                    <a:gd name="T1" fmla="*/ 0 h 165"/>
                    <a:gd name="T2" fmla="*/ 0 w 151"/>
                    <a:gd name="T3" fmla="*/ 0 h 165"/>
                    <a:gd name="T4" fmla="*/ 0 w 151"/>
                    <a:gd name="T5" fmla="*/ 0 h 165"/>
                    <a:gd name="T6" fmla="*/ 0 w 151"/>
                    <a:gd name="T7" fmla="*/ 0 h 165"/>
                    <a:gd name="T8" fmla="*/ 0 w 151"/>
                    <a:gd name="T9" fmla="*/ 0 h 165"/>
                    <a:gd name="T10" fmla="*/ 0 w 151"/>
                    <a:gd name="T11" fmla="*/ 0 h 165"/>
                    <a:gd name="T12" fmla="*/ 0 w 15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1"/>
                    <a:gd name="T22" fmla="*/ 0 h 165"/>
                    <a:gd name="T23" fmla="*/ 151 w 15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1" h="165">
                      <a:moveTo>
                        <a:pt x="53" y="165"/>
                      </a:moveTo>
                      <a:lnTo>
                        <a:pt x="102" y="144"/>
                      </a:lnTo>
                      <a:lnTo>
                        <a:pt x="151" y="123"/>
                      </a:lnTo>
                      <a:lnTo>
                        <a:pt x="98" y="0"/>
                      </a:lnTo>
                      <a:lnTo>
                        <a:pt x="49" y="21"/>
                      </a:lnTo>
                      <a:lnTo>
                        <a:pt x="0" y="42"/>
                      </a:lnTo>
                      <a:lnTo>
                        <a:pt x="53" y="1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7" name="Freeform 146">
                  <a:extLst>
                    <a:ext uri="{FF2B5EF4-FFF2-40B4-BE49-F238E27FC236}">
                      <a16:creationId xmlns:a16="http://schemas.microsoft.com/office/drawing/2014/main" id="{B04E4E39-425E-DFFB-69D5-08B1B92528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19"/>
                  <a:ext cx="8" cy="5"/>
                </a:xfrm>
                <a:custGeom>
                  <a:avLst/>
                  <a:gdLst>
                    <a:gd name="T0" fmla="*/ 0 w 49"/>
                    <a:gd name="T1" fmla="*/ 0 h 26"/>
                    <a:gd name="T2" fmla="*/ 0 w 49"/>
                    <a:gd name="T3" fmla="*/ 0 h 26"/>
                    <a:gd name="T4" fmla="*/ 0 w 49"/>
                    <a:gd name="T5" fmla="*/ 0 h 26"/>
                    <a:gd name="T6" fmla="*/ 0 w 49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9"/>
                    <a:gd name="T13" fmla="*/ 0 h 26"/>
                    <a:gd name="T14" fmla="*/ 49 w 49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9" h="26">
                      <a:moveTo>
                        <a:pt x="0" y="26"/>
                      </a:moveTo>
                      <a:lnTo>
                        <a:pt x="49" y="5"/>
                      </a:lnTo>
                      <a:lnTo>
                        <a:pt x="48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8" name="Line 147">
                  <a:extLst>
                    <a:ext uri="{FF2B5EF4-FFF2-40B4-BE49-F238E27FC236}">
                      <a16:creationId xmlns:a16="http://schemas.microsoft.com/office/drawing/2014/main" id="{84FFA6EC-E238-5782-3A68-9FD2313460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84" y="181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9" name="Freeform 148">
                  <a:extLst>
                    <a:ext uri="{FF2B5EF4-FFF2-40B4-BE49-F238E27FC236}">
                      <a16:creationId xmlns:a16="http://schemas.microsoft.com/office/drawing/2014/main" id="{AB1BAF30-438D-1EFB-1039-200B313F58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8" y="1800"/>
                  <a:ext cx="26" cy="28"/>
                </a:xfrm>
                <a:custGeom>
                  <a:avLst/>
                  <a:gdLst>
                    <a:gd name="T0" fmla="*/ 0 w 158"/>
                    <a:gd name="T1" fmla="*/ 0 h 167"/>
                    <a:gd name="T2" fmla="*/ 0 w 158"/>
                    <a:gd name="T3" fmla="*/ 0 h 167"/>
                    <a:gd name="T4" fmla="*/ 0 w 158"/>
                    <a:gd name="T5" fmla="*/ 0 h 167"/>
                    <a:gd name="T6" fmla="*/ 0 w 158"/>
                    <a:gd name="T7" fmla="*/ 0 h 167"/>
                    <a:gd name="T8" fmla="*/ 0 w 158"/>
                    <a:gd name="T9" fmla="*/ 0 h 167"/>
                    <a:gd name="T10" fmla="*/ 0 w 158"/>
                    <a:gd name="T11" fmla="*/ 0 h 167"/>
                    <a:gd name="T12" fmla="*/ 0 w 158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7"/>
                    <a:gd name="T23" fmla="*/ 158 w 158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7">
                      <a:moveTo>
                        <a:pt x="62" y="167"/>
                      </a:moveTo>
                      <a:lnTo>
                        <a:pt x="110" y="142"/>
                      </a:lnTo>
                      <a:lnTo>
                        <a:pt x="158" y="116"/>
                      </a:lnTo>
                      <a:lnTo>
                        <a:pt x="95" y="0"/>
                      </a:lnTo>
                      <a:lnTo>
                        <a:pt x="48" y="25"/>
                      </a:lnTo>
                      <a:lnTo>
                        <a:pt x="0" y="51"/>
                      </a:lnTo>
                      <a:lnTo>
                        <a:pt x="62" y="1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0" name="Freeform 149">
                  <a:extLst>
                    <a:ext uri="{FF2B5EF4-FFF2-40B4-BE49-F238E27FC236}">
                      <a16:creationId xmlns:a16="http://schemas.microsoft.com/office/drawing/2014/main" id="{F9F18B7F-BD77-5F2B-0F73-72E5060008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8" y="1800"/>
                  <a:ext cx="26" cy="28"/>
                </a:xfrm>
                <a:custGeom>
                  <a:avLst/>
                  <a:gdLst>
                    <a:gd name="T0" fmla="*/ 0 w 158"/>
                    <a:gd name="T1" fmla="*/ 0 h 167"/>
                    <a:gd name="T2" fmla="*/ 0 w 158"/>
                    <a:gd name="T3" fmla="*/ 0 h 167"/>
                    <a:gd name="T4" fmla="*/ 0 w 158"/>
                    <a:gd name="T5" fmla="*/ 0 h 167"/>
                    <a:gd name="T6" fmla="*/ 0 w 158"/>
                    <a:gd name="T7" fmla="*/ 0 h 167"/>
                    <a:gd name="T8" fmla="*/ 0 w 158"/>
                    <a:gd name="T9" fmla="*/ 0 h 167"/>
                    <a:gd name="T10" fmla="*/ 0 w 158"/>
                    <a:gd name="T11" fmla="*/ 0 h 167"/>
                    <a:gd name="T12" fmla="*/ 0 w 158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7"/>
                    <a:gd name="T23" fmla="*/ 158 w 158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7">
                      <a:moveTo>
                        <a:pt x="62" y="167"/>
                      </a:moveTo>
                      <a:lnTo>
                        <a:pt x="110" y="142"/>
                      </a:lnTo>
                      <a:lnTo>
                        <a:pt x="158" y="116"/>
                      </a:lnTo>
                      <a:lnTo>
                        <a:pt x="95" y="0"/>
                      </a:lnTo>
                      <a:lnTo>
                        <a:pt x="48" y="25"/>
                      </a:lnTo>
                      <a:lnTo>
                        <a:pt x="0" y="51"/>
                      </a:lnTo>
                      <a:lnTo>
                        <a:pt x="62" y="16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1" name="Freeform 150">
                  <a:extLst>
                    <a:ext uri="{FF2B5EF4-FFF2-40B4-BE49-F238E27FC236}">
                      <a16:creationId xmlns:a16="http://schemas.microsoft.com/office/drawing/2014/main" id="{01ED5F21-9D51-60B1-12C1-49916E418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6" y="1799"/>
                  <a:ext cx="8" cy="5"/>
                </a:xfrm>
                <a:custGeom>
                  <a:avLst/>
                  <a:gdLst>
                    <a:gd name="T0" fmla="*/ 0 w 47"/>
                    <a:gd name="T1" fmla="*/ 0 h 28"/>
                    <a:gd name="T2" fmla="*/ 0 w 47"/>
                    <a:gd name="T3" fmla="*/ 0 h 28"/>
                    <a:gd name="T4" fmla="*/ 0 w 47"/>
                    <a:gd name="T5" fmla="*/ 0 h 28"/>
                    <a:gd name="T6" fmla="*/ 0 w 47"/>
                    <a:gd name="T7" fmla="*/ 0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28"/>
                    <a:gd name="T14" fmla="*/ 47 w 47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28">
                      <a:moveTo>
                        <a:pt x="0" y="28"/>
                      </a:moveTo>
                      <a:lnTo>
                        <a:pt x="47" y="3"/>
                      </a:lnTo>
                      <a:lnTo>
                        <a:pt x="45" y="0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2" name="Line 151">
                  <a:extLst>
                    <a:ext uri="{FF2B5EF4-FFF2-40B4-BE49-F238E27FC236}">
                      <a16:creationId xmlns:a16="http://schemas.microsoft.com/office/drawing/2014/main" id="{F3FD4F6D-4940-4D21-BDCB-F097059ABC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73" y="179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3" name="Freeform 152">
                  <a:extLst>
                    <a:ext uri="{FF2B5EF4-FFF2-40B4-BE49-F238E27FC236}">
                      <a16:creationId xmlns:a16="http://schemas.microsoft.com/office/drawing/2014/main" id="{77E1D369-3869-8E75-6F69-D70B474D29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6" y="1781"/>
                  <a:ext cx="27" cy="28"/>
                </a:xfrm>
                <a:custGeom>
                  <a:avLst/>
                  <a:gdLst>
                    <a:gd name="T0" fmla="*/ 0 w 163"/>
                    <a:gd name="T1" fmla="*/ 0 h 169"/>
                    <a:gd name="T2" fmla="*/ 0 w 163"/>
                    <a:gd name="T3" fmla="*/ 0 h 169"/>
                    <a:gd name="T4" fmla="*/ 0 w 163"/>
                    <a:gd name="T5" fmla="*/ 0 h 169"/>
                    <a:gd name="T6" fmla="*/ 0 w 163"/>
                    <a:gd name="T7" fmla="*/ 0 h 169"/>
                    <a:gd name="T8" fmla="*/ 0 w 163"/>
                    <a:gd name="T9" fmla="*/ 0 h 169"/>
                    <a:gd name="T10" fmla="*/ 0 w 163"/>
                    <a:gd name="T11" fmla="*/ 0 h 169"/>
                    <a:gd name="T12" fmla="*/ 0 w 163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69"/>
                    <a:gd name="T23" fmla="*/ 163 w 163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69">
                      <a:moveTo>
                        <a:pt x="72" y="169"/>
                      </a:moveTo>
                      <a:lnTo>
                        <a:pt x="118" y="140"/>
                      </a:lnTo>
                      <a:lnTo>
                        <a:pt x="163" y="112"/>
                      </a:lnTo>
                      <a:lnTo>
                        <a:pt x="91" y="0"/>
                      </a:lnTo>
                      <a:lnTo>
                        <a:pt x="46" y="28"/>
                      </a:lnTo>
                      <a:lnTo>
                        <a:pt x="0" y="57"/>
                      </a:lnTo>
                      <a:lnTo>
                        <a:pt x="72" y="1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4" name="Freeform 153">
                  <a:extLst>
                    <a:ext uri="{FF2B5EF4-FFF2-40B4-BE49-F238E27FC236}">
                      <a16:creationId xmlns:a16="http://schemas.microsoft.com/office/drawing/2014/main" id="{C458646B-F25A-49BD-7D3F-266304085F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6" y="1781"/>
                  <a:ext cx="27" cy="28"/>
                </a:xfrm>
                <a:custGeom>
                  <a:avLst/>
                  <a:gdLst>
                    <a:gd name="T0" fmla="*/ 0 w 163"/>
                    <a:gd name="T1" fmla="*/ 0 h 169"/>
                    <a:gd name="T2" fmla="*/ 0 w 163"/>
                    <a:gd name="T3" fmla="*/ 0 h 169"/>
                    <a:gd name="T4" fmla="*/ 0 w 163"/>
                    <a:gd name="T5" fmla="*/ 0 h 169"/>
                    <a:gd name="T6" fmla="*/ 0 w 163"/>
                    <a:gd name="T7" fmla="*/ 0 h 169"/>
                    <a:gd name="T8" fmla="*/ 0 w 163"/>
                    <a:gd name="T9" fmla="*/ 0 h 169"/>
                    <a:gd name="T10" fmla="*/ 0 w 163"/>
                    <a:gd name="T11" fmla="*/ 0 h 169"/>
                    <a:gd name="T12" fmla="*/ 0 w 163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69"/>
                    <a:gd name="T23" fmla="*/ 163 w 163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69">
                      <a:moveTo>
                        <a:pt x="72" y="169"/>
                      </a:moveTo>
                      <a:lnTo>
                        <a:pt x="118" y="140"/>
                      </a:lnTo>
                      <a:lnTo>
                        <a:pt x="163" y="112"/>
                      </a:lnTo>
                      <a:lnTo>
                        <a:pt x="91" y="0"/>
                      </a:lnTo>
                      <a:lnTo>
                        <a:pt x="46" y="28"/>
                      </a:lnTo>
                      <a:lnTo>
                        <a:pt x="0" y="57"/>
                      </a:lnTo>
                      <a:lnTo>
                        <a:pt x="72" y="16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5" name="Freeform 154">
                  <a:extLst>
                    <a:ext uri="{FF2B5EF4-FFF2-40B4-BE49-F238E27FC236}">
                      <a16:creationId xmlns:a16="http://schemas.microsoft.com/office/drawing/2014/main" id="{52DF35A6-7873-C9BD-1C55-70A3130457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4" y="1780"/>
                  <a:ext cx="7" cy="6"/>
                </a:xfrm>
                <a:custGeom>
                  <a:avLst/>
                  <a:gdLst>
                    <a:gd name="T0" fmla="*/ 0 w 45"/>
                    <a:gd name="T1" fmla="*/ 0 h 33"/>
                    <a:gd name="T2" fmla="*/ 0 w 45"/>
                    <a:gd name="T3" fmla="*/ 0 h 33"/>
                    <a:gd name="T4" fmla="*/ 0 w 45"/>
                    <a:gd name="T5" fmla="*/ 0 h 33"/>
                    <a:gd name="T6" fmla="*/ 0 w 45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33"/>
                    <a:gd name="T14" fmla="*/ 45 w 45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33">
                      <a:moveTo>
                        <a:pt x="0" y="33"/>
                      </a:moveTo>
                      <a:lnTo>
                        <a:pt x="45" y="5"/>
                      </a:lnTo>
                      <a:lnTo>
                        <a:pt x="42" y="0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6" name="Line 155">
                  <a:extLst>
                    <a:ext uri="{FF2B5EF4-FFF2-40B4-BE49-F238E27FC236}">
                      <a16:creationId xmlns:a16="http://schemas.microsoft.com/office/drawing/2014/main" id="{5E5D7A07-253F-4E59-82C5-51421B9C5A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61" y="178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7" name="Freeform 156">
                  <a:extLst>
                    <a:ext uri="{FF2B5EF4-FFF2-40B4-BE49-F238E27FC236}">
                      <a16:creationId xmlns:a16="http://schemas.microsoft.com/office/drawing/2014/main" id="{FBFA4A53-1654-2470-6416-C0765A2AD4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3" y="1763"/>
                  <a:ext cx="28" cy="28"/>
                </a:xfrm>
                <a:custGeom>
                  <a:avLst/>
                  <a:gdLst>
                    <a:gd name="T0" fmla="*/ 0 w 166"/>
                    <a:gd name="T1" fmla="*/ 0 h 170"/>
                    <a:gd name="T2" fmla="*/ 0 w 166"/>
                    <a:gd name="T3" fmla="*/ 0 h 170"/>
                    <a:gd name="T4" fmla="*/ 0 w 166"/>
                    <a:gd name="T5" fmla="*/ 0 h 170"/>
                    <a:gd name="T6" fmla="*/ 0 w 166"/>
                    <a:gd name="T7" fmla="*/ 0 h 170"/>
                    <a:gd name="T8" fmla="*/ 0 w 166"/>
                    <a:gd name="T9" fmla="*/ 0 h 170"/>
                    <a:gd name="T10" fmla="*/ 0 w 166"/>
                    <a:gd name="T11" fmla="*/ 0 h 170"/>
                    <a:gd name="T12" fmla="*/ 0 w 166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6"/>
                    <a:gd name="T22" fmla="*/ 0 h 170"/>
                    <a:gd name="T23" fmla="*/ 166 w 166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6" h="170">
                      <a:moveTo>
                        <a:pt x="81" y="170"/>
                      </a:moveTo>
                      <a:lnTo>
                        <a:pt x="124" y="137"/>
                      </a:lnTo>
                      <a:lnTo>
                        <a:pt x="166" y="104"/>
                      </a:lnTo>
                      <a:lnTo>
                        <a:pt x="84" y="0"/>
                      </a:ln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81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8" name="Freeform 157">
                  <a:extLst>
                    <a:ext uri="{FF2B5EF4-FFF2-40B4-BE49-F238E27FC236}">
                      <a16:creationId xmlns:a16="http://schemas.microsoft.com/office/drawing/2014/main" id="{3443FA32-4EF9-4DEC-D46C-51738F6A75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3" y="1763"/>
                  <a:ext cx="28" cy="28"/>
                </a:xfrm>
                <a:custGeom>
                  <a:avLst/>
                  <a:gdLst>
                    <a:gd name="T0" fmla="*/ 0 w 166"/>
                    <a:gd name="T1" fmla="*/ 0 h 170"/>
                    <a:gd name="T2" fmla="*/ 0 w 166"/>
                    <a:gd name="T3" fmla="*/ 0 h 170"/>
                    <a:gd name="T4" fmla="*/ 0 w 166"/>
                    <a:gd name="T5" fmla="*/ 0 h 170"/>
                    <a:gd name="T6" fmla="*/ 0 w 166"/>
                    <a:gd name="T7" fmla="*/ 0 h 170"/>
                    <a:gd name="T8" fmla="*/ 0 w 166"/>
                    <a:gd name="T9" fmla="*/ 0 h 170"/>
                    <a:gd name="T10" fmla="*/ 0 w 166"/>
                    <a:gd name="T11" fmla="*/ 0 h 170"/>
                    <a:gd name="T12" fmla="*/ 0 w 166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6"/>
                    <a:gd name="T22" fmla="*/ 0 h 170"/>
                    <a:gd name="T23" fmla="*/ 166 w 166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6" h="170">
                      <a:moveTo>
                        <a:pt x="81" y="170"/>
                      </a:moveTo>
                      <a:lnTo>
                        <a:pt x="124" y="137"/>
                      </a:lnTo>
                      <a:lnTo>
                        <a:pt x="166" y="104"/>
                      </a:lnTo>
                      <a:lnTo>
                        <a:pt x="84" y="0"/>
                      </a:ln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81" y="1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9" name="Freeform 158">
                  <a:extLst>
                    <a:ext uri="{FF2B5EF4-FFF2-40B4-BE49-F238E27FC236}">
                      <a16:creationId xmlns:a16="http://schemas.microsoft.com/office/drawing/2014/main" id="{0751A662-ECB9-4309-9343-92E82AFD5C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0" y="1762"/>
                  <a:ext cx="7" cy="6"/>
                </a:xfrm>
                <a:custGeom>
                  <a:avLst/>
                  <a:gdLst>
                    <a:gd name="T0" fmla="*/ 0 w 42"/>
                    <a:gd name="T1" fmla="*/ 0 h 36"/>
                    <a:gd name="T2" fmla="*/ 0 w 42"/>
                    <a:gd name="T3" fmla="*/ 0 h 36"/>
                    <a:gd name="T4" fmla="*/ 0 w 42"/>
                    <a:gd name="T5" fmla="*/ 0 h 36"/>
                    <a:gd name="T6" fmla="*/ 0 w 42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6"/>
                    <a:gd name="T14" fmla="*/ 42 w 42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6">
                      <a:moveTo>
                        <a:pt x="0" y="36"/>
                      </a:moveTo>
                      <a:lnTo>
                        <a:pt x="42" y="4"/>
                      </a:lnTo>
                      <a:lnTo>
                        <a:pt x="39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0" name="Line 159">
                  <a:extLst>
                    <a:ext uri="{FF2B5EF4-FFF2-40B4-BE49-F238E27FC236}">
                      <a16:creationId xmlns:a16="http://schemas.microsoft.com/office/drawing/2014/main" id="{4BF347E0-3B40-276E-71D3-629219BE2F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47" y="176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1" name="Freeform 160">
                  <a:extLst>
                    <a:ext uri="{FF2B5EF4-FFF2-40B4-BE49-F238E27FC236}">
                      <a16:creationId xmlns:a16="http://schemas.microsoft.com/office/drawing/2014/main" id="{25D03F0D-F8A6-12B5-097E-0105E2BB22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9" y="1746"/>
                  <a:ext cx="28" cy="28"/>
                </a:xfrm>
                <a:custGeom>
                  <a:avLst/>
                  <a:gdLst>
                    <a:gd name="T0" fmla="*/ 0 w 168"/>
                    <a:gd name="T1" fmla="*/ 0 h 170"/>
                    <a:gd name="T2" fmla="*/ 0 w 168"/>
                    <a:gd name="T3" fmla="*/ 0 h 170"/>
                    <a:gd name="T4" fmla="*/ 0 w 168"/>
                    <a:gd name="T5" fmla="*/ 0 h 170"/>
                    <a:gd name="T6" fmla="*/ 0 w 168"/>
                    <a:gd name="T7" fmla="*/ 0 h 170"/>
                    <a:gd name="T8" fmla="*/ 0 w 168"/>
                    <a:gd name="T9" fmla="*/ 0 h 170"/>
                    <a:gd name="T10" fmla="*/ 0 w 168"/>
                    <a:gd name="T11" fmla="*/ 0 h 170"/>
                    <a:gd name="T12" fmla="*/ 0 w 168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70"/>
                    <a:gd name="T23" fmla="*/ 168 w 168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70">
                      <a:moveTo>
                        <a:pt x="90" y="170"/>
                      </a:moveTo>
                      <a:lnTo>
                        <a:pt x="129" y="134"/>
                      </a:lnTo>
                      <a:lnTo>
                        <a:pt x="168" y="98"/>
                      </a:lnTo>
                      <a:lnTo>
                        <a:pt x="78" y="0"/>
                      </a:lnTo>
                      <a:lnTo>
                        <a:pt x="39" y="36"/>
                      </a:lnTo>
                      <a:lnTo>
                        <a:pt x="0" y="72"/>
                      </a:lnTo>
                      <a:lnTo>
                        <a:pt x="90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2" name="Freeform 161">
                  <a:extLst>
                    <a:ext uri="{FF2B5EF4-FFF2-40B4-BE49-F238E27FC236}">
                      <a16:creationId xmlns:a16="http://schemas.microsoft.com/office/drawing/2014/main" id="{F767EB71-894E-9A30-EFB3-E4510FDF90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9" y="1746"/>
                  <a:ext cx="28" cy="28"/>
                </a:xfrm>
                <a:custGeom>
                  <a:avLst/>
                  <a:gdLst>
                    <a:gd name="T0" fmla="*/ 0 w 168"/>
                    <a:gd name="T1" fmla="*/ 0 h 170"/>
                    <a:gd name="T2" fmla="*/ 0 w 168"/>
                    <a:gd name="T3" fmla="*/ 0 h 170"/>
                    <a:gd name="T4" fmla="*/ 0 w 168"/>
                    <a:gd name="T5" fmla="*/ 0 h 170"/>
                    <a:gd name="T6" fmla="*/ 0 w 168"/>
                    <a:gd name="T7" fmla="*/ 0 h 170"/>
                    <a:gd name="T8" fmla="*/ 0 w 168"/>
                    <a:gd name="T9" fmla="*/ 0 h 170"/>
                    <a:gd name="T10" fmla="*/ 0 w 168"/>
                    <a:gd name="T11" fmla="*/ 0 h 170"/>
                    <a:gd name="T12" fmla="*/ 0 w 168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70"/>
                    <a:gd name="T23" fmla="*/ 168 w 168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70">
                      <a:moveTo>
                        <a:pt x="90" y="170"/>
                      </a:moveTo>
                      <a:lnTo>
                        <a:pt x="129" y="134"/>
                      </a:lnTo>
                      <a:lnTo>
                        <a:pt x="168" y="98"/>
                      </a:lnTo>
                      <a:lnTo>
                        <a:pt x="78" y="0"/>
                      </a:lnTo>
                      <a:lnTo>
                        <a:pt x="39" y="36"/>
                      </a:lnTo>
                      <a:lnTo>
                        <a:pt x="0" y="72"/>
                      </a:lnTo>
                      <a:lnTo>
                        <a:pt x="90" y="1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3" name="Freeform 162">
                  <a:extLst>
                    <a:ext uri="{FF2B5EF4-FFF2-40B4-BE49-F238E27FC236}">
                      <a16:creationId xmlns:a16="http://schemas.microsoft.com/office/drawing/2014/main" id="{64C57743-BC94-3F7F-42DB-E658F24D0A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5" y="1745"/>
                  <a:ext cx="7" cy="7"/>
                </a:xfrm>
                <a:custGeom>
                  <a:avLst/>
                  <a:gdLst>
                    <a:gd name="T0" fmla="*/ 0 w 39"/>
                    <a:gd name="T1" fmla="*/ 0 h 39"/>
                    <a:gd name="T2" fmla="*/ 0 w 39"/>
                    <a:gd name="T3" fmla="*/ 0 h 39"/>
                    <a:gd name="T4" fmla="*/ 0 w 39"/>
                    <a:gd name="T5" fmla="*/ 0 h 39"/>
                    <a:gd name="T6" fmla="*/ 0 w 39"/>
                    <a:gd name="T7" fmla="*/ 0 h 3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9"/>
                    <a:gd name="T13" fmla="*/ 0 h 39"/>
                    <a:gd name="T14" fmla="*/ 39 w 39"/>
                    <a:gd name="T15" fmla="*/ 39 h 3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9" h="39">
                      <a:moveTo>
                        <a:pt x="0" y="39"/>
                      </a:moveTo>
                      <a:lnTo>
                        <a:pt x="39" y="3"/>
                      </a:lnTo>
                      <a:lnTo>
                        <a:pt x="36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4" name="Line 163">
                  <a:extLst>
                    <a:ext uri="{FF2B5EF4-FFF2-40B4-BE49-F238E27FC236}">
                      <a16:creationId xmlns:a16="http://schemas.microsoft.com/office/drawing/2014/main" id="{6B693B94-6B55-FDD7-C513-9F61BBEAFB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31" y="17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5" name="Freeform 164">
                  <a:extLst>
                    <a:ext uri="{FF2B5EF4-FFF2-40B4-BE49-F238E27FC236}">
                      <a16:creationId xmlns:a16="http://schemas.microsoft.com/office/drawing/2014/main" id="{22570634-01E2-76AD-0513-57D6B1B9A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3" y="1730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97" y="168"/>
                      </a:moveTo>
                      <a:lnTo>
                        <a:pt x="133" y="129"/>
                      </a:lnTo>
                      <a:lnTo>
                        <a:pt x="169" y="90"/>
                      </a:lnTo>
                      <a:lnTo>
                        <a:pt x="72" y="0"/>
                      </a:lnTo>
                      <a:lnTo>
                        <a:pt x="36" y="39"/>
                      </a:lnTo>
                      <a:lnTo>
                        <a:pt x="0" y="78"/>
                      </a:lnTo>
                      <a:lnTo>
                        <a:pt x="97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6" name="Freeform 165">
                  <a:extLst>
                    <a:ext uri="{FF2B5EF4-FFF2-40B4-BE49-F238E27FC236}">
                      <a16:creationId xmlns:a16="http://schemas.microsoft.com/office/drawing/2014/main" id="{03DE8204-3A4E-A958-E6F2-73B54E2D4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3" y="1730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97" y="168"/>
                      </a:moveTo>
                      <a:lnTo>
                        <a:pt x="133" y="129"/>
                      </a:lnTo>
                      <a:lnTo>
                        <a:pt x="169" y="90"/>
                      </a:lnTo>
                      <a:lnTo>
                        <a:pt x="72" y="0"/>
                      </a:lnTo>
                      <a:lnTo>
                        <a:pt x="36" y="39"/>
                      </a:lnTo>
                      <a:lnTo>
                        <a:pt x="0" y="78"/>
                      </a:lnTo>
                      <a:lnTo>
                        <a:pt x="97" y="16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7" name="Freeform 166">
                  <a:extLst>
                    <a:ext uri="{FF2B5EF4-FFF2-40B4-BE49-F238E27FC236}">
                      <a16:creationId xmlns:a16="http://schemas.microsoft.com/office/drawing/2014/main" id="{C1F33566-F3CA-CF8C-7CFA-D25E04C00F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9" y="1730"/>
                  <a:ext cx="6" cy="7"/>
                </a:xfrm>
                <a:custGeom>
                  <a:avLst/>
                  <a:gdLst>
                    <a:gd name="T0" fmla="*/ 0 w 36"/>
                    <a:gd name="T1" fmla="*/ 0 h 42"/>
                    <a:gd name="T2" fmla="*/ 0 w 36"/>
                    <a:gd name="T3" fmla="*/ 0 h 42"/>
                    <a:gd name="T4" fmla="*/ 0 w 36"/>
                    <a:gd name="T5" fmla="*/ 0 h 42"/>
                    <a:gd name="T6" fmla="*/ 0 w 36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2"/>
                    <a:gd name="T14" fmla="*/ 36 w 36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2">
                      <a:moveTo>
                        <a:pt x="0" y="42"/>
                      </a:moveTo>
                      <a:lnTo>
                        <a:pt x="36" y="3"/>
                      </a:lnTo>
                      <a:lnTo>
                        <a:pt x="32" y="0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8" name="Line 167">
                  <a:extLst>
                    <a:ext uri="{FF2B5EF4-FFF2-40B4-BE49-F238E27FC236}">
                      <a16:creationId xmlns:a16="http://schemas.microsoft.com/office/drawing/2014/main" id="{A307331C-FC69-1CF5-7386-D5D753D1EA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14" y="17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9" name="Freeform 168">
                  <a:extLst>
                    <a:ext uri="{FF2B5EF4-FFF2-40B4-BE49-F238E27FC236}">
                      <a16:creationId xmlns:a16="http://schemas.microsoft.com/office/drawing/2014/main" id="{DB09E707-CFCF-A3A5-A263-D951DFBB2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6" y="1716"/>
                  <a:ext cx="28" cy="28"/>
                </a:xfrm>
                <a:custGeom>
                  <a:avLst/>
                  <a:gdLst>
                    <a:gd name="T0" fmla="*/ 0 w 170"/>
                    <a:gd name="T1" fmla="*/ 0 h 166"/>
                    <a:gd name="T2" fmla="*/ 0 w 170"/>
                    <a:gd name="T3" fmla="*/ 0 h 166"/>
                    <a:gd name="T4" fmla="*/ 0 w 170"/>
                    <a:gd name="T5" fmla="*/ 0 h 166"/>
                    <a:gd name="T6" fmla="*/ 0 w 170"/>
                    <a:gd name="T7" fmla="*/ 0 h 166"/>
                    <a:gd name="T8" fmla="*/ 0 w 170"/>
                    <a:gd name="T9" fmla="*/ 0 h 166"/>
                    <a:gd name="T10" fmla="*/ 0 w 170"/>
                    <a:gd name="T11" fmla="*/ 0 h 166"/>
                    <a:gd name="T12" fmla="*/ 0 w 170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6"/>
                    <a:gd name="T23" fmla="*/ 170 w 170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6">
                      <a:moveTo>
                        <a:pt x="105" y="166"/>
                      </a:moveTo>
                      <a:lnTo>
                        <a:pt x="138" y="124"/>
                      </a:lnTo>
                      <a:lnTo>
                        <a:pt x="170" y="82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5"/>
                      </a:lnTo>
                      <a:lnTo>
                        <a:pt x="105" y="1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0" name="Freeform 169">
                  <a:extLst>
                    <a:ext uri="{FF2B5EF4-FFF2-40B4-BE49-F238E27FC236}">
                      <a16:creationId xmlns:a16="http://schemas.microsoft.com/office/drawing/2014/main" id="{02A840B6-0855-14E0-F360-74CBE6D6AF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6" y="1716"/>
                  <a:ext cx="28" cy="28"/>
                </a:xfrm>
                <a:custGeom>
                  <a:avLst/>
                  <a:gdLst>
                    <a:gd name="T0" fmla="*/ 0 w 170"/>
                    <a:gd name="T1" fmla="*/ 0 h 166"/>
                    <a:gd name="T2" fmla="*/ 0 w 170"/>
                    <a:gd name="T3" fmla="*/ 0 h 166"/>
                    <a:gd name="T4" fmla="*/ 0 w 170"/>
                    <a:gd name="T5" fmla="*/ 0 h 166"/>
                    <a:gd name="T6" fmla="*/ 0 w 170"/>
                    <a:gd name="T7" fmla="*/ 0 h 166"/>
                    <a:gd name="T8" fmla="*/ 0 w 170"/>
                    <a:gd name="T9" fmla="*/ 0 h 166"/>
                    <a:gd name="T10" fmla="*/ 0 w 170"/>
                    <a:gd name="T11" fmla="*/ 0 h 166"/>
                    <a:gd name="T12" fmla="*/ 0 w 170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6"/>
                    <a:gd name="T23" fmla="*/ 170 w 170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6">
                      <a:moveTo>
                        <a:pt x="105" y="166"/>
                      </a:moveTo>
                      <a:lnTo>
                        <a:pt x="138" y="124"/>
                      </a:lnTo>
                      <a:lnTo>
                        <a:pt x="170" y="82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5"/>
                      </a:lnTo>
                      <a:lnTo>
                        <a:pt x="105" y="16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1" name="Freeform 170">
                  <a:extLst>
                    <a:ext uri="{FF2B5EF4-FFF2-40B4-BE49-F238E27FC236}">
                      <a16:creationId xmlns:a16="http://schemas.microsoft.com/office/drawing/2014/main" id="{D37262BA-E5B0-F5BD-8695-9C06DBBAE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91" y="1716"/>
                  <a:ext cx="6" cy="7"/>
                </a:xfrm>
                <a:custGeom>
                  <a:avLst/>
                  <a:gdLst>
                    <a:gd name="T0" fmla="*/ 0 w 33"/>
                    <a:gd name="T1" fmla="*/ 0 h 44"/>
                    <a:gd name="T2" fmla="*/ 0 w 33"/>
                    <a:gd name="T3" fmla="*/ 0 h 44"/>
                    <a:gd name="T4" fmla="*/ 0 w 33"/>
                    <a:gd name="T5" fmla="*/ 0 h 44"/>
                    <a:gd name="T6" fmla="*/ 0 w 33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4"/>
                    <a:gd name="T14" fmla="*/ 33 w 33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4">
                      <a:moveTo>
                        <a:pt x="0" y="44"/>
                      </a:moveTo>
                      <a:lnTo>
                        <a:pt x="33" y="2"/>
                      </a:lnTo>
                      <a:lnTo>
                        <a:pt x="29" y="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2" name="Line 171">
                  <a:extLst>
                    <a:ext uri="{FF2B5EF4-FFF2-40B4-BE49-F238E27FC236}">
                      <a16:creationId xmlns:a16="http://schemas.microsoft.com/office/drawing/2014/main" id="{A927DB19-C8D6-2B6D-DD13-78C27D2584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96" y="171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3" name="Freeform 172">
                  <a:extLst>
                    <a:ext uri="{FF2B5EF4-FFF2-40B4-BE49-F238E27FC236}">
                      <a16:creationId xmlns:a16="http://schemas.microsoft.com/office/drawing/2014/main" id="{CD635B41-1B95-BA92-F68E-D7DA7B0D43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1703"/>
                  <a:ext cx="28" cy="27"/>
                </a:xfrm>
                <a:custGeom>
                  <a:avLst/>
                  <a:gdLst>
                    <a:gd name="T0" fmla="*/ 0 w 170"/>
                    <a:gd name="T1" fmla="*/ 0 h 162"/>
                    <a:gd name="T2" fmla="*/ 0 w 170"/>
                    <a:gd name="T3" fmla="*/ 0 h 162"/>
                    <a:gd name="T4" fmla="*/ 0 w 170"/>
                    <a:gd name="T5" fmla="*/ 0 h 162"/>
                    <a:gd name="T6" fmla="*/ 0 w 170"/>
                    <a:gd name="T7" fmla="*/ 0 h 162"/>
                    <a:gd name="T8" fmla="*/ 0 w 170"/>
                    <a:gd name="T9" fmla="*/ 0 h 162"/>
                    <a:gd name="T10" fmla="*/ 0 w 170"/>
                    <a:gd name="T11" fmla="*/ 0 h 162"/>
                    <a:gd name="T12" fmla="*/ 0 w 170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2"/>
                    <a:gd name="T23" fmla="*/ 170 w 170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2">
                      <a:moveTo>
                        <a:pt x="111" y="162"/>
                      </a:moveTo>
                      <a:lnTo>
                        <a:pt x="141" y="117"/>
                      </a:lnTo>
                      <a:lnTo>
                        <a:pt x="170" y="73"/>
                      </a:lnTo>
                      <a:lnTo>
                        <a:pt x="59" y="0"/>
                      </a:lnTo>
                      <a:lnTo>
                        <a:pt x="30" y="44"/>
                      </a:lnTo>
                      <a:lnTo>
                        <a:pt x="0" y="89"/>
                      </a:lnTo>
                      <a:lnTo>
                        <a:pt x="111" y="1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4" name="Freeform 173">
                  <a:extLst>
                    <a:ext uri="{FF2B5EF4-FFF2-40B4-BE49-F238E27FC236}">
                      <a16:creationId xmlns:a16="http://schemas.microsoft.com/office/drawing/2014/main" id="{02E5C959-2C20-B632-A8B2-1C3EC400C0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1703"/>
                  <a:ext cx="28" cy="27"/>
                </a:xfrm>
                <a:custGeom>
                  <a:avLst/>
                  <a:gdLst>
                    <a:gd name="T0" fmla="*/ 0 w 170"/>
                    <a:gd name="T1" fmla="*/ 0 h 162"/>
                    <a:gd name="T2" fmla="*/ 0 w 170"/>
                    <a:gd name="T3" fmla="*/ 0 h 162"/>
                    <a:gd name="T4" fmla="*/ 0 w 170"/>
                    <a:gd name="T5" fmla="*/ 0 h 162"/>
                    <a:gd name="T6" fmla="*/ 0 w 170"/>
                    <a:gd name="T7" fmla="*/ 0 h 162"/>
                    <a:gd name="T8" fmla="*/ 0 w 170"/>
                    <a:gd name="T9" fmla="*/ 0 h 162"/>
                    <a:gd name="T10" fmla="*/ 0 w 170"/>
                    <a:gd name="T11" fmla="*/ 0 h 162"/>
                    <a:gd name="T12" fmla="*/ 0 w 170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2"/>
                    <a:gd name="T23" fmla="*/ 170 w 170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2">
                      <a:moveTo>
                        <a:pt x="111" y="162"/>
                      </a:moveTo>
                      <a:lnTo>
                        <a:pt x="141" y="117"/>
                      </a:lnTo>
                      <a:lnTo>
                        <a:pt x="170" y="73"/>
                      </a:lnTo>
                      <a:lnTo>
                        <a:pt x="59" y="0"/>
                      </a:lnTo>
                      <a:lnTo>
                        <a:pt x="30" y="44"/>
                      </a:lnTo>
                      <a:lnTo>
                        <a:pt x="0" y="89"/>
                      </a:lnTo>
                      <a:lnTo>
                        <a:pt x="111" y="16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5" name="Freeform 174">
                  <a:extLst>
                    <a:ext uri="{FF2B5EF4-FFF2-40B4-BE49-F238E27FC236}">
                      <a16:creationId xmlns:a16="http://schemas.microsoft.com/office/drawing/2014/main" id="{4A402843-FC1C-2A4F-BDBD-2D9756C16D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3" y="1703"/>
                  <a:ext cx="5" cy="8"/>
                </a:xfrm>
                <a:custGeom>
                  <a:avLst/>
                  <a:gdLst>
                    <a:gd name="T0" fmla="*/ 0 w 29"/>
                    <a:gd name="T1" fmla="*/ 0 h 47"/>
                    <a:gd name="T2" fmla="*/ 0 w 29"/>
                    <a:gd name="T3" fmla="*/ 0 h 47"/>
                    <a:gd name="T4" fmla="*/ 0 w 29"/>
                    <a:gd name="T5" fmla="*/ 0 h 47"/>
                    <a:gd name="T6" fmla="*/ 0 w 29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"/>
                    <a:gd name="T13" fmla="*/ 0 h 47"/>
                    <a:gd name="T14" fmla="*/ 29 w 29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" h="47">
                      <a:moveTo>
                        <a:pt x="0" y="47"/>
                      </a:moveTo>
                      <a:lnTo>
                        <a:pt x="29" y="3"/>
                      </a:lnTo>
                      <a:lnTo>
                        <a:pt x="25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6" name="Line 175">
                  <a:extLst>
                    <a:ext uri="{FF2B5EF4-FFF2-40B4-BE49-F238E27FC236}">
                      <a16:creationId xmlns:a16="http://schemas.microsoft.com/office/drawing/2014/main" id="{5235CFE1-9940-4BA7-2082-017E3202DD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77" y="17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7" name="Freeform 176">
                  <a:extLst>
                    <a:ext uri="{FF2B5EF4-FFF2-40B4-BE49-F238E27FC236}">
                      <a16:creationId xmlns:a16="http://schemas.microsoft.com/office/drawing/2014/main" id="{A95195DF-0AE8-2720-67DA-5AF77A37F3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9" y="1693"/>
                  <a:ext cx="28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17" y="158"/>
                      </a:moveTo>
                      <a:lnTo>
                        <a:pt x="143" y="110"/>
                      </a:lnTo>
                      <a:lnTo>
                        <a:pt x="168" y="63"/>
                      </a:lnTo>
                      <a:lnTo>
                        <a:pt x="51" y="0"/>
                      </a:lnTo>
                      <a:lnTo>
                        <a:pt x="25" y="48"/>
                      </a:lnTo>
                      <a:lnTo>
                        <a:pt x="0" y="95"/>
                      </a:lnTo>
                      <a:lnTo>
                        <a:pt x="117" y="1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8" name="Freeform 177">
                  <a:extLst>
                    <a:ext uri="{FF2B5EF4-FFF2-40B4-BE49-F238E27FC236}">
                      <a16:creationId xmlns:a16="http://schemas.microsoft.com/office/drawing/2014/main" id="{A5F124B2-E5A5-0F95-A3B7-E18105CA41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9" y="1693"/>
                  <a:ext cx="28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17" y="158"/>
                      </a:moveTo>
                      <a:lnTo>
                        <a:pt x="143" y="110"/>
                      </a:lnTo>
                      <a:lnTo>
                        <a:pt x="168" y="63"/>
                      </a:lnTo>
                      <a:lnTo>
                        <a:pt x="51" y="0"/>
                      </a:lnTo>
                      <a:lnTo>
                        <a:pt x="25" y="48"/>
                      </a:lnTo>
                      <a:lnTo>
                        <a:pt x="0" y="95"/>
                      </a:lnTo>
                      <a:lnTo>
                        <a:pt x="117" y="15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9" name="Freeform 178">
                  <a:extLst>
                    <a:ext uri="{FF2B5EF4-FFF2-40B4-BE49-F238E27FC236}">
                      <a16:creationId xmlns:a16="http://schemas.microsoft.com/office/drawing/2014/main" id="{1857D404-DB20-CB35-459D-B1D524FB98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3" y="1692"/>
                  <a:ext cx="5" cy="8"/>
                </a:xfrm>
                <a:custGeom>
                  <a:avLst/>
                  <a:gdLst>
                    <a:gd name="T0" fmla="*/ 0 w 26"/>
                    <a:gd name="T1" fmla="*/ 0 h 49"/>
                    <a:gd name="T2" fmla="*/ 0 w 26"/>
                    <a:gd name="T3" fmla="*/ 0 h 49"/>
                    <a:gd name="T4" fmla="*/ 0 w 26"/>
                    <a:gd name="T5" fmla="*/ 0 h 49"/>
                    <a:gd name="T6" fmla="*/ 0 w 26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49"/>
                    <a:gd name="T14" fmla="*/ 26 w 26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49">
                      <a:moveTo>
                        <a:pt x="0" y="49"/>
                      </a:moveTo>
                      <a:lnTo>
                        <a:pt x="26" y="1"/>
                      </a:lnTo>
                      <a:lnTo>
                        <a:pt x="21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0" name="Line 179">
                  <a:extLst>
                    <a:ext uri="{FF2B5EF4-FFF2-40B4-BE49-F238E27FC236}">
                      <a16:creationId xmlns:a16="http://schemas.microsoft.com/office/drawing/2014/main" id="{C7C2FB98-F2B0-BB2D-F0F4-991E130CE8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57" y="16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1" name="Freeform 180">
                  <a:extLst>
                    <a:ext uri="{FF2B5EF4-FFF2-40B4-BE49-F238E27FC236}">
                      <a16:creationId xmlns:a16="http://schemas.microsoft.com/office/drawing/2014/main" id="{72A3CDEC-93C6-5099-E57C-5B706DD9E4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0" y="1684"/>
                  <a:ext cx="27" cy="25"/>
                </a:xfrm>
                <a:custGeom>
                  <a:avLst/>
                  <a:gdLst>
                    <a:gd name="T0" fmla="*/ 0 w 164"/>
                    <a:gd name="T1" fmla="*/ 0 h 151"/>
                    <a:gd name="T2" fmla="*/ 0 w 164"/>
                    <a:gd name="T3" fmla="*/ 0 h 151"/>
                    <a:gd name="T4" fmla="*/ 0 w 164"/>
                    <a:gd name="T5" fmla="*/ 0 h 151"/>
                    <a:gd name="T6" fmla="*/ 0 w 164"/>
                    <a:gd name="T7" fmla="*/ 0 h 151"/>
                    <a:gd name="T8" fmla="*/ 0 w 164"/>
                    <a:gd name="T9" fmla="*/ 0 h 151"/>
                    <a:gd name="T10" fmla="*/ 0 w 164"/>
                    <a:gd name="T11" fmla="*/ 0 h 151"/>
                    <a:gd name="T12" fmla="*/ 0 w 164"/>
                    <a:gd name="T13" fmla="*/ 0 h 15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51"/>
                    <a:gd name="T23" fmla="*/ 164 w 164"/>
                    <a:gd name="T24" fmla="*/ 151 h 15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51">
                      <a:moveTo>
                        <a:pt x="122" y="151"/>
                      </a:moveTo>
                      <a:lnTo>
                        <a:pt x="143" y="102"/>
                      </a:lnTo>
                      <a:lnTo>
                        <a:pt x="164" y="53"/>
                      </a:lnTo>
                      <a:lnTo>
                        <a:pt x="43" y="0"/>
                      </a:lnTo>
                      <a:lnTo>
                        <a:pt x="21" y="49"/>
                      </a:lnTo>
                      <a:lnTo>
                        <a:pt x="0" y="98"/>
                      </a:lnTo>
                      <a:lnTo>
                        <a:pt x="122" y="1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2" name="Freeform 181">
                  <a:extLst>
                    <a:ext uri="{FF2B5EF4-FFF2-40B4-BE49-F238E27FC236}">
                      <a16:creationId xmlns:a16="http://schemas.microsoft.com/office/drawing/2014/main" id="{AA96D1EE-836A-A947-8DA5-3B217F42EF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0" y="1684"/>
                  <a:ext cx="27" cy="25"/>
                </a:xfrm>
                <a:custGeom>
                  <a:avLst/>
                  <a:gdLst>
                    <a:gd name="T0" fmla="*/ 0 w 164"/>
                    <a:gd name="T1" fmla="*/ 0 h 151"/>
                    <a:gd name="T2" fmla="*/ 0 w 164"/>
                    <a:gd name="T3" fmla="*/ 0 h 151"/>
                    <a:gd name="T4" fmla="*/ 0 w 164"/>
                    <a:gd name="T5" fmla="*/ 0 h 151"/>
                    <a:gd name="T6" fmla="*/ 0 w 164"/>
                    <a:gd name="T7" fmla="*/ 0 h 151"/>
                    <a:gd name="T8" fmla="*/ 0 w 164"/>
                    <a:gd name="T9" fmla="*/ 0 h 151"/>
                    <a:gd name="T10" fmla="*/ 0 w 164"/>
                    <a:gd name="T11" fmla="*/ 0 h 151"/>
                    <a:gd name="T12" fmla="*/ 0 w 164"/>
                    <a:gd name="T13" fmla="*/ 0 h 15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51"/>
                    <a:gd name="T23" fmla="*/ 164 w 164"/>
                    <a:gd name="T24" fmla="*/ 151 h 15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51">
                      <a:moveTo>
                        <a:pt x="122" y="151"/>
                      </a:moveTo>
                      <a:lnTo>
                        <a:pt x="143" y="102"/>
                      </a:lnTo>
                      <a:lnTo>
                        <a:pt x="164" y="53"/>
                      </a:lnTo>
                      <a:lnTo>
                        <a:pt x="43" y="0"/>
                      </a:lnTo>
                      <a:lnTo>
                        <a:pt x="21" y="49"/>
                      </a:lnTo>
                      <a:lnTo>
                        <a:pt x="0" y="98"/>
                      </a:lnTo>
                      <a:lnTo>
                        <a:pt x="122" y="1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3" name="Freeform 182">
                  <a:extLst>
                    <a:ext uri="{FF2B5EF4-FFF2-40B4-BE49-F238E27FC236}">
                      <a16:creationId xmlns:a16="http://schemas.microsoft.com/office/drawing/2014/main" id="{2425DC2B-859D-3B06-EC52-2ADC7A7310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1683"/>
                  <a:ext cx="4" cy="9"/>
                </a:xfrm>
                <a:custGeom>
                  <a:avLst/>
                  <a:gdLst>
                    <a:gd name="T0" fmla="*/ 0 w 22"/>
                    <a:gd name="T1" fmla="*/ 0 h 51"/>
                    <a:gd name="T2" fmla="*/ 0 w 22"/>
                    <a:gd name="T3" fmla="*/ 0 h 51"/>
                    <a:gd name="T4" fmla="*/ 0 w 22"/>
                    <a:gd name="T5" fmla="*/ 0 h 51"/>
                    <a:gd name="T6" fmla="*/ 0 w 22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"/>
                    <a:gd name="T13" fmla="*/ 0 h 51"/>
                    <a:gd name="T14" fmla="*/ 22 w 22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" h="51">
                      <a:moveTo>
                        <a:pt x="0" y="51"/>
                      </a:moveTo>
                      <a:lnTo>
                        <a:pt x="22" y="2"/>
                      </a:lnTo>
                      <a:lnTo>
                        <a:pt x="17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4" name="Line 183">
                  <a:extLst>
                    <a:ext uri="{FF2B5EF4-FFF2-40B4-BE49-F238E27FC236}">
                      <a16:creationId xmlns:a16="http://schemas.microsoft.com/office/drawing/2014/main" id="{058114A6-8697-1570-9FBD-B682D3D44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36" y="16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5" name="Freeform 184">
                  <a:extLst>
                    <a:ext uri="{FF2B5EF4-FFF2-40B4-BE49-F238E27FC236}">
                      <a16:creationId xmlns:a16="http://schemas.microsoft.com/office/drawing/2014/main" id="{1DB36224-C219-C0C5-4802-0F2F9DB87E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9" y="1676"/>
                  <a:ext cx="27" cy="24"/>
                </a:xfrm>
                <a:custGeom>
                  <a:avLst/>
                  <a:gdLst>
                    <a:gd name="T0" fmla="*/ 0 w 160"/>
                    <a:gd name="T1" fmla="*/ 0 h 145"/>
                    <a:gd name="T2" fmla="*/ 0 w 160"/>
                    <a:gd name="T3" fmla="*/ 0 h 145"/>
                    <a:gd name="T4" fmla="*/ 0 w 160"/>
                    <a:gd name="T5" fmla="*/ 0 h 145"/>
                    <a:gd name="T6" fmla="*/ 0 w 160"/>
                    <a:gd name="T7" fmla="*/ 0 h 145"/>
                    <a:gd name="T8" fmla="*/ 0 w 160"/>
                    <a:gd name="T9" fmla="*/ 0 h 145"/>
                    <a:gd name="T10" fmla="*/ 0 w 160"/>
                    <a:gd name="T11" fmla="*/ 0 h 145"/>
                    <a:gd name="T12" fmla="*/ 0 w 160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0"/>
                    <a:gd name="T22" fmla="*/ 0 h 145"/>
                    <a:gd name="T23" fmla="*/ 160 w 160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0" h="145">
                      <a:moveTo>
                        <a:pt x="126" y="145"/>
                      </a:moveTo>
                      <a:lnTo>
                        <a:pt x="143" y="94"/>
                      </a:lnTo>
                      <a:lnTo>
                        <a:pt x="160" y="43"/>
                      </a:lnTo>
                      <a:lnTo>
                        <a:pt x="34" y="0"/>
                      </a:lnTo>
                      <a:lnTo>
                        <a:pt x="17" y="50"/>
                      </a:lnTo>
                      <a:lnTo>
                        <a:pt x="0" y="101"/>
                      </a:lnTo>
                      <a:lnTo>
                        <a:pt x="126" y="1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6" name="Freeform 185">
                  <a:extLst>
                    <a:ext uri="{FF2B5EF4-FFF2-40B4-BE49-F238E27FC236}">
                      <a16:creationId xmlns:a16="http://schemas.microsoft.com/office/drawing/2014/main" id="{E9F010A1-13EC-3006-472C-B9FCC11C0F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9" y="1676"/>
                  <a:ext cx="27" cy="24"/>
                </a:xfrm>
                <a:custGeom>
                  <a:avLst/>
                  <a:gdLst>
                    <a:gd name="T0" fmla="*/ 0 w 160"/>
                    <a:gd name="T1" fmla="*/ 0 h 145"/>
                    <a:gd name="T2" fmla="*/ 0 w 160"/>
                    <a:gd name="T3" fmla="*/ 0 h 145"/>
                    <a:gd name="T4" fmla="*/ 0 w 160"/>
                    <a:gd name="T5" fmla="*/ 0 h 145"/>
                    <a:gd name="T6" fmla="*/ 0 w 160"/>
                    <a:gd name="T7" fmla="*/ 0 h 145"/>
                    <a:gd name="T8" fmla="*/ 0 w 160"/>
                    <a:gd name="T9" fmla="*/ 0 h 145"/>
                    <a:gd name="T10" fmla="*/ 0 w 160"/>
                    <a:gd name="T11" fmla="*/ 0 h 145"/>
                    <a:gd name="T12" fmla="*/ 0 w 160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0"/>
                    <a:gd name="T22" fmla="*/ 0 h 145"/>
                    <a:gd name="T23" fmla="*/ 160 w 160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0" h="145">
                      <a:moveTo>
                        <a:pt x="126" y="145"/>
                      </a:moveTo>
                      <a:lnTo>
                        <a:pt x="143" y="94"/>
                      </a:lnTo>
                      <a:lnTo>
                        <a:pt x="160" y="43"/>
                      </a:lnTo>
                      <a:lnTo>
                        <a:pt x="34" y="0"/>
                      </a:lnTo>
                      <a:lnTo>
                        <a:pt x="17" y="50"/>
                      </a:lnTo>
                      <a:lnTo>
                        <a:pt x="0" y="101"/>
                      </a:lnTo>
                      <a:lnTo>
                        <a:pt x="126" y="14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7" name="Freeform 186">
                  <a:extLst>
                    <a:ext uri="{FF2B5EF4-FFF2-40B4-BE49-F238E27FC236}">
                      <a16:creationId xmlns:a16="http://schemas.microsoft.com/office/drawing/2014/main" id="{AEA38DC2-4109-B767-77CD-CFB762A63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2" y="1676"/>
                  <a:ext cx="3" cy="8"/>
                </a:xfrm>
                <a:custGeom>
                  <a:avLst/>
                  <a:gdLst>
                    <a:gd name="T0" fmla="*/ 0 w 17"/>
                    <a:gd name="T1" fmla="*/ 0 h 51"/>
                    <a:gd name="T2" fmla="*/ 0 w 17"/>
                    <a:gd name="T3" fmla="*/ 0 h 51"/>
                    <a:gd name="T4" fmla="*/ 0 w 17"/>
                    <a:gd name="T5" fmla="*/ 0 h 51"/>
                    <a:gd name="T6" fmla="*/ 0 w 17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51"/>
                    <a:gd name="T14" fmla="*/ 17 w 17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51">
                      <a:moveTo>
                        <a:pt x="0" y="51"/>
                      </a:moveTo>
                      <a:lnTo>
                        <a:pt x="17" y="1"/>
                      </a:lnTo>
                      <a:lnTo>
                        <a:pt x="13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8" name="Line 187">
                  <a:extLst>
                    <a:ext uri="{FF2B5EF4-FFF2-40B4-BE49-F238E27FC236}">
                      <a16:creationId xmlns:a16="http://schemas.microsoft.com/office/drawing/2014/main" id="{2ADC7F00-D4BE-E26C-9AB8-EF4B3529A4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14" y="16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9" name="Freeform 188">
                  <a:extLst>
                    <a:ext uri="{FF2B5EF4-FFF2-40B4-BE49-F238E27FC236}">
                      <a16:creationId xmlns:a16="http://schemas.microsoft.com/office/drawing/2014/main" id="{E0AE6AE1-0A79-E29A-7731-16C818299F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8" y="1670"/>
                  <a:ext cx="26" cy="23"/>
                </a:xfrm>
                <a:custGeom>
                  <a:avLst/>
                  <a:gdLst>
                    <a:gd name="T0" fmla="*/ 0 w 155"/>
                    <a:gd name="T1" fmla="*/ 0 h 135"/>
                    <a:gd name="T2" fmla="*/ 0 w 155"/>
                    <a:gd name="T3" fmla="*/ 0 h 135"/>
                    <a:gd name="T4" fmla="*/ 0 w 155"/>
                    <a:gd name="T5" fmla="*/ 0 h 135"/>
                    <a:gd name="T6" fmla="*/ 0 w 155"/>
                    <a:gd name="T7" fmla="*/ 0 h 135"/>
                    <a:gd name="T8" fmla="*/ 0 w 155"/>
                    <a:gd name="T9" fmla="*/ 0 h 135"/>
                    <a:gd name="T10" fmla="*/ 0 w 155"/>
                    <a:gd name="T11" fmla="*/ 0 h 135"/>
                    <a:gd name="T12" fmla="*/ 0 w 15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5"/>
                    <a:gd name="T23" fmla="*/ 155 w 15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5">
                      <a:moveTo>
                        <a:pt x="130" y="135"/>
                      </a:moveTo>
                      <a:lnTo>
                        <a:pt x="142" y="83"/>
                      </a:lnTo>
                      <a:lnTo>
                        <a:pt x="155" y="32"/>
                      </a:lnTo>
                      <a:lnTo>
                        <a:pt x="26" y="0"/>
                      </a:lnTo>
                      <a:lnTo>
                        <a:pt x="13" y="52"/>
                      </a:lnTo>
                      <a:lnTo>
                        <a:pt x="0" y="104"/>
                      </a:lnTo>
                      <a:lnTo>
                        <a:pt x="130" y="1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0" name="Freeform 189">
                  <a:extLst>
                    <a:ext uri="{FF2B5EF4-FFF2-40B4-BE49-F238E27FC236}">
                      <a16:creationId xmlns:a16="http://schemas.microsoft.com/office/drawing/2014/main" id="{AC0A216D-6EEA-9F95-5797-033604128B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8" y="1670"/>
                  <a:ext cx="26" cy="23"/>
                </a:xfrm>
                <a:custGeom>
                  <a:avLst/>
                  <a:gdLst>
                    <a:gd name="T0" fmla="*/ 0 w 155"/>
                    <a:gd name="T1" fmla="*/ 0 h 135"/>
                    <a:gd name="T2" fmla="*/ 0 w 155"/>
                    <a:gd name="T3" fmla="*/ 0 h 135"/>
                    <a:gd name="T4" fmla="*/ 0 w 155"/>
                    <a:gd name="T5" fmla="*/ 0 h 135"/>
                    <a:gd name="T6" fmla="*/ 0 w 155"/>
                    <a:gd name="T7" fmla="*/ 0 h 135"/>
                    <a:gd name="T8" fmla="*/ 0 w 155"/>
                    <a:gd name="T9" fmla="*/ 0 h 135"/>
                    <a:gd name="T10" fmla="*/ 0 w 155"/>
                    <a:gd name="T11" fmla="*/ 0 h 135"/>
                    <a:gd name="T12" fmla="*/ 0 w 15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5"/>
                    <a:gd name="T23" fmla="*/ 155 w 15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5">
                      <a:moveTo>
                        <a:pt x="130" y="135"/>
                      </a:moveTo>
                      <a:lnTo>
                        <a:pt x="142" y="83"/>
                      </a:lnTo>
                      <a:lnTo>
                        <a:pt x="155" y="32"/>
                      </a:lnTo>
                      <a:lnTo>
                        <a:pt x="26" y="0"/>
                      </a:lnTo>
                      <a:lnTo>
                        <a:pt x="13" y="52"/>
                      </a:lnTo>
                      <a:lnTo>
                        <a:pt x="0" y="104"/>
                      </a:lnTo>
                      <a:lnTo>
                        <a:pt x="130" y="13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1" name="Freeform 190">
                  <a:extLst>
                    <a:ext uri="{FF2B5EF4-FFF2-40B4-BE49-F238E27FC236}">
                      <a16:creationId xmlns:a16="http://schemas.microsoft.com/office/drawing/2014/main" id="{E76E326B-7097-C603-4836-FD08A4E78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1" y="1670"/>
                  <a:ext cx="2" cy="9"/>
                </a:xfrm>
                <a:custGeom>
                  <a:avLst/>
                  <a:gdLst>
                    <a:gd name="T0" fmla="*/ 0 w 13"/>
                    <a:gd name="T1" fmla="*/ 0 h 53"/>
                    <a:gd name="T2" fmla="*/ 0 w 13"/>
                    <a:gd name="T3" fmla="*/ 0 h 53"/>
                    <a:gd name="T4" fmla="*/ 0 w 13"/>
                    <a:gd name="T5" fmla="*/ 0 h 53"/>
                    <a:gd name="T6" fmla="*/ 0 w 13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"/>
                    <a:gd name="T13" fmla="*/ 0 h 53"/>
                    <a:gd name="T14" fmla="*/ 13 w 13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" h="53">
                      <a:moveTo>
                        <a:pt x="0" y="53"/>
                      </a:moveTo>
                      <a:lnTo>
                        <a:pt x="13" y="1"/>
                      </a:lnTo>
                      <a:lnTo>
                        <a:pt x="9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2" name="Line 191">
                  <a:extLst>
                    <a:ext uri="{FF2B5EF4-FFF2-40B4-BE49-F238E27FC236}">
                      <a16:creationId xmlns:a16="http://schemas.microsoft.com/office/drawing/2014/main" id="{66904467-29E3-6B8F-1315-6B2BF28453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892" y="167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3" name="Freeform 192">
                  <a:extLst>
                    <a:ext uri="{FF2B5EF4-FFF2-40B4-BE49-F238E27FC236}">
                      <a16:creationId xmlns:a16="http://schemas.microsoft.com/office/drawing/2014/main" id="{D7470484-59BA-449C-9138-E6976070DF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7" y="1667"/>
                  <a:ext cx="25" cy="21"/>
                </a:xfrm>
                <a:custGeom>
                  <a:avLst/>
                  <a:gdLst>
                    <a:gd name="T0" fmla="*/ 0 w 149"/>
                    <a:gd name="T1" fmla="*/ 0 h 127"/>
                    <a:gd name="T2" fmla="*/ 0 w 149"/>
                    <a:gd name="T3" fmla="*/ 0 h 127"/>
                    <a:gd name="T4" fmla="*/ 0 w 149"/>
                    <a:gd name="T5" fmla="*/ 0 h 127"/>
                    <a:gd name="T6" fmla="*/ 0 w 149"/>
                    <a:gd name="T7" fmla="*/ 0 h 127"/>
                    <a:gd name="T8" fmla="*/ 0 w 149"/>
                    <a:gd name="T9" fmla="*/ 0 h 127"/>
                    <a:gd name="T10" fmla="*/ 0 w 149"/>
                    <a:gd name="T11" fmla="*/ 0 h 127"/>
                    <a:gd name="T12" fmla="*/ 0 w 149"/>
                    <a:gd name="T13" fmla="*/ 0 h 12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27"/>
                    <a:gd name="T23" fmla="*/ 149 w 149"/>
                    <a:gd name="T24" fmla="*/ 127 h 12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27">
                      <a:moveTo>
                        <a:pt x="132" y="127"/>
                      </a:moveTo>
                      <a:lnTo>
                        <a:pt x="140" y="74"/>
                      </a:lnTo>
                      <a:lnTo>
                        <a:pt x="149" y="21"/>
                      </a:lnTo>
                      <a:lnTo>
                        <a:pt x="17" y="0"/>
                      </a:lnTo>
                      <a:lnTo>
                        <a:pt x="9" y="53"/>
                      </a:lnTo>
                      <a:lnTo>
                        <a:pt x="0" y="105"/>
                      </a:lnTo>
                      <a:lnTo>
                        <a:pt x="132" y="1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4" name="Freeform 193">
                  <a:extLst>
                    <a:ext uri="{FF2B5EF4-FFF2-40B4-BE49-F238E27FC236}">
                      <a16:creationId xmlns:a16="http://schemas.microsoft.com/office/drawing/2014/main" id="{92BBF1AB-6E50-152E-8E6A-3808F31C06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7" y="1667"/>
                  <a:ext cx="25" cy="21"/>
                </a:xfrm>
                <a:custGeom>
                  <a:avLst/>
                  <a:gdLst>
                    <a:gd name="T0" fmla="*/ 0 w 149"/>
                    <a:gd name="T1" fmla="*/ 0 h 127"/>
                    <a:gd name="T2" fmla="*/ 0 w 149"/>
                    <a:gd name="T3" fmla="*/ 0 h 127"/>
                    <a:gd name="T4" fmla="*/ 0 w 149"/>
                    <a:gd name="T5" fmla="*/ 0 h 127"/>
                    <a:gd name="T6" fmla="*/ 0 w 149"/>
                    <a:gd name="T7" fmla="*/ 0 h 127"/>
                    <a:gd name="T8" fmla="*/ 0 w 149"/>
                    <a:gd name="T9" fmla="*/ 0 h 127"/>
                    <a:gd name="T10" fmla="*/ 0 w 149"/>
                    <a:gd name="T11" fmla="*/ 0 h 127"/>
                    <a:gd name="T12" fmla="*/ 0 w 149"/>
                    <a:gd name="T13" fmla="*/ 0 h 12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27"/>
                    <a:gd name="T23" fmla="*/ 149 w 149"/>
                    <a:gd name="T24" fmla="*/ 127 h 12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27">
                      <a:moveTo>
                        <a:pt x="132" y="127"/>
                      </a:moveTo>
                      <a:lnTo>
                        <a:pt x="140" y="74"/>
                      </a:lnTo>
                      <a:lnTo>
                        <a:pt x="149" y="21"/>
                      </a:lnTo>
                      <a:lnTo>
                        <a:pt x="17" y="0"/>
                      </a:lnTo>
                      <a:lnTo>
                        <a:pt x="9" y="53"/>
                      </a:lnTo>
                      <a:lnTo>
                        <a:pt x="0" y="105"/>
                      </a:lnTo>
                      <a:lnTo>
                        <a:pt x="132" y="12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5" name="Freeform 194">
                  <a:extLst>
                    <a:ext uri="{FF2B5EF4-FFF2-40B4-BE49-F238E27FC236}">
                      <a16:creationId xmlns:a16="http://schemas.microsoft.com/office/drawing/2014/main" id="{5D8323E3-ABC0-E2F2-E849-67E9826F74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9" y="1667"/>
                  <a:ext cx="1" cy="9"/>
                </a:xfrm>
                <a:custGeom>
                  <a:avLst/>
                  <a:gdLst>
                    <a:gd name="T0" fmla="*/ 0 w 8"/>
                    <a:gd name="T1" fmla="*/ 0 h 53"/>
                    <a:gd name="T2" fmla="*/ 0 w 8"/>
                    <a:gd name="T3" fmla="*/ 0 h 53"/>
                    <a:gd name="T4" fmla="*/ 0 w 8"/>
                    <a:gd name="T5" fmla="*/ 0 h 53"/>
                    <a:gd name="T6" fmla="*/ 0 w 8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"/>
                    <a:gd name="T13" fmla="*/ 0 h 53"/>
                    <a:gd name="T14" fmla="*/ 8 w 8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" h="53">
                      <a:moveTo>
                        <a:pt x="0" y="53"/>
                      </a:move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6" name="Line 195">
                  <a:extLst>
                    <a:ext uri="{FF2B5EF4-FFF2-40B4-BE49-F238E27FC236}">
                      <a16:creationId xmlns:a16="http://schemas.microsoft.com/office/drawing/2014/main" id="{E205F88C-D5FC-90AE-6102-611D1EF5DD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69" y="16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7" name="Freeform 196">
                  <a:extLst>
                    <a:ext uri="{FF2B5EF4-FFF2-40B4-BE49-F238E27FC236}">
                      <a16:creationId xmlns:a16="http://schemas.microsoft.com/office/drawing/2014/main" id="{99B9B0A4-77E6-1FA0-8C36-CCCCF09FDA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6" y="1665"/>
                  <a:ext cx="23" cy="19"/>
                </a:xfrm>
                <a:custGeom>
                  <a:avLst/>
                  <a:gdLst>
                    <a:gd name="T0" fmla="*/ 0 w 141"/>
                    <a:gd name="T1" fmla="*/ 0 h 115"/>
                    <a:gd name="T2" fmla="*/ 0 w 141"/>
                    <a:gd name="T3" fmla="*/ 0 h 115"/>
                    <a:gd name="T4" fmla="*/ 0 w 141"/>
                    <a:gd name="T5" fmla="*/ 0 h 115"/>
                    <a:gd name="T6" fmla="*/ 0 w 141"/>
                    <a:gd name="T7" fmla="*/ 0 h 115"/>
                    <a:gd name="T8" fmla="*/ 0 w 141"/>
                    <a:gd name="T9" fmla="*/ 0 h 115"/>
                    <a:gd name="T10" fmla="*/ 0 w 141"/>
                    <a:gd name="T11" fmla="*/ 0 h 115"/>
                    <a:gd name="T12" fmla="*/ 0 w 141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15"/>
                    <a:gd name="T23" fmla="*/ 141 w 141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15">
                      <a:moveTo>
                        <a:pt x="133" y="115"/>
                      </a:moveTo>
                      <a:lnTo>
                        <a:pt x="137" y="63"/>
                      </a:lnTo>
                      <a:lnTo>
                        <a:pt x="141" y="10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133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8" name="Freeform 197">
                  <a:extLst>
                    <a:ext uri="{FF2B5EF4-FFF2-40B4-BE49-F238E27FC236}">
                      <a16:creationId xmlns:a16="http://schemas.microsoft.com/office/drawing/2014/main" id="{74DEAF1D-5409-78E9-6DAE-9D5A60EFF2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6" y="1665"/>
                  <a:ext cx="23" cy="19"/>
                </a:xfrm>
                <a:custGeom>
                  <a:avLst/>
                  <a:gdLst>
                    <a:gd name="T0" fmla="*/ 0 w 141"/>
                    <a:gd name="T1" fmla="*/ 0 h 115"/>
                    <a:gd name="T2" fmla="*/ 0 w 141"/>
                    <a:gd name="T3" fmla="*/ 0 h 115"/>
                    <a:gd name="T4" fmla="*/ 0 w 141"/>
                    <a:gd name="T5" fmla="*/ 0 h 115"/>
                    <a:gd name="T6" fmla="*/ 0 w 141"/>
                    <a:gd name="T7" fmla="*/ 0 h 115"/>
                    <a:gd name="T8" fmla="*/ 0 w 141"/>
                    <a:gd name="T9" fmla="*/ 0 h 115"/>
                    <a:gd name="T10" fmla="*/ 0 w 141"/>
                    <a:gd name="T11" fmla="*/ 0 h 115"/>
                    <a:gd name="T12" fmla="*/ 0 w 141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15"/>
                    <a:gd name="T23" fmla="*/ 141 w 141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15">
                      <a:moveTo>
                        <a:pt x="133" y="115"/>
                      </a:moveTo>
                      <a:lnTo>
                        <a:pt x="137" y="63"/>
                      </a:lnTo>
                      <a:lnTo>
                        <a:pt x="141" y="10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133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9" name="Freeform 198">
                  <a:extLst>
                    <a:ext uri="{FF2B5EF4-FFF2-40B4-BE49-F238E27FC236}">
                      <a16:creationId xmlns:a16="http://schemas.microsoft.com/office/drawing/2014/main" id="{0014C278-34DB-D36A-9FA0-01F0B08B4A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7" y="1665"/>
                  <a:ext cx="1" cy="9"/>
                </a:xfrm>
                <a:custGeom>
                  <a:avLst/>
                  <a:gdLst>
                    <a:gd name="T0" fmla="*/ 0 w 4"/>
                    <a:gd name="T1" fmla="*/ 0 h 53"/>
                    <a:gd name="T2" fmla="*/ 0 w 4"/>
                    <a:gd name="T3" fmla="*/ 0 h 53"/>
                    <a:gd name="T4" fmla="*/ 0 w 4"/>
                    <a:gd name="T5" fmla="*/ 0 h 53"/>
                    <a:gd name="T6" fmla="*/ 0 w 4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"/>
                    <a:gd name="T13" fmla="*/ 0 h 53"/>
                    <a:gd name="T14" fmla="*/ 4 w 4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" h="53">
                      <a:moveTo>
                        <a:pt x="0" y="53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0" name="Line 199">
                  <a:extLst>
                    <a:ext uri="{FF2B5EF4-FFF2-40B4-BE49-F238E27FC236}">
                      <a16:creationId xmlns:a16="http://schemas.microsoft.com/office/drawing/2014/main" id="{8E29CA87-05CF-9D9F-DD7D-E0FB7AABC8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7" y="166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1" name="Freeform 200">
                  <a:extLst>
                    <a:ext uri="{FF2B5EF4-FFF2-40B4-BE49-F238E27FC236}">
                      <a16:creationId xmlns:a16="http://schemas.microsoft.com/office/drawing/2014/main" id="{6AA6E695-986D-FB46-D337-96FB26D95E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5" y="1665"/>
                  <a:ext cx="22" cy="18"/>
                </a:xfrm>
                <a:custGeom>
                  <a:avLst/>
                  <a:gdLst>
                    <a:gd name="T0" fmla="*/ 0 w 133"/>
                    <a:gd name="T1" fmla="*/ 0 h 107"/>
                    <a:gd name="T2" fmla="*/ 0 w 133"/>
                    <a:gd name="T3" fmla="*/ 0 h 107"/>
                    <a:gd name="T4" fmla="*/ 0 w 133"/>
                    <a:gd name="T5" fmla="*/ 0 h 107"/>
                    <a:gd name="T6" fmla="*/ 0 w 133"/>
                    <a:gd name="T7" fmla="*/ 0 h 107"/>
                    <a:gd name="T8" fmla="*/ 0 w 133"/>
                    <a:gd name="T9" fmla="*/ 0 h 107"/>
                    <a:gd name="T10" fmla="*/ 0 w 133"/>
                    <a:gd name="T11" fmla="*/ 0 h 107"/>
                    <a:gd name="T12" fmla="*/ 0 w 133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07"/>
                    <a:gd name="T23" fmla="*/ 133 w 133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07">
                      <a:moveTo>
                        <a:pt x="133" y="106"/>
                      </a:moveTo>
                      <a:lnTo>
                        <a:pt x="133" y="53"/>
                      </a:lnTo>
                      <a:lnTo>
                        <a:pt x="133" y="0"/>
                      </a:lnTo>
                      <a:lnTo>
                        <a:pt x="0" y="1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33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2" name="Freeform 201">
                  <a:extLst>
                    <a:ext uri="{FF2B5EF4-FFF2-40B4-BE49-F238E27FC236}">
                      <a16:creationId xmlns:a16="http://schemas.microsoft.com/office/drawing/2014/main" id="{CE9E15F5-34F9-806F-7119-0AA5F9617E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5" y="1665"/>
                  <a:ext cx="22" cy="18"/>
                </a:xfrm>
                <a:custGeom>
                  <a:avLst/>
                  <a:gdLst>
                    <a:gd name="T0" fmla="*/ 0 w 133"/>
                    <a:gd name="T1" fmla="*/ 0 h 107"/>
                    <a:gd name="T2" fmla="*/ 0 w 133"/>
                    <a:gd name="T3" fmla="*/ 0 h 107"/>
                    <a:gd name="T4" fmla="*/ 0 w 133"/>
                    <a:gd name="T5" fmla="*/ 0 h 107"/>
                    <a:gd name="T6" fmla="*/ 0 w 133"/>
                    <a:gd name="T7" fmla="*/ 0 h 107"/>
                    <a:gd name="T8" fmla="*/ 0 w 133"/>
                    <a:gd name="T9" fmla="*/ 0 h 107"/>
                    <a:gd name="T10" fmla="*/ 0 w 133"/>
                    <a:gd name="T11" fmla="*/ 0 h 107"/>
                    <a:gd name="T12" fmla="*/ 0 w 133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07"/>
                    <a:gd name="T23" fmla="*/ 133 w 133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07">
                      <a:moveTo>
                        <a:pt x="133" y="106"/>
                      </a:moveTo>
                      <a:lnTo>
                        <a:pt x="133" y="53"/>
                      </a:lnTo>
                      <a:lnTo>
                        <a:pt x="133" y="0"/>
                      </a:lnTo>
                      <a:lnTo>
                        <a:pt x="0" y="1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33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3" name="Freeform 202">
                  <a:extLst>
                    <a:ext uri="{FF2B5EF4-FFF2-40B4-BE49-F238E27FC236}">
                      <a16:creationId xmlns:a16="http://schemas.microsoft.com/office/drawing/2014/main" id="{4B0EF646-CA2B-86A7-CA98-22688CDE02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4" y="1665"/>
                  <a:ext cx="1" cy="9"/>
                </a:xfrm>
                <a:custGeom>
                  <a:avLst/>
                  <a:gdLst>
                    <a:gd name="T0" fmla="*/ 0 w 5"/>
                    <a:gd name="T1" fmla="*/ 0 h 53"/>
                    <a:gd name="T2" fmla="*/ 0 w 5"/>
                    <a:gd name="T3" fmla="*/ 0 h 53"/>
                    <a:gd name="T4" fmla="*/ 0 w 5"/>
                    <a:gd name="T5" fmla="*/ 0 h 53"/>
                    <a:gd name="T6" fmla="*/ 0 w 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"/>
                    <a:gd name="T13" fmla="*/ 0 h 53"/>
                    <a:gd name="T14" fmla="*/ 5 w 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" h="53">
                      <a:moveTo>
                        <a:pt x="5" y="5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4" name="Line 203">
                  <a:extLst>
                    <a:ext uri="{FF2B5EF4-FFF2-40B4-BE49-F238E27FC236}">
                      <a16:creationId xmlns:a16="http://schemas.microsoft.com/office/drawing/2014/main" id="{517FF68D-4E95-6170-249D-178756A8F1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24" y="166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5" name="Freeform 204">
                  <a:extLst>
                    <a:ext uri="{FF2B5EF4-FFF2-40B4-BE49-F238E27FC236}">
                      <a16:creationId xmlns:a16="http://schemas.microsoft.com/office/drawing/2014/main" id="{EA597AEF-3079-DFE2-B787-E2D9D6B03E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2" y="1665"/>
                  <a:ext cx="23" cy="20"/>
                </a:xfrm>
                <a:custGeom>
                  <a:avLst/>
                  <a:gdLst>
                    <a:gd name="T0" fmla="*/ 0 w 142"/>
                    <a:gd name="T1" fmla="*/ 0 h 119"/>
                    <a:gd name="T2" fmla="*/ 0 w 142"/>
                    <a:gd name="T3" fmla="*/ 0 h 119"/>
                    <a:gd name="T4" fmla="*/ 0 w 142"/>
                    <a:gd name="T5" fmla="*/ 0 h 119"/>
                    <a:gd name="T6" fmla="*/ 0 w 142"/>
                    <a:gd name="T7" fmla="*/ 0 h 119"/>
                    <a:gd name="T8" fmla="*/ 0 w 142"/>
                    <a:gd name="T9" fmla="*/ 0 h 119"/>
                    <a:gd name="T10" fmla="*/ 0 w 142"/>
                    <a:gd name="T11" fmla="*/ 0 h 119"/>
                    <a:gd name="T12" fmla="*/ 0 w 142"/>
                    <a:gd name="T13" fmla="*/ 0 h 1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19"/>
                    <a:gd name="T23" fmla="*/ 142 w 142"/>
                    <a:gd name="T24" fmla="*/ 119 h 1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19">
                      <a:moveTo>
                        <a:pt x="142" y="106"/>
                      </a:moveTo>
                      <a:lnTo>
                        <a:pt x="137" y="53"/>
                      </a:lnTo>
                      <a:lnTo>
                        <a:pt x="132" y="0"/>
                      </a:lnTo>
                      <a:lnTo>
                        <a:pt x="0" y="13"/>
                      </a:lnTo>
                      <a:lnTo>
                        <a:pt x="5" y="66"/>
                      </a:lnTo>
                      <a:lnTo>
                        <a:pt x="10" y="119"/>
                      </a:lnTo>
                      <a:lnTo>
                        <a:pt x="142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6" name="Freeform 205">
                  <a:extLst>
                    <a:ext uri="{FF2B5EF4-FFF2-40B4-BE49-F238E27FC236}">
                      <a16:creationId xmlns:a16="http://schemas.microsoft.com/office/drawing/2014/main" id="{A9C044DB-2AC9-856B-6FBC-512EAE1F1D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2" y="1665"/>
                  <a:ext cx="23" cy="20"/>
                </a:xfrm>
                <a:custGeom>
                  <a:avLst/>
                  <a:gdLst>
                    <a:gd name="T0" fmla="*/ 0 w 142"/>
                    <a:gd name="T1" fmla="*/ 0 h 119"/>
                    <a:gd name="T2" fmla="*/ 0 w 142"/>
                    <a:gd name="T3" fmla="*/ 0 h 119"/>
                    <a:gd name="T4" fmla="*/ 0 w 142"/>
                    <a:gd name="T5" fmla="*/ 0 h 119"/>
                    <a:gd name="T6" fmla="*/ 0 w 142"/>
                    <a:gd name="T7" fmla="*/ 0 h 119"/>
                    <a:gd name="T8" fmla="*/ 0 w 142"/>
                    <a:gd name="T9" fmla="*/ 0 h 119"/>
                    <a:gd name="T10" fmla="*/ 0 w 142"/>
                    <a:gd name="T11" fmla="*/ 0 h 119"/>
                    <a:gd name="T12" fmla="*/ 0 w 142"/>
                    <a:gd name="T13" fmla="*/ 0 h 1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19"/>
                    <a:gd name="T23" fmla="*/ 142 w 142"/>
                    <a:gd name="T24" fmla="*/ 119 h 1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19">
                      <a:moveTo>
                        <a:pt x="142" y="106"/>
                      </a:moveTo>
                      <a:lnTo>
                        <a:pt x="137" y="53"/>
                      </a:lnTo>
                      <a:lnTo>
                        <a:pt x="132" y="0"/>
                      </a:lnTo>
                      <a:lnTo>
                        <a:pt x="0" y="13"/>
                      </a:lnTo>
                      <a:lnTo>
                        <a:pt x="5" y="66"/>
                      </a:lnTo>
                      <a:lnTo>
                        <a:pt x="10" y="119"/>
                      </a:lnTo>
                      <a:lnTo>
                        <a:pt x="142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7" name="Freeform 206">
                  <a:extLst>
                    <a:ext uri="{FF2B5EF4-FFF2-40B4-BE49-F238E27FC236}">
                      <a16:creationId xmlns:a16="http://schemas.microsoft.com/office/drawing/2014/main" id="{A7E633F3-221C-557D-B441-B76A4464E2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1" y="1667"/>
                  <a:ext cx="1" cy="9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10" y="5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1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8" name="Line 207">
                  <a:extLst>
                    <a:ext uri="{FF2B5EF4-FFF2-40B4-BE49-F238E27FC236}">
                      <a16:creationId xmlns:a16="http://schemas.microsoft.com/office/drawing/2014/main" id="{EA8DEE5F-D0AE-0A37-413D-872D14E840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01" y="16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9" name="Freeform 208">
                  <a:extLst>
                    <a:ext uri="{FF2B5EF4-FFF2-40B4-BE49-F238E27FC236}">
                      <a16:creationId xmlns:a16="http://schemas.microsoft.com/office/drawing/2014/main" id="{B8E6C9D6-E26C-400A-E8ED-D440FD7BB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9" y="1667"/>
                  <a:ext cx="25" cy="22"/>
                </a:xfrm>
                <a:custGeom>
                  <a:avLst/>
                  <a:gdLst>
                    <a:gd name="T0" fmla="*/ 0 w 150"/>
                    <a:gd name="T1" fmla="*/ 0 h 129"/>
                    <a:gd name="T2" fmla="*/ 0 w 150"/>
                    <a:gd name="T3" fmla="*/ 0 h 129"/>
                    <a:gd name="T4" fmla="*/ 0 w 150"/>
                    <a:gd name="T5" fmla="*/ 0 h 129"/>
                    <a:gd name="T6" fmla="*/ 0 w 150"/>
                    <a:gd name="T7" fmla="*/ 0 h 129"/>
                    <a:gd name="T8" fmla="*/ 0 w 150"/>
                    <a:gd name="T9" fmla="*/ 0 h 129"/>
                    <a:gd name="T10" fmla="*/ 0 w 150"/>
                    <a:gd name="T11" fmla="*/ 0 h 129"/>
                    <a:gd name="T12" fmla="*/ 0 w 150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0"/>
                    <a:gd name="T22" fmla="*/ 0 h 129"/>
                    <a:gd name="T23" fmla="*/ 150 w 150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0" h="129">
                      <a:moveTo>
                        <a:pt x="150" y="106"/>
                      </a:moveTo>
                      <a:lnTo>
                        <a:pt x="141" y="53"/>
                      </a:lnTo>
                      <a:lnTo>
                        <a:pt x="131" y="0"/>
                      </a:lnTo>
                      <a:lnTo>
                        <a:pt x="0" y="23"/>
                      </a:lnTo>
                      <a:lnTo>
                        <a:pt x="10" y="76"/>
                      </a:lnTo>
                      <a:lnTo>
                        <a:pt x="19" y="129"/>
                      </a:lnTo>
                      <a:lnTo>
                        <a:pt x="150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0" name="Freeform 209">
                  <a:extLst>
                    <a:ext uri="{FF2B5EF4-FFF2-40B4-BE49-F238E27FC236}">
                      <a16:creationId xmlns:a16="http://schemas.microsoft.com/office/drawing/2014/main" id="{824CE193-4FC4-6D4B-F960-89032968C2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9" y="1667"/>
                  <a:ext cx="25" cy="22"/>
                </a:xfrm>
                <a:custGeom>
                  <a:avLst/>
                  <a:gdLst>
                    <a:gd name="T0" fmla="*/ 0 w 150"/>
                    <a:gd name="T1" fmla="*/ 0 h 129"/>
                    <a:gd name="T2" fmla="*/ 0 w 150"/>
                    <a:gd name="T3" fmla="*/ 0 h 129"/>
                    <a:gd name="T4" fmla="*/ 0 w 150"/>
                    <a:gd name="T5" fmla="*/ 0 h 129"/>
                    <a:gd name="T6" fmla="*/ 0 w 150"/>
                    <a:gd name="T7" fmla="*/ 0 h 129"/>
                    <a:gd name="T8" fmla="*/ 0 w 150"/>
                    <a:gd name="T9" fmla="*/ 0 h 129"/>
                    <a:gd name="T10" fmla="*/ 0 w 150"/>
                    <a:gd name="T11" fmla="*/ 0 h 129"/>
                    <a:gd name="T12" fmla="*/ 0 w 150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0"/>
                    <a:gd name="T22" fmla="*/ 0 h 129"/>
                    <a:gd name="T23" fmla="*/ 150 w 150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0" h="129">
                      <a:moveTo>
                        <a:pt x="150" y="106"/>
                      </a:moveTo>
                      <a:lnTo>
                        <a:pt x="141" y="53"/>
                      </a:lnTo>
                      <a:lnTo>
                        <a:pt x="131" y="0"/>
                      </a:lnTo>
                      <a:lnTo>
                        <a:pt x="0" y="23"/>
                      </a:lnTo>
                      <a:lnTo>
                        <a:pt x="10" y="76"/>
                      </a:lnTo>
                      <a:lnTo>
                        <a:pt x="19" y="129"/>
                      </a:lnTo>
                      <a:lnTo>
                        <a:pt x="150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1" name="Freeform 210">
                  <a:extLst>
                    <a:ext uri="{FF2B5EF4-FFF2-40B4-BE49-F238E27FC236}">
                      <a16:creationId xmlns:a16="http://schemas.microsoft.com/office/drawing/2014/main" id="{0E1B2A05-8B19-8CD6-BDCD-EE8B7438C9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8" y="1671"/>
                  <a:ext cx="3" cy="9"/>
                </a:xfrm>
                <a:custGeom>
                  <a:avLst/>
                  <a:gdLst>
                    <a:gd name="T0" fmla="*/ 0 w 14"/>
                    <a:gd name="T1" fmla="*/ 0 h 53"/>
                    <a:gd name="T2" fmla="*/ 0 w 14"/>
                    <a:gd name="T3" fmla="*/ 0 h 53"/>
                    <a:gd name="T4" fmla="*/ 0 w 14"/>
                    <a:gd name="T5" fmla="*/ 0 h 53"/>
                    <a:gd name="T6" fmla="*/ 0 w 14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"/>
                    <a:gd name="T13" fmla="*/ 0 h 53"/>
                    <a:gd name="T14" fmla="*/ 14 w 14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" h="53">
                      <a:moveTo>
                        <a:pt x="14" y="53"/>
                      </a:moveTo>
                      <a:lnTo>
                        <a:pt x="4" y="0"/>
                      </a:lnTo>
                      <a:lnTo>
                        <a:pt x="0" y="1"/>
                      </a:lnTo>
                      <a:lnTo>
                        <a:pt x="1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" name="Line 211">
                  <a:extLst>
                    <a:ext uri="{FF2B5EF4-FFF2-40B4-BE49-F238E27FC236}">
                      <a16:creationId xmlns:a16="http://schemas.microsoft.com/office/drawing/2014/main" id="{F40B96FD-5BD0-D95D-6515-95D17FECA0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78" y="167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3" name="Freeform 212">
                  <a:extLst>
                    <a:ext uri="{FF2B5EF4-FFF2-40B4-BE49-F238E27FC236}">
                      <a16:creationId xmlns:a16="http://schemas.microsoft.com/office/drawing/2014/main" id="{6A76ADE1-9E8B-6962-0DC2-349A0D27B0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672"/>
                  <a:ext cx="26" cy="22"/>
                </a:xfrm>
                <a:custGeom>
                  <a:avLst/>
                  <a:gdLst>
                    <a:gd name="T0" fmla="*/ 0 w 155"/>
                    <a:gd name="T1" fmla="*/ 0 h 138"/>
                    <a:gd name="T2" fmla="*/ 0 w 155"/>
                    <a:gd name="T3" fmla="*/ 0 h 138"/>
                    <a:gd name="T4" fmla="*/ 0 w 155"/>
                    <a:gd name="T5" fmla="*/ 0 h 138"/>
                    <a:gd name="T6" fmla="*/ 0 w 155"/>
                    <a:gd name="T7" fmla="*/ 0 h 138"/>
                    <a:gd name="T8" fmla="*/ 0 w 155"/>
                    <a:gd name="T9" fmla="*/ 0 h 138"/>
                    <a:gd name="T10" fmla="*/ 0 w 155"/>
                    <a:gd name="T11" fmla="*/ 0 h 138"/>
                    <a:gd name="T12" fmla="*/ 0 w 155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8"/>
                    <a:gd name="T23" fmla="*/ 155 w 155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8">
                      <a:moveTo>
                        <a:pt x="155" y="104"/>
                      </a:moveTo>
                      <a:lnTo>
                        <a:pt x="142" y="52"/>
                      </a:lnTo>
                      <a:lnTo>
                        <a:pt x="128" y="0"/>
                      </a:lnTo>
                      <a:lnTo>
                        <a:pt x="0" y="34"/>
                      </a:lnTo>
                      <a:lnTo>
                        <a:pt x="13" y="86"/>
                      </a:lnTo>
                      <a:lnTo>
                        <a:pt x="27" y="138"/>
                      </a:lnTo>
                      <a:lnTo>
                        <a:pt x="155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4" name="Freeform 213">
                  <a:extLst>
                    <a:ext uri="{FF2B5EF4-FFF2-40B4-BE49-F238E27FC236}">
                      <a16:creationId xmlns:a16="http://schemas.microsoft.com/office/drawing/2014/main" id="{1E45A022-5FC4-274E-3559-C0E86384C9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672"/>
                  <a:ext cx="26" cy="22"/>
                </a:xfrm>
                <a:custGeom>
                  <a:avLst/>
                  <a:gdLst>
                    <a:gd name="T0" fmla="*/ 0 w 155"/>
                    <a:gd name="T1" fmla="*/ 0 h 138"/>
                    <a:gd name="T2" fmla="*/ 0 w 155"/>
                    <a:gd name="T3" fmla="*/ 0 h 138"/>
                    <a:gd name="T4" fmla="*/ 0 w 155"/>
                    <a:gd name="T5" fmla="*/ 0 h 138"/>
                    <a:gd name="T6" fmla="*/ 0 w 155"/>
                    <a:gd name="T7" fmla="*/ 0 h 138"/>
                    <a:gd name="T8" fmla="*/ 0 w 155"/>
                    <a:gd name="T9" fmla="*/ 0 h 138"/>
                    <a:gd name="T10" fmla="*/ 0 w 155"/>
                    <a:gd name="T11" fmla="*/ 0 h 138"/>
                    <a:gd name="T12" fmla="*/ 0 w 155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8"/>
                    <a:gd name="T23" fmla="*/ 155 w 155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8">
                      <a:moveTo>
                        <a:pt x="155" y="104"/>
                      </a:moveTo>
                      <a:lnTo>
                        <a:pt x="142" y="52"/>
                      </a:lnTo>
                      <a:lnTo>
                        <a:pt x="128" y="0"/>
                      </a:lnTo>
                      <a:lnTo>
                        <a:pt x="0" y="34"/>
                      </a:lnTo>
                      <a:lnTo>
                        <a:pt x="13" y="86"/>
                      </a:lnTo>
                      <a:lnTo>
                        <a:pt x="27" y="138"/>
                      </a:lnTo>
                      <a:lnTo>
                        <a:pt x="155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5" name="Freeform 214">
                  <a:extLst>
                    <a:ext uri="{FF2B5EF4-FFF2-40B4-BE49-F238E27FC236}">
                      <a16:creationId xmlns:a16="http://schemas.microsoft.com/office/drawing/2014/main" id="{BB12265B-293D-D32C-CBBD-074E1D76DF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6" y="1677"/>
                  <a:ext cx="3" cy="9"/>
                </a:xfrm>
                <a:custGeom>
                  <a:avLst/>
                  <a:gdLst>
                    <a:gd name="T0" fmla="*/ 0 w 18"/>
                    <a:gd name="T1" fmla="*/ 0 h 52"/>
                    <a:gd name="T2" fmla="*/ 0 w 18"/>
                    <a:gd name="T3" fmla="*/ 0 h 52"/>
                    <a:gd name="T4" fmla="*/ 0 w 18"/>
                    <a:gd name="T5" fmla="*/ 0 h 52"/>
                    <a:gd name="T6" fmla="*/ 0 w 18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52"/>
                    <a:gd name="T14" fmla="*/ 18 w 18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52">
                      <a:moveTo>
                        <a:pt x="18" y="52"/>
                      </a:moveTo>
                      <a:lnTo>
                        <a:pt x="5" y="0"/>
                      </a:lnTo>
                      <a:lnTo>
                        <a:pt x="0" y="1"/>
                      </a:lnTo>
                      <a:lnTo>
                        <a:pt x="18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6" name="Line 215">
                  <a:extLst>
                    <a:ext uri="{FF2B5EF4-FFF2-40B4-BE49-F238E27FC236}">
                      <a16:creationId xmlns:a16="http://schemas.microsoft.com/office/drawing/2014/main" id="{F3071C8C-6D7F-7AC8-F750-8CE0398CB4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56" y="16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7" name="Freeform 216">
                  <a:extLst>
                    <a:ext uri="{FF2B5EF4-FFF2-40B4-BE49-F238E27FC236}">
                      <a16:creationId xmlns:a16="http://schemas.microsoft.com/office/drawing/2014/main" id="{D33E20B5-D07E-E5E1-0196-C4F1CFA003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5" y="1677"/>
                  <a:ext cx="27" cy="25"/>
                </a:xfrm>
                <a:custGeom>
                  <a:avLst/>
                  <a:gdLst>
                    <a:gd name="T0" fmla="*/ 0 w 161"/>
                    <a:gd name="T1" fmla="*/ 0 h 146"/>
                    <a:gd name="T2" fmla="*/ 0 w 161"/>
                    <a:gd name="T3" fmla="*/ 0 h 146"/>
                    <a:gd name="T4" fmla="*/ 0 w 161"/>
                    <a:gd name="T5" fmla="*/ 0 h 146"/>
                    <a:gd name="T6" fmla="*/ 0 w 161"/>
                    <a:gd name="T7" fmla="*/ 0 h 146"/>
                    <a:gd name="T8" fmla="*/ 0 w 161"/>
                    <a:gd name="T9" fmla="*/ 0 h 146"/>
                    <a:gd name="T10" fmla="*/ 0 w 161"/>
                    <a:gd name="T11" fmla="*/ 0 h 146"/>
                    <a:gd name="T12" fmla="*/ 0 w 161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1"/>
                    <a:gd name="T22" fmla="*/ 0 h 146"/>
                    <a:gd name="T23" fmla="*/ 161 w 161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1" h="146">
                      <a:moveTo>
                        <a:pt x="161" y="102"/>
                      </a:moveTo>
                      <a:lnTo>
                        <a:pt x="143" y="51"/>
                      </a:lnTo>
                      <a:lnTo>
                        <a:pt x="125" y="0"/>
                      </a:lnTo>
                      <a:lnTo>
                        <a:pt x="0" y="45"/>
                      </a:lnTo>
                      <a:lnTo>
                        <a:pt x="18" y="95"/>
                      </a:lnTo>
                      <a:lnTo>
                        <a:pt x="36" y="146"/>
                      </a:lnTo>
                      <a:lnTo>
                        <a:pt x="161" y="1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8" name="Freeform 217">
                  <a:extLst>
                    <a:ext uri="{FF2B5EF4-FFF2-40B4-BE49-F238E27FC236}">
                      <a16:creationId xmlns:a16="http://schemas.microsoft.com/office/drawing/2014/main" id="{15083166-FBDF-C0C9-A12A-85E34AEF03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5" y="1677"/>
                  <a:ext cx="27" cy="25"/>
                </a:xfrm>
                <a:custGeom>
                  <a:avLst/>
                  <a:gdLst>
                    <a:gd name="T0" fmla="*/ 0 w 161"/>
                    <a:gd name="T1" fmla="*/ 0 h 146"/>
                    <a:gd name="T2" fmla="*/ 0 w 161"/>
                    <a:gd name="T3" fmla="*/ 0 h 146"/>
                    <a:gd name="T4" fmla="*/ 0 w 161"/>
                    <a:gd name="T5" fmla="*/ 0 h 146"/>
                    <a:gd name="T6" fmla="*/ 0 w 161"/>
                    <a:gd name="T7" fmla="*/ 0 h 146"/>
                    <a:gd name="T8" fmla="*/ 0 w 161"/>
                    <a:gd name="T9" fmla="*/ 0 h 146"/>
                    <a:gd name="T10" fmla="*/ 0 w 161"/>
                    <a:gd name="T11" fmla="*/ 0 h 146"/>
                    <a:gd name="T12" fmla="*/ 0 w 161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1"/>
                    <a:gd name="T22" fmla="*/ 0 h 146"/>
                    <a:gd name="T23" fmla="*/ 161 w 161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1" h="146">
                      <a:moveTo>
                        <a:pt x="161" y="102"/>
                      </a:moveTo>
                      <a:lnTo>
                        <a:pt x="143" y="51"/>
                      </a:lnTo>
                      <a:lnTo>
                        <a:pt x="125" y="0"/>
                      </a:lnTo>
                      <a:lnTo>
                        <a:pt x="0" y="45"/>
                      </a:lnTo>
                      <a:lnTo>
                        <a:pt x="18" y="95"/>
                      </a:lnTo>
                      <a:lnTo>
                        <a:pt x="36" y="146"/>
                      </a:lnTo>
                      <a:lnTo>
                        <a:pt x="161" y="10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9" name="Freeform 218">
                  <a:extLst>
                    <a:ext uri="{FF2B5EF4-FFF2-40B4-BE49-F238E27FC236}">
                      <a16:creationId xmlns:a16="http://schemas.microsoft.com/office/drawing/2014/main" id="{29E437E9-82FB-C17F-CA91-2201B38F76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5" y="1685"/>
                  <a:ext cx="3" cy="8"/>
                </a:xfrm>
                <a:custGeom>
                  <a:avLst/>
                  <a:gdLst>
                    <a:gd name="T0" fmla="*/ 0 w 22"/>
                    <a:gd name="T1" fmla="*/ 0 h 50"/>
                    <a:gd name="T2" fmla="*/ 0 w 22"/>
                    <a:gd name="T3" fmla="*/ 0 h 50"/>
                    <a:gd name="T4" fmla="*/ 0 w 22"/>
                    <a:gd name="T5" fmla="*/ 0 h 50"/>
                    <a:gd name="T6" fmla="*/ 0 w 22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"/>
                    <a:gd name="T13" fmla="*/ 0 h 50"/>
                    <a:gd name="T14" fmla="*/ 22 w 22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" h="50">
                      <a:moveTo>
                        <a:pt x="22" y="50"/>
                      </a:moveTo>
                      <a:lnTo>
                        <a:pt x="4" y="0"/>
                      </a:lnTo>
                      <a:lnTo>
                        <a:pt x="0" y="2"/>
                      </a:lnTo>
                      <a:lnTo>
                        <a:pt x="22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0" name="Line 219">
                  <a:extLst>
                    <a:ext uri="{FF2B5EF4-FFF2-40B4-BE49-F238E27FC236}">
                      <a16:creationId xmlns:a16="http://schemas.microsoft.com/office/drawing/2014/main" id="{A3B4D79F-D6C1-78B1-8BB6-19FA91C7C8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35" y="168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1" name="Freeform 220">
                  <a:extLst>
                    <a:ext uri="{FF2B5EF4-FFF2-40B4-BE49-F238E27FC236}">
                      <a16:creationId xmlns:a16="http://schemas.microsoft.com/office/drawing/2014/main" id="{685122E2-8F74-3EF2-59B5-A7D0891D98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4" y="1685"/>
                  <a:ext cx="28" cy="26"/>
                </a:xfrm>
                <a:custGeom>
                  <a:avLst/>
                  <a:gdLst>
                    <a:gd name="T0" fmla="*/ 0 w 167"/>
                    <a:gd name="T1" fmla="*/ 0 h 153"/>
                    <a:gd name="T2" fmla="*/ 0 w 167"/>
                    <a:gd name="T3" fmla="*/ 0 h 153"/>
                    <a:gd name="T4" fmla="*/ 0 w 167"/>
                    <a:gd name="T5" fmla="*/ 0 h 153"/>
                    <a:gd name="T6" fmla="*/ 0 w 167"/>
                    <a:gd name="T7" fmla="*/ 0 h 153"/>
                    <a:gd name="T8" fmla="*/ 0 w 167"/>
                    <a:gd name="T9" fmla="*/ 0 h 153"/>
                    <a:gd name="T10" fmla="*/ 0 w 167"/>
                    <a:gd name="T11" fmla="*/ 0 h 153"/>
                    <a:gd name="T12" fmla="*/ 0 w 167"/>
                    <a:gd name="T13" fmla="*/ 0 h 15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3"/>
                    <a:gd name="T23" fmla="*/ 167 w 167"/>
                    <a:gd name="T24" fmla="*/ 153 h 15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3">
                      <a:moveTo>
                        <a:pt x="167" y="97"/>
                      </a:moveTo>
                      <a:lnTo>
                        <a:pt x="144" y="48"/>
                      </a:lnTo>
                      <a:lnTo>
                        <a:pt x="122" y="0"/>
                      </a:lnTo>
                      <a:lnTo>
                        <a:pt x="0" y="56"/>
                      </a:lnTo>
                      <a:lnTo>
                        <a:pt x="23" y="105"/>
                      </a:lnTo>
                      <a:lnTo>
                        <a:pt x="45" y="153"/>
                      </a:lnTo>
                      <a:lnTo>
                        <a:pt x="167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2" name="Freeform 221">
                  <a:extLst>
                    <a:ext uri="{FF2B5EF4-FFF2-40B4-BE49-F238E27FC236}">
                      <a16:creationId xmlns:a16="http://schemas.microsoft.com/office/drawing/2014/main" id="{0467105E-B2CA-92F6-AD16-C4841269A4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4" y="1685"/>
                  <a:ext cx="28" cy="26"/>
                </a:xfrm>
                <a:custGeom>
                  <a:avLst/>
                  <a:gdLst>
                    <a:gd name="T0" fmla="*/ 0 w 167"/>
                    <a:gd name="T1" fmla="*/ 0 h 153"/>
                    <a:gd name="T2" fmla="*/ 0 w 167"/>
                    <a:gd name="T3" fmla="*/ 0 h 153"/>
                    <a:gd name="T4" fmla="*/ 0 w 167"/>
                    <a:gd name="T5" fmla="*/ 0 h 153"/>
                    <a:gd name="T6" fmla="*/ 0 w 167"/>
                    <a:gd name="T7" fmla="*/ 0 h 153"/>
                    <a:gd name="T8" fmla="*/ 0 w 167"/>
                    <a:gd name="T9" fmla="*/ 0 h 153"/>
                    <a:gd name="T10" fmla="*/ 0 w 167"/>
                    <a:gd name="T11" fmla="*/ 0 h 153"/>
                    <a:gd name="T12" fmla="*/ 0 w 167"/>
                    <a:gd name="T13" fmla="*/ 0 h 15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3"/>
                    <a:gd name="T23" fmla="*/ 167 w 167"/>
                    <a:gd name="T24" fmla="*/ 153 h 15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3">
                      <a:moveTo>
                        <a:pt x="167" y="97"/>
                      </a:moveTo>
                      <a:lnTo>
                        <a:pt x="144" y="48"/>
                      </a:lnTo>
                      <a:lnTo>
                        <a:pt x="122" y="0"/>
                      </a:lnTo>
                      <a:lnTo>
                        <a:pt x="0" y="56"/>
                      </a:lnTo>
                      <a:lnTo>
                        <a:pt x="23" y="105"/>
                      </a:lnTo>
                      <a:lnTo>
                        <a:pt x="45" y="153"/>
                      </a:lnTo>
                      <a:lnTo>
                        <a:pt x="167" y="9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" name="Freeform 222">
                  <a:extLst>
                    <a:ext uri="{FF2B5EF4-FFF2-40B4-BE49-F238E27FC236}">
                      <a16:creationId xmlns:a16="http://schemas.microsoft.com/office/drawing/2014/main" id="{D67339B4-67B8-20B0-F775-1E6D698BFC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4" y="1694"/>
                  <a:ext cx="4" cy="9"/>
                </a:xfrm>
                <a:custGeom>
                  <a:avLst/>
                  <a:gdLst>
                    <a:gd name="T0" fmla="*/ 0 w 27"/>
                    <a:gd name="T1" fmla="*/ 0 h 49"/>
                    <a:gd name="T2" fmla="*/ 0 w 27"/>
                    <a:gd name="T3" fmla="*/ 0 h 49"/>
                    <a:gd name="T4" fmla="*/ 0 w 27"/>
                    <a:gd name="T5" fmla="*/ 0 h 49"/>
                    <a:gd name="T6" fmla="*/ 0 w 27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9"/>
                    <a:gd name="T14" fmla="*/ 27 w 27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9">
                      <a:moveTo>
                        <a:pt x="27" y="49"/>
                      </a:moveTo>
                      <a:lnTo>
                        <a:pt x="4" y="0"/>
                      </a:lnTo>
                      <a:lnTo>
                        <a:pt x="0" y="2"/>
                      </a:lnTo>
                      <a:lnTo>
                        <a:pt x="27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" name="Line 223">
                  <a:extLst>
                    <a:ext uri="{FF2B5EF4-FFF2-40B4-BE49-F238E27FC236}">
                      <a16:creationId xmlns:a16="http://schemas.microsoft.com/office/drawing/2014/main" id="{4BD15586-5E05-4E22-F65D-F3DFADB37B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14" y="16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" name="Freeform 224">
                  <a:extLst>
                    <a:ext uri="{FF2B5EF4-FFF2-40B4-BE49-F238E27FC236}">
                      <a16:creationId xmlns:a16="http://schemas.microsoft.com/office/drawing/2014/main" id="{3FB88559-1CEF-657B-0861-2B467F7F7B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4" y="1695"/>
                  <a:ext cx="29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68" y="93"/>
                      </a:moveTo>
                      <a:lnTo>
                        <a:pt x="142" y="47"/>
                      </a:lnTo>
                      <a:lnTo>
                        <a:pt x="115" y="0"/>
                      </a:lnTo>
                      <a:lnTo>
                        <a:pt x="0" y="65"/>
                      </a:lnTo>
                      <a:lnTo>
                        <a:pt x="26" y="111"/>
                      </a:lnTo>
                      <a:lnTo>
                        <a:pt x="53" y="158"/>
                      </a:lnTo>
                      <a:lnTo>
                        <a:pt x="168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" name="Freeform 225">
                  <a:extLst>
                    <a:ext uri="{FF2B5EF4-FFF2-40B4-BE49-F238E27FC236}">
                      <a16:creationId xmlns:a16="http://schemas.microsoft.com/office/drawing/2014/main" id="{2C664EF0-FD2B-7684-F88A-88C460C232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4" y="1695"/>
                  <a:ext cx="29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68" y="93"/>
                      </a:moveTo>
                      <a:lnTo>
                        <a:pt x="142" y="47"/>
                      </a:lnTo>
                      <a:lnTo>
                        <a:pt x="115" y="0"/>
                      </a:lnTo>
                      <a:lnTo>
                        <a:pt x="0" y="65"/>
                      </a:lnTo>
                      <a:lnTo>
                        <a:pt x="26" y="111"/>
                      </a:lnTo>
                      <a:lnTo>
                        <a:pt x="53" y="158"/>
                      </a:lnTo>
                      <a:lnTo>
                        <a:pt x="168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" name="Freeform 226">
                  <a:extLst>
                    <a:ext uri="{FF2B5EF4-FFF2-40B4-BE49-F238E27FC236}">
                      <a16:creationId xmlns:a16="http://schemas.microsoft.com/office/drawing/2014/main" id="{B426FDA0-68A3-5F8E-B249-F0ED475EA1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4" y="1706"/>
                  <a:ext cx="5" cy="7"/>
                </a:xfrm>
                <a:custGeom>
                  <a:avLst/>
                  <a:gdLst>
                    <a:gd name="T0" fmla="*/ 0 w 29"/>
                    <a:gd name="T1" fmla="*/ 0 h 46"/>
                    <a:gd name="T2" fmla="*/ 0 w 29"/>
                    <a:gd name="T3" fmla="*/ 0 h 46"/>
                    <a:gd name="T4" fmla="*/ 0 w 29"/>
                    <a:gd name="T5" fmla="*/ 0 h 46"/>
                    <a:gd name="T6" fmla="*/ 0 w 29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"/>
                    <a:gd name="T13" fmla="*/ 0 h 46"/>
                    <a:gd name="T14" fmla="*/ 29 w 29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" h="46">
                      <a:moveTo>
                        <a:pt x="29" y="46"/>
                      </a:move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" name="Line 227">
                  <a:extLst>
                    <a:ext uri="{FF2B5EF4-FFF2-40B4-BE49-F238E27FC236}">
                      <a16:creationId xmlns:a16="http://schemas.microsoft.com/office/drawing/2014/main" id="{CF763758-FC05-621F-52FC-0036686F99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94" y="170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" name="Freeform 228">
                  <a:extLst>
                    <a:ext uri="{FF2B5EF4-FFF2-40B4-BE49-F238E27FC236}">
                      <a16:creationId xmlns:a16="http://schemas.microsoft.com/office/drawing/2014/main" id="{7B1944C2-5554-BB93-A9C4-438EF3DEEA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76" y="1706"/>
                  <a:ext cx="28" cy="27"/>
                </a:xfrm>
                <a:custGeom>
                  <a:avLst/>
                  <a:gdLst>
                    <a:gd name="T0" fmla="*/ 0 w 169"/>
                    <a:gd name="T1" fmla="*/ 0 h 164"/>
                    <a:gd name="T2" fmla="*/ 0 w 169"/>
                    <a:gd name="T3" fmla="*/ 0 h 164"/>
                    <a:gd name="T4" fmla="*/ 0 w 169"/>
                    <a:gd name="T5" fmla="*/ 0 h 164"/>
                    <a:gd name="T6" fmla="*/ 0 w 169"/>
                    <a:gd name="T7" fmla="*/ 0 h 164"/>
                    <a:gd name="T8" fmla="*/ 0 w 169"/>
                    <a:gd name="T9" fmla="*/ 0 h 164"/>
                    <a:gd name="T10" fmla="*/ 0 w 169"/>
                    <a:gd name="T11" fmla="*/ 0 h 164"/>
                    <a:gd name="T12" fmla="*/ 0 w 169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4"/>
                    <a:gd name="T23" fmla="*/ 169 w 169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4">
                      <a:moveTo>
                        <a:pt x="169" y="89"/>
                      </a:moveTo>
                      <a:lnTo>
                        <a:pt x="139" y="44"/>
                      </a:lnTo>
                      <a:lnTo>
                        <a:pt x="110" y="0"/>
                      </a:lnTo>
                      <a:lnTo>
                        <a:pt x="0" y="75"/>
                      </a:lnTo>
                      <a:lnTo>
                        <a:pt x="29" y="119"/>
                      </a:lnTo>
                      <a:lnTo>
                        <a:pt x="59" y="164"/>
                      </a:lnTo>
                      <a:lnTo>
                        <a:pt x="169" y="8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" name="Freeform 229">
                  <a:extLst>
                    <a:ext uri="{FF2B5EF4-FFF2-40B4-BE49-F238E27FC236}">
                      <a16:creationId xmlns:a16="http://schemas.microsoft.com/office/drawing/2014/main" id="{01ED4267-35A1-DDC5-6211-5557E16684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76" y="1706"/>
                  <a:ext cx="28" cy="27"/>
                </a:xfrm>
                <a:custGeom>
                  <a:avLst/>
                  <a:gdLst>
                    <a:gd name="T0" fmla="*/ 0 w 169"/>
                    <a:gd name="T1" fmla="*/ 0 h 164"/>
                    <a:gd name="T2" fmla="*/ 0 w 169"/>
                    <a:gd name="T3" fmla="*/ 0 h 164"/>
                    <a:gd name="T4" fmla="*/ 0 w 169"/>
                    <a:gd name="T5" fmla="*/ 0 h 164"/>
                    <a:gd name="T6" fmla="*/ 0 w 169"/>
                    <a:gd name="T7" fmla="*/ 0 h 164"/>
                    <a:gd name="T8" fmla="*/ 0 w 169"/>
                    <a:gd name="T9" fmla="*/ 0 h 164"/>
                    <a:gd name="T10" fmla="*/ 0 w 169"/>
                    <a:gd name="T11" fmla="*/ 0 h 164"/>
                    <a:gd name="T12" fmla="*/ 0 w 169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4"/>
                    <a:gd name="T23" fmla="*/ 169 w 169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4">
                      <a:moveTo>
                        <a:pt x="169" y="89"/>
                      </a:moveTo>
                      <a:lnTo>
                        <a:pt x="139" y="44"/>
                      </a:lnTo>
                      <a:lnTo>
                        <a:pt x="110" y="0"/>
                      </a:lnTo>
                      <a:lnTo>
                        <a:pt x="0" y="75"/>
                      </a:lnTo>
                      <a:lnTo>
                        <a:pt x="29" y="119"/>
                      </a:lnTo>
                      <a:lnTo>
                        <a:pt x="59" y="164"/>
                      </a:lnTo>
                      <a:lnTo>
                        <a:pt x="169" y="8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" name="Freeform 230">
                  <a:extLst>
                    <a:ext uri="{FF2B5EF4-FFF2-40B4-BE49-F238E27FC236}">
                      <a16:creationId xmlns:a16="http://schemas.microsoft.com/office/drawing/2014/main" id="{66CEE549-0B28-8454-73D4-98A32BB05C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75" y="1718"/>
                  <a:ext cx="6" cy="8"/>
                </a:xfrm>
                <a:custGeom>
                  <a:avLst/>
                  <a:gdLst>
                    <a:gd name="T0" fmla="*/ 0 w 33"/>
                    <a:gd name="T1" fmla="*/ 0 h 44"/>
                    <a:gd name="T2" fmla="*/ 0 w 33"/>
                    <a:gd name="T3" fmla="*/ 0 h 44"/>
                    <a:gd name="T4" fmla="*/ 0 w 33"/>
                    <a:gd name="T5" fmla="*/ 0 h 44"/>
                    <a:gd name="T6" fmla="*/ 0 w 33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4"/>
                    <a:gd name="T14" fmla="*/ 33 w 33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4">
                      <a:moveTo>
                        <a:pt x="33" y="44"/>
                      </a:moveTo>
                      <a:lnTo>
                        <a:pt x="4" y="0"/>
                      </a:lnTo>
                      <a:lnTo>
                        <a:pt x="0" y="2"/>
                      </a:lnTo>
                      <a:lnTo>
                        <a:pt x="33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" name="Line 231">
                  <a:extLst>
                    <a:ext uri="{FF2B5EF4-FFF2-40B4-BE49-F238E27FC236}">
                      <a16:creationId xmlns:a16="http://schemas.microsoft.com/office/drawing/2014/main" id="{CE2E5CC2-9B67-3633-9440-4E11485405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75" y="171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" name="Freeform 232">
                  <a:extLst>
                    <a:ext uri="{FF2B5EF4-FFF2-40B4-BE49-F238E27FC236}">
                      <a16:creationId xmlns:a16="http://schemas.microsoft.com/office/drawing/2014/main" id="{76276253-7443-B445-2EF1-979FD4B56A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8" y="1719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169" y="85"/>
                      </a:moveTo>
                      <a:lnTo>
                        <a:pt x="136" y="42"/>
                      </a:lnTo>
                      <a:lnTo>
                        <a:pt x="103" y="0"/>
                      </a:lnTo>
                      <a:lnTo>
                        <a:pt x="0" y="83"/>
                      </a:lnTo>
                      <a:lnTo>
                        <a:pt x="32" y="125"/>
                      </a:lnTo>
                      <a:lnTo>
                        <a:pt x="65" y="167"/>
                      </a:lnTo>
                      <a:lnTo>
                        <a:pt x="169" y="8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" name="Freeform 233">
                  <a:extLst>
                    <a:ext uri="{FF2B5EF4-FFF2-40B4-BE49-F238E27FC236}">
                      <a16:creationId xmlns:a16="http://schemas.microsoft.com/office/drawing/2014/main" id="{1412EAE1-6FD0-4213-8F8C-844F0BC4FC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8" y="1719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169" y="85"/>
                      </a:moveTo>
                      <a:lnTo>
                        <a:pt x="136" y="42"/>
                      </a:lnTo>
                      <a:lnTo>
                        <a:pt x="103" y="0"/>
                      </a:lnTo>
                      <a:lnTo>
                        <a:pt x="0" y="83"/>
                      </a:lnTo>
                      <a:lnTo>
                        <a:pt x="32" y="125"/>
                      </a:lnTo>
                      <a:lnTo>
                        <a:pt x="65" y="167"/>
                      </a:lnTo>
                      <a:lnTo>
                        <a:pt x="169" y="8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" name="Freeform 234">
                  <a:extLst>
                    <a:ext uri="{FF2B5EF4-FFF2-40B4-BE49-F238E27FC236}">
                      <a16:creationId xmlns:a16="http://schemas.microsoft.com/office/drawing/2014/main" id="{9136B47F-5486-A413-5E56-293E2B90AE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7" y="1733"/>
                  <a:ext cx="6" cy="7"/>
                </a:xfrm>
                <a:custGeom>
                  <a:avLst/>
                  <a:gdLst>
                    <a:gd name="T0" fmla="*/ 0 w 37"/>
                    <a:gd name="T1" fmla="*/ 0 h 42"/>
                    <a:gd name="T2" fmla="*/ 0 w 37"/>
                    <a:gd name="T3" fmla="*/ 0 h 42"/>
                    <a:gd name="T4" fmla="*/ 0 w 37"/>
                    <a:gd name="T5" fmla="*/ 0 h 42"/>
                    <a:gd name="T6" fmla="*/ 0 w 37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42"/>
                    <a:gd name="T14" fmla="*/ 37 w 37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42">
                      <a:moveTo>
                        <a:pt x="37" y="42"/>
                      </a:moveTo>
                      <a:lnTo>
                        <a:pt x="5" y="0"/>
                      </a:lnTo>
                      <a:lnTo>
                        <a:pt x="0" y="4"/>
                      </a:lnTo>
                      <a:lnTo>
                        <a:pt x="37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" name="Line 235">
                  <a:extLst>
                    <a:ext uri="{FF2B5EF4-FFF2-40B4-BE49-F238E27FC236}">
                      <a16:creationId xmlns:a16="http://schemas.microsoft.com/office/drawing/2014/main" id="{BB7D4384-BE85-C5DF-1BA2-A35BF71714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57" y="17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" name="Freeform 236">
                  <a:extLst>
                    <a:ext uri="{FF2B5EF4-FFF2-40B4-BE49-F238E27FC236}">
                      <a16:creationId xmlns:a16="http://schemas.microsoft.com/office/drawing/2014/main" id="{A32E5A80-EEA2-D337-B4E4-7DA48AB8E6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1" y="1733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169" y="76"/>
                      </a:moveTo>
                      <a:lnTo>
                        <a:pt x="132" y="38"/>
                      </a:lnTo>
                      <a:lnTo>
                        <a:pt x="95" y="0"/>
                      </a:lnTo>
                      <a:lnTo>
                        <a:pt x="0" y="92"/>
                      </a:lnTo>
                      <a:lnTo>
                        <a:pt x="37" y="130"/>
                      </a:lnTo>
                      <a:lnTo>
                        <a:pt x="74" y="168"/>
                      </a:lnTo>
                      <a:lnTo>
                        <a:pt x="169" y="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" name="Freeform 237">
                  <a:extLst>
                    <a:ext uri="{FF2B5EF4-FFF2-40B4-BE49-F238E27FC236}">
                      <a16:creationId xmlns:a16="http://schemas.microsoft.com/office/drawing/2014/main" id="{36C6AE5D-D892-918B-1C62-3662308609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1" y="1733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169" y="76"/>
                      </a:moveTo>
                      <a:lnTo>
                        <a:pt x="132" y="38"/>
                      </a:lnTo>
                      <a:lnTo>
                        <a:pt x="95" y="0"/>
                      </a:lnTo>
                      <a:lnTo>
                        <a:pt x="0" y="92"/>
                      </a:lnTo>
                      <a:lnTo>
                        <a:pt x="37" y="130"/>
                      </a:lnTo>
                      <a:lnTo>
                        <a:pt x="74" y="168"/>
                      </a:lnTo>
                      <a:lnTo>
                        <a:pt x="169" y="7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" name="Freeform 238">
                  <a:extLst>
                    <a:ext uri="{FF2B5EF4-FFF2-40B4-BE49-F238E27FC236}">
                      <a16:creationId xmlns:a16="http://schemas.microsoft.com/office/drawing/2014/main" id="{5EE3C638-1DDC-5674-A6BC-96D5B538B9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1" y="1749"/>
                  <a:ext cx="6" cy="6"/>
                </a:xfrm>
                <a:custGeom>
                  <a:avLst/>
                  <a:gdLst>
                    <a:gd name="T0" fmla="*/ 0 w 40"/>
                    <a:gd name="T1" fmla="*/ 0 h 38"/>
                    <a:gd name="T2" fmla="*/ 0 w 40"/>
                    <a:gd name="T3" fmla="*/ 0 h 38"/>
                    <a:gd name="T4" fmla="*/ 0 w 40"/>
                    <a:gd name="T5" fmla="*/ 0 h 38"/>
                    <a:gd name="T6" fmla="*/ 0 w 40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38"/>
                    <a:gd name="T14" fmla="*/ 40 w 40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38">
                      <a:moveTo>
                        <a:pt x="40" y="38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4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" name="Line 239">
                  <a:extLst>
                    <a:ext uri="{FF2B5EF4-FFF2-40B4-BE49-F238E27FC236}">
                      <a16:creationId xmlns:a16="http://schemas.microsoft.com/office/drawing/2014/main" id="{C045F2CC-EE31-F18B-D025-BAD279ED70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41" y="174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" name="Freeform 240">
                  <a:extLst>
                    <a:ext uri="{FF2B5EF4-FFF2-40B4-BE49-F238E27FC236}">
                      <a16:creationId xmlns:a16="http://schemas.microsoft.com/office/drawing/2014/main" id="{61C5BF4F-1CA3-841F-237F-4AF08F6478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6" y="1749"/>
                  <a:ext cx="28" cy="28"/>
                </a:xfrm>
                <a:custGeom>
                  <a:avLst/>
                  <a:gdLst>
                    <a:gd name="T0" fmla="*/ 0 w 168"/>
                    <a:gd name="T1" fmla="*/ 0 h 169"/>
                    <a:gd name="T2" fmla="*/ 0 w 168"/>
                    <a:gd name="T3" fmla="*/ 0 h 169"/>
                    <a:gd name="T4" fmla="*/ 0 w 168"/>
                    <a:gd name="T5" fmla="*/ 0 h 169"/>
                    <a:gd name="T6" fmla="*/ 0 w 168"/>
                    <a:gd name="T7" fmla="*/ 0 h 169"/>
                    <a:gd name="T8" fmla="*/ 0 w 168"/>
                    <a:gd name="T9" fmla="*/ 0 h 169"/>
                    <a:gd name="T10" fmla="*/ 0 w 168"/>
                    <a:gd name="T11" fmla="*/ 0 h 169"/>
                    <a:gd name="T12" fmla="*/ 0 w 16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9"/>
                    <a:gd name="T23" fmla="*/ 168 w 16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9">
                      <a:moveTo>
                        <a:pt x="168" y="70"/>
                      </a:moveTo>
                      <a:lnTo>
                        <a:pt x="128" y="35"/>
                      </a:lnTo>
                      <a:lnTo>
                        <a:pt x="88" y="0"/>
                      </a:lnTo>
                      <a:lnTo>
                        <a:pt x="0" y="100"/>
                      </a:lnTo>
                      <a:lnTo>
                        <a:pt x="40" y="135"/>
                      </a:lnTo>
                      <a:lnTo>
                        <a:pt x="80" y="169"/>
                      </a:lnTo>
                      <a:lnTo>
                        <a:pt x="168" y="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" name="Freeform 241">
                  <a:extLst>
                    <a:ext uri="{FF2B5EF4-FFF2-40B4-BE49-F238E27FC236}">
                      <a16:creationId xmlns:a16="http://schemas.microsoft.com/office/drawing/2014/main" id="{A7906C29-5ACD-DF81-D8F0-E4DD232039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6" y="1749"/>
                  <a:ext cx="28" cy="28"/>
                </a:xfrm>
                <a:custGeom>
                  <a:avLst/>
                  <a:gdLst>
                    <a:gd name="T0" fmla="*/ 0 w 168"/>
                    <a:gd name="T1" fmla="*/ 0 h 169"/>
                    <a:gd name="T2" fmla="*/ 0 w 168"/>
                    <a:gd name="T3" fmla="*/ 0 h 169"/>
                    <a:gd name="T4" fmla="*/ 0 w 168"/>
                    <a:gd name="T5" fmla="*/ 0 h 169"/>
                    <a:gd name="T6" fmla="*/ 0 w 168"/>
                    <a:gd name="T7" fmla="*/ 0 h 169"/>
                    <a:gd name="T8" fmla="*/ 0 w 168"/>
                    <a:gd name="T9" fmla="*/ 0 h 169"/>
                    <a:gd name="T10" fmla="*/ 0 w 168"/>
                    <a:gd name="T11" fmla="*/ 0 h 169"/>
                    <a:gd name="T12" fmla="*/ 0 w 16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9"/>
                    <a:gd name="T23" fmla="*/ 168 w 16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9">
                      <a:moveTo>
                        <a:pt x="168" y="70"/>
                      </a:moveTo>
                      <a:lnTo>
                        <a:pt x="128" y="35"/>
                      </a:lnTo>
                      <a:lnTo>
                        <a:pt x="88" y="0"/>
                      </a:lnTo>
                      <a:lnTo>
                        <a:pt x="0" y="100"/>
                      </a:lnTo>
                      <a:lnTo>
                        <a:pt x="40" y="135"/>
                      </a:lnTo>
                      <a:lnTo>
                        <a:pt x="80" y="169"/>
                      </a:lnTo>
                      <a:lnTo>
                        <a:pt x="168" y="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" name="Freeform 242">
                  <a:extLst>
                    <a:ext uri="{FF2B5EF4-FFF2-40B4-BE49-F238E27FC236}">
                      <a16:creationId xmlns:a16="http://schemas.microsoft.com/office/drawing/2014/main" id="{2C74266E-2CD2-FA97-8234-BA9A3D89B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5" y="1766"/>
                  <a:ext cx="8" cy="6"/>
                </a:xfrm>
                <a:custGeom>
                  <a:avLst/>
                  <a:gdLst>
                    <a:gd name="T0" fmla="*/ 0 w 43"/>
                    <a:gd name="T1" fmla="*/ 0 h 35"/>
                    <a:gd name="T2" fmla="*/ 0 w 43"/>
                    <a:gd name="T3" fmla="*/ 0 h 35"/>
                    <a:gd name="T4" fmla="*/ 0 w 43"/>
                    <a:gd name="T5" fmla="*/ 0 h 35"/>
                    <a:gd name="T6" fmla="*/ 0 w 43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5"/>
                    <a:gd name="T14" fmla="*/ 43 w 43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5">
                      <a:moveTo>
                        <a:pt x="43" y="35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43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" name="Line 243">
                  <a:extLst>
                    <a:ext uri="{FF2B5EF4-FFF2-40B4-BE49-F238E27FC236}">
                      <a16:creationId xmlns:a16="http://schemas.microsoft.com/office/drawing/2014/main" id="{F9DBD517-402D-E626-C775-70065FF5B9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25" y="176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" name="Freeform 244">
                  <a:extLst>
                    <a:ext uri="{FF2B5EF4-FFF2-40B4-BE49-F238E27FC236}">
                      <a16:creationId xmlns:a16="http://schemas.microsoft.com/office/drawing/2014/main" id="{92363C52-5D9F-B41F-D4C6-E0FEBCC06D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" y="1766"/>
                  <a:ext cx="28" cy="29"/>
                </a:xfrm>
                <a:custGeom>
                  <a:avLst/>
                  <a:gdLst>
                    <a:gd name="T0" fmla="*/ 0 w 167"/>
                    <a:gd name="T1" fmla="*/ 0 h 170"/>
                    <a:gd name="T2" fmla="*/ 0 w 167"/>
                    <a:gd name="T3" fmla="*/ 0 h 170"/>
                    <a:gd name="T4" fmla="*/ 0 w 167"/>
                    <a:gd name="T5" fmla="*/ 0 h 170"/>
                    <a:gd name="T6" fmla="*/ 0 w 167"/>
                    <a:gd name="T7" fmla="*/ 0 h 170"/>
                    <a:gd name="T8" fmla="*/ 0 w 167"/>
                    <a:gd name="T9" fmla="*/ 0 h 170"/>
                    <a:gd name="T10" fmla="*/ 0 w 167"/>
                    <a:gd name="T11" fmla="*/ 0 h 170"/>
                    <a:gd name="T12" fmla="*/ 0 w 167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0"/>
                    <a:gd name="T23" fmla="*/ 167 w 167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0">
                      <a:moveTo>
                        <a:pt x="167" y="63"/>
                      </a:moveTo>
                      <a:lnTo>
                        <a:pt x="123" y="32"/>
                      </a:lnTo>
                      <a:lnTo>
                        <a:pt x="80" y="0"/>
                      </a:lnTo>
                      <a:lnTo>
                        <a:pt x="0" y="107"/>
                      </a:lnTo>
                      <a:lnTo>
                        <a:pt x="44" y="138"/>
                      </a:lnTo>
                      <a:lnTo>
                        <a:pt x="87" y="170"/>
                      </a:lnTo>
                      <a:lnTo>
                        <a:pt x="167" y="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" name="Freeform 245">
                  <a:extLst>
                    <a:ext uri="{FF2B5EF4-FFF2-40B4-BE49-F238E27FC236}">
                      <a16:creationId xmlns:a16="http://schemas.microsoft.com/office/drawing/2014/main" id="{DE1E263F-92E3-F967-ADB6-D2278152A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" y="1766"/>
                  <a:ext cx="28" cy="29"/>
                </a:xfrm>
                <a:custGeom>
                  <a:avLst/>
                  <a:gdLst>
                    <a:gd name="T0" fmla="*/ 0 w 167"/>
                    <a:gd name="T1" fmla="*/ 0 h 170"/>
                    <a:gd name="T2" fmla="*/ 0 w 167"/>
                    <a:gd name="T3" fmla="*/ 0 h 170"/>
                    <a:gd name="T4" fmla="*/ 0 w 167"/>
                    <a:gd name="T5" fmla="*/ 0 h 170"/>
                    <a:gd name="T6" fmla="*/ 0 w 167"/>
                    <a:gd name="T7" fmla="*/ 0 h 170"/>
                    <a:gd name="T8" fmla="*/ 0 w 167"/>
                    <a:gd name="T9" fmla="*/ 0 h 170"/>
                    <a:gd name="T10" fmla="*/ 0 w 167"/>
                    <a:gd name="T11" fmla="*/ 0 h 170"/>
                    <a:gd name="T12" fmla="*/ 0 w 167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0"/>
                    <a:gd name="T23" fmla="*/ 167 w 167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0">
                      <a:moveTo>
                        <a:pt x="167" y="63"/>
                      </a:moveTo>
                      <a:lnTo>
                        <a:pt x="123" y="32"/>
                      </a:lnTo>
                      <a:lnTo>
                        <a:pt x="80" y="0"/>
                      </a:lnTo>
                      <a:lnTo>
                        <a:pt x="0" y="107"/>
                      </a:lnTo>
                      <a:lnTo>
                        <a:pt x="44" y="138"/>
                      </a:lnTo>
                      <a:lnTo>
                        <a:pt x="87" y="170"/>
                      </a:lnTo>
                      <a:lnTo>
                        <a:pt x="167" y="6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" name="Freeform 246">
                  <a:extLst>
                    <a:ext uri="{FF2B5EF4-FFF2-40B4-BE49-F238E27FC236}">
                      <a16:creationId xmlns:a16="http://schemas.microsoft.com/office/drawing/2014/main" id="{826D7E76-A2D3-19A0-0FC8-9103EE6289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" y="1784"/>
                  <a:ext cx="7" cy="5"/>
                </a:xfrm>
                <a:custGeom>
                  <a:avLst/>
                  <a:gdLst>
                    <a:gd name="T0" fmla="*/ 0 w 46"/>
                    <a:gd name="T1" fmla="*/ 0 h 31"/>
                    <a:gd name="T2" fmla="*/ 0 w 46"/>
                    <a:gd name="T3" fmla="*/ 0 h 31"/>
                    <a:gd name="T4" fmla="*/ 0 w 46"/>
                    <a:gd name="T5" fmla="*/ 0 h 31"/>
                    <a:gd name="T6" fmla="*/ 0 w 46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1"/>
                    <a:gd name="T14" fmla="*/ 46 w 46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1">
                      <a:moveTo>
                        <a:pt x="46" y="31"/>
                      </a:moveTo>
                      <a:lnTo>
                        <a:pt x="2" y="0"/>
                      </a:lnTo>
                      <a:lnTo>
                        <a:pt x="0" y="3"/>
                      </a:lnTo>
                      <a:lnTo>
                        <a:pt x="46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" name="Line 247">
                  <a:extLst>
                    <a:ext uri="{FF2B5EF4-FFF2-40B4-BE49-F238E27FC236}">
                      <a16:creationId xmlns:a16="http://schemas.microsoft.com/office/drawing/2014/main" id="{4DD2CDEA-741B-307C-956F-05E388789D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12" y="178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" name="Freeform 248">
                  <a:extLst>
                    <a:ext uri="{FF2B5EF4-FFF2-40B4-BE49-F238E27FC236}">
                      <a16:creationId xmlns:a16="http://schemas.microsoft.com/office/drawing/2014/main" id="{3BC48174-F919-25BF-6CCD-1C9BE7A52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0" y="1785"/>
                  <a:ext cx="27" cy="28"/>
                </a:xfrm>
                <a:custGeom>
                  <a:avLst/>
                  <a:gdLst>
                    <a:gd name="T0" fmla="*/ 0 w 162"/>
                    <a:gd name="T1" fmla="*/ 0 h 170"/>
                    <a:gd name="T2" fmla="*/ 0 w 162"/>
                    <a:gd name="T3" fmla="*/ 0 h 170"/>
                    <a:gd name="T4" fmla="*/ 0 w 162"/>
                    <a:gd name="T5" fmla="*/ 0 h 170"/>
                    <a:gd name="T6" fmla="*/ 0 w 162"/>
                    <a:gd name="T7" fmla="*/ 0 h 170"/>
                    <a:gd name="T8" fmla="*/ 0 w 162"/>
                    <a:gd name="T9" fmla="*/ 0 h 170"/>
                    <a:gd name="T10" fmla="*/ 0 w 162"/>
                    <a:gd name="T11" fmla="*/ 0 h 170"/>
                    <a:gd name="T12" fmla="*/ 0 w 162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70"/>
                    <a:gd name="T23" fmla="*/ 162 w 162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70">
                      <a:moveTo>
                        <a:pt x="162" y="57"/>
                      </a:moveTo>
                      <a:lnTo>
                        <a:pt x="117" y="28"/>
                      </a:lnTo>
                      <a:lnTo>
                        <a:pt x="71" y="0"/>
                      </a:lnTo>
                      <a:lnTo>
                        <a:pt x="0" y="113"/>
                      </a:lnTo>
                      <a:lnTo>
                        <a:pt x="46" y="142"/>
                      </a:lnTo>
                      <a:lnTo>
                        <a:pt x="91" y="170"/>
                      </a:lnTo>
                      <a:lnTo>
                        <a:pt x="162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" name="Freeform 249">
                  <a:extLst>
                    <a:ext uri="{FF2B5EF4-FFF2-40B4-BE49-F238E27FC236}">
                      <a16:creationId xmlns:a16="http://schemas.microsoft.com/office/drawing/2014/main" id="{27F3E636-1056-61F9-BD72-55F9C7EE82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0" y="1785"/>
                  <a:ext cx="27" cy="28"/>
                </a:xfrm>
                <a:custGeom>
                  <a:avLst/>
                  <a:gdLst>
                    <a:gd name="T0" fmla="*/ 0 w 162"/>
                    <a:gd name="T1" fmla="*/ 0 h 170"/>
                    <a:gd name="T2" fmla="*/ 0 w 162"/>
                    <a:gd name="T3" fmla="*/ 0 h 170"/>
                    <a:gd name="T4" fmla="*/ 0 w 162"/>
                    <a:gd name="T5" fmla="*/ 0 h 170"/>
                    <a:gd name="T6" fmla="*/ 0 w 162"/>
                    <a:gd name="T7" fmla="*/ 0 h 170"/>
                    <a:gd name="T8" fmla="*/ 0 w 162"/>
                    <a:gd name="T9" fmla="*/ 0 h 170"/>
                    <a:gd name="T10" fmla="*/ 0 w 162"/>
                    <a:gd name="T11" fmla="*/ 0 h 170"/>
                    <a:gd name="T12" fmla="*/ 0 w 162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70"/>
                    <a:gd name="T23" fmla="*/ 162 w 162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70">
                      <a:moveTo>
                        <a:pt x="162" y="57"/>
                      </a:moveTo>
                      <a:lnTo>
                        <a:pt x="117" y="28"/>
                      </a:lnTo>
                      <a:lnTo>
                        <a:pt x="71" y="0"/>
                      </a:lnTo>
                      <a:lnTo>
                        <a:pt x="0" y="113"/>
                      </a:lnTo>
                      <a:lnTo>
                        <a:pt x="46" y="142"/>
                      </a:lnTo>
                      <a:lnTo>
                        <a:pt x="91" y="170"/>
                      </a:lnTo>
                      <a:lnTo>
                        <a:pt x="162" y="5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" name="Freeform 250">
                  <a:extLst>
                    <a:ext uri="{FF2B5EF4-FFF2-40B4-BE49-F238E27FC236}">
                      <a16:creationId xmlns:a16="http://schemas.microsoft.com/office/drawing/2014/main" id="{E42F5164-B45D-B35F-AE44-CFB1FA08C2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0" y="1804"/>
                  <a:ext cx="8" cy="4"/>
                </a:xfrm>
                <a:custGeom>
                  <a:avLst/>
                  <a:gdLst>
                    <a:gd name="T0" fmla="*/ 0 w 48"/>
                    <a:gd name="T1" fmla="*/ 0 h 29"/>
                    <a:gd name="T2" fmla="*/ 0 w 48"/>
                    <a:gd name="T3" fmla="*/ 0 h 29"/>
                    <a:gd name="T4" fmla="*/ 0 w 48"/>
                    <a:gd name="T5" fmla="*/ 0 h 29"/>
                    <a:gd name="T6" fmla="*/ 0 w 48"/>
                    <a:gd name="T7" fmla="*/ 0 h 2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29"/>
                    <a:gd name="T14" fmla="*/ 48 w 48"/>
                    <a:gd name="T15" fmla="*/ 29 h 2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29">
                      <a:moveTo>
                        <a:pt x="48" y="29"/>
                      </a:moveTo>
                      <a:lnTo>
                        <a:pt x="2" y="0"/>
                      </a:lnTo>
                      <a:lnTo>
                        <a:pt x="0" y="4"/>
                      </a:lnTo>
                      <a:lnTo>
                        <a:pt x="48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" name="Line 251">
                  <a:extLst>
                    <a:ext uri="{FF2B5EF4-FFF2-40B4-BE49-F238E27FC236}">
                      <a16:creationId xmlns:a16="http://schemas.microsoft.com/office/drawing/2014/main" id="{FD38789C-DF19-1537-CD1F-A4A990D2A2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00" y="18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" name="Freeform 252">
                  <a:extLst>
                    <a:ext uri="{FF2B5EF4-FFF2-40B4-BE49-F238E27FC236}">
                      <a16:creationId xmlns:a16="http://schemas.microsoft.com/office/drawing/2014/main" id="{F65871F7-ACF6-D1D4-8301-5C5AE1D80B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0" y="1804"/>
                  <a:ext cx="26" cy="28"/>
                </a:xfrm>
                <a:custGeom>
                  <a:avLst/>
                  <a:gdLst>
                    <a:gd name="T0" fmla="*/ 0 w 156"/>
                    <a:gd name="T1" fmla="*/ 0 h 168"/>
                    <a:gd name="T2" fmla="*/ 0 w 156"/>
                    <a:gd name="T3" fmla="*/ 0 h 168"/>
                    <a:gd name="T4" fmla="*/ 0 w 156"/>
                    <a:gd name="T5" fmla="*/ 0 h 168"/>
                    <a:gd name="T6" fmla="*/ 0 w 156"/>
                    <a:gd name="T7" fmla="*/ 0 h 168"/>
                    <a:gd name="T8" fmla="*/ 0 w 156"/>
                    <a:gd name="T9" fmla="*/ 0 h 168"/>
                    <a:gd name="T10" fmla="*/ 0 w 156"/>
                    <a:gd name="T11" fmla="*/ 0 h 168"/>
                    <a:gd name="T12" fmla="*/ 0 w 156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6"/>
                    <a:gd name="T22" fmla="*/ 0 h 168"/>
                    <a:gd name="T23" fmla="*/ 156 w 156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6" h="168">
                      <a:moveTo>
                        <a:pt x="156" y="49"/>
                      </a:moveTo>
                      <a:lnTo>
                        <a:pt x="108" y="25"/>
                      </a:lnTo>
                      <a:lnTo>
                        <a:pt x="60" y="0"/>
                      </a:lnTo>
                      <a:lnTo>
                        <a:pt x="0" y="119"/>
                      </a:lnTo>
                      <a:lnTo>
                        <a:pt x="48" y="143"/>
                      </a:lnTo>
                      <a:lnTo>
                        <a:pt x="95" y="168"/>
                      </a:lnTo>
                      <a:lnTo>
                        <a:pt x="156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" name="Freeform 253">
                  <a:extLst>
                    <a:ext uri="{FF2B5EF4-FFF2-40B4-BE49-F238E27FC236}">
                      <a16:creationId xmlns:a16="http://schemas.microsoft.com/office/drawing/2014/main" id="{1230B7A4-FB88-2156-4DC1-B54C47844D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0" y="1804"/>
                  <a:ext cx="26" cy="28"/>
                </a:xfrm>
                <a:custGeom>
                  <a:avLst/>
                  <a:gdLst>
                    <a:gd name="T0" fmla="*/ 0 w 156"/>
                    <a:gd name="T1" fmla="*/ 0 h 168"/>
                    <a:gd name="T2" fmla="*/ 0 w 156"/>
                    <a:gd name="T3" fmla="*/ 0 h 168"/>
                    <a:gd name="T4" fmla="*/ 0 w 156"/>
                    <a:gd name="T5" fmla="*/ 0 h 168"/>
                    <a:gd name="T6" fmla="*/ 0 w 156"/>
                    <a:gd name="T7" fmla="*/ 0 h 168"/>
                    <a:gd name="T8" fmla="*/ 0 w 156"/>
                    <a:gd name="T9" fmla="*/ 0 h 168"/>
                    <a:gd name="T10" fmla="*/ 0 w 156"/>
                    <a:gd name="T11" fmla="*/ 0 h 168"/>
                    <a:gd name="T12" fmla="*/ 0 w 156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6"/>
                    <a:gd name="T22" fmla="*/ 0 h 168"/>
                    <a:gd name="T23" fmla="*/ 156 w 156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6" h="168">
                      <a:moveTo>
                        <a:pt x="156" y="49"/>
                      </a:moveTo>
                      <a:lnTo>
                        <a:pt x="108" y="25"/>
                      </a:lnTo>
                      <a:lnTo>
                        <a:pt x="60" y="0"/>
                      </a:lnTo>
                      <a:lnTo>
                        <a:pt x="0" y="119"/>
                      </a:lnTo>
                      <a:lnTo>
                        <a:pt x="48" y="143"/>
                      </a:lnTo>
                      <a:lnTo>
                        <a:pt x="95" y="168"/>
                      </a:lnTo>
                      <a:lnTo>
                        <a:pt x="156" y="4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" name="Freeform 254">
                  <a:extLst>
                    <a:ext uri="{FF2B5EF4-FFF2-40B4-BE49-F238E27FC236}">
                      <a16:creationId xmlns:a16="http://schemas.microsoft.com/office/drawing/2014/main" id="{1285270D-2B8B-6D06-9DB5-5159DD5F64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9" y="1824"/>
                  <a:ext cx="9" cy="4"/>
                </a:xfrm>
                <a:custGeom>
                  <a:avLst/>
                  <a:gdLst>
                    <a:gd name="T0" fmla="*/ 0 w 50"/>
                    <a:gd name="T1" fmla="*/ 0 h 24"/>
                    <a:gd name="T2" fmla="*/ 0 w 50"/>
                    <a:gd name="T3" fmla="*/ 0 h 24"/>
                    <a:gd name="T4" fmla="*/ 0 w 50"/>
                    <a:gd name="T5" fmla="*/ 0 h 24"/>
                    <a:gd name="T6" fmla="*/ 0 w 50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4"/>
                    <a:gd name="T14" fmla="*/ 50 w 50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4">
                      <a:moveTo>
                        <a:pt x="50" y="24"/>
                      </a:moveTo>
                      <a:lnTo>
                        <a:pt x="2" y="0"/>
                      </a:lnTo>
                      <a:lnTo>
                        <a:pt x="0" y="4"/>
                      </a:lnTo>
                      <a:lnTo>
                        <a:pt x="50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" name="Line 255">
                  <a:extLst>
                    <a:ext uri="{FF2B5EF4-FFF2-40B4-BE49-F238E27FC236}">
                      <a16:creationId xmlns:a16="http://schemas.microsoft.com/office/drawing/2014/main" id="{82C884C2-D2A5-1B21-5B2D-582E43BB08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89" y="182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" name="Freeform 256">
                  <a:extLst>
                    <a:ext uri="{FF2B5EF4-FFF2-40B4-BE49-F238E27FC236}">
                      <a16:creationId xmlns:a16="http://schemas.microsoft.com/office/drawing/2014/main" id="{BB4F402D-3333-D1C8-F29E-E21C2D8529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1" y="1825"/>
                  <a:ext cx="25" cy="27"/>
                </a:xfrm>
                <a:custGeom>
                  <a:avLst/>
                  <a:gdLst>
                    <a:gd name="T0" fmla="*/ 0 w 149"/>
                    <a:gd name="T1" fmla="*/ 0 h 163"/>
                    <a:gd name="T2" fmla="*/ 0 w 149"/>
                    <a:gd name="T3" fmla="*/ 0 h 163"/>
                    <a:gd name="T4" fmla="*/ 0 w 149"/>
                    <a:gd name="T5" fmla="*/ 0 h 163"/>
                    <a:gd name="T6" fmla="*/ 0 w 149"/>
                    <a:gd name="T7" fmla="*/ 0 h 163"/>
                    <a:gd name="T8" fmla="*/ 0 w 149"/>
                    <a:gd name="T9" fmla="*/ 0 h 163"/>
                    <a:gd name="T10" fmla="*/ 0 w 149"/>
                    <a:gd name="T11" fmla="*/ 0 h 163"/>
                    <a:gd name="T12" fmla="*/ 0 w 14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63"/>
                    <a:gd name="T23" fmla="*/ 149 w 14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63">
                      <a:moveTo>
                        <a:pt x="149" y="40"/>
                      </a:moveTo>
                      <a:lnTo>
                        <a:pt x="100" y="20"/>
                      </a:lnTo>
                      <a:lnTo>
                        <a:pt x="50" y="0"/>
                      </a:lnTo>
                      <a:lnTo>
                        <a:pt x="0" y="123"/>
                      </a:lnTo>
                      <a:lnTo>
                        <a:pt x="50" y="143"/>
                      </a:lnTo>
                      <a:lnTo>
                        <a:pt x="100" y="163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" name="Freeform 257">
                  <a:extLst>
                    <a:ext uri="{FF2B5EF4-FFF2-40B4-BE49-F238E27FC236}">
                      <a16:creationId xmlns:a16="http://schemas.microsoft.com/office/drawing/2014/main" id="{482FE07E-DCF6-4F9F-90D1-68C3CB0B4D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1" y="1825"/>
                  <a:ext cx="25" cy="27"/>
                </a:xfrm>
                <a:custGeom>
                  <a:avLst/>
                  <a:gdLst>
                    <a:gd name="T0" fmla="*/ 0 w 149"/>
                    <a:gd name="T1" fmla="*/ 0 h 163"/>
                    <a:gd name="T2" fmla="*/ 0 w 149"/>
                    <a:gd name="T3" fmla="*/ 0 h 163"/>
                    <a:gd name="T4" fmla="*/ 0 w 149"/>
                    <a:gd name="T5" fmla="*/ 0 h 163"/>
                    <a:gd name="T6" fmla="*/ 0 w 149"/>
                    <a:gd name="T7" fmla="*/ 0 h 163"/>
                    <a:gd name="T8" fmla="*/ 0 w 149"/>
                    <a:gd name="T9" fmla="*/ 0 h 163"/>
                    <a:gd name="T10" fmla="*/ 0 w 149"/>
                    <a:gd name="T11" fmla="*/ 0 h 163"/>
                    <a:gd name="T12" fmla="*/ 0 w 14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63"/>
                    <a:gd name="T23" fmla="*/ 149 w 14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63">
                      <a:moveTo>
                        <a:pt x="149" y="40"/>
                      </a:moveTo>
                      <a:lnTo>
                        <a:pt x="100" y="20"/>
                      </a:lnTo>
                      <a:lnTo>
                        <a:pt x="50" y="0"/>
                      </a:lnTo>
                      <a:lnTo>
                        <a:pt x="0" y="123"/>
                      </a:lnTo>
                      <a:lnTo>
                        <a:pt x="50" y="143"/>
                      </a:lnTo>
                      <a:lnTo>
                        <a:pt x="100" y="163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" name="Freeform 258">
                  <a:extLst>
                    <a:ext uri="{FF2B5EF4-FFF2-40B4-BE49-F238E27FC236}">
                      <a16:creationId xmlns:a16="http://schemas.microsoft.com/office/drawing/2014/main" id="{D11B6F90-D159-43CE-0A18-0364ABE830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1" y="1845"/>
                  <a:ext cx="8" cy="4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51" y="20"/>
                      </a:moveTo>
                      <a:lnTo>
                        <a:pt x="1" y="0"/>
                      </a:lnTo>
                      <a:lnTo>
                        <a:pt x="0" y="4"/>
                      </a:lnTo>
                      <a:lnTo>
                        <a:pt x="51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" name="Line 259">
                  <a:extLst>
                    <a:ext uri="{FF2B5EF4-FFF2-40B4-BE49-F238E27FC236}">
                      <a16:creationId xmlns:a16="http://schemas.microsoft.com/office/drawing/2014/main" id="{5976A548-90ED-72AE-A127-01EFBD40FB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81" y="18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" name="Freeform 260">
                  <a:extLst>
                    <a:ext uri="{FF2B5EF4-FFF2-40B4-BE49-F238E27FC236}">
                      <a16:creationId xmlns:a16="http://schemas.microsoft.com/office/drawing/2014/main" id="{AE4D91B0-3DA3-7639-587B-C16CF02F78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46"/>
                  <a:ext cx="24" cy="26"/>
                </a:xfrm>
                <a:custGeom>
                  <a:avLst/>
                  <a:gdLst>
                    <a:gd name="T0" fmla="*/ 0 w 142"/>
                    <a:gd name="T1" fmla="*/ 0 h 159"/>
                    <a:gd name="T2" fmla="*/ 0 w 142"/>
                    <a:gd name="T3" fmla="*/ 0 h 159"/>
                    <a:gd name="T4" fmla="*/ 0 w 142"/>
                    <a:gd name="T5" fmla="*/ 0 h 159"/>
                    <a:gd name="T6" fmla="*/ 0 w 142"/>
                    <a:gd name="T7" fmla="*/ 0 h 159"/>
                    <a:gd name="T8" fmla="*/ 0 w 142"/>
                    <a:gd name="T9" fmla="*/ 0 h 159"/>
                    <a:gd name="T10" fmla="*/ 0 w 142"/>
                    <a:gd name="T11" fmla="*/ 0 h 159"/>
                    <a:gd name="T12" fmla="*/ 0 w 142"/>
                    <a:gd name="T13" fmla="*/ 0 h 15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59"/>
                    <a:gd name="T23" fmla="*/ 142 w 142"/>
                    <a:gd name="T24" fmla="*/ 159 h 15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59">
                      <a:moveTo>
                        <a:pt x="142" y="32"/>
                      </a:moveTo>
                      <a:lnTo>
                        <a:pt x="91" y="16"/>
                      </a:lnTo>
                      <a:lnTo>
                        <a:pt x="40" y="0"/>
                      </a:lnTo>
                      <a:lnTo>
                        <a:pt x="0" y="127"/>
                      </a:lnTo>
                      <a:lnTo>
                        <a:pt x="51" y="143"/>
                      </a:lnTo>
                      <a:lnTo>
                        <a:pt x="101" y="159"/>
                      </a:lnTo>
                      <a:lnTo>
                        <a:pt x="142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" name="Freeform 261">
                  <a:extLst>
                    <a:ext uri="{FF2B5EF4-FFF2-40B4-BE49-F238E27FC236}">
                      <a16:creationId xmlns:a16="http://schemas.microsoft.com/office/drawing/2014/main" id="{C43805CF-9D77-ECE9-478E-D351F540BB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46"/>
                  <a:ext cx="24" cy="26"/>
                </a:xfrm>
                <a:custGeom>
                  <a:avLst/>
                  <a:gdLst>
                    <a:gd name="T0" fmla="*/ 0 w 142"/>
                    <a:gd name="T1" fmla="*/ 0 h 159"/>
                    <a:gd name="T2" fmla="*/ 0 w 142"/>
                    <a:gd name="T3" fmla="*/ 0 h 159"/>
                    <a:gd name="T4" fmla="*/ 0 w 142"/>
                    <a:gd name="T5" fmla="*/ 0 h 159"/>
                    <a:gd name="T6" fmla="*/ 0 w 142"/>
                    <a:gd name="T7" fmla="*/ 0 h 159"/>
                    <a:gd name="T8" fmla="*/ 0 w 142"/>
                    <a:gd name="T9" fmla="*/ 0 h 159"/>
                    <a:gd name="T10" fmla="*/ 0 w 142"/>
                    <a:gd name="T11" fmla="*/ 0 h 159"/>
                    <a:gd name="T12" fmla="*/ 0 w 142"/>
                    <a:gd name="T13" fmla="*/ 0 h 15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59"/>
                    <a:gd name="T23" fmla="*/ 142 w 142"/>
                    <a:gd name="T24" fmla="*/ 159 h 15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59">
                      <a:moveTo>
                        <a:pt x="142" y="32"/>
                      </a:moveTo>
                      <a:lnTo>
                        <a:pt x="91" y="16"/>
                      </a:lnTo>
                      <a:lnTo>
                        <a:pt x="40" y="0"/>
                      </a:lnTo>
                      <a:lnTo>
                        <a:pt x="0" y="127"/>
                      </a:lnTo>
                      <a:lnTo>
                        <a:pt x="51" y="143"/>
                      </a:lnTo>
                      <a:lnTo>
                        <a:pt x="101" y="159"/>
                      </a:lnTo>
                      <a:lnTo>
                        <a:pt x="142" y="3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" name="Freeform 262">
                  <a:extLst>
                    <a:ext uri="{FF2B5EF4-FFF2-40B4-BE49-F238E27FC236}">
                      <a16:creationId xmlns:a16="http://schemas.microsoft.com/office/drawing/2014/main" id="{15C92961-CA38-0C5F-E179-305D194125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7"/>
                  <a:ext cx="17" cy="12"/>
                </a:xfrm>
                <a:custGeom>
                  <a:avLst/>
                  <a:gdLst>
                    <a:gd name="T0" fmla="*/ 0 w 103"/>
                    <a:gd name="T1" fmla="*/ 0 h 69"/>
                    <a:gd name="T2" fmla="*/ 0 w 103"/>
                    <a:gd name="T3" fmla="*/ 0 h 69"/>
                    <a:gd name="T4" fmla="*/ 0 w 103"/>
                    <a:gd name="T5" fmla="*/ 0 h 69"/>
                    <a:gd name="T6" fmla="*/ 0 w 103"/>
                    <a:gd name="T7" fmla="*/ 0 h 69"/>
                    <a:gd name="T8" fmla="*/ 0 w 103"/>
                    <a:gd name="T9" fmla="*/ 0 h 69"/>
                    <a:gd name="T10" fmla="*/ 0 w 103"/>
                    <a:gd name="T11" fmla="*/ 0 h 69"/>
                    <a:gd name="T12" fmla="*/ 0 w 103"/>
                    <a:gd name="T13" fmla="*/ 0 h 69"/>
                    <a:gd name="T14" fmla="*/ 0 w 103"/>
                    <a:gd name="T15" fmla="*/ 0 h 69"/>
                    <a:gd name="T16" fmla="*/ 0 w 103"/>
                    <a:gd name="T17" fmla="*/ 0 h 69"/>
                    <a:gd name="T18" fmla="*/ 0 w 103"/>
                    <a:gd name="T19" fmla="*/ 0 h 69"/>
                    <a:gd name="T20" fmla="*/ 0 w 103"/>
                    <a:gd name="T21" fmla="*/ 0 h 69"/>
                    <a:gd name="T22" fmla="*/ 0 w 103"/>
                    <a:gd name="T23" fmla="*/ 0 h 69"/>
                    <a:gd name="T24" fmla="*/ 0 w 103"/>
                    <a:gd name="T25" fmla="*/ 0 h 69"/>
                    <a:gd name="T26" fmla="*/ 0 w 103"/>
                    <a:gd name="T27" fmla="*/ 0 h 69"/>
                    <a:gd name="T28" fmla="*/ 0 w 103"/>
                    <a:gd name="T29" fmla="*/ 0 h 69"/>
                    <a:gd name="T30" fmla="*/ 0 w 103"/>
                    <a:gd name="T31" fmla="*/ 0 h 69"/>
                    <a:gd name="T32" fmla="*/ 0 w 103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69"/>
                    <a:gd name="T53" fmla="*/ 103 w 103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69">
                      <a:moveTo>
                        <a:pt x="53" y="16"/>
                      </a:moveTo>
                      <a:lnTo>
                        <a:pt x="103" y="32"/>
                      </a:lnTo>
                      <a:lnTo>
                        <a:pt x="99" y="44"/>
                      </a:lnTo>
                      <a:lnTo>
                        <a:pt x="92" y="53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69"/>
                      </a:lnTo>
                      <a:lnTo>
                        <a:pt x="48" y="69"/>
                      </a:lnTo>
                      <a:lnTo>
                        <a:pt x="37" y="67"/>
                      </a:lnTo>
                      <a:lnTo>
                        <a:pt x="25" y="63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5"/>
                      </a:lnTo>
                      <a:lnTo>
                        <a:pt x="0" y="24"/>
                      </a:lnTo>
                      <a:lnTo>
                        <a:pt x="0" y="12"/>
                      </a:lnTo>
                      <a:lnTo>
                        <a:pt x="2" y="0"/>
                      </a:lnTo>
                      <a:lnTo>
                        <a:pt x="5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" name="Freeform 263">
                  <a:extLst>
                    <a:ext uri="{FF2B5EF4-FFF2-40B4-BE49-F238E27FC236}">
                      <a16:creationId xmlns:a16="http://schemas.microsoft.com/office/drawing/2014/main" id="{5B33C66A-8DD7-1048-C7AD-832660FB2E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7"/>
                  <a:ext cx="17" cy="12"/>
                </a:xfrm>
                <a:custGeom>
                  <a:avLst/>
                  <a:gdLst>
                    <a:gd name="T0" fmla="*/ 0 w 103"/>
                    <a:gd name="T1" fmla="*/ 0 h 69"/>
                    <a:gd name="T2" fmla="*/ 0 w 103"/>
                    <a:gd name="T3" fmla="*/ 0 h 69"/>
                    <a:gd name="T4" fmla="*/ 0 w 103"/>
                    <a:gd name="T5" fmla="*/ 0 h 69"/>
                    <a:gd name="T6" fmla="*/ 0 w 103"/>
                    <a:gd name="T7" fmla="*/ 0 h 69"/>
                    <a:gd name="T8" fmla="*/ 0 w 103"/>
                    <a:gd name="T9" fmla="*/ 0 h 69"/>
                    <a:gd name="T10" fmla="*/ 0 w 103"/>
                    <a:gd name="T11" fmla="*/ 0 h 69"/>
                    <a:gd name="T12" fmla="*/ 0 w 103"/>
                    <a:gd name="T13" fmla="*/ 0 h 69"/>
                    <a:gd name="T14" fmla="*/ 0 w 103"/>
                    <a:gd name="T15" fmla="*/ 0 h 69"/>
                    <a:gd name="T16" fmla="*/ 0 w 103"/>
                    <a:gd name="T17" fmla="*/ 0 h 69"/>
                    <a:gd name="T18" fmla="*/ 0 w 103"/>
                    <a:gd name="T19" fmla="*/ 0 h 69"/>
                    <a:gd name="T20" fmla="*/ 0 w 103"/>
                    <a:gd name="T21" fmla="*/ 0 h 69"/>
                    <a:gd name="T22" fmla="*/ 0 w 103"/>
                    <a:gd name="T23" fmla="*/ 0 h 69"/>
                    <a:gd name="T24" fmla="*/ 0 w 103"/>
                    <a:gd name="T25" fmla="*/ 0 h 69"/>
                    <a:gd name="T26" fmla="*/ 0 w 103"/>
                    <a:gd name="T27" fmla="*/ 0 h 69"/>
                    <a:gd name="T28" fmla="*/ 0 w 103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69"/>
                    <a:gd name="T47" fmla="*/ 103 w 103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69">
                      <a:moveTo>
                        <a:pt x="103" y="32"/>
                      </a:moveTo>
                      <a:lnTo>
                        <a:pt x="99" y="44"/>
                      </a:lnTo>
                      <a:lnTo>
                        <a:pt x="92" y="53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69"/>
                      </a:lnTo>
                      <a:lnTo>
                        <a:pt x="48" y="69"/>
                      </a:lnTo>
                      <a:lnTo>
                        <a:pt x="37" y="67"/>
                      </a:lnTo>
                      <a:lnTo>
                        <a:pt x="25" y="63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5"/>
                      </a:lnTo>
                      <a:lnTo>
                        <a:pt x="0" y="24"/>
                      </a:lnTo>
                      <a:lnTo>
                        <a:pt x="0" y="12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" name="Freeform 264">
                  <a:extLst>
                    <a:ext uri="{FF2B5EF4-FFF2-40B4-BE49-F238E27FC236}">
                      <a16:creationId xmlns:a16="http://schemas.microsoft.com/office/drawing/2014/main" id="{0458ED98-FFE0-E111-E01C-592472DC05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" name="Freeform 265">
                  <a:extLst>
                    <a:ext uri="{FF2B5EF4-FFF2-40B4-BE49-F238E27FC236}">
                      <a16:creationId xmlns:a16="http://schemas.microsoft.com/office/drawing/2014/main" id="{289B81A4-2DDF-67A2-20D5-35F301282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" name="Freeform 266">
                  <a:extLst>
                    <a:ext uri="{FF2B5EF4-FFF2-40B4-BE49-F238E27FC236}">
                      <a16:creationId xmlns:a16="http://schemas.microsoft.com/office/drawing/2014/main" id="{6F10DCCE-5F33-CC6D-A64A-A91C33FB03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" name="Freeform 267">
                  <a:extLst>
                    <a:ext uri="{FF2B5EF4-FFF2-40B4-BE49-F238E27FC236}">
                      <a16:creationId xmlns:a16="http://schemas.microsoft.com/office/drawing/2014/main" id="{6A7AE41D-B483-D6B3-B238-D0CEA703C9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" name="Freeform 268">
                  <a:extLst>
                    <a:ext uri="{FF2B5EF4-FFF2-40B4-BE49-F238E27FC236}">
                      <a16:creationId xmlns:a16="http://schemas.microsoft.com/office/drawing/2014/main" id="{94A15B6E-0021-AE3A-867D-451CEF08C5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" name="Freeform 269">
                  <a:extLst>
                    <a:ext uri="{FF2B5EF4-FFF2-40B4-BE49-F238E27FC236}">
                      <a16:creationId xmlns:a16="http://schemas.microsoft.com/office/drawing/2014/main" id="{78BB25CA-61AB-D691-C3F9-E69E5F6C6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" name="Freeform 270">
                  <a:extLst>
                    <a:ext uri="{FF2B5EF4-FFF2-40B4-BE49-F238E27FC236}">
                      <a16:creationId xmlns:a16="http://schemas.microsoft.com/office/drawing/2014/main" id="{7D592303-7C0E-41F8-3EC7-F8F03D327B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35"/>
                  <a:ext cx="18" cy="11"/>
                </a:xfrm>
                <a:custGeom>
                  <a:avLst/>
                  <a:gdLst>
                    <a:gd name="T0" fmla="*/ 0 w 105"/>
                    <a:gd name="T1" fmla="*/ 0 h 64"/>
                    <a:gd name="T2" fmla="*/ 0 w 105"/>
                    <a:gd name="T3" fmla="*/ 0 h 64"/>
                    <a:gd name="T4" fmla="*/ 0 w 105"/>
                    <a:gd name="T5" fmla="*/ 0 h 64"/>
                    <a:gd name="T6" fmla="*/ 0 w 105"/>
                    <a:gd name="T7" fmla="*/ 0 h 64"/>
                    <a:gd name="T8" fmla="*/ 0 w 105"/>
                    <a:gd name="T9" fmla="*/ 0 h 64"/>
                    <a:gd name="T10" fmla="*/ 0 w 105"/>
                    <a:gd name="T11" fmla="*/ 0 h 64"/>
                    <a:gd name="T12" fmla="*/ 0 w 105"/>
                    <a:gd name="T13" fmla="*/ 0 h 64"/>
                    <a:gd name="T14" fmla="*/ 0 w 105"/>
                    <a:gd name="T15" fmla="*/ 0 h 64"/>
                    <a:gd name="T16" fmla="*/ 0 w 105"/>
                    <a:gd name="T17" fmla="*/ 0 h 64"/>
                    <a:gd name="T18" fmla="*/ 0 w 105"/>
                    <a:gd name="T19" fmla="*/ 0 h 64"/>
                    <a:gd name="T20" fmla="*/ 0 w 105"/>
                    <a:gd name="T21" fmla="*/ 0 h 64"/>
                    <a:gd name="T22" fmla="*/ 0 w 105"/>
                    <a:gd name="T23" fmla="*/ 0 h 64"/>
                    <a:gd name="T24" fmla="*/ 0 w 105"/>
                    <a:gd name="T25" fmla="*/ 0 h 64"/>
                    <a:gd name="T26" fmla="*/ 0 w 105"/>
                    <a:gd name="T27" fmla="*/ 0 h 64"/>
                    <a:gd name="T28" fmla="*/ 0 w 105"/>
                    <a:gd name="T29" fmla="*/ 0 h 64"/>
                    <a:gd name="T30" fmla="*/ 0 w 105"/>
                    <a:gd name="T31" fmla="*/ 0 h 64"/>
                    <a:gd name="T32" fmla="*/ 0 w 105"/>
                    <a:gd name="T33" fmla="*/ 0 h 6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64"/>
                    <a:gd name="T53" fmla="*/ 105 w 105"/>
                    <a:gd name="T54" fmla="*/ 64 h 6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64">
                      <a:moveTo>
                        <a:pt x="53" y="53"/>
                      </a:moveTo>
                      <a:lnTo>
                        <a:pt x="1" y="64"/>
                      </a:lnTo>
                      <a:lnTo>
                        <a:pt x="0" y="53"/>
                      </a:lnTo>
                      <a:lnTo>
                        <a:pt x="1" y="40"/>
                      </a:lnTo>
                      <a:lnTo>
                        <a:pt x="5" y="29"/>
                      </a:lnTo>
                      <a:lnTo>
                        <a:pt x="12" y="19"/>
                      </a:lnTo>
                      <a:lnTo>
                        <a:pt x="20" y="10"/>
                      </a:lnTo>
                      <a:lnTo>
                        <a:pt x="30" y="4"/>
                      </a:lnTo>
                      <a:lnTo>
                        <a:pt x="41" y="1"/>
                      </a:lnTo>
                      <a:lnTo>
                        <a:pt x="53" y="0"/>
                      </a:lnTo>
                      <a:lnTo>
                        <a:pt x="66" y="1"/>
                      </a:lnTo>
                      <a:lnTo>
                        <a:pt x="76" y="5"/>
                      </a:lnTo>
                      <a:lnTo>
                        <a:pt x="87" y="11"/>
                      </a:lnTo>
                      <a:lnTo>
                        <a:pt x="95" y="20"/>
                      </a:lnTo>
                      <a:lnTo>
                        <a:pt x="102" y="29"/>
                      </a:lnTo>
                      <a:lnTo>
                        <a:pt x="105" y="41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" name="Freeform 271">
                  <a:extLst>
                    <a:ext uri="{FF2B5EF4-FFF2-40B4-BE49-F238E27FC236}">
                      <a16:creationId xmlns:a16="http://schemas.microsoft.com/office/drawing/2014/main" id="{4170B412-472D-2002-AC5C-D020E1F1FB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35"/>
                  <a:ext cx="18" cy="11"/>
                </a:xfrm>
                <a:custGeom>
                  <a:avLst/>
                  <a:gdLst>
                    <a:gd name="T0" fmla="*/ 0 w 105"/>
                    <a:gd name="T1" fmla="*/ 0 h 64"/>
                    <a:gd name="T2" fmla="*/ 0 w 105"/>
                    <a:gd name="T3" fmla="*/ 0 h 64"/>
                    <a:gd name="T4" fmla="*/ 0 w 105"/>
                    <a:gd name="T5" fmla="*/ 0 h 64"/>
                    <a:gd name="T6" fmla="*/ 0 w 105"/>
                    <a:gd name="T7" fmla="*/ 0 h 64"/>
                    <a:gd name="T8" fmla="*/ 0 w 105"/>
                    <a:gd name="T9" fmla="*/ 0 h 64"/>
                    <a:gd name="T10" fmla="*/ 0 w 105"/>
                    <a:gd name="T11" fmla="*/ 0 h 64"/>
                    <a:gd name="T12" fmla="*/ 0 w 105"/>
                    <a:gd name="T13" fmla="*/ 0 h 64"/>
                    <a:gd name="T14" fmla="*/ 0 w 105"/>
                    <a:gd name="T15" fmla="*/ 0 h 64"/>
                    <a:gd name="T16" fmla="*/ 0 w 105"/>
                    <a:gd name="T17" fmla="*/ 0 h 64"/>
                    <a:gd name="T18" fmla="*/ 0 w 105"/>
                    <a:gd name="T19" fmla="*/ 0 h 64"/>
                    <a:gd name="T20" fmla="*/ 0 w 105"/>
                    <a:gd name="T21" fmla="*/ 0 h 64"/>
                    <a:gd name="T22" fmla="*/ 0 w 105"/>
                    <a:gd name="T23" fmla="*/ 0 h 64"/>
                    <a:gd name="T24" fmla="*/ 0 w 105"/>
                    <a:gd name="T25" fmla="*/ 0 h 64"/>
                    <a:gd name="T26" fmla="*/ 0 w 105"/>
                    <a:gd name="T27" fmla="*/ 0 h 64"/>
                    <a:gd name="T28" fmla="*/ 0 w 105"/>
                    <a:gd name="T29" fmla="*/ 0 h 6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64"/>
                    <a:gd name="T47" fmla="*/ 105 w 105"/>
                    <a:gd name="T48" fmla="*/ 64 h 6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64">
                      <a:moveTo>
                        <a:pt x="1" y="64"/>
                      </a:moveTo>
                      <a:lnTo>
                        <a:pt x="0" y="53"/>
                      </a:lnTo>
                      <a:lnTo>
                        <a:pt x="1" y="40"/>
                      </a:lnTo>
                      <a:lnTo>
                        <a:pt x="5" y="29"/>
                      </a:lnTo>
                      <a:lnTo>
                        <a:pt x="12" y="19"/>
                      </a:lnTo>
                      <a:lnTo>
                        <a:pt x="20" y="10"/>
                      </a:lnTo>
                      <a:lnTo>
                        <a:pt x="30" y="4"/>
                      </a:lnTo>
                      <a:lnTo>
                        <a:pt x="41" y="1"/>
                      </a:lnTo>
                      <a:lnTo>
                        <a:pt x="53" y="0"/>
                      </a:lnTo>
                      <a:lnTo>
                        <a:pt x="66" y="1"/>
                      </a:lnTo>
                      <a:lnTo>
                        <a:pt x="76" y="5"/>
                      </a:lnTo>
                      <a:lnTo>
                        <a:pt x="87" y="11"/>
                      </a:lnTo>
                      <a:lnTo>
                        <a:pt x="95" y="20"/>
                      </a:lnTo>
                      <a:lnTo>
                        <a:pt x="102" y="29"/>
                      </a:lnTo>
                      <a:lnTo>
                        <a:pt x="105" y="4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" name="Freeform 272">
                  <a:extLst>
                    <a:ext uri="{FF2B5EF4-FFF2-40B4-BE49-F238E27FC236}">
                      <a16:creationId xmlns:a16="http://schemas.microsoft.com/office/drawing/2014/main" id="{291486A5-09C2-7648-BCA6-FC86B80F3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42"/>
                  <a:ext cx="155" cy="628"/>
                </a:xfrm>
                <a:custGeom>
                  <a:avLst/>
                  <a:gdLst>
                    <a:gd name="T0" fmla="*/ 0 w 929"/>
                    <a:gd name="T1" fmla="*/ 0 h 3765"/>
                    <a:gd name="T2" fmla="*/ 0 w 929"/>
                    <a:gd name="T3" fmla="*/ 0 h 3765"/>
                    <a:gd name="T4" fmla="*/ 0 w 929"/>
                    <a:gd name="T5" fmla="*/ 0 h 3765"/>
                    <a:gd name="T6" fmla="*/ 0 w 929"/>
                    <a:gd name="T7" fmla="*/ 0 h 3765"/>
                    <a:gd name="T8" fmla="*/ 0 w 929"/>
                    <a:gd name="T9" fmla="*/ 0 h 3765"/>
                    <a:gd name="T10" fmla="*/ 0 w 929"/>
                    <a:gd name="T11" fmla="*/ 0 h 3765"/>
                    <a:gd name="T12" fmla="*/ 0 w 929"/>
                    <a:gd name="T13" fmla="*/ 0 h 37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3765"/>
                    <a:gd name="T23" fmla="*/ 929 w 929"/>
                    <a:gd name="T24" fmla="*/ 3765 h 37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3765">
                      <a:moveTo>
                        <a:pt x="104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825" y="3765"/>
                      </a:lnTo>
                      <a:lnTo>
                        <a:pt x="877" y="3754"/>
                      </a:lnTo>
                      <a:lnTo>
                        <a:pt x="929" y="3742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" name="Freeform 273">
                  <a:extLst>
                    <a:ext uri="{FF2B5EF4-FFF2-40B4-BE49-F238E27FC236}">
                      <a16:creationId xmlns:a16="http://schemas.microsoft.com/office/drawing/2014/main" id="{2E4016FD-CB38-7ADA-19B3-0A8D5E912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42"/>
                  <a:ext cx="155" cy="628"/>
                </a:xfrm>
                <a:custGeom>
                  <a:avLst/>
                  <a:gdLst>
                    <a:gd name="T0" fmla="*/ 0 w 929"/>
                    <a:gd name="T1" fmla="*/ 0 h 3765"/>
                    <a:gd name="T2" fmla="*/ 0 w 929"/>
                    <a:gd name="T3" fmla="*/ 0 h 3765"/>
                    <a:gd name="T4" fmla="*/ 0 w 929"/>
                    <a:gd name="T5" fmla="*/ 0 h 3765"/>
                    <a:gd name="T6" fmla="*/ 0 w 929"/>
                    <a:gd name="T7" fmla="*/ 0 h 3765"/>
                    <a:gd name="T8" fmla="*/ 0 w 929"/>
                    <a:gd name="T9" fmla="*/ 0 h 3765"/>
                    <a:gd name="T10" fmla="*/ 0 w 929"/>
                    <a:gd name="T11" fmla="*/ 0 h 3765"/>
                    <a:gd name="T12" fmla="*/ 0 w 929"/>
                    <a:gd name="T13" fmla="*/ 0 h 37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3765"/>
                    <a:gd name="T23" fmla="*/ 929 w 929"/>
                    <a:gd name="T24" fmla="*/ 3765 h 37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3765">
                      <a:moveTo>
                        <a:pt x="104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825" y="3765"/>
                      </a:lnTo>
                      <a:lnTo>
                        <a:pt x="877" y="3754"/>
                      </a:lnTo>
                      <a:lnTo>
                        <a:pt x="929" y="3742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" name="Freeform 274">
                  <a:extLst>
                    <a:ext uri="{FF2B5EF4-FFF2-40B4-BE49-F238E27FC236}">
                      <a16:creationId xmlns:a16="http://schemas.microsoft.com/office/drawing/2014/main" id="{CB137E42-6051-8CBA-AF47-40CEBE7A9F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6"/>
                  <a:ext cx="17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w 105"/>
                    <a:gd name="T31" fmla="*/ 0 h 65"/>
                    <a:gd name="T32" fmla="*/ 0 w 105"/>
                    <a:gd name="T33" fmla="*/ 0 h 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65"/>
                    <a:gd name="T53" fmla="*/ 105 w 105"/>
                    <a:gd name="T54" fmla="*/ 65 h 6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65">
                      <a:moveTo>
                        <a:pt x="52" y="12"/>
                      </a:moveTo>
                      <a:lnTo>
                        <a:pt x="104" y="0"/>
                      </a:lnTo>
                      <a:lnTo>
                        <a:pt x="105" y="12"/>
                      </a:lnTo>
                      <a:lnTo>
                        <a:pt x="104" y="24"/>
                      </a:lnTo>
                      <a:lnTo>
                        <a:pt x="99" y="35"/>
                      </a:lnTo>
                      <a:lnTo>
                        <a:pt x="93" y="45"/>
                      </a:lnTo>
                      <a:lnTo>
                        <a:pt x="85" y="54"/>
                      </a:lnTo>
                      <a:lnTo>
                        <a:pt x="75" y="60"/>
                      </a:lnTo>
                      <a:lnTo>
                        <a:pt x="63" y="63"/>
                      </a:lnTo>
                      <a:lnTo>
                        <a:pt x="52" y="65"/>
                      </a:lnTo>
                      <a:lnTo>
                        <a:pt x="39" y="63"/>
                      </a:lnTo>
                      <a:lnTo>
                        <a:pt x="29" y="59"/>
                      </a:lnTo>
                      <a:lnTo>
                        <a:pt x="18" y="53"/>
                      </a:lnTo>
                      <a:lnTo>
                        <a:pt x="9" y="44"/>
                      </a:lnTo>
                      <a:lnTo>
                        <a:pt x="3" y="35"/>
                      </a:lnTo>
                      <a:lnTo>
                        <a:pt x="0" y="23"/>
                      </a:lnTo>
                      <a:lnTo>
                        <a:pt x="5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" name="Freeform 275">
                  <a:extLst>
                    <a:ext uri="{FF2B5EF4-FFF2-40B4-BE49-F238E27FC236}">
                      <a16:creationId xmlns:a16="http://schemas.microsoft.com/office/drawing/2014/main" id="{56E80E94-B91A-92E8-9176-67C5EE267B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6"/>
                  <a:ext cx="17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65"/>
                    <a:gd name="T47" fmla="*/ 105 w 105"/>
                    <a:gd name="T48" fmla="*/ 65 h 6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65">
                      <a:moveTo>
                        <a:pt x="104" y="0"/>
                      </a:moveTo>
                      <a:lnTo>
                        <a:pt x="105" y="12"/>
                      </a:lnTo>
                      <a:lnTo>
                        <a:pt x="104" y="24"/>
                      </a:lnTo>
                      <a:lnTo>
                        <a:pt x="99" y="35"/>
                      </a:lnTo>
                      <a:lnTo>
                        <a:pt x="93" y="45"/>
                      </a:lnTo>
                      <a:lnTo>
                        <a:pt x="85" y="54"/>
                      </a:lnTo>
                      <a:lnTo>
                        <a:pt x="75" y="60"/>
                      </a:lnTo>
                      <a:lnTo>
                        <a:pt x="63" y="63"/>
                      </a:lnTo>
                      <a:lnTo>
                        <a:pt x="52" y="65"/>
                      </a:lnTo>
                      <a:lnTo>
                        <a:pt x="39" y="63"/>
                      </a:lnTo>
                      <a:lnTo>
                        <a:pt x="29" y="59"/>
                      </a:lnTo>
                      <a:lnTo>
                        <a:pt x="18" y="53"/>
                      </a:lnTo>
                      <a:lnTo>
                        <a:pt x="9" y="44"/>
                      </a:lnTo>
                      <a:lnTo>
                        <a:pt x="3" y="35"/>
                      </a:lnTo>
                      <a:lnTo>
                        <a:pt x="0" y="2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" name="Freeform 276">
                  <a:extLst>
                    <a:ext uri="{FF2B5EF4-FFF2-40B4-BE49-F238E27FC236}">
                      <a16:creationId xmlns:a16="http://schemas.microsoft.com/office/drawing/2014/main" id="{A8F14D31-D422-A7F7-72CC-9E27CDC4B2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6" y="2173"/>
                  <a:ext cx="13" cy="16"/>
                </a:xfrm>
                <a:custGeom>
                  <a:avLst/>
                  <a:gdLst>
                    <a:gd name="T0" fmla="*/ 0 w 77"/>
                    <a:gd name="T1" fmla="*/ 0 h 101"/>
                    <a:gd name="T2" fmla="*/ 0 w 77"/>
                    <a:gd name="T3" fmla="*/ 0 h 101"/>
                    <a:gd name="T4" fmla="*/ 0 w 77"/>
                    <a:gd name="T5" fmla="*/ 0 h 101"/>
                    <a:gd name="T6" fmla="*/ 0 w 77"/>
                    <a:gd name="T7" fmla="*/ 0 h 101"/>
                    <a:gd name="T8" fmla="*/ 0 w 77"/>
                    <a:gd name="T9" fmla="*/ 0 h 101"/>
                    <a:gd name="T10" fmla="*/ 0 w 77"/>
                    <a:gd name="T11" fmla="*/ 0 h 101"/>
                    <a:gd name="T12" fmla="*/ 0 w 77"/>
                    <a:gd name="T13" fmla="*/ 0 h 101"/>
                    <a:gd name="T14" fmla="*/ 0 w 77"/>
                    <a:gd name="T15" fmla="*/ 0 h 101"/>
                    <a:gd name="T16" fmla="*/ 0 w 77"/>
                    <a:gd name="T17" fmla="*/ 0 h 101"/>
                    <a:gd name="T18" fmla="*/ 0 w 77"/>
                    <a:gd name="T19" fmla="*/ 0 h 101"/>
                    <a:gd name="T20" fmla="*/ 0 w 77"/>
                    <a:gd name="T21" fmla="*/ 0 h 101"/>
                    <a:gd name="T22" fmla="*/ 0 w 77"/>
                    <a:gd name="T23" fmla="*/ 0 h 101"/>
                    <a:gd name="T24" fmla="*/ 0 w 77"/>
                    <a:gd name="T25" fmla="*/ 0 h 101"/>
                    <a:gd name="T26" fmla="*/ 0 w 77"/>
                    <a:gd name="T27" fmla="*/ 0 h 101"/>
                    <a:gd name="T28" fmla="*/ 0 w 77"/>
                    <a:gd name="T29" fmla="*/ 0 h 101"/>
                    <a:gd name="T30" fmla="*/ 0 w 77"/>
                    <a:gd name="T31" fmla="*/ 0 h 101"/>
                    <a:gd name="T32" fmla="*/ 0 w 77"/>
                    <a:gd name="T33" fmla="*/ 0 h 10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7"/>
                    <a:gd name="T52" fmla="*/ 0 h 101"/>
                    <a:gd name="T53" fmla="*/ 77 w 77"/>
                    <a:gd name="T54" fmla="*/ 101 h 10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7" h="101">
                      <a:moveTo>
                        <a:pt x="53" y="48"/>
                      </a:moveTo>
                      <a:lnTo>
                        <a:pt x="77" y="95"/>
                      </a:lnTo>
                      <a:lnTo>
                        <a:pt x="66" y="100"/>
                      </a:lnTo>
                      <a:lnTo>
                        <a:pt x="54" y="101"/>
                      </a:lnTo>
                      <a:lnTo>
                        <a:pt x="42" y="100"/>
                      </a:lnTo>
                      <a:lnTo>
                        <a:pt x="31" y="97"/>
                      </a:lnTo>
                      <a:lnTo>
                        <a:pt x="21" y="90"/>
                      </a:lnTo>
                      <a:lnTo>
                        <a:pt x="12" y="82"/>
                      </a:lnTo>
                      <a:lnTo>
                        <a:pt x="6" y="71"/>
                      </a:lnTo>
                      <a:lnTo>
                        <a:pt x="2" y="61"/>
                      </a:lnTo>
                      <a:lnTo>
                        <a:pt x="0" y="49"/>
                      </a:lnTo>
                      <a:lnTo>
                        <a:pt x="2" y="36"/>
                      </a:lnTo>
                      <a:lnTo>
                        <a:pt x="5" y="26"/>
                      </a:lnTo>
                      <a:lnTo>
                        <a:pt x="11" y="15"/>
                      </a:lnTo>
                      <a:lnTo>
                        <a:pt x="20" y="7"/>
                      </a:lnTo>
                      <a:lnTo>
                        <a:pt x="30" y="0"/>
                      </a:lnTo>
                      <a:lnTo>
                        <a:pt x="53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" name="Freeform 277">
                  <a:extLst>
                    <a:ext uri="{FF2B5EF4-FFF2-40B4-BE49-F238E27FC236}">
                      <a16:creationId xmlns:a16="http://schemas.microsoft.com/office/drawing/2014/main" id="{452447A6-E686-CB1C-5D26-B44AD5DBC9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6" y="2173"/>
                  <a:ext cx="13" cy="16"/>
                </a:xfrm>
                <a:custGeom>
                  <a:avLst/>
                  <a:gdLst>
                    <a:gd name="T0" fmla="*/ 0 w 77"/>
                    <a:gd name="T1" fmla="*/ 0 h 101"/>
                    <a:gd name="T2" fmla="*/ 0 w 77"/>
                    <a:gd name="T3" fmla="*/ 0 h 101"/>
                    <a:gd name="T4" fmla="*/ 0 w 77"/>
                    <a:gd name="T5" fmla="*/ 0 h 101"/>
                    <a:gd name="T6" fmla="*/ 0 w 77"/>
                    <a:gd name="T7" fmla="*/ 0 h 101"/>
                    <a:gd name="T8" fmla="*/ 0 w 77"/>
                    <a:gd name="T9" fmla="*/ 0 h 101"/>
                    <a:gd name="T10" fmla="*/ 0 w 77"/>
                    <a:gd name="T11" fmla="*/ 0 h 101"/>
                    <a:gd name="T12" fmla="*/ 0 w 77"/>
                    <a:gd name="T13" fmla="*/ 0 h 101"/>
                    <a:gd name="T14" fmla="*/ 0 w 77"/>
                    <a:gd name="T15" fmla="*/ 0 h 101"/>
                    <a:gd name="T16" fmla="*/ 0 w 77"/>
                    <a:gd name="T17" fmla="*/ 0 h 101"/>
                    <a:gd name="T18" fmla="*/ 0 w 77"/>
                    <a:gd name="T19" fmla="*/ 0 h 101"/>
                    <a:gd name="T20" fmla="*/ 0 w 77"/>
                    <a:gd name="T21" fmla="*/ 0 h 101"/>
                    <a:gd name="T22" fmla="*/ 0 w 77"/>
                    <a:gd name="T23" fmla="*/ 0 h 101"/>
                    <a:gd name="T24" fmla="*/ 0 w 77"/>
                    <a:gd name="T25" fmla="*/ 0 h 101"/>
                    <a:gd name="T26" fmla="*/ 0 w 77"/>
                    <a:gd name="T27" fmla="*/ 0 h 101"/>
                    <a:gd name="T28" fmla="*/ 0 w 77"/>
                    <a:gd name="T29" fmla="*/ 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7"/>
                    <a:gd name="T46" fmla="*/ 0 h 101"/>
                    <a:gd name="T47" fmla="*/ 77 w 77"/>
                    <a:gd name="T48" fmla="*/ 101 h 10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7" h="101">
                      <a:moveTo>
                        <a:pt x="77" y="95"/>
                      </a:moveTo>
                      <a:lnTo>
                        <a:pt x="66" y="100"/>
                      </a:lnTo>
                      <a:lnTo>
                        <a:pt x="54" y="101"/>
                      </a:lnTo>
                      <a:lnTo>
                        <a:pt x="42" y="100"/>
                      </a:lnTo>
                      <a:lnTo>
                        <a:pt x="31" y="97"/>
                      </a:lnTo>
                      <a:lnTo>
                        <a:pt x="21" y="90"/>
                      </a:lnTo>
                      <a:lnTo>
                        <a:pt x="12" y="82"/>
                      </a:lnTo>
                      <a:lnTo>
                        <a:pt x="6" y="71"/>
                      </a:lnTo>
                      <a:lnTo>
                        <a:pt x="2" y="61"/>
                      </a:lnTo>
                      <a:lnTo>
                        <a:pt x="0" y="49"/>
                      </a:lnTo>
                      <a:lnTo>
                        <a:pt x="2" y="36"/>
                      </a:lnTo>
                      <a:lnTo>
                        <a:pt x="5" y="26"/>
                      </a:lnTo>
                      <a:lnTo>
                        <a:pt x="11" y="15"/>
                      </a:lnTo>
                      <a:lnTo>
                        <a:pt x="20" y="7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" name="Freeform 278">
                  <a:extLst>
                    <a:ext uri="{FF2B5EF4-FFF2-40B4-BE49-F238E27FC236}">
                      <a16:creationId xmlns:a16="http://schemas.microsoft.com/office/drawing/2014/main" id="{3802E531-5FE9-A9C6-CEC0-775CDC281B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" y="2163"/>
                  <a:ext cx="27" cy="25"/>
                </a:xfrm>
                <a:custGeom>
                  <a:avLst/>
                  <a:gdLst>
                    <a:gd name="T0" fmla="*/ 0 w 162"/>
                    <a:gd name="T1" fmla="*/ 0 h 152"/>
                    <a:gd name="T2" fmla="*/ 0 w 162"/>
                    <a:gd name="T3" fmla="*/ 0 h 152"/>
                    <a:gd name="T4" fmla="*/ 0 w 162"/>
                    <a:gd name="T5" fmla="*/ 0 h 152"/>
                    <a:gd name="T6" fmla="*/ 0 w 162"/>
                    <a:gd name="T7" fmla="*/ 0 h 152"/>
                    <a:gd name="T8" fmla="*/ 0 w 162"/>
                    <a:gd name="T9" fmla="*/ 0 h 152"/>
                    <a:gd name="T10" fmla="*/ 0 w 162"/>
                    <a:gd name="T11" fmla="*/ 0 h 152"/>
                    <a:gd name="T12" fmla="*/ 0 w 162"/>
                    <a:gd name="T13" fmla="*/ 0 h 15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52"/>
                    <a:gd name="T23" fmla="*/ 162 w 162"/>
                    <a:gd name="T24" fmla="*/ 152 h 15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52">
                      <a:moveTo>
                        <a:pt x="0" y="57"/>
                      </a:moveTo>
                      <a:lnTo>
                        <a:pt x="23" y="105"/>
                      </a:lnTo>
                      <a:lnTo>
                        <a:pt x="47" y="152"/>
                      </a:lnTo>
                      <a:lnTo>
                        <a:pt x="162" y="95"/>
                      </a:lnTo>
                      <a:lnTo>
                        <a:pt x="139" y="48"/>
                      </a:lnTo>
                      <a:lnTo>
                        <a:pt x="116" y="0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" name="Freeform 279">
                  <a:extLst>
                    <a:ext uri="{FF2B5EF4-FFF2-40B4-BE49-F238E27FC236}">
                      <a16:creationId xmlns:a16="http://schemas.microsoft.com/office/drawing/2014/main" id="{496B21A5-FB26-0AB6-311A-19922B2589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" y="2163"/>
                  <a:ext cx="27" cy="25"/>
                </a:xfrm>
                <a:custGeom>
                  <a:avLst/>
                  <a:gdLst>
                    <a:gd name="T0" fmla="*/ 0 w 162"/>
                    <a:gd name="T1" fmla="*/ 0 h 152"/>
                    <a:gd name="T2" fmla="*/ 0 w 162"/>
                    <a:gd name="T3" fmla="*/ 0 h 152"/>
                    <a:gd name="T4" fmla="*/ 0 w 162"/>
                    <a:gd name="T5" fmla="*/ 0 h 152"/>
                    <a:gd name="T6" fmla="*/ 0 w 162"/>
                    <a:gd name="T7" fmla="*/ 0 h 152"/>
                    <a:gd name="T8" fmla="*/ 0 w 162"/>
                    <a:gd name="T9" fmla="*/ 0 h 152"/>
                    <a:gd name="T10" fmla="*/ 0 w 162"/>
                    <a:gd name="T11" fmla="*/ 0 h 152"/>
                    <a:gd name="T12" fmla="*/ 0 w 162"/>
                    <a:gd name="T13" fmla="*/ 0 h 15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52"/>
                    <a:gd name="T23" fmla="*/ 162 w 162"/>
                    <a:gd name="T24" fmla="*/ 152 h 15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52">
                      <a:moveTo>
                        <a:pt x="0" y="57"/>
                      </a:moveTo>
                      <a:lnTo>
                        <a:pt x="23" y="105"/>
                      </a:lnTo>
                      <a:lnTo>
                        <a:pt x="47" y="152"/>
                      </a:lnTo>
                      <a:lnTo>
                        <a:pt x="162" y="95"/>
                      </a:lnTo>
                      <a:lnTo>
                        <a:pt x="139" y="48"/>
                      </a:lnTo>
                      <a:lnTo>
                        <a:pt x="116" y="0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" name="Freeform 280">
                  <a:extLst>
                    <a:ext uri="{FF2B5EF4-FFF2-40B4-BE49-F238E27FC236}">
                      <a16:creationId xmlns:a16="http://schemas.microsoft.com/office/drawing/2014/main" id="{4E31366E-20EA-B59C-F928-FB3C15A2C3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4" y="2171"/>
                  <a:ext cx="5" cy="8"/>
                </a:xfrm>
                <a:custGeom>
                  <a:avLst/>
                  <a:gdLst>
                    <a:gd name="T0" fmla="*/ 0 w 27"/>
                    <a:gd name="T1" fmla="*/ 0 h 47"/>
                    <a:gd name="T2" fmla="*/ 0 w 27"/>
                    <a:gd name="T3" fmla="*/ 0 h 47"/>
                    <a:gd name="T4" fmla="*/ 0 w 27"/>
                    <a:gd name="T5" fmla="*/ 0 h 47"/>
                    <a:gd name="T6" fmla="*/ 0 w 27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7"/>
                    <a:gd name="T14" fmla="*/ 27 w 27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7">
                      <a:moveTo>
                        <a:pt x="0" y="0"/>
                      </a:moveTo>
                      <a:lnTo>
                        <a:pt x="23" y="47"/>
                      </a:lnTo>
                      <a:lnTo>
                        <a:pt x="27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" name="Line 281">
                  <a:extLst>
                    <a:ext uri="{FF2B5EF4-FFF2-40B4-BE49-F238E27FC236}">
                      <a16:creationId xmlns:a16="http://schemas.microsoft.com/office/drawing/2014/main" id="{7A893B4D-5245-B240-4D17-C072D28379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68" y="217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" name="Freeform 282">
                  <a:extLst>
                    <a:ext uri="{FF2B5EF4-FFF2-40B4-BE49-F238E27FC236}">
                      <a16:creationId xmlns:a16="http://schemas.microsoft.com/office/drawing/2014/main" id="{C14740DC-5D0A-ED3B-69D3-11DD175870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2152"/>
                  <a:ext cx="28" cy="27"/>
                </a:xfrm>
                <a:custGeom>
                  <a:avLst/>
                  <a:gdLst>
                    <a:gd name="T0" fmla="*/ 0 w 167"/>
                    <a:gd name="T1" fmla="*/ 0 h 158"/>
                    <a:gd name="T2" fmla="*/ 0 w 167"/>
                    <a:gd name="T3" fmla="*/ 0 h 158"/>
                    <a:gd name="T4" fmla="*/ 0 w 167"/>
                    <a:gd name="T5" fmla="*/ 0 h 158"/>
                    <a:gd name="T6" fmla="*/ 0 w 167"/>
                    <a:gd name="T7" fmla="*/ 0 h 158"/>
                    <a:gd name="T8" fmla="*/ 0 w 167"/>
                    <a:gd name="T9" fmla="*/ 0 h 158"/>
                    <a:gd name="T10" fmla="*/ 0 w 167"/>
                    <a:gd name="T11" fmla="*/ 0 h 158"/>
                    <a:gd name="T12" fmla="*/ 0 w 167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8"/>
                    <a:gd name="T23" fmla="*/ 167 w 167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8">
                      <a:moveTo>
                        <a:pt x="0" y="67"/>
                      </a:moveTo>
                      <a:lnTo>
                        <a:pt x="28" y="113"/>
                      </a:lnTo>
                      <a:lnTo>
                        <a:pt x="55" y="158"/>
                      </a:lnTo>
                      <a:lnTo>
                        <a:pt x="167" y="91"/>
                      </a:lnTo>
                      <a:lnTo>
                        <a:pt x="139" y="46"/>
                      </a:lnTo>
                      <a:lnTo>
                        <a:pt x="111" y="0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" name="Freeform 283">
                  <a:extLst>
                    <a:ext uri="{FF2B5EF4-FFF2-40B4-BE49-F238E27FC236}">
                      <a16:creationId xmlns:a16="http://schemas.microsoft.com/office/drawing/2014/main" id="{E18070C5-F3C7-3B6E-6424-16F1D0943F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2152"/>
                  <a:ext cx="28" cy="27"/>
                </a:xfrm>
                <a:custGeom>
                  <a:avLst/>
                  <a:gdLst>
                    <a:gd name="T0" fmla="*/ 0 w 167"/>
                    <a:gd name="T1" fmla="*/ 0 h 158"/>
                    <a:gd name="T2" fmla="*/ 0 w 167"/>
                    <a:gd name="T3" fmla="*/ 0 h 158"/>
                    <a:gd name="T4" fmla="*/ 0 w 167"/>
                    <a:gd name="T5" fmla="*/ 0 h 158"/>
                    <a:gd name="T6" fmla="*/ 0 w 167"/>
                    <a:gd name="T7" fmla="*/ 0 h 158"/>
                    <a:gd name="T8" fmla="*/ 0 w 167"/>
                    <a:gd name="T9" fmla="*/ 0 h 158"/>
                    <a:gd name="T10" fmla="*/ 0 w 167"/>
                    <a:gd name="T11" fmla="*/ 0 h 158"/>
                    <a:gd name="T12" fmla="*/ 0 w 167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8"/>
                    <a:gd name="T23" fmla="*/ 167 w 167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8">
                      <a:moveTo>
                        <a:pt x="0" y="67"/>
                      </a:moveTo>
                      <a:lnTo>
                        <a:pt x="28" y="113"/>
                      </a:lnTo>
                      <a:lnTo>
                        <a:pt x="55" y="158"/>
                      </a:lnTo>
                      <a:lnTo>
                        <a:pt x="167" y="91"/>
                      </a:lnTo>
                      <a:lnTo>
                        <a:pt x="139" y="46"/>
                      </a:lnTo>
                      <a:lnTo>
                        <a:pt x="111" y="0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" name="Freeform 284">
                  <a:extLst>
                    <a:ext uri="{FF2B5EF4-FFF2-40B4-BE49-F238E27FC236}">
                      <a16:creationId xmlns:a16="http://schemas.microsoft.com/office/drawing/2014/main" id="{4F84B640-2E07-98B4-E115-296C02918E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3" y="2160"/>
                  <a:ext cx="5" cy="7"/>
                </a:xfrm>
                <a:custGeom>
                  <a:avLst/>
                  <a:gdLst>
                    <a:gd name="T0" fmla="*/ 0 w 32"/>
                    <a:gd name="T1" fmla="*/ 0 h 45"/>
                    <a:gd name="T2" fmla="*/ 0 w 32"/>
                    <a:gd name="T3" fmla="*/ 0 h 45"/>
                    <a:gd name="T4" fmla="*/ 0 w 32"/>
                    <a:gd name="T5" fmla="*/ 0 h 45"/>
                    <a:gd name="T6" fmla="*/ 0 w 32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5"/>
                    <a:gd name="T14" fmla="*/ 32 w 32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5">
                      <a:moveTo>
                        <a:pt x="0" y="0"/>
                      </a:moveTo>
                      <a:lnTo>
                        <a:pt x="28" y="45"/>
                      </a:lnTo>
                      <a:lnTo>
                        <a:pt x="32" y="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" name="Line 285">
                  <a:extLst>
                    <a:ext uri="{FF2B5EF4-FFF2-40B4-BE49-F238E27FC236}">
                      <a16:creationId xmlns:a16="http://schemas.microsoft.com/office/drawing/2014/main" id="{2AC1E19B-531A-464C-945A-DB30230847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8" y="21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" name="Freeform 286">
                  <a:extLst>
                    <a:ext uri="{FF2B5EF4-FFF2-40B4-BE49-F238E27FC236}">
                      <a16:creationId xmlns:a16="http://schemas.microsoft.com/office/drawing/2014/main" id="{FDB4B031-6A69-14A5-875D-0D5C66D255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8" y="2140"/>
                  <a:ext cx="28" cy="27"/>
                </a:xfrm>
                <a:custGeom>
                  <a:avLst/>
                  <a:gdLst>
                    <a:gd name="T0" fmla="*/ 0 w 169"/>
                    <a:gd name="T1" fmla="*/ 0 h 163"/>
                    <a:gd name="T2" fmla="*/ 0 w 169"/>
                    <a:gd name="T3" fmla="*/ 0 h 163"/>
                    <a:gd name="T4" fmla="*/ 0 w 169"/>
                    <a:gd name="T5" fmla="*/ 0 h 163"/>
                    <a:gd name="T6" fmla="*/ 0 w 169"/>
                    <a:gd name="T7" fmla="*/ 0 h 163"/>
                    <a:gd name="T8" fmla="*/ 0 w 169"/>
                    <a:gd name="T9" fmla="*/ 0 h 163"/>
                    <a:gd name="T10" fmla="*/ 0 w 169"/>
                    <a:gd name="T11" fmla="*/ 0 h 163"/>
                    <a:gd name="T12" fmla="*/ 0 w 16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3"/>
                    <a:gd name="T23" fmla="*/ 169 w 16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3">
                      <a:moveTo>
                        <a:pt x="0" y="77"/>
                      </a:moveTo>
                      <a:lnTo>
                        <a:pt x="32" y="120"/>
                      </a:lnTo>
                      <a:lnTo>
                        <a:pt x="64" y="163"/>
                      </a:lnTo>
                      <a:lnTo>
                        <a:pt x="169" y="87"/>
                      </a:lnTo>
                      <a:lnTo>
                        <a:pt x="137" y="44"/>
                      </a:lnTo>
                      <a:lnTo>
                        <a:pt x="105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" name="Freeform 287">
                  <a:extLst>
                    <a:ext uri="{FF2B5EF4-FFF2-40B4-BE49-F238E27FC236}">
                      <a16:creationId xmlns:a16="http://schemas.microsoft.com/office/drawing/2014/main" id="{F453FDAD-A827-A290-4C91-0F08F5D175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8" y="2140"/>
                  <a:ext cx="28" cy="27"/>
                </a:xfrm>
                <a:custGeom>
                  <a:avLst/>
                  <a:gdLst>
                    <a:gd name="T0" fmla="*/ 0 w 169"/>
                    <a:gd name="T1" fmla="*/ 0 h 163"/>
                    <a:gd name="T2" fmla="*/ 0 w 169"/>
                    <a:gd name="T3" fmla="*/ 0 h 163"/>
                    <a:gd name="T4" fmla="*/ 0 w 169"/>
                    <a:gd name="T5" fmla="*/ 0 h 163"/>
                    <a:gd name="T6" fmla="*/ 0 w 169"/>
                    <a:gd name="T7" fmla="*/ 0 h 163"/>
                    <a:gd name="T8" fmla="*/ 0 w 169"/>
                    <a:gd name="T9" fmla="*/ 0 h 163"/>
                    <a:gd name="T10" fmla="*/ 0 w 169"/>
                    <a:gd name="T11" fmla="*/ 0 h 163"/>
                    <a:gd name="T12" fmla="*/ 0 w 16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3"/>
                    <a:gd name="T23" fmla="*/ 169 w 16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3">
                      <a:moveTo>
                        <a:pt x="0" y="77"/>
                      </a:moveTo>
                      <a:lnTo>
                        <a:pt x="32" y="120"/>
                      </a:lnTo>
                      <a:lnTo>
                        <a:pt x="64" y="163"/>
                      </a:lnTo>
                      <a:lnTo>
                        <a:pt x="169" y="87"/>
                      </a:lnTo>
                      <a:lnTo>
                        <a:pt x="137" y="44"/>
                      </a:lnTo>
                      <a:lnTo>
                        <a:pt x="105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" name="Freeform 288">
                  <a:extLst>
                    <a:ext uri="{FF2B5EF4-FFF2-40B4-BE49-F238E27FC236}">
                      <a16:creationId xmlns:a16="http://schemas.microsoft.com/office/drawing/2014/main" id="{7AB3257A-C8A8-46F1-66C8-F018F9785E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0" y="2147"/>
                  <a:ext cx="6" cy="7"/>
                </a:xfrm>
                <a:custGeom>
                  <a:avLst/>
                  <a:gdLst>
                    <a:gd name="T0" fmla="*/ 0 w 35"/>
                    <a:gd name="T1" fmla="*/ 0 h 43"/>
                    <a:gd name="T2" fmla="*/ 0 w 35"/>
                    <a:gd name="T3" fmla="*/ 0 h 43"/>
                    <a:gd name="T4" fmla="*/ 0 w 35"/>
                    <a:gd name="T5" fmla="*/ 0 h 43"/>
                    <a:gd name="T6" fmla="*/ 0 w 35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3"/>
                    <a:gd name="T14" fmla="*/ 35 w 35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3">
                      <a:moveTo>
                        <a:pt x="0" y="0"/>
                      </a:moveTo>
                      <a:lnTo>
                        <a:pt x="32" y="43"/>
                      </a:lnTo>
                      <a:lnTo>
                        <a:pt x="35" y="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" name="Line 289">
                  <a:extLst>
                    <a:ext uri="{FF2B5EF4-FFF2-40B4-BE49-F238E27FC236}">
                      <a16:creationId xmlns:a16="http://schemas.microsoft.com/office/drawing/2014/main" id="{B20ECFC9-F399-8F03-B160-F03D8C1369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06" y="215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" name="Freeform 290">
                  <a:extLst>
                    <a:ext uri="{FF2B5EF4-FFF2-40B4-BE49-F238E27FC236}">
                      <a16:creationId xmlns:a16="http://schemas.microsoft.com/office/drawing/2014/main" id="{0D5F54BF-BD77-667B-6359-C30448EBE6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95" y="2126"/>
                  <a:ext cx="28" cy="28"/>
                </a:xfrm>
                <a:custGeom>
                  <a:avLst/>
                  <a:gdLst>
                    <a:gd name="T0" fmla="*/ 0 w 168"/>
                    <a:gd name="T1" fmla="*/ 0 h 164"/>
                    <a:gd name="T2" fmla="*/ 0 w 168"/>
                    <a:gd name="T3" fmla="*/ 0 h 164"/>
                    <a:gd name="T4" fmla="*/ 0 w 168"/>
                    <a:gd name="T5" fmla="*/ 0 h 164"/>
                    <a:gd name="T6" fmla="*/ 0 w 168"/>
                    <a:gd name="T7" fmla="*/ 0 h 164"/>
                    <a:gd name="T8" fmla="*/ 0 w 168"/>
                    <a:gd name="T9" fmla="*/ 0 h 164"/>
                    <a:gd name="T10" fmla="*/ 0 w 168"/>
                    <a:gd name="T11" fmla="*/ 0 h 164"/>
                    <a:gd name="T12" fmla="*/ 0 w 168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4"/>
                    <a:gd name="T23" fmla="*/ 168 w 168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4">
                      <a:moveTo>
                        <a:pt x="0" y="83"/>
                      </a:moveTo>
                      <a:lnTo>
                        <a:pt x="35" y="124"/>
                      </a:lnTo>
                      <a:lnTo>
                        <a:pt x="70" y="164"/>
                      </a:lnTo>
                      <a:lnTo>
                        <a:pt x="168" y="80"/>
                      </a:lnTo>
                      <a:lnTo>
                        <a:pt x="133" y="40"/>
                      </a:lnTo>
                      <a:lnTo>
                        <a:pt x="98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" name="Freeform 291">
                  <a:extLst>
                    <a:ext uri="{FF2B5EF4-FFF2-40B4-BE49-F238E27FC236}">
                      <a16:creationId xmlns:a16="http://schemas.microsoft.com/office/drawing/2014/main" id="{01368146-2051-1778-873D-A31F1B4D3D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95" y="2126"/>
                  <a:ext cx="28" cy="28"/>
                </a:xfrm>
                <a:custGeom>
                  <a:avLst/>
                  <a:gdLst>
                    <a:gd name="T0" fmla="*/ 0 w 168"/>
                    <a:gd name="T1" fmla="*/ 0 h 164"/>
                    <a:gd name="T2" fmla="*/ 0 w 168"/>
                    <a:gd name="T3" fmla="*/ 0 h 164"/>
                    <a:gd name="T4" fmla="*/ 0 w 168"/>
                    <a:gd name="T5" fmla="*/ 0 h 164"/>
                    <a:gd name="T6" fmla="*/ 0 w 168"/>
                    <a:gd name="T7" fmla="*/ 0 h 164"/>
                    <a:gd name="T8" fmla="*/ 0 w 168"/>
                    <a:gd name="T9" fmla="*/ 0 h 164"/>
                    <a:gd name="T10" fmla="*/ 0 w 168"/>
                    <a:gd name="T11" fmla="*/ 0 h 164"/>
                    <a:gd name="T12" fmla="*/ 0 w 168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4"/>
                    <a:gd name="T23" fmla="*/ 168 w 168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4">
                      <a:moveTo>
                        <a:pt x="0" y="83"/>
                      </a:moveTo>
                      <a:lnTo>
                        <a:pt x="35" y="124"/>
                      </a:lnTo>
                      <a:lnTo>
                        <a:pt x="70" y="164"/>
                      </a:lnTo>
                      <a:lnTo>
                        <a:pt x="168" y="80"/>
                      </a:lnTo>
                      <a:lnTo>
                        <a:pt x="133" y="40"/>
                      </a:lnTo>
                      <a:lnTo>
                        <a:pt x="98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" name="Freeform 292">
                  <a:extLst>
                    <a:ext uri="{FF2B5EF4-FFF2-40B4-BE49-F238E27FC236}">
                      <a16:creationId xmlns:a16="http://schemas.microsoft.com/office/drawing/2014/main" id="{1D6B13BF-C46C-A38D-AA4B-A3532B5A54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7" y="2133"/>
                  <a:ext cx="6" cy="7"/>
                </a:xfrm>
                <a:custGeom>
                  <a:avLst/>
                  <a:gdLst>
                    <a:gd name="T0" fmla="*/ 0 w 38"/>
                    <a:gd name="T1" fmla="*/ 0 h 40"/>
                    <a:gd name="T2" fmla="*/ 0 w 38"/>
                    <a:gd name="T3" fmla="*/ 0 h 40"/>
                    <a:gd name="T4" fmla="*/ 0 w 38"/>
                    <a:gd name="T5" fmla="*/ 0 h 40"/>
                    <a:gd name="T6" fmla="*/ 0 w 38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0"/>
                    <a:gd name="T14" fmla="*/ 38 w 38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0">
                      <a:moveTo>
                        <a:pt x="0" y="0"/>
                      </a:moveTo>
                      <a:lnTo>
                        <a:pt x="35" y="40"/>
                      </a:lnTo>
                      <a:lnTo>
                        <a:pt x="38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" name="Line 293">
                  <a:extLst>
                    <a:ext uri="{FF2B5EF4-FFF2-40B4-BE49-F238E27FC236}">
                      <a16:creationId xmlns:a16="http://schemas.microsoft.com/office/drawing/2014/main" id="{A7EABF57-3BA1-378C-AE29-FB72D3BE5C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23" y="214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" name="Freeform 294">
                  <a:extLst>
                    <a:ext uri="{FF2B5EF4-FFF2-40B4-BE49-F238E27FC236}">
                      <a16:creationId xmlns:a16="http://schemas.microsoft.com/office/drawing/2014/main" id="{8561CDC8-27F9-1536-C87F-9A9D2E4BC6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" y="2112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0" y="91"/>
                      </a:moveTo>
                      <a:lnTo>
                        <a:pt x="38" y="129"/>
                      </a:lnTo>
                      <a:lnTo>
                        <a:pt x="76" y="167"/>
                      </a:lnTo>
                      <a:lnTo>
                        <a:pt x="169" y="76"/>
                      </a:lnTo>
                      <a:lnTo>
                        <a:pt x="130" y="38"/>
                      </a:lnTo>
                      <a:lnTo>
                        <a:pt x="92" y="0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" name="Freeform 295">
                  <a:extLst>
                    <a:ext uri="{FF2B5EF4-FFF2-40B4-BE49-F238E27FC236}">
                      <a16:creationId xmlns:a16="http://schemas.microsoft.com/office/drawing/2014/main" id="{3195066B-0217-A68D-D760-E8AFEA6663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" y="2112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0" y="91"/>
                      </a:moveTo>
                      <a:lnTo>
                        <a:pt x="38" y="129"/>
                      </a:lnTo>
                      <a:lnTo>
                        <a:pt x="76" y="167"/>
                      </a:lnTo>
                      <a:lnTo>
                        <a:pt x="169" y="76"/>
                      </a:lnTo>
                      <a:lnTo>
                        <a:pt x="130" y="38"/>
                      </a:lnTo>
                      <a:lnTo>
                        <a:pt x="92" y="0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" name="Freeform 296">
                  <a:extLst>
                    <a:ext uri="{FF2B5EF4-FFF2-40B4-BE49-F238E27FC236}">
                      <a16:creationId xmlns:a16="http://schemas.microsoft.com/office/drawing/2014/main" id="{6AE8BC33-FE47-32BD-CEB8-0B81273637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2" y="2118"/>
                  <a:ext cx="7" cy="6"/>
                </a:xfrm>
                <a:custGeom>
                  <a:avLst/>
                  <a:gdLst>
                    <a:gd name="T0" fmla="*/ 0 w 41"/>
                    <a:gd name="T1" fmla="*/ 0 h 38"/>
                    <a:gd name="T2" fmla="*/ 0 w 41"/>
                    <a:gd name="T3" fmla="*/ 0 h 38"/>
                    <a:gd name="T4" fmla="*/ 0 w 41"/>
                    <a:gd name="T5" fmla="*/ 0 h 38"/>
                    <a:gd name="T6" fmla="*/ 0 w 41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"/>
                    <a:gd name="T13" fmla="*/ 0 h 38"/>
                    <a:gd name="T14" fmla="*/ 41 w 41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" h="38">
                      <a:moveTo>
                        <a:pt x="0" y="0"/>
                      </a:moveTo>
                      <a:lnTo>
                        <a:pt x="39" y="38"/>
                      </a:lnTo>
                      <a:lnTo>
                        <a:pt x="41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" name="Line 297">
                  <a:extLst>
                    <a:ext uri="{FF2B5EF4-FFF2-40B4-BE49-F238E27FC236}">
                      <a16:creationId xmlns:a16="http://schemas.microsoft.com/office/drawing/2014/main" id="{E2DB6C18-9DB0-F90D-2AA3-5E873EDAE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9" y="212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" name="Freeform 298">
                  <a:extLst>
                    <a:ext uri="{FF2B5EF4-FFF2-40B4-BE49-F238E27FC236}">
                      <a16:creationId xmlns:a16="http://schemas.microsoft.com/office/drawing/2014/main" id="{D2A527A0-2546-8DF6-5D6B-568DFC948D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6" y="2096"/>
                  <a:ext cx="27" cy="28"/>
                </a:xfrm>
                <a:custGeom>
                  <a:avLst/>
                  <a:gdLst>
                    <a:gd name="T0" fmla="*/ 0 w 164"/>
                    <a:gd name="T1" fmla="*/ 0 h 168"/>
                    <a:gd name="T2" fmla="*/ 0 w 164"/>
                    <a:gd name="T3" fmla="*/ 0 h 168"/>
                    <a:gd name="T4" fmla="*/ 0 w 164"/>
                    <a:gd name="T5" fmla="*/ 0 h 168"/>
                    <a:gd name="T6" fmla="*/ 0 w 164"/>
                    <a:gd name="T7" fmla="*/ 0 h 168"/>
                    <a:gd name="T8" fmla="*/ 0 w 164"/>
                    <a:gd name="T9" fmla="*/ 0 h 168"/>
                    <a:gd name="T10" fmla="*/ 0 w 164"/>
                    <a:gd name="T11" fmla="*/ 0 h 168"/>
                    <a:gd name="T12" fmla="*/ 0 w 164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68"/>
                    <a:gd name="T23" fmla="*/ 164 w 164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68">
                      <a:moveTo>
                        <a:pt x="0" y="98"/>
                      </a:moveTo>
                      <a:lnTo>
                        <a:pt x="40" y="133"/>
                      </a:lnTo>
                      <a:lnTo>
                        <a:pt x="81" y="168"/>
                      </a:lnTo>
                      <a:lnTo>
                        <a:pt x="164" y="69"/>
                      </a:lnTo>
                      <a:lnTo>
                        <a:pt x="124" y="35"/>
                      </a:lnTo>
                      <a:lnTo>
                        <a:pt x="84" y="0"/>
                      </a:lnTo>
                      <a:lnTo>
                        <a:pt x="0" y="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" name="Freeform 299">
                  <a:extLst>
                    <a:ext uri="{FF2B5EF4-FFF2-40B4-BE49-F238E27FC236}">
                      <a16:creationId xmlns:a16="http://schemas.microsoft.com/office/drawing/2014/main" id="{B288F376-D621-4550-8A9C-45621B88D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6" y="2096"/>
                  <a:ext cx="27" cy="28"/>
                </a:xfrm>
                <a:custGeom>
                  <a:avLst/>
                  <a:gdLst>
                    <a:gd name="T0" fmla="*/ 0 w 164"/>
                    <a:gd name="T1" fmla="*/ 0 h 168"/>
                    <a:gd name="T2" fmla="*/ 0 w 164"/>
                    <a:gd name="T3" fmla="*/ 0 h 168"/>
                    <a:gd name="T4" fmla="*/ 0 w 164"/>
                    <a:gd name="T5" fmla="*/ 0 h 168"/>
                    <a:gd name="T6" fmla="*/ 0 w 164"/>
                    <a:gd name="T7" fmla="*/ 0 h 168"/>
                    <a:gd name="T8" fmla="*/ 0 w 164"/>
                    <a:gd name="T9" fmla="*/ 0 h 168"/>
                    <a:gd name="T10" fmla="*/ 0 w 164"/>
                    <a:gd name="T11" fmla="*/ 0 h 168"/>
                    <a:gd name="T12" fmla="*/ 0 w 164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68"/>
                    <a:gd name="T23" fmla="*/ 164 w 164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68">
                      <a:moveTo>
                        <a:pt x="0" y="98"/>
                      </a:moveTo>
                      <a:lnTo>
                        <a:pt x="40" y="133"/>
                      </a:lnTo>
                      <a:lnTo>
                        <a:pt x="81" y="168"/>
                      </a:lnTo>
                      <a:lnTo>
                        <a:pt x="164" y="69"/>
                      </a:lnTo>
                      <a:lnTo>
                        <a:pt x="124" y="35"/>
                      </a:lnTo>
                      <a:lnTo>
                        <a:pt x="84" y="0"/>
                      </a:lnTo>
                      <a:lnTo>
                        <a:pt x="0" y="9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" name="Freeform 300">
                  <a:extLst>
                    <a:ext uri="{FF2B5EF4-FFF2-40B4-BE49-F238E27FC236}">
                      <a16:creationId xmlns:a16="http://schemas.microsoft.com/office/drawing/2014/main" id="{0B17DC7E-7C26-EDF9-890D-E2831D1403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6" y="2102"/>
                  <a:ext cx="7" cy="5"/>
                </a:xfrm>
                <a:custGeom>
                  <a:avLst/>
                  <a:gdLst>
                    <a:gd name="T0" fmla="*/ 0 w 43"/>
                    <a:gd name="T1" fmla="*/ 0 h 34"/>
                    <a:gd name="T2" fmla="*/ 0 w 43"/>
                    <a:gd name="T3" fmla="*/ 0 h 34"/>
                    <a:gd name="T4" fmla="*/ 0 w 43"/>
                    <a:gd name="T5" fmla="*/ 0 h 34"/>
                    <a:gd name="T6" fmla="*/ 0 w 43"/>
                    <a:gd name="T7" fmla="*/ 0 h 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4"/>
                    <a:gd name="T14" fmla="*/ 43 w 43"/>
                    <a:gd name="T15" fmla="*/ 34 h 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4">
                      <a:moveTo>
                        <a:pt x="0" y="0"/>
                      </a:moveTo>
                      <a:lnTo>
                        <a:pt x="40" y="34"/>
                      </a:lnTo>
                      <a:lnTo>
                        <a:pt x="43" y="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" name="Line 301">
                  <a:extLst>
                    <a:ext uri="{FF2B5EF4-FFF2-40B4-BE49-F238E27FC236}">
                      <a16:creationId xmlns:a16="http://schemas.microsoft.com/office/drawing/2014/main" id="{B71FFFE7-8FC2-3D14-C4A3-10427F2F82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53" y="21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" name="Freeform 302">
                  <a:extLst>
                    <a:ext uri="{FF2B5EF4-FFF2-40B4-BE49-F238E27FC236}">
                      <a16:creationId xmlns:a16="http://schemas.microsoft.com/office/drawing/2014/main" id="{A5AB91DF-D0EC-74A9-BFC6-675EEB835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9" y="2079"/>
                  <a:ext cx="27" cy="28"/>
                </a:xfrm>
                <a:custGeom>
                  <a:avLst/>
                  <a:gdLst>
                    <a:gd name="T0" fmla="*/ 0 w 162"/>
                    <a:gd name="T1" fmla="*/ 0 h 166"/>
                    <a:gd name="T2" fmla="*/ 0 w 162"/>
                    <a:gd name="T3" fmla="*/ 0 h 166"/>
                    <a:gd name="T4" fmla="*/ 0 w 162"/>
                    <a:gd name="T5" fmla="*/ 0 h 166"/>
                    <a:gd name="T6" fmla="*/ 0 w 162"/>
                    <a:gd name="T7" fmla="*/ 0 h 166"/>
                    <a:gd name="T8" fmla="*/ 0 w 162"/>
                    <a:gd name="T9" fmla="*/ 0 h 166"/>
                    <a:gd name="T10" fmla="*/ 0 w 162"/>
                    <a:gd name="T11" fmla="*/ 0 h 166"/>
                    <a:gd name="T12" fmla="*/ 0 w 162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66"/>
                    <a:gd name="T23" fmla="*/ 162 w 162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66">
                      <a:moveTo>
                        <a:pt x="0" y="105"/>
                      </a:moveTo>
                      <a:lnTo>
                        <a:pt x="43" y="136"/>
                      </a:lnTo>
                      <a:lnTo>
                        <a:pt x="86" y="166"/>
                      </a:lnTo>
                      <a:lnTo>
                        <a:pt x="162" y="61"/>
                      </a:lnTo>
                      <a:lnTo>
                        <a:pt x="118" y="31"/>
                      </a:lnTo>
                      <a:lnTo>
                        <a:pt x="75" y="0"/>
                      </a:lnTo>
                      <a:lnTo>
                        <a:pt x="0" y="1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" name="Freeform 303">
                  <a:extLst>
                    <a:ext uri="{FF2B5EF4-FFF2-40B4-BE49-F238E27FC236}">
                      <a16:creationId xmlns:a16="http://schemas.microsoft.com/office/drawing/2014/main" id="{ABD1318C-F537-00AC-886D-1EE644AEB7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9" y="2079"/>
                  <a:ext cx="27" cy="28"/>
                </a:xfrm>
                <a:custGeom>
                  <a:avLst/>
                  <a:gdLst>
                    <a:gd name="T0" fmla="*/ 0 w 162"/>
                    <a:gd name="T1" fmla="*/ 0 h 166"/>
                    <a:gd name="T2" fmla="*/ 0 w 162"/>
                    <a:gd name="T3" fmla="*/ 0 h 166"/>
                    <a:gd name="T4" fmla="*/ 0 w 162"/>
                    <a:gd name="T5" fmla="*/ 0 h 166"/>
                    <a:gd name="T6" fmla="*/ 0 w 162"/>
                    <a:gd name="T7" fmla="*/ 0 h 166"/>
                    <a:gd name="T8" fmla="*/ 0 w 162"/>
                    <a:gd name="T9" fmla="*/ 0 h 166"/>
                    <a:gd name="T10" fmla="*/ 0 w 162"/>
                    <a:gd name="T11" fmla="*/ 0 h 166"/>
                    <a:gd name="T12" fmla="*/ 0 w 162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66"/>
                    <a:gd name="T23" fmla="*/ 162 w 162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66">
                      <a:moveTo>
                        <a:pt x="0" y="105"/>
                      </a:moveTo>
                      <a:lnTo>
                        <a:pt x="43" y="136"/>
                      </a:lnTo>
                      <a:lnTo>
                        <a:pt x="86" y="166"/>
                      </a:lnTo>
                      <a:lnTo>
                        <a:pt x="162" y="61"/>
                      </a:lnTo>
                      <a:lnTo>
                        <a:pt x="118" y="31"/>
                      </a:lnTo>
                      <a:lnTo>
                        <a:pt x="75" y="0"/>
                      </a:lnTo>
                      <a:lnTo>
                        <a:pt x="0" y="10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" name="Freeform 304">
                  <a:extLst>
                    <a:ext uri="{FF2B5EF4-FFF2-40B4-BE49-F238E27FC236}">
                      <a16:creationId xmlns:a16="http://schemas.microsoft.com/office/drawing/2014/main" id="{83027C29-B20D-CAE5-BFF2-5F2634A2BF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9" y="2084"/>
                  <a:ext cx="7" cy="5"/>
                </a:xfrm>
                <a:custGeom>
                  <a:avLst/>
                  <a:gdLst>
                    <a:gd name="T0" fmla="*/ 0 w 46"/>
                    <a:gd name="T1" fmla="*/ 0 h 30"/>
                    <a:gd name="T2" fmla="*/ 0 w 46"/>
                    <a:gd name="T3" fmla="*/ 0 h 30"/>
                    <a:gd name="T4" fmla="*/ 0 w 46"/>
                    <a:gd name="T5" fmla="*/ 0 h 30"/>
                    <a:gd name="T6" fmla="*/ 0 w 4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0"/>
                    <a:gd name="T14" fmla="*/ 46 w 4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0">
                      <a:moveTo>
                        <a:pt x="0" y="0"/>
                      </a:moveTo>
                      <a:lnTo>
                        <a:pt x="44" y="30"/>
                      </a:lnTo>
                      <a:lnTo>
                        <a:pt x="46" y="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" name="Line 305">
                  <a:extLst>
                    <a:ext uri="{FF2B5EF4-FFF2-40B4-BE49-F238E27FC236}">
                      <a16:creationId xmlns:a16="http://schemas.microsoft.com/office/drawing/2014/main" id="{967A7869-109A-6EE4-0418-5DDEDF2FC8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20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" name="Freeform 306">
                  <a:extLst>
                    <a:ext uri="{FF2B5EF4-FFF2-40B4-BE49-F238E27FC236}">
                      <a16:creationId xmlns:a16="http://schemas.microsoft.com/office/drawing/2014/main" id="{481F7C03-2602-D984-1856-4CCF2282CB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1" y="2061"/>
                  <a:ext cx="26" cy="28"/>
                </a:xfrm>
                <a:custGeom>
                  <a:avLst/>
                  <a:gdLst>
                    <a:gd name="T0" fmla="*/ 0 w 157"/>
                    <a:gd name="T1" fmla="*/ 0 h 166"/>
                    <a:gd name="T2" fmla="*/ 0 w 157"/>
                    <a:gd name="T3" fmla="*/ 0 h 166"/>
                    <a:gd name="T4" fmla="*/ 0 w 157"/>
                    <a:gd name="T5" fmla="*/ 0 h 166"/>
                    <a:gd name="T6" fmla="*/ 0 w 157"/>
                    <a:gd name="T7" fmla="*/ 0 h 166"/>
                    <a:gd name="T8" fmla="*/ 0 w 157"/>
                    <a:gd name="T9" fmla="*/ 0 h 166"/>
                    <a:gd name="T10" fmla="*/ 0 w 157"/>
                    <a:gd name="T11" fmla="*/ 0 h 166"/>
                    <a:gd name="T12" fmla="*/ 0 w 157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7"/>
                    <a:gd name="T22" fmla="*/ 0 h 166"/>
                    <a:gd name="T23" fmla="*/ 157 w 157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7" h="166">
                      <a:moveTo>
                        <a:pt x="0" y="111"/>
                      </a:moveTo>
                      <a:lnTo>
                        <a:pt x="45" y="139"/>
                      </a:lnTo>
                      <a:lnTo>
                        <a:pt x="91" y="166"/>
                      </a:lnTo>
                      <a:lnTo>
                        <a:pt x="157" y="55"/>
                      </a:lnTo>
                      <a:lnTo>
                        <a:pt x="112" y="28"/>
                      </a:lnTo>
                      <a:lnTo>
                        <a:pt x="66" y="0"/>
                      </a:lnTo>
                      <a:lnTo>
                        <a:pt x="0" y="1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" name="Freeform 307">
                  <a:extLst>
                    <a:ext uri="{FF2B5EF4-FFF2-40B4-BE49-F238E27FC236}">
                      <a16:creationId xmlns:a16="http://schemas.microsoft.com/office/drawing/2014/main" id="{F67FE6F0-7D61-B574-04A2-0062624915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1" y="2061"/>
                  <a:ext cx="26" cy="28"/>
                </a:xfrm>
                <a:custGeom>
                  <a:avLst/>
                  <a:gdLst>
                    <a:gd name="T0" fmla="*/ 0 w 157"/>
                    <a:gd name="T1" fmla="*/ 0 h 166"/>
                    <a:gd name="T2" fmla="*/ 0 w 157"/>
                    <a:gd name="T3" fmla="*/ 0 h 166"/>
                    <a:gd name="T4" fmla="*/ 0 w 157"/>
                    <a:gd name="T5" fmla="*/ 0 h 166"/>
                    <a:gd name="T6" fmla="*/ 0 w 157"/>
                    <a:gd name="T7" fmla="*/ 0 h 166"/>
                    <a:gd name="T8" fmla="*/ 0 w 157"/>
                    <a:gd name="T9" fmla="*/ 0 h 166"/>
                    <a:gd name="T10" fmla="*/ 0 w 157"/>
                    <a:gd name="T11" fmla="*/ 0 h 166"/>
                    <a:gd name="T12" fmla="*/ 0 w 157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7"/>
                    <a:gd name="T22" fmla="*/ 0 h 166"/>
                    <a:gd name="T23" fmla="*/ 157 w 157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7" h="166">
                      <a:moveTo>
                        <a:pt x="0" y="111"/>
                      </a:moveTo>
                      <a:lnTo>
                        <a:pt x="45" y="139"/>
                      </a:lnTo>
                      <a:lnTo>
                        <a:pt x="91" y="166"/>
                      </a:lnTo>
                      <a:lnTo>
                        <a:pt x="157" y="55"/>
                      </a:lnTo>
                      <a:lnTo>
                        <a:pt x="112" y="28"/>
                      </a:lnTo>
                      <a:lnTo>
                        <a:pt x="66" y="0"/>
                      </a:lnTo>
                      <a:lnTo>
                        <a:pt x="0" y="11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" name="Freeform 308">
                  <a:extLst>
                    <a:ext uri="{FF2B5EF4-FFF2-40B4-BE49-F238E27FC236}">
                      <a16:creationId xmlns:a16="http://schemas.microsoft.com/office/drawing/2014/main" id="{6BF76E32-D19C-A38F-F05E-6320AFDBF8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066"/>
                  <a:ext cx="8" cy="4"/>
                </a:xfrm>
                <a:custGeom>
                  <a:avLst/>
                  <a:gdLst>
                    <a:gd name="T0" fmla="*/ 0 w 48"/>
                    <a:gd name="T1" fmla="*/ 0 h 27"/>
                    <a:gd name="T2" fmla="*/ 0 w 48"/>
                    <a:gd name="T3" fmla="*/ 0 h 27"/>
                    <a:gd name="T4" fmla="*/ 0 w 48"/>
                    <a:gd name="T5" fmla="*/ 0 h 27"/>
                    <a:gd name="T6" fmla="*/ 0 w 48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27"/>
                    <a:gd name="T14" fmla="*/ 48 w 4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27">
                      <a:moveTo>
                        <a:pt x="0" y="0"/>
                      </a:moveTo>
                      <a:lnTo>
                        <a:pt x="45" y="27"/>
                      </a:lnTo>
                      <a:lnTo>
                        <a:pt x="48" y="2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" name="Line 309">
                  <a:extLst>
                    <a:ext uri="{FF2B5EF4-FFF2-40B4-BE49-F238E27FC236}">
                      <a16:creationId xmlns:a16="http://schemas.microsoft.com/office/drawing/2014/main" id="{422010E2-9F38-39F0-F07A-9140AF451E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77" y="20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" name="Freeform 310">
                  <a:extLst>
                    <a:ext uri="{FF2B5EF4-FFF2-40B4-BE49-F238E27FC236}">
                      <a16:creationId xmlns:a16="http://schemas.microsoft.com/office/drawing/2014/main" id="{CE6A9A9B-2FCA-F0A4-3C23-81D204E1B2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2" y="2042"/>
                  <a:ext cx="25" cy="27"/>
                </a:xfrm>
                <a:custGeom>
                  <a:avLst/>
                  <a:gdLst>
                    <a:gd name="T0" fmla="*/ 0 w 153"/>
                    <a:gd name="T1" fmla="*/ 0 h 163"/>
                    <a:gd name="T2" fmla="*/ 0 w 153"/>
                    <a:gd name="T3" fmla="*/ 0 h 163"/>
                    <a:gd name="T4" fmla="*/ 0 w 153"/>
                    <a:gd name="T5" fmla="*/ 0 h 163"/>
                    <a:gd name="T6" fmla="*/ 0 w 153"/>
                    <a:gd name="T7" fmla="*/ 0 h 163"/>
                    <a:gd name="T8" fmla="*/ 0 w 153"/>
                    <a:gd name="T9" fmla="*/ 0 h 163"/>
                    <a:gd name="T10" fmla="*/ 0 w 153"/>
                    <a:gd name="T11" fmla="*/ 0 h 163"/>
                    <a:gd name="T12" fmla="*/ 0 w 153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63"/>
                    <a:gd name="T23" fmla="*/ 153 w 153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63">
                      <a:moveTo>
                        <a:pt x="0" y="116"/>
                      </a:moveTo>
                      <a:lnTo>
                        <a:pt x="48" y="140"/>
                      </a:lnTo>
                      <a:lnTo>
                        <a:pt x="96" y="163"/>
                      </a:lnTo>
                      <a:lnTo>
                        <a:pt x="153" y="46"/>
                      </a:lnTo>
                      <a:lnTo>
                        <a:pt x="105" y="23"/>
                      </a:lnTo>
                      <a:lnTo>
                        <a:pt x="57" y="0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2" name="Freeform 311">
                  <a:extLst>
                    <a:ext uri="{FF2B5EF4-FFF2-40B4-BE49-F238E27FC236}">
                      <a16:creationId xmlns:a16="http://schemas.microsoft.com/office/drawing/2014/main" id="{3CD11E51-F4D6-E940-615D-82B359A13F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2" y="2042"/>
                  <a:ext cx="25" cy="27"/>
                </a:xfrm>
                <a:custGeom>
                  <a:avLst/>
                  <a:gdLst>
                    <a:gd name="T0" fmla="*/ 0 w 153"/>
                    <a:gd name="T1" fmla="*/ 0 h 163"/>
                    <a:gd name="T2" fmla="*/ 0 w 153"/>
                    <a:gd name="T3" fmla="*/ 0 h 163"/>
                    <a:gd name="T4" fmla="*/ 0 w 153"/>
                    <a:gd name="T5" fmla="*/ 0 h 163"/>
                    <a:gd name="T6" fmla="*/ 0 w 153"/>
                    <a:gd name="T7" fmla="*/ 0 h 163"/>
                    <a:gd name="T8" fmla="*/ 0 w 153"/>
                    <a:gd name="T9" fmla="*/ 0 h 163"/>
                    <a:gd name="T10" fmla="*/ 0 w 153"/>
                    <a:gd name="T11" fmla="*/ 0 h 163"/>
                    <a:gd name="T12" fmla="*/ 0 w 153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63"/>
                    <a:gd name="T23" fmla="*/ 153 w 153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63">
                      <a:moveTo>
                        <a:pt x="0" y="116"/>
                      </a:moveTo>
                      <a:lnTo>
                        <a:pt x="48" y="140"/>
                      </a:lnTo>
                      <a:lnTo>
                        <a:pt x="96" y="163"/>
                      </a:lnTo>
                      <a:lnTo>
                        <a:pt x="153" y="46"/>
                      </a:lnTo>
                      <a:lnTo>
                        <a:pt x="105" y="23"/>
                      </a:lnTo>
                      <a:lnTo>
                        <a:pt x="57" y="0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3" name="Freeform 312">
                  <a:extLst>
                    <a:ext uri="{FF2B5EF4-FFF2-40B4-BE49-F238E27FC236}">
                      <a16:creationId xmlns:a16="http://schemas.microsoft.com/office/drawing/2014/main" id="{8B6E468E-E354-F9AE-1C21-A8EA4936E8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9" y="2046"/>
                  <a:ext cx="9" cy="4"/>
                </a:xfrm>
                <a:custGeom>
                  <a:avLst/>
                  <a:gdLst>
                    <a:gd name="T0" fmla="*/ 0 w 50"/>
                    <a:gd name="T1" fmla="*/ 0 h 23"/>
                    <a:gd name="T2" fmla="*/ 0 w 50"/>
                    <a:gd name="T3" fmla="*/ 0 h 23"/>
                    <a:gd name="T4" fmla="*/ 0 w 50"/>
                    <a:gd name="T5" fmla="*/ 0 h 23"/>
                    <a:gd name="T6" fmla="*/ 0 w 50"/>
                    <a:gd name="T7" fmla="*/ 0 h 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3"/>
                    <a:gd name="T14" fmla="*/ 50 w 50"/>
                    <a:gd name="T15" fmla="*/ 23 h 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3">
                      <a:moveTo>
                        <a:pt x="0" y="0"/>
                      </a:moveTo>
                      <a:lnTo>
                        <a:pt x="48" y="23"/>
                      </a:lnTo>
                      <a:lnTo>
                        <a:pt x="50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4" name="Line 313">
                  <a:extLst>
                    <a:ext uri="{FF2B5EF4-FFF2-40B4-BE49-F238E27FC236}">
                      <a16:creationId xmlns:a16="http://schemas.microsoft.com/office/drawing/2014/main" id="{51B0A3EB-8262-AE72-08D4-066FB53EE5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7" y="205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5" name="Freeform 314">
                  <a:extLst>
                    <a:ext uri="{FF2B5EF4-FFF2-40B4-BE49-F238E27FC236}">
                      <a16:creationId xmlns:a16="http://schemas.microsoft.com/office/drawing/2014/main" id="{E759F368-FD83-A236-A2DC-2BB6F3642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1" y="2023"/>
                  <a:ext cx="25" cy="27"/>
                </a:xfrm>
                <a:custGeom>
                  <a:avLst/>
                  <a:gdLst>
                    <a:gd name="T0" fmla="*/ 0 w 148"/>
                    <a:gd name="T1" fmla="*/ 0 h 160"/>
                    <a:gd name="T2" fmla="*/ 0 w 148"/>
                    <a:gd name="T3" fmla="*/ 0 h 160"/>
                    <a:gd name="T4" fmla="*/ 0 w 148"/>
                    <a:gd name="T5" fmla="*/ 0 h 160"/>
                    <a:gd name="T6" fmla="*/ 0 w 148"/>
                    <a:gd name="T7" fmla="*/ 0 h 160"/>
                    <a:gd name="T8" fmla="*/ 0 w 148"/>
                    <a:gd name="T9" fmla="*/ 0 h 160"/>
                    <a:gd name="T10" fmla="*/ 0 w 148"/>
                    <a:gd name="T11" fmla="*/ 0 h 160"/>
                    <a:gd name="T12" fmla="*/ 0 w 148"/>
                    <a:gd name="T13" fmla="*/ 0 h 1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8"/>
                    <a:gd name="T22" fmla="*/ 0 h 160"/>
                    <a:gd name="T23" fmla="*/ 148 w 148"/>
                    <a:gd name="T24" fmla="*/ 160 h 1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8" h="160">
                      <a:moveTo>
                        <a:pt x="0" y="120"/>
                      </a:moveTo>
                      <a:lnTo>
                        <a:pt x="50" y="140"/>
                      </a:lnTo>
                      <a:lnTo>
                        <a:pt x="100" y="160"/>
                      </a:lnTo>
                      <a:lnTo>
                        <a:pt x="148" y="41"/>
                      </a:lnTo>
                      <a:lnTo>
                        <a:pt x="98" y="20"/>
                      </a:lnTo>
                      <a:lnTo>
                        <a:pt x="48" y="0"/>
                      </a:lnTo>
                      <a:lnTo>
                        <a:pt x="0" y="1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6" name="Freeform 315">
                  <a:extLst>
                    <a:ext uri="{FF2B5EF4-FFF2-40B4-BE49-F238E27FC236}">
                      <a16:creationId xmlns:a16="http://schemas.microsoft.com/office/drawing/2014/main" id="{694350D8-877A-4021-3F9A-DB1D6A39D5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1" y="2023"/>
                  <a:ext cx="25" cy="27"/>
                </a:xfrm>
                <a:custGeom>
                  <a:avLst/>
                  <a:gdLst>
                    <a:gd name="T0" fmla="*/ 0 w 148"/>
                    <a:gd name="T1" fmla="*/ 0 h 160"/>
                    <a:gd name="T2" fmla="*/ 0 w 148"/>
                    <a:gd name="T3" fmla="*/ 0 h 160"/>
                    <a:gd name="T4" fmla="*/ 0 w 148"/>
                    <a:gd name="T5" fmla="*/ 0 h 160"/>
                    <a:gd name="T6" fmla="*/ 0 w 148"/>
                    <a:gd name="T7" fmla="*/ 0 h 160"/>
                    <a:gd name="T8" fmla="*/ 0 w 148"/>
                    <a:gd name="T9" fmla="*/ 0 h 160"/>
                    <a:gd name="T10" fmla="*/ 0 w 148"/>
                    <a:gd name="T11" fmla="*/ 0 h 160"/>
                    <a:gd name="T12" fmla="*/ 0 w 148"/>
                    <a:gd name="T13" fmla="*/ 0 h 1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8"/>
                    <a:gd name="T22" fmla="*/ 0 h 160"/>
                    <a:gd name="T23" fmla="*/ 148 w 148"/>
                    <a:gd name="T24" fmla="*/ 160 h 1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8" h="160">
                      <a:moveTo>
                        <a:pt x="0" y="120"/>
                      </a:moveTo>
                      <a:lnTo>
                        <a:pt x="50" y="140"/>
                      </a:lnTo>
                      <a:lnTo>
                        <a:pt x="100" y="160"/>
                      </a:lnTo>
                      <a:lnTo>
                        <a:pt x="148" y="41"/>
                      </a:lnTo>
                      <a:lnTo>
                        <a:pt x="98" y="20"/>
                      </a:lnTo>
                      <a:lnTo>
                        <a:pt x="48" y="0"/>
                      </a:lnTo>
                      <a:lnTo>
                        <a:pt x="0" y="1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" name="Freeform 316">
                  <a:extLst>
                    <a:ext uri="{FF2B5EF4-FFF2-40B4-BE49-F238E27FC236}">
                      <a16:creationId xmlns:a16="http://schemas.microsoft.com/office/drawing/2014/main" id="{C50AEBF1-A3AD-5862-E568-4CFBB89F30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7" y="2026"/>
                  <a:ext cx="9" cy="4"/>
                </a:xfrm>
                <a:custGeom>
                  <a:avLst/>
                  <a:gdLst>
                    <a:gd name="T0" fmla="*/ 0 w 51"/>
                    <a:gd name="T1" fmla="*/ 0 h 21"/>
                    <a:gd name="T2" fmla="*/ 0 w 51"/>
                    <a:gd name="T3" fmla="*/ 0 h 21"/>
                    <a:gd name="T4" fmla="*/ 0 w 51"/>
                    <a:gd name="T5" fmla="*/ 0 h 21"/>
                    <a:gd name="T6" fmla="*/ 0 w 51"/>
                    <a:gd name="T7" fmla="*/ 0 h 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1"/>
                    <a:gd name="T14" fmla="*/ 51 w 51"/>
                    <a:gd name="T15" fmla="*/ 21 h 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1">
                      <a:moveTo>
                        <a:pt x="0" y="0"/>
                      </a:moveTo>
                      <a:lnTo>
                        <a:pt x="50" y="21"/>
                      </a:lnTo>
                      <a:lnTo>
                        <a:pt x="51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" name="Line 317">
                  <a:extLst>
                    <a:ext uri="{FF2B5EF4-FFF2-40B4-BE49-F238E27FC236}">
                      <a16:creationId xmlns:a16="http://schemas.microsoft.com/office/drawing/2014/main" id="{5E7E6279-E920-3907-803E-6C3CBDCBF0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96" y="202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" name="Freeform 318">
                  <a:extLst>
                    <a:ext uri="{FF2B5EF4-FFF2-40B4-BE49-F238E27FC236}">
                      <a16:creationId xmlns:a16="http://schemas.microsoft.com/office/drawing/2014/main" id="{FD1B2A23-65E1-CD22-6697-9935661C2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9" y="2003"/>
                  <a:ext cx="23" cy="26"/>
                </a:xfrm>
                <a:custGeom>
                  <a:avLst/>
                  <a:gdLst>
                    <a:gd name="T0" fmla="*/ 0 w 140"/>
                    <a:gd name="T1" fmla="*/ 0 h 155"/>
                    <a:gd name="T2" fmla="*/ 0 w 140"/>
                    <a:gd name="T3" fmla="*/ 0 h 155"/>
                    <a:gd name="T4" fmla="*/ 0 w 140"/>
                    <a:gd name="T5" fmla="*/ 0 h 155"/>
                    <a:gd name="T6" fmla="*/ 0 w 140"/>
                    <a:gd name="T7" fmla="*/ 0 h 155"/>
                    <a:gd name="T8" fmla="*/ 0 w 140"/>
                    <a:gd name="T9" fmla="*/ 0 h 155"/>
                    <a:gd name="T10" fmla="*/ 0 w 140"/>
                    <a:gd name="T11" fmla="*/ 0 h 155"/>
                    <a:gd name="T12" fmla="*/ 0 w 140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55"/>
                    <a:gd name="T23" fmla="*/ 140 w 140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55">
                      <a:moveTo>
                        <a:pt x="0" y="124"/>
                      </a:moveTo>
                      <a:lnTo>
                        <a:pt x="51" y="139"/>
                      </a:lnTo>
                      <a:lnTo>
                        <a:pt x="102" y="155"/>
                      </a:lnTo>
                      <a:lnTo>
                        <a:pt x="140" y="31"/>
                      </a:lnTo>
                      <a:lnTo>
                        <a:pt x="89" y="16"/>
                      </a:lnTo>
                      <a:lnTo>
                        <a:pt x="38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0" name="Freeform 319">
                  <a:extLst>
                    <a:ext uri="{FF2B5EF4-FFF2-40B4-BE49-F238E27FC236}">
                      <a16:creationId xmlns:a16="http://schemas.microsoft.com/office/drawing/2014/main" id="{A1BF4538-4CA4-B0B3-4224-6C1F0EFE51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9" y="2003"/>
                  <a:ext cx="23" cy="26"/>
                </a:xfrm>
                <a:custGeom>
                  <a:avLst/>
                  <a:gdLst>
                    <a:gd name="T0" fmla="*/ 0 w 140"/>
                    <a:gd name="T1" fmla="*/ 0 h 155"/>
                    <a:gd name="T2" fmla="*/ 0 w 140"/>
                    <a:gd name="T3" fmla="*/ 0 h 155"/>
                    <a:gd name="T4" fmla="*/ 0 w 140"/>
                    <a:gd name="T5" fmla="*/ 0 h 155"/>
                    <a:gd name="T6" fmla="*/ 0 w 140"/>
                    <a:gd name="T7" fmla="*/ 0 h 155"/>
                    <a:gd name="T8" fmla="*/ 0 w 140"/>
                    <a:gd name="T9" fmla="*/ 0 h 155"/>
                    <a:gd name="T10" fmla="*/ 0 w 140"/>
                    <a:gd name="T11" fmla="*/ 0 h 155"/>
                    <a:gd name="T12" fmla="*/ 0 w 140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55"/>
                    <a:gd name="T23" fmla="*/ 140 w 140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55">
                      <a:moveTo>
                        <a:pt x="0" y="124"/>
                      </a:moveTo>
                      <a:lnTo>
                        <a:pt x="51" y="139"/>
                      </a:lnTo>
                      <a:lnTo>
                        <a:pt x="102" y="155"/>
                      </a:lnTo>
                      <a:lnTo>
                        <a:pt x="140" y="31"/>
                      </a:lnTo>
                      <a:lnTo>
                        <a:pt x="89" y="16"/>
                      </a:lnTo>
                      <a:lnTo>
                        <a:pt x="38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1" name="Freeform 320">
                  <a:extLst>
                    <a:ext uri="{FF2B5EF4-FFF2-40B4-BE49-F238E27FC236}">
                      <a16:creationId xmlns:a16="http://schemas.microsoft.com/office/drawing/2014/main" id="{9DFA59FC-CABD-4F2F-8530-3243231C7D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4" y="2006"/>
                  <a:ext cx="8" cy="2"/>
                </a:xfrm>
                <a:custGeom>
                  <a:avLst/>
                  <a:gdLst>
                    <a:gd name="T0" fmla="*/ 0 w 52"/>
                    <a:gd name="T1" fmla="*/ 0 h 15"/>
                    <a:gd name="T2" fmla="*/ 0 w 52"/>
                    <a:gd name="T3" fmla="*/ 0 h 15"/>
                    <a:gd name="T4" fmla="*/ 0 w 52"/>
                    <a:gd name="T5" fmla="*/ 0 h 15"/>
                    <a:gd name="T6" fmla="*/ 0 w 52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5"/>
                    <a:gd name="T14" fmla="*/ 52 w 52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5">
                      <a:moveTo>
                        <a:pt x="0" y="0"/>
                      </a:moveTo>
                      <a:lnTo>
                        <a:pt x="51" y="15"/>
                      </a:lnTo>
                      <a:lnTo>
                        <a:pt x="52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2" name="Line 321">
                  <a:extLst>
                    <a:ext uri="{FF2B5EF4-FFF2-40B4-BE49-F238E27FC236}">
                      <a16:creationId xmlns:a16="http://schemas.microsoft.com/office/drawing/2014/main" id="{4E44197F-FF2D-237B-26F4-221B67CDAC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02" y="20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3" name="Freeform 322">
                  <a:extLst>
                    <a:ext uri="{FF2B5EF4-FFF2-40B4-BE49-F238E27FC236}">
                      <a16:creationId xmlns:a16="http://schemas.microsoft.com/office/drawing/2014/main" id="{34BBB9D8-50D6-023C-CCF3-455926ADC7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5" y="1982"/>
                  <a:ext cx="22" cy="26"/>
                </a:xfrm>
                <a:custGeom>
                  <a:avLst/>
                  <a:gdLst>
                    <a:gd name="T0" fmla="*/ 0 w 131"/>
                    <a:gd name="T1" fmla="*/ 0 h 150"/>
                    <a:gd name="T2" fmla="*/ 0 w 131"/>
                    <a:gd name="T3" fmla="*/ 0 h 150"/>
                    <a:gd name="T4" fmla="*/ 0 w 131"/>
                    <a:gd name="T5" fmla="*/ 0 h 150"/>
                    <a:gd name="T6" fmla="*/ 0 w 131"/>
                    <a:gd name="T7" fmla="*/ 0 h 150"/>
                    <a:gd name="T8" fmla="*/ 0 w 131"/>
                    <a:gd name="T9" fmla="*/ 0 h 150"/>
                    <a:gd name="T10" fmla="*/ 0 w 131"/>
                    <a:gd name="T11" fmla="*/ 0 h 150"/>
                    <a:gd name="T12" fmla="*/ 0 w 131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50"/>
                    <a:gd name="T23" fmla="*/ 131 w 131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50">
                      <a:moveTo>
                        <a:pt x="0" y="127"/>
                      </a:moveTo>
                      <a:lnTo>
                        <a:pt x="52" y="139"/>
                      </a:lnTo>
                      <a:lnTo>
                        <a:pt x="104" y="150"/>
                      </a:lnTo>
                      <a:lnTo>
                        <a:pt x="131" y="23"/>
                      </a:lnTo>
                      <a:lnTo>
                        <a:pt x="79" y="11"/>
                      </a:lnTo>
                      <a:lnTo>
                        <a:pt x="28" y="0"/>
                      </a:lnTo>
                      <a:lnTo>
                        <a:pt x="0" y="1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4" name="Freeform 323">
                  <a:extLst>
                    <a:ext uri="{FF2B5EF4-FFF2-40B4-BE49-F238E27FC236}">
                      <a16:creationId xmlns:a16="http://schemas.microsoft.com/office/drawing/2014/main" id="{917D1E7B-16B7-B745-3154-004AD40468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5" y="1982"/>
                  <a:ext cx="22" cy="26"/>
                </a:xfrm>
                <a:custGeom>
                  <a:avLst/>
                  <a:gdLst>
                    <a:gd name="T0" fmla="*/ 0 w 131"/>
                    <a:gd name="T1" fmla="*/ 0 h 150"/>
                    <a:gd name="T2" fmla="*/ 0 w 131"/>
                    <a:gd name="T3" fmla="*/ 0 h 150"/>
                    <a:gd name="T4" fmla="*/ 0 w 131"/>
                    <a:gd name="T5" fmla="*/ 0 h 150"/>
                    <a:gd name="T6" fmla="*/ 0 w 131"/>
                    <a:gd name="T7" fmla="*/ 0 h 150"/>
                    <a:gd name="T8" fmla="*/ 0 w 131"/>
                    <a:gd name="T9" fmla="*/ 0 h 150"/>
                    <a:gd name="T10" fmla="*/ 0 w 131"/>
                    <a:gd name="T11" fmla="*/ 0 h 150"/>
                    <a:gd name="T12" fmla="*/ 0 w 131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50"/>
                    <a:gd name="T23" fmla="*/ 131 w 131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50">
                      <a:moveTo>
                        <a:pt x="0" y="127"/>
                      </a:moveTo>
                      <a:lnTo>
                        <a:pt x="52" y="139"/>
                      </a:lnTo>
                      <a:lnTo>
                        <a:pt x="104" y="150"/>
                      </a:lnTo>
                      <a:lnTo>
                        <a:pt x="131" y="23"/>
                      </a:lnTo>
                      <a:lnTo>
                        <a:pt x="79" y="11"/>
                      </a:lnTo>
                      <a:lnTo>
                        <a:pt x="28" y="0"/>
                      </a:lnTo>
                      <a:lnTo>
                        <a:pt x="0" y="12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5" name="Freeform 324">
                  <a:extLst>
                    <a:ext uri="{FF2B5EF4-FFF2-40B4-BE49-F238E27FC236}">
                      <a16:creationId xmlns:a16="http://schemas.microsoft.com/office/drawing/2014/main" id="{C2F6D7A9-6FDD-D88F-0DCB-6D13D57994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8" y="1984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0" y="0"/>
                      </a:moveTo>
                      <a:lnTo>
                        <a:pt x="52" y="12"/>
                      </a:lnTo>
                      <a:lnTo>
                        <a:pt x="53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6" name="Line 325">
                  <a:extLst>
                    <a:ext uri="{FF2B5EF4-FFF2-40B4-BE49-F238E27FC236}">
                      <a16:creationId xmlns:a16="http://schemas.microsoft.com/office/drawing/2014/main" id="{E671AC36-6ED0-EBB7-A2BE-15436B567C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07" y="19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7" name="Freeform 326">
                  <a:extLst>
                    <a:ext uri="{FF2B5EF4-FFF2-40B4-BE49-F238E27FC236}">
                      <a16:creationId xmlns:a16="http://schemas.microsoft.com/office/drawing/2014/main" id="{7E2250C8-BC79-CF82-90C0-F295F0A9D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1962"/>
                  <a:ext cx="21" cy="24"/>
                </a:xfrm>
                <a:custGeom>
                  <a:avLst/>
                  <a:gdLst>
                    <a:gd name="T0" fmla="*/ 0 w 124"/>
                    <a:gd name="T1" fmla="*/ 0 h 143"/>
                    <a:gd name="T2" fmla="*/ 0 w 124"/>
                    <a:gd name="T3" fmla="*/ 0 h 143"/>
                    <a:gd name="T4" fmla="*/ 0 w 124"/>
                    <a:gd name="T5" fmla="*/ 0 h 143"/>
                    <a:gd name="T6" fmla="*/ 0 w 124"/>
                    <a:gd name="T7" fmla="*/ 0 h 143"/>
                    <a:gd name="T8" fmla="*/ 0 w 124"/>
                    <a:gd name="T9" fmla="*/ 0 h 143"/>
                    <a:gd name="T10" fmla="*/ 0 w 124"/>
                    <a:gd name="T11" fmla="*/ 0 h 143"/>
                    <a:gd name="T12" fmla="*/ 0 w 124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"/>
                    <a:gd name="T22" fmla="*/ 0 h 143"/>
                    <a:gd name="T23" fmla="*/ 124 w 124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" h="143">
                      <a:moveTo>
                        <a:pt x="0" y="128"/>
                      </a:moveTo>
                      <a:lnTo>
                        <a:pt x="53" y="135"/>
                      </a:lnTo>
                      <a:lnTo>
                        <a:pt x="106" y="143"/>
                      </a:lnTo>
                      <a:lnTo>
                        <a:pt x="124" y="15"/>
                      </a:lnTo>
                      <a:lnTo>
                        <a:pt x="71" y="7"/>
                      </a:lnTo>
                      <a:lnTo>
                        <a:pt x="18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8" name="Freeform 327">
                  <a:extLst>
                    <a:ext uri="{FF2B5EF4-FFF2-40B4-BE49-F238E27FC236}">
                      <a16:creationId xmlns:a16="http://schemas.microsoft.com/office/drawing/2014/main" id="{A076D21E-F285-4DB6-5622-8ED9354C17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1962"/>
                  <a:ext cx="21" cy="24"/>
                </a:xfrm>
                <a:custGeom>
                  <a:avLst/>
                  <a:gdLst>
                    <a:gd name="T0" fmla="*/ 0 w 124"/>
                    <a:gd name="T1" fmla="*/ 0 h 143"/>
                    <a:gd name="T2" fmla="*/ 0 w 124"/>
                    <a:gd name="T3" fmla="*/ 0 h 143"/>
                    <a:gd name="T4" fmla="*/ 0 w 124"/>
                    <a:gd name="T5" fmla="*/ 0 h 143"/>
                    <a:gd name="T6" fmla="*/ 0 w 124"/>
                    <a:gd name="T7" fmla="*/ 0 h 143"/>
                    <a:gd name="T8" fmla="*/ 0 w 124"/>
                    <a:gd name="T9" fmla="*/ 0 h 143"/>
                    <a:gd name="T10" fmla="*/ 0 w 124"/>
                    <a:gd name="T11" fmla="*/ 0 h 143"/>
                    <a:gd name="T12" fmla="*/ 0 w 124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"/>
                    <a:gd name="T22" fmla="*/ 0 h 143"/>
                    <a:gd name="T23" fmla="*/ 124 w 124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" h="143">
                      <a:moveTo>
                        <a:pt x="0" y="128"/>
                      </a:moveTo>
                      <a:lnTo>
                        <a:pt x="53" y="135"/>
                      </a:lnTo>
                      <a:lnTo>
                        <a:pt x="106" y="143"/>
                      </a:lnTo>
                      <a:lnTo>
                        <a:pt x="124" y="15"/>
                      </a:lnTo>
                      <a:lnTo>
                        <a:pt x="71" y="7"/>
                      </a:lnTo>
                      <a:lnTo>
                        <a:pt x="18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9" name="Freeform 328">
                  <a:extLst>
                    <a:ext uri="{FF2B5EF4-FFF2-40B4-BE49-F238E27FC236}">
                      <a16:creationId xmlns:a16="http://schemas.microsoft.com/office/drawing/2014/main" id="{0075C93B-9744-7B9B-AFB9-71E1D1B05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1" y="1963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0" y="0"/>
                      </a:moveTo>
                      <a:lnTo>
                        <a:pt x="53" y="8"/>
                      </a:lnTo>
                      <a:lnTo>
                        <a:pt x="53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0" name="Line 329">
                  <a:extLst>
                    <a:ext uri="{FF2B5EF4-FFF2-40B4-BE49-F238E27FC236}">
                      <a16:creationId xmlns:a16="http://schemas.microsoft.com/office/drawing/2014/main" id="{CAFED616-EDC5-C96F-C315-E9CAB7D562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10" y="196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1" name="Freeform 330">
                  <a:extLst>
                    <a:ext uri="{FF2B5EF4-FFF2-40B4-BE49-F238E27FC236}">
                      <a16:creationId xmlns:a16="http://schemas.microsoft.com/office/drawing/2014/main" id="{6D296E75-B370-DD16-CD9E-CDA72650D4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2" y="1941"/>
                  <a:ext cx="19" cy="22"/>
                </a:xfrm>
                <a:custGeom>
                  <a:avLst/>
                  <a:gdLst>
                    <a:gd name="T0" fmla="*/ 0 w 113"/>
                    <a:gd name="T1" fmla="*/ 0 h 133"/>
                    <a:gd name="T2" fmla="*/ 0 w 113"/>
                    <a:gd name="T3" fmla="*/ 0 h 133"/>
                    <a:gd name="T4" fmla="*/ 0 w 113"/>
                    <a:gd name="T5" fmla="*/ 0 h 133"/>
                    <a:gd name="T6" fmla="*/ 0 w 113"/>
                    <a:gd name="T7" fmla="*/ 0 h 133"/>
                    <a:gd name="T8" fmla="*/ 0 w 113"/>
                    <a:gd name="T9" fmla="*/ 0 h 133"/>
                    <a:gd name="T10" fmla="*/ 0 w 113"/>
                    <a:gd name="T11" fmla="*/ 0 h 133"/>
                    <a:gd name="T12" fmla="*/ 0 w 11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3"/>
                    <a:gd name="T23" fmla="*/ 113 w 11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3">
                      <a:moveTo>
                        <a:pt x="0" y="129"/>
                      </a:moveTo>
                      <a:lnTo>
                        <a:pt x="53" y="131"/>
                      </a:lnTo>
                      <a:lnTo>
                        <a:pt x="106" y="133"/>
                      </a:lnTo>
                      <a:lnTo>
                        <a:pt x="113" y="4"/>
                      </a:lnTo>
                      <a:lnTo>
                        <a:pt x="60" y="2"/>
                      </a:lnTo>
                      <a:lnTo>
                        <a:pt x="7" y="0"/>
                      </a:lnTo>
                      <a:lnTo>
                        <a:pt x="0" y="1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2" name="Freeform 331">
                  <a:extLst>
                    <a:ext uri="{FF2B5EF4-FFF2-40B4-BE49-F238E27FC236}">
                      <a16:creationId xmlns:a16="http://schemas.microsoft.com/office/drawing/2014/main" id="{855DA05A-B98D-A9E1-0CB8-CE86A453F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2" y="1941"/>
                  <a:ext cx="19" cy="22"/>
                </a:xfrm>
                <a:custGeom>
                  <a:avLst/>
                  <a:gdLst>
                    <a:gd name="T0" fmla="*/ 0 w 113"/>
                    <a:gd name="T1" fmla="*/ 0 h 133"/>
                    <a:gd name="T2" fmla="*/ 0 w 113"/>
                    <a:gd name="T3" fmla="*/ 0 h 133"/>
                    <a:gd name="T4" fmla="*/ 0 w 113"/>
                    <a:gd name="T5" fmla="*/ 0 h 133"/>
                    <a:gd name="T6" fmla="*/ 0 w 113"/>
                    <a:gd name="T7" fmla="*/ 0 h 133"/>
                    <a:gd name="T8" fmla="*/ 0 w 113"/>
                    <a:gd name="T9" fmla="*/ 0 h 133"/>
                    <a:gd name="T10" fmla="*/ 0 w 113"/>
                    <a:gd name="T11" fmla="*/ 0 h 133"/>
                    <a:gd name="T12" fmla="*/ 0 w 11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3"/>
                    <a:gd name="T23" fmla="*/ 113 w 11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3">
                      <a:moveTo>
                        <a:pt x="0" y="129"/>
                      </a:moveTo>
                      <a:lnTo>
                        <a:pt x="53" y="131"/>
                      </a:lnTo>
                      <a:lnTo>
                        <a:pt x="106" y="133"/>
                      </a:lnTo>
                      <a:lnTo>
                        <a:pt x="113" y="4"/>
                      </a:lnTo>
                      <a:lnTo>
                        <a:pt x="60" y="2"/>
                      </a:lnTo>
                      <a:lnTo>
                        <a:pt x="7" y="0"/>
                      </a:lnTo>
                      <a:lnTo>
                        <a:pt x="0" y="1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3" name="Freeform 332">
                  <a:extLst>
                    <a:ext uri="{FF2B5EF4-FFF2-40B4-BE49-F238E27FC236}">
                      <a16:creationId xmlns:a16="http://schemas.microsoft.com/office/drawing/2014/main" id="{B0AD8B6E-974D-C37F-F2EF-093AFC3779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2" y="1941"/>
                  <a:ext cx="9" cy="1"/>
                </a:xfrm>
                <a:custGeom>
                  <a:avLst/>
                  <a:gdLst>
                    <a:gd name="T0" fmla="*/ 0 w 53"/>
                    <a:gd name="T1" fmla="*/ 0 h 4"/>
                    <a:gd name="T2" fmla="*/ 0 w 53"/>
                    <a:gd name="T3" fmla="*/ 0 h 4"/>
                    <a:gd name="T4" fmla="*/ 0 w 53"/>
                    <a:gd name="T5" fmla="*/ 0 h 4"/>
                    <a:gd name="T6" fmla="*/ 0 w 53"/>
                    <a:gd name="T7" fmla="*/ 0 h 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4"/>
                    <a:gd name="T14" fmla="*/ 53 w 53"/>
                    <a:gd name="T15" fmla="*/ 4 h 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4">
                      <a:moveTo>
                        <a:pt x="0" y="2"/>
                      </a:moveTo>
                      <a:lnTo>
                        <a:pt x="53" y="4"/>
                      </a:lnTo>
                      <a:lnTo>
                        <a:pt x="53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4" name="Line 333">
                  <a:extLst>
                    <a:ext uri="{FF2B5EF4-FFF2-40B4-BE49-F238E27FC236}">
                      <a16:creationId xmlns:a16="http://schemas.microsoft.com/office/drawing/2014/main" id="{3720635E-D58A-0F9B-9E5B-BF05317802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11" y="194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5" name="Freeform 334">
                  <a:extLst>
                    <a:ext uri="{FF2B5EF4-FFF2-40B4-BE49-F238E27FC236}">
                      <a16:creationId xmlns:a16="http://schemas.microsoft.com/office/drawing/2014/main" id="{1479F060-FD7D-8DEB-45A8-833C9295FD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20"/>
                  <a:ext cx="18" cy="22"/>
                </a:xfrm>
                <a:custGeom>
                  <a:avLst/>
                  <a:gdLst>
                    <a:gd name="T0" fmla="*/ 0 w 110"/>
                    <a:gd name="T1" fmla="*/ 0 h 133"/>
                    <a:gd name="T2" fmla="*/ 0 w 110"/>
                    <a:gd name="T3" fmla="*/ 0 h 133"/>
                    <a:gd name="T4" fmla="*/ 0 w 110"/>
                    <a:gd name="T5" fmla="*/ 0 h 133"/>
                    <a:gd name="T6" fmla="*/ 0 w 110"/>
                    <a:gd name="T7" fmla="*/ 0 h 133"/>
                    <a:gd name="T8" fmla="*/ 0 w 110"/>
                    <a:gd name="T9" fmla="*/ 0 h 133"/>
                    <a:gd name="T10" fmla="*/ 0 w 110"/>
                    <a:gd name="T11" fmla="*/ 0 h 133"/>
                    <a:gd name="T12" fmla="*/ 0 w 110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0"/>
                    <a:gd name="T22" fmla="*/ 0 h 133"/>
                    <a:gd name="T23" fmla="*/ 110 w 110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0" h="133">
                      <a:moveTo>
                        <a:pt x="4" y="133"/>
                      </a:moveTo>
                      <a:lnTo>
                        <a:pt x="57" y="131"/>
                      </a:lnTo>
                      <a:lnTo>
                        <a:pt x="110" y="129"/>
                      </a:lnTo>
                      <a:lnTo>
                        <a:pt x="105" y="0"/>
                      </a:lnTo>
                      <a:lnTo>
                        <a:pt x="53" y="2"/>
                      </a:lnTo>
                      <a:lnTo>
                        <a:pt x="0" y="4"/>
                      </a:lnTo>
                      <a:lnTo>
                        <a:pt x="4" y="1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6" name="Freeform 335">
                  <a:extLst>
                    <a:ext uri="{FF2B5EF4-FFF2-40B4-BE49-F238E27FC236}">
                      <a16:creationId xmlns:a16="http://schemas.microsoft.com/office/drawing/2014/main" id="{3B0FAF27-79DF-4D7C-BF2A-B894E33624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20"/>
                  <a:ext cx="18" cy="22"/>
                </a:xfrm>
                <a:custGeom>
                  <a:avLst/>
                  <a:gdLst>
                    <a:gd name="T0" fmla="*/ 0 w 110"/>
                    <a:gd name="T1" fmla="*/ 0 h 133"/>
                    <a:gd name="T2" fmla="*/ 0 w 110"/>
                    <a:gd name="T3" fmla="*/ 0 h 133"/>
                    <a:gd name="T4" fmla="*/ 0 w 110"/>
                    <a:gd name="T5" fmla="*/ 0 h 133"/>
                    <a:gd name="T6" fmla="*/ 0 w 110"/>
                    <a:gd name="T7" fmla="*/ 0 h 133"/>
                    <a:gd name="T8" fmla="*/ 0 w 110"/>
                    <a:gd name="T9" fmla="*/ 0 h 133"/>
                    <a:gd name="T10" fmla="*/ 0 w 110"/>
                    <a:gd name="T11" fmla="*/ 0 h 133"/>
                    <a:gd name="T12" fmla="*/ 0 w 110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0"/>
                    <a:gd name="T22" fmla="*/ 0 h 133"/>
                    <a:gd name="T23" fmla="*/ 110 w 110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0" h="133">
                      <a:moveTo>
                        <a:pt x="4" y="133"/>
                      </a:moveTo>
                      <a:lnTo>
                        <a:pt x="57" y="131"/>
                      </a:lnTo>
                      <a:lnTo>
                        <a:pt x="110" y="129"/>
                      </a:lnTo>
                      <a:lnTo>
                        <a:pt x="105" y="0"/>
                      </a:lnTo>
                      <a:lnTo>
                        <a:pt x="53" y="2"/>
                      </a:lnTo>
                      <a:lnTo>
                        <a:pt x="0" y="4"/>
                      </a:lnTo>
                      <a:lnTo>
                        <a:pt x="4" y="13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7" name="Freeform 336">
                  <a:extLst>
                    <a:ext uri="{FF2B5EF4-FFF2-40B4-BE49-F238E27FC236}">
                      <a16:creationId xmlns:a16="http://schemas.microsoft.com/office/drawing/2014/main" id="{2782CBEA-290B-2419-70C8-71427A8890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11"/>
                  <a:ext cx="17" cy="9"/>
                </a:xfrm>
                <a:custGeom>
                  <a:avLst/>
                  <a:gdLst>
                    <a:gd name="T0" fmla="*/ 0 w 105"/>
                    <a:gd name="T1" fmla="*/ 0 h 55"/>
                    <a:gd name="T2" fmla="*/ 0 w 105"/>
                    <a:gd name="T3" fmla="*/ 0 h 55"/>
                    <a:gd name="T4" fmla="*/ 0 w 105"/>
                    <a:gd name="T5" fmla="*/ 0 h 55"/>
                    <a:gd name="T6" fmla="*/ 0 w 105"/>
                    <a:gd name="T7" fmla="*/ 0 h 55"/>
                    <a:gd name="T8" fmla="*/ 0 w 105"/>
                    <a:gd name="T9" fmla="*/ 0 h 55"/>
                    <a:gd name="T10" fmla="*/ 0 w 105"/>
                    <a:gd name="T11" fmla="*/ 0 h 55"/>
                    <a:gd name="T12" fmla="*/ 0 w 105"/>
                    <a:gd name="T13" fmla="*/ 0 h 55"/>
                    <a:gd name="T14" fmla="*/ 0 w 105"/>
                    <a:gd name="T15" fmla="*/ 0 h 55"/>
                    <a:gd name="T16" fmla="*/ 0 w 105"/>
                    <a:gd name="T17" fmla="*/ 0 h 55"/>
                    <a:gd name="T18" fmla="*/ 0 w 105"/>
                    <a:gd name="T19" fmla="*/ 0 h 55"/>
                    <a:gd name="T20" fmla="*/ 0 w 105"/>
                    <a:gd name="T21" fmla="*/ 0 h 55"/>
                    <a:gd name="T22" fmla="*/ 0 w 105"/>
                    <a:gd name="T23" fmla="*/ 0 h 55"/>
                    <a:gd name="T24" fmla="*/ 0 w 105"/>
                    <a:gd name="T25" fmla="*/ 0 h 55"/>
                    <a:gd name="T26" fmla="*/ 0 w 105"/>
                    <a:gd name="T27" fmla="*/ 0 h 55"/>
                    <a:gd name="T28" fmla="*/ 0 w 105"/>
                    <a:gd name="T29" fmla="*/ 0 h 55"/>
                    <a:gd name="T30" fmla="*/ 0 w 105"/>
                    <a:gd name="T31" fmla="*/ 0 h 55"/>
                    <a:gd name="T32" fmla="*/ 0 w 105"/>
                    <a:gd name="T33" fmla="*/ 0 h 5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55"/>
                    <a:gd name="T53" fmla="*/ 105 w 105"/>
                    <a:gd name="T54" fmla="*/ 55 h 5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55">
                      <a:moveTo>
                        <a:pt x="53" y="53"/>
                      </a:moveTo>
                      <a:lnTo>
                        <a:pt x="0" y="55"/>
                      </a:lnTo>
                      <a:lnTo>
                        <a:pt x="0" y="42"/>
                      </a:lnTo>
                      <a:lnTo>
                        <a:pt x="4" y="32"/>
                      </a:lnTo>
                      <a:lnTo>
                        <a:pt x="10" y="21"/>
                      </a:lnTo>
                      <a:lnTo>
                        <a:pt x="18" y="13"/>
                      </a:lnTo>
                      <a:lnTo>
                        <a:pt x="28" y="5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4" y="4"/>
                      </a:lnTo>
                      <a:lnTo>
                        <a:pt x="84" y="11"/>
                      </a:lnTo>
                      <a:lnTo>
                        <a:pt x="93" y="18"/>
                      </a:lnTo>
                      <a:lnTo>
                        <a:pt x="100" y="29"/>
                      </a:lnTo>
                      <a:lnTo>
                        <a:pt x="104" y="39"/>
                      </a:lnTo>
                      <a:lnTo>
                        <a:pt x="105" y="51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8" name="Freeform 337">
                  <a:extLst>
                    <a:ext uri="{FF2B5EF4-FFF2-40B4-BE49-F238E27FC236}">
                      <a16:creationId xmlns:a16="http://schemas.microsoft.com/office/drawing/2014/main" id="{BF22D4DB-6257-0DE5-DBF6-60DCFF582A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11"/>
                  <a:ext cx="17" cy="9"/>
                </a:xfrm>
                <a:custGeom>
                  <a:avLst/>
                  <a:gdLst>
                    <a:gd name="T0" fmla="*/ 0 w 105"/>
                    <a:gd name="T1" fmla="*/ 0 h 55"/>
                    <a:gd name="T2" fmla="*/ 0 w 105"/>
                    <a:gd name="T3" fmla="*/ 0 h 55"/>
                    <a:gd name="T4" fmla="*/ 0 w 105"/>
                    <a:gd name="T5" fmla="*/ 0 h 55"/>
                    <a:gd name="T6" fmla="*/ 0 w 105"/>
                    <a:gd name="T7" fmla="*/ 0 h 55"/>
                    <a:gd name="T8" fmla="*/ 0 w 105"/>
                    <a:gd name="T9" fmla="*/ 0 h 55"/>
                    <a:gd name="T10" fmla="*/ 0 w 105"/>
                    <a:gd name="T11" fmla="*/ 0 h 55"/>
                    <a:gd name="T12" fmla="*/ 0 w 105"/>
                    <a:gd name="T13" fmla="*/ 0 h 55"/>
                    <a:gd name="T14" fmla="*/ 0 w 105"/>
                    <a:gd name="T15" fmla="*/ 0 h 55"/>
                    <a:gd name="T16" fmla="*/ 0 w 105"/>
                    <a:gd name="T17" fmla="*/ 0 h 55"/>
                    <a:gd name="T18" fmla="*/ 0 w 105"/>
                    <a:gd name="T19" fmla="*/ 0 h 55"/>
                    <a:gd name="T20" fmla="*/ 0 w 105"/>
                    <a:gd name="T21" fmla="*/ 0 h 55"/>
                    <a:gd name="T22" fmla="*/ 0 w 105"/>
                    <a:gd name="T23" fmla="*/ 0 h 55"/>
                    <a:gd name="T24" fmla="*/ 0 w 105"/>
                    <a:gd name="T25" fmla="*/ 0 h 55"/>
                    <a:gd name="T26" fmla="*/ 0 w 105"/>
                    <a:gd name="T27" fmla="*/ 0 h 55"/>
                    <a:gd name="T28" fmla="*/ 0 w 105"/>
                    <a:gd name="T29" fmla="*/ 0 h 5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55"/>
                    <a:gd name="T47" fmla="*/ 105 w 105"/>
                    <a:gd name="T48" fmla="*/ 55 h 5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55">
                      <a:moveTo>
                        <a:pt x="0" y="55"/>
                      </a:moveTo>
                      <a:lnTo>
                        <a:pt x="0" y="42"/>
                      </a:lnTo>
                      <a:lnTo>
                        <a:pt x="4" y="32"/>
                      </a:lnTo>
                      <a:lnTo>
                        <a:pt x="10" y="21"/>
                      </a:lnTo>
                      <a:lnTo>
                        <a:pt x="18" y="13"/>
                      </a:lnTo>
                      <a:lnTo>
                        <a:pt x="28" y="5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4" y="4"/>
                      </a:lnTo>
                      <a:lnTo>
                        <a:pt x="84" y="11"/>
                      </a:lnTo>
                      <a:lnTo>
                        <a:pt x="93" y="18"/>
                      </a:lnTo>
                      <a:lnTo>
                        <a:pt x="100" y="29"/>
                      </a:lnTo>
                      <a:lnTo>
                        <a:pt x="104" y="39"/>
                      </a:lnTo>
                      <a:lnTo>
                        <a:pt x="105" y="5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9" name="Freeform 338">
                  <a:extLst>
                    <a:ext uri="{FF2B5EF4-FFF2-40B4-BE49-F238E27FC236}">
                      <a16:creationId xmlns:a16="http://schemas.microsoft.com/office/drawing/2014/main" id="{3AF7210B-B09B-E675-27BD-BE14F5FAD7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4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0" name="Freeform 339">
                  <a:extLst>
                    <a:ext uri="{FF2B5EF4-FFF2-40B4-BE49-F238E27FC236}">
                      <a16:creationId xmlns:a16="http://schemas.microsoft.com/office/drawing/2014/main" id="{D39B0297-513E-5BB8-F025-ADAB6A6182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4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1" name="Freeform 340">
                  <a:extLst>
                    <a:ext uri="{FF2B5EF4-FFF2-40B4-BE49-F238E27FC236}">
                      <a16:creationId xmlns:a16="http://schemas.microsoft.com/office/drawing/2014/main" id="{9BA1E5D5-B966-CD7A-1F78-7D69E77C66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2" name="Freeform 341">
                  <a:extLst>
                    <a:ext uri="{FF2B5EF4-FFF2-40B4-BE49-F238E27FC236}">
                      <a16:creationId xmlns:a16="http://schemas.microsoft.com/office/drawing/2014/main" id="{9267A6C3-18B9-CF9D-1B4D-7CAB1F856D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3" name="Freeform 342">
                  <a:extLst>
                    <a:ext uri="{FF2B5EF4-FFF2-40B4-BE49-F238E27FC236}">
                      <a16:creationId xmlns:a16="http://schemas.microsoft.com/office/drawing/2014/main" id="{B748A2C6-49C0-D2F6-9958-B71571E68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4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4" name="Freeform 343">
                  <a:extLst>
                    <a:ext uri="{FF2B5EF4-FFF2-40B4-BE49-F238E27FC236}">
                      <a16:creationId xmlns:a16="http://schemas.microsoft.com/office/drawing/2014/main" id="{D6FD9AA2-1B8A-9245-5D9C-E166D3A6A3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4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5" name="Freeform 344">
                  <a:extLst>
                    <a:ext uri="{FF2B5EF4-FFF2-40B4-BE49-F238E27FC236}">
                      <a16:creationId xmlns:a16="http://schemas.microsoft.com/office/drawing/2014/main" id="{47596763-DACC-44AA-49FB-6805A90D21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1"/>
                  <a:ext cx="17" cy="11"/>
                </a:xfrm>
                <a:custGeom>
                  <a:avLst/>
                  <a:gdLst>
                    <a:gd name="T0" fmla="*/ 0 w 104"/>
                    <a:gd name="T1" fmla="*/ 0 h 65"/>
                    <a:gd name="T2" fmla="*/ 0 w 104"/>
                    <a:gd name="T3" fmla="*/ 0 h 65"/>
                    <a:gd name="T4" fmla="*/ 0 w 104"/>
                    <a:gd name="T5" fmla="*/ 0 h 65"/>
                    <a:gd name="T6" fmla="*/ 0 w 104"/>
                    <a:gd name="T7" fmla="*/ 0 h 65"/>
                    <a:gd name="T8" fmla="*/ 0 w 104"/>
                    <a:gd name="T9" fmla="*/ 0 h 65"/>
                    <a:gd name="T10" fmla="*/ 0 w 104"/>
                    <a:gd name="T11" fmla="*/ 0 h 65"/>
                    <a:gd name="T12" fmla="*/ 0 w 104"/>
                    <a:gd name="T13" fmla="*/ 0 h 65"/>
                    <a:gd name="T14" fmla="*/ 0 w 104"/>
                    <a:gd name="T15" fmla="*/ 0 h 65"/>
                    <a:gd name="T16" fmla="*/ 0 w 104"/>
                    <a:gd name="T17" fmla="*/ 0 h 65"/>
                    <a:gd name="T18" fmla="*/ 0 w 104"/>
                    <a:gd name="T19" fmla="*/ 0 h 65"/>
                    <a:gd name="T20" fmla="*/ 0 w 104"/>
                    <a:gd name="T21" fmla="*/ 0 h 65"/>
                    <a:gd name="T22" fmla="*/ 0 w 104"/>
                    <a:gd name="T23" fmla="*/ 0 h 65"/>
                    <a:gd name="T24" fmla="*/ 0 w 104"/>
                    <a:gd name="T25" fmla="*/ 0 h 65"/>
                    <a:gd name="T26" fmla="*/ 0 w 104"/>
                    <a:gd name="T27" fmla="*/ 0 h 65"/>
                    <a:gd name="T28" fmla="*/ 0 w 104"/>
                    <a:gd name="T29" fmla="*/ 0 h 65"/>
                    <a:gd name="T30" fmla="*/ 0 w 104"/>
                    <a:gd name="T31" fmla="*/ 0 h 65"/>
                    <a:gd name="T32" fmla="*/ 0 w 104"/>
                    <a:gd name="T33" fmla="*/ 0 h 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4"/>
                    <a:gd name="T52" fmla="*/ 0 h 65"/>
                    <a:gd name="T53" fmla="*/ 104 w 104"/>
                    <a:gd name="T54" fmla="*/ 65 h 6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4" h="65">
                      <a:moveTo>
                        <a:pt x="52" y="53"/>
                      </a:moveTo>
                      <a:lnTo>
                        <a:pt x="0" y="42"/>
                      </a:lnTo>
                      <a:lnTo>
                        <a:pt x="3" y="31"/>
                      </a:lnTo>
                      <a:lnTo>
                        <a:pt x="9" y="20"/>
                      </a:lnTo>
                      <a:lnTo>
                        <a:pt x="18" y="12"/>
                      </a:lnTo>
                      <a:lnTo>
                        <a:pt x="28" y="6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1"/>
                      </a:lnTo>
                      <a:lnTo>
                        <a:pt x="74" y="5"/>
                      </a:lnTo>
                      <a:lnTo>
                        <a:pt x="84" y="11"/>
                      </a:lnTo>
                      <a:lnTo>
                        <a:pt x="93" y="19"/>
                      </a:lnTo>
                      <a:lnTo>
                        <a:pt x="99" y="30"/>
                      </a:lnTo>
                      <a:lnTo>
                        <a:pt x="103" y="41"/>
                      </a:lnTo>
                      <a:lnTo>
                        <a:pt x="104" y="52"/>
                      </a:lnTo>
                      <a:lnTo>
                        <a:pt x="103" y="65"/>
                      </a:lnTo>
                      <a:lnTo>
                        <a:pt x="5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6" name="Freeform 345">
                  <a:extLst>
                    <a:ext uri="{FF2B5EF4-FFF2-40B4-BE49-F238E27FC236}">
                      <a16:creationId xmlns:a16="http://schemas.microsoft.com/office/drawing/2014/main" id="{CC9304EA-32BF-47CF-A679-D21E15B1A8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1"/>
                  <a:ext cx="17" cy="11"/>
                </a:xfrm>
                <a:custGeom>
                  <a:avLst/>
                  <a:gdLst>
                    <a:gd name="T0" fmla="*/ 0 w 104"/>
                    <a:gd name="T1" fmla="*/ 0 h 65"/>
                    <a:gd name="T2" fmla="*/ 0 w 104"/>
                    <a:gd name="T3" fmla="*/ 0 h 65"/>
                    <a:gd name="T4" fmla="*/ 0 w 104"/>
                    <a:gd name="T5" fmla="*/ 0 h 65"/>
                    <a:gd name="T6" fmla="*/ 0 w 104"/>
                    <a:gd name="T7" fmla="*/ 0 h 65"/>
                    <a:gd name="T8" fmla="*/ 0 w 104"/>
                    <a:gd name="T9" fmla="*/ 0 h 65"/>
                    <a:gd name="T10" fmla="*/ 0 w 104"/>
                    <a:gd name="T11" fmla="*/ 0 h 65"/>
                    <a:gd name="T12" fmla="*/ 0 w 104"/>
                    <a:gd name="T13" fmla="*/ 0 h 65"/>
                    <a:gd name="T14" fmla="*/ 0 w 104"/>
                    <a:gd name="T15" fmla="*/ 0 h 65"/>
                    <a:gd name="T16" fmla="*/ 0 w 104"/>
                    <a:gd name="T17" fmla="*/ 0 h 65"/>
                    <a:gd name="T18" fmla="*/ 0 w 104"/>
                    <a:gd name="T19" fmla="*/ 0 h 65"/>
                    <a:gd name="T20" fmla="*/ 0 w 104"/>
                    <a:gd name="T21" fmla="*/ 0 h 65"/>
                    <a:gd name="T22" fmla="*/ 0 w 104"/>
                    <a:gd name="T23" fmla="*/ 0 h 65"/>
                    <a:gd name="T24" fmla="*/ 0 w 104"/>
                    <a:gd name="T25" fmla="*/ 0 h 65"/>
                    <a:gd name="T26" fmla="*/ 0 w 104"/>
                    <a:gd name="T27" fmla="*/ 0 h 65"/>
                    <a:gd name="T28" fmla="*/ 0 w 104"/>
                    <a:gd name="T29" fmla="*/ 0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4"/>
                    <a:gd name="T46" fmla="*/ 0 h 65"/>
                    <a:gd name="T47" fmla="*/ 104 w 104"/>
                    <a:gd name="T48" fmla="*/ 65 h 6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4" h="65">
                      <a:moveTo>
                        <a:pt x="0" y="42"/>
                      </a:moveTo>
                      <a:lnTo>
                        <a:pt x="3" y="31"/>
                      </a:lnTo>
                      <a:lnTo>
                        <a:pt x="9" y="20"/>
                      </a:lnTo>
                      <a:lnTo>
                        <a:pt x="18" y="12"/>
                      </a:lnTo>
                      <a:lnTo>
                        <a:pt x="28" y="6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1"/>
                      </a:lnTo>
                      <a:lnTo>
                        <a:pt x="74" y="5"/>
                      </a:lnTo>
                      <a:lnTo>
                        <a:pt x="84" y="11"/>
                      </a:lnTo>
                      <a:lnTo>
                        <a:pt x="93" y="19"/>
                      </a:lnTo>
                      <a:lnTo>
                        <a:pt x="99" y="30"/>
                      </a:lnTo>
                      <a:lnTo>
                        <a:pt x="103" y="41"/>
                      </a:lnTo>
                      <a:lnTo>
                        <a:pt x="104" y="52"/>
                      </a:lnTo>
                      <a:lnTo>
                        <a:pt x="103" y="6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7" name="Freeform 346">
                  <a:extLst>
                    <a:ext uri="{FF2B5EF4-FFF2-40B4-BE49-F238E27FC236}">
                      <a16:creationId xmlns:a16="http://schemas.microsoft.com/office/drawing/2014/main" id="{AF0C986D-E1BB-EB92-6FD8-6DE7320041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1868"/>
                  <a:ext cx="146" cy="602"/>
                </a:xfrm>
                <a:custGeom>
                  <a:avLst/>
                  <a:gdLst>
                    <a:gd name="T0" fmla="*/ 0 w 879"/>
                    <a:gd name="T1" fmla="*/ 0 h 3611"/>
                    <a:gd name="T2" fmla="*/ 0 w 879"/>
                    <a:gd name="T3" fmla="*/ 0 h 3611"/>
                    <a:gd name="T4" fmla="*/ 0 w 879"/>
                    <a:gd name="T5" fmla="*/ 0 h 3611"/>
                    <a:gd name="T6" fmla="*/ 0 w 879"/>
                    <a:gd name="T7" fmla="*/ 0 h 3611"/>
                    <a:gd name="T8" fmla="*/ 0 w 879"/>
                    <a:gd name="T9" fmla="*/ 0 h 3611"/>
                    <a:gd name="T10" fmla="*/ 0 w 879"/>
                    <a:gd name="T11" fmla="*/ 0 h 3611"/>
                    <a:gd name="T12" fmla="*/ 0 w 879"/>
                    <a:gd name="T13" fmla="*/ 0 h 36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79"/>
                    <a:gd name="T22" fmla="*/ 0 h 3611"/>
                    <a:gd name="T23" fmla="*/ 879 w 879"/>
                    <a:gd name="T24" fmla="*/ 3611 h 36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79" h="3611">
                      <a:moveTo>
                        <a:pt x="879" y="23"/>
                      </a:moveTo>
                      <a:lnTo>
                        <a:pt x="828" y="11"/>
                      </a:lnTo>
                      <a:lnTo>
                        <a:pt x="776" y="0"/>
                      </a:lnTo>
                      <a:lnTo>
                        <a:pt x="0" y="3588"/>
                      </a:lnTo>
                      <a:lnTo>
                        <a:pt x="51" y="3600"/>
                      </a:lnTo>
                      <a:lnTo>
                        <a:pt x="103" y="3611"/>
                      </a:lnTo>
                      <a:lnTo>
                        <a:pt x="879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8" name="Freeform 347">
                  <a:extLst>
                    <a:ext uri="{FF2B5EF4-FFF2-40B4-BE49-F238E27FC236}">
                      <a16:creationId xmlns:a16="http://schemas.microsoft.com/office/drawing/2014/main" id="{F987FDA4-F5D0-B354-5427-828FA055E8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1868"/>
                  <a:ext cx="146" cy="602"/>
                </a:xfrm>
                <a:custGeom>
                  <a:avLst/>
                  <a:gdLst>
                    <a:gd name="T0" fmla="*/ 0 w 879"/>
                    <a:gd name="T1" fmla="*/ 0 h 3611"/>
                    <a:gd name="T2" fmla="*/ 0 w 879"/>
                    <a:gd name="T3" fmla="*/ 0 h 3611"/>
                    <a:gd name="T4" fmla="*/ 0 w 879"/>
                    <a:gd name="T5" fmla="*/ 0 h 3611"/>
                    <a:gd name="T6" fmla="*/ 0 w 879"/>
                    <a:gd name="T7" fmla="*/ 0 h 3611"/>
                    <a:gd name="T8" fmla="*/ 0 w 879"/>
                    <a:gd name="T9" fmla="*/ 0 h 3611"/>
                    <a:gd name="T10" fmla="*/ 0 w 879"/>
                    <a:gd name="T11" fmla="*/ 0 h 3611"/>
                    <a:gd name="T12" fmla="*/ 0 w 879"/>
                    <a:gd name="T13" fmla="*/ 0 h 36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79"/>
                    <a:gd name="T22" fmla="*/ 0 h 3611"/>
                    <a:gd name="T23" fmla="*/ 879 w 879"/>
                    <a:gd name="T24" fmla="*/ 3611 h 36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79" h="3611">
                      <a:moveTo>
                        <a:pt x="879" y="23"/>
                      </a:moveTo>
                      <a:lnTo>
                        <a:pt x="828" y="11"/>
                      </a:lnTo>
                      <a:lnTo>
                        <a:pt x="776" y="0"/>
                      </a:lnTo>
                      <a:lnTo>
                        <a:pt x="0" y="3588"/>
                      </a:lnTo>
                      <a:lnTo>
                        <a:pt x="51" y="3600"/>
                      </a:lnTo>
                      <a:lnTo>
                        <a:pt x="103" y="3611"/>
                      </a:lnTo>
                      <a:lnTo>
                        <a:pt x="879" y="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9" name="Freeform 348">
                  <a:extLst>
                    <a:ext uri="{FF2B5EF4-FFF2-40B4-BE49-F238E27FC236}">
                      <a16:creationId xmlns:a16="http://schemas.microsoft.com/office/drawing/2014/main" id="{9B70402A-6B68-0C3A-C8CB-AAA5C2221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6"/>
                  <a:ext cx="18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w 105"/>
                    <a:gd name="T31" fmla="*/ 0 h 65"/>
                    <a:gd name="T32" fmla="*/ 0 w 105"/>
                    <a:gd name="T33" fmla="*/ 0 h 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65"/>
                    <a:gd name="T53" fmla="*/ 105 w 105"/>
                    <a:gd name="T54" fmla="*/ 65 h 6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65">
                      <a:moveTo>
                        <a:pt x="53" y="12"/>
                      </a:moveTo>
                      <a:lnTo>
                        <a:pt x="105" y="23"/>
                      </a:lnTo>
                      <a:lnTo>
                        <a:pt x="102" y="34"/>
                      </a:lnTo>
                      <a:lnTo>
                        <a:pt x="96" y="44"/>
                      </a:lnTo>
                      <a:lnTo>
                        <a:pt x="87" y="53"/>
                      </a:lnTo>
                      <a:lnTo>
                        <a:pt x="77" y="59"/>
                      </a:lnTo>
                      <a:lnTo>
                        <a:pt x="66" y="63"/>
                      </a:lnTo>
                      <a:lnTo>
                        <a:pt x="54" y="65"/>
                      </a:lnTo>
                      <a:lnTo>
                        <a:pt x="42" y="63"/>
                      </a:lnTo>
                      <a:lnTo>
                        <a:pt x="31" y="60"/>
                      </a:lnTo>
                      <a:lnTo>
                        <a:pt x="21" y="54"/>
                      </a:lnTo>
                      <a:lnTo>
                        <a:pt x="12" y="45"/>
                      </a:lnTo>
                      <a:lnTo>
                        <a:pt x="6" y="35"/>
                      </a:lnTo>
                      <a:lnTo>
                        <a:pt x="2" y="24"/>
                      </a:lnTo>
                      <a:lnTo>
                        <a:pt x="0" y="13"/>
                      </a:lnTo>
                      <a:lnTo>
                        <a:pt x="2" y="0"/>
                      </a:lnTo>
                      <a:lnTo>
                        <a:pt x="53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0" name="Freeform 349">
                  <a:extLst>
                    <a:ext uri="{FF2B5EF4-FFF2-40B4-BE49-F238E27FC236}">
                      <a16:creationId xmlns:a16="http://schemas.microsoft.com/office/drawing/2014/main" id="{4D947316-58D0-50FF-B7C2-742206D481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6"/>
                  <a:ext cx="18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65"/>
                    <a:gd name="T47" fmla="*/ 105 w 105"/>
                    <a:gd name="T48" fmla="*/ 65 h 6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65">
                      <a:moveTo>
                        <a:pt x="105" y="23"/>
                      </a:moveTo>
                      <a:lnTo>
                        <a:pt x="102" y="34"/>
                      </a:lnTo>
                      <a:lnTo>
                        <a:pt x="96" y="44"/>
                      </a:lnTo>
                      <a:lnTo>
                        <a:pt x="87" y="53"/>
                      </a:lnTo>
                      <a:lnTo>
                        <a:pt x="77" y="59"/>
                      </a:lnTo>
                      <a:lnTo>
                        <a:pt x="66" y="63"/>
                      </a:lnTo>
                      <a:lnTo>
                        <a:pt x="54" y="65"/>
                      </a:lnTo>
                      <a:lnTo>
                        <a:pt x="42" y="63"/>
                      </a:lnTo>
                      <a:lnTo>
                        <a:pt x="31" y="60"/>
                      </a:lnTo>
                      <a:lnTo>
                        <a:pt x="21" y="54"/>
                      </a:lnTo>
                      <a:lnTo>
                        <a:pt x="12" y="45"/>
                      </a:lnTo>
                      <a:lnTo>
                        <a:pt x="6" y="35"/>
                      </a:lnTo>
                      <a:lnTo>
                        <a:pt x="2" y="24"/>
                      </a:lnTo>
                      <a:lnTo>
                        <a:pt x="0" y="13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1" name="Freeform 350">
                  <a:extLst>
                    <a:ext uri="{FF2B5EF4-FFF2-40B4-BE49-F238E27FC236}">
                      <a16:creationId xmlns:a16="http://schemas.microsoft.com/office/drawing/2014/main" id="{44F4AD5B-59F9-92BE-7A93-2DB541C12E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2" name="Freeform 351">
                  <a:extLst>
                    <a:ext uri="{FF2B5EF4-FFF2-40B4-BE49-F238E27FC236}">
                      <a16:creationId xmlns:a16="http://schemas.microsoft.com/office/drawing/2014/main" id="{8FA477E8-D564-2C0E-59DB-CD53B45424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3" name="Freeform 352">
                  <a:extLst>
                    <a:ext uri="{FF2B5EF4-FFF2-40B4-BE49-F238E27FC236}">
                      <a16:creationId xmlns:a16="http://schemas.microsoft.com/office/drawing/2014/main" id="{DC678C29-4FC3-FDB3-2058-1428ED9E7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459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4" name="Freeform 353">
                  <a:extLst>
                    <a:ext uri="{FF2B5EF4-FFF2-40B4-BE49-F238E27FC236}">
                      <a16:creationId xmlns:a16="http://schemas.microsoft.com/office/drawing/2014/main" id="{9E0CFAA0-3E57-017E-D81F-F7DB70E2F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459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5" name="Freeform 354">
                  <a:extLst>
                    <a:ext uri="{FF2B5EF4-FFF2-40B4-BE49-F238E27FC236}">
                      <a16:creationId xmlns:a16="http://schemas.microsoft.com/office/drawing/2014/main" id="{FED8F9AC-F28B-E766-FA8D-B1D01C83C1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6" name="Freeform 355">
                  <a:extLst>
                    <a:ext uri="{FF2B5EF4-FFF2-40B4-BE49-F238E27FC236}">
                      <a16:creationId xmlns:a16="http://schemas.microsoft.com/office/drawing/2014/main" id="{04D1C422-1F00-A81A-996E-DB36221CFD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7" name="Line 356">
                  <a:extLst>
                    <a:ext uri="{FF2B5EF4-FFF2-40B4-BE49-F238E27FC236}">
                      <a16:creationId xmlns:a16="http://schemas.microsoft.com/office/drawing/2014/main" id="{02A8CE85-6DD2-1F2E-7323-528ABB86AA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9" y="1939"/>
                  <a:ext cx="21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8" name="Line 357">
                  <a:extLst>
                    <a:ext uri="{FF2B5EF4-FFF2-40B4-BE49-F238E27FC236}">
                      <a16:creationId xmlns:a16="http://schemas.microsoft.com/office/drawing/2014/main" id="{F13F8577-C7DA-A2F1-EB1D-23F83AE3C7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74" y="1939"/>
                  <a:ext cx="25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9" name="Line 358">
                  <a:extLst>
                    <a:ext uri="{FF2B5EF4-FFF2-40B4-BE49-F238E27FC236}">
                      <a16:creationId xmlns:a16="http://schemas.microsoft.com/office/drawing/2014/main" id="{7EB83175-3490-A5CB-0A1A-92C479395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5" y="1939"/>
                  <a:ext cx="21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0" name="Line 359">
                  <a:extLst>
                    <a:ext uri="{FF2B5EF4-FFF2-40B4-BE49-F238E27FC236}">
                      <a16:creationId xmlns:a16="http://schemas.microsoft.com/office/drawing/2014/main" id="{5EEBE3A7-DA50-8687-D737-FDD4D951F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4" y="1939"/>
                  <a:ext cx="10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1" name="Freeform 360">
                  <a:extLst>
                    <a:ext uri="{FF2B5EF4-FFF2-40B4-BE49-F238E27FC236}">
                      <a16:creationId xmlns:a16="http://schemas.microsoft.com/office/drawing/2014/main" id="{9752508C-7AEA-E1DD-FA34-8D08137AA4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0" y="1877"/>
                  <a:ext cx="18" cy="11"/>
                </a:xfrm>
                <a:custGeom>
                  <a:avLst/>
                  <a:gdLst>
                    <a:gd name="T0" fmla="*/ 0 w 106"/>
                    <a:gd name="T1" fmla="*/ 0 h 61"/>
                    <a:gd name="T2" fmla="*/ 0 w 106"/>
                    <a:gd name="T3" fmla="*/ 0 h 61"/>
                    <a:gd name="T4" fmla="*/ 0 w 106"/>
                    <a:gd name="T5" fmla="*/ 0 h 61"/>
                    <a:gd name="T6" fmla="*/ 0 w 106"/>
                    <a:gd name="T7" fmla="*/ 0 h 61"/>
                    <a:gd name="T8" fmla="*/ 0 w 106"/>
                    <a:gd name="T9" fmla="*/ 0 h 61"/>
                    <a:gd name="T10" fmla="*/ 0 w 106"/>
                    <a:gd name="T11" fmla="*/ 0 h 61"/>
                    <a:gd name="T12" fmla="*/ 0 w 106"/>
                    <a:gd name="T13" fmla="*/ 0 h 61"/>
                    <a:gd name="T14" fmla="*/ 0 w 106"/>
                    <a:gd name="T15" fmla="*/ 0 h 61"/>
                    <a:gd name="T16" fmla="*/ 0 w 106"/>
                    <a:gd name="T17" fmla="*/ 0 h 61"/>
                    <a:gd name="T18" fmla="*/ 0 w 106"/>
                    <a:gd name="T19" fmla="*/ 0 h 61"/>
                    <a:gd name="T20" fmla="*/ 0 w 106"/>
                    <a:gd name="T21" fmla="*/ 0 h 61"/>
                    <a:gd name="T22" fmla="*/ 0 w 106"/>
                    <a:gd name="T23" fmla="*/ 0 h 61"/>
                    <a:gd name="T24" fmla="*/ 0 w 106"/>
                    <a:gd name="T25" fmla="*/ 0 h 61"/>
                    <a:gd name="T26" fmla="*/ 0 w 106"/>
                    <a:gd name="T27" fmla="*/ 0 h 61"/>
                    <a:gd name="T28" fmla="*/ 0 w 106"/>
                    <a:gd name="T29" fmla="*/ 0 h 61"/>
                    <a:gd name="T30" fmla="*/ 0 w 106"/>
                    <a:gd name="T31" fmla="*/ 0 h 61"/>
                    <a:gd name="T32" fmla="*/ 0 w 106"/>
                    <a:gd name="T33" fmla="*/ 0 h 6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6"/>
                    <a:gd name="T52" fmla="*/ 0 h 61"/>
                    <a:gd name="T53" fmla="*/ 106 w 106"/>
                    <a:gd name="T54" fmla="*/ 61 h 6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6" h="61">
                      <a:moveTo>
                        <a:pt x="53" y="53"/>
                      </a:moveTo>
                      <a:lnTo>
                        <a:pt x="0" y="44"/>
                      </a:ln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4"/>
                      </a:lnTo>
                      <a:lnTo>
                        <a:pt x="27" y="6"/>
                      </a:lnTo>
                      <a:lnTo>
                        <a:pt x="38" y="2"/>
                      </a:lnTo>
                      <a:lnTo>
                        <a:pt x="50" y="0"/>
                      </a:lnTo>
                      <a:lnTo>
                        <a:pt x="62" y="0"/>
                      </a:lnTo>
                      <a:lnTo>
                        <a:pt x="73" y="3"/>
                      </a:lnTo>
                      <a:lnTo>
                        <a:pt x="84" y="9"/>
                      </a:lnTo>
                      <a:lnTo>
                        <a:pt x="92" y="17"/>
                      </a:lnTo>
                      <a:lnTo>
                        <a:pt x="100" y="26"/>
                      </a:lnTo>
                      <a:lnTo>
                        <a:pt x="104" y="38"/>
                      </a:lnTo>
                      <a:lnTo>
                        <a:pt x="106" y="50"/>
                      </a:lnTo>
                      <a:lnTo>
                        <a:pt x="106" y="61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2" name="Freeform 361">
                  <a:extLst>
                    <a:ext uri="{FF2B5EF4-FFF2-40B4-BE49-F238E27FC236}">
                      <a16:creationId xmlns:a16="http://schemas.microsoft.com/office/drawing/2014/main" id="{D6E7241F-69AC-6D46-78FF-E71C3843D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0" y="1877"/>
                  <a:ext cx="18" cy="11"/>
                </a:xfrm>
                <a:custGeom>
                  <a:avLst/>
                  <a:gdLst>
                    <a:gd name="T0" fmla="*/ 0 w 106"/>
                    <a:gd name="T1" fmla="*/ 0 h 61"/>
                    <a:gd name="T2" fmla="*/ 0 w 106"/>
                    <a:gd name="T3" fmla="*/ 0 h 61"/>
                    <a:gd name="T4" fmla="*/ 0 w 106"/>
                    <a:gd name="T5" fmla="*/ 0 h 61"/>
                    <a:gd name="T6" fmla="*/ 0 w 106"/>
                    <a:gd name="T7" fmla="*/ 0 h 61"/>
                    <a:gd name="T8" fmla="*/ 0 w 106"/>
                    <a:gd name="T9" fmla="*/ 0 h 61"/>
                    <a:gd name="T10" fmla="*/ 0 w 106"/>
                    <a:gd name="T11" fmla="*/ 0 h 61"/>
                    <a:gd name="T12" fmla="*/ 0 w 106"/>
                    <a:gd name="T13" fmla="*/ 0 h 61"/>
                    <a:gd name="T14" fmla="*/ 0 w 106"/>
                    <a:gd name="T15" fmla="*/ 0 h 61"/>
                    <a:gd name="T16" fmla="*/ 0 w 106"/>
                    <a:gd name="T17" fmla="*/ 0 h 61"/>
                    <a:gd name="T18" fmla="*/ 0 w 106"/>
                    <a:gd name="T19" fmla="*/ 0 h 61"/>
                    <a:gd name="T20" fmla="*/ 0 w 106"/>
                    <a:gd name="T21" fmla="*/ 0 h 61"/>
                    <a:gd name="T22" fmla="*/ 0 w 106"/>
                    <a:gd name="T23" fmla="*/ 0 h 61"/>
                    <a:gd name="T24" fmla="*/ 0 w 106"/>
                    <a:gd name="T25" fmla="*/ 0 h 61"/>
                    <a:gd name="T26" fmla="*/ 0 w 106"/>
                    <a:gd name="T27" fmla="*/ 0 h 61"/>
                    <a:gd name="T28" fmla="*/ 0 w 106"/>
                    <a:gd name="T29" fmla="*/ 0 h 6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6"/>
                    <a:gd name="T46" fmla="*/ 0 h 61"/>
                    <a:gd name="T47" fmla="*/ 106 w 106"/>
                    <a:gd name="T48" fmla="*/ 61 h 6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6" h="61">
                      <a:moveTo>
                        <a:pt x="0" y="44"/>
                      </a:move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4"/>
                      </a:lnTo>
                      <a:lnTo>
                        <a:pt x="27" y="6"/>
                      </a:lnTo>
                      <a:lnTo>
                        <a:pt x="38" y="2"/>
                      </a:lnTo>
                      <a:lnTo>
                        <a:pt x="50" y="0"/>
                      </a:lnTo>
                      <a:lnTo>
                        <a:pt x="62" y="0"/>
                      </a:lnTo>
                      <a:lnTo>
                        <a:pt x="73" y="3"/>
                      </a:lnTo>
                      <a:lnTo>
                        <a:pt x="84" y="9"/>
                      </a:lnTo>
                      <a:lnTo>
                        <a:pt x="92" y="17"/>
                      </a:lnTo>
                      <a:lnTo>
                        <a:pt x="100" y="26"/>
                      </a:lnTo>
                      <a:lnTo>
                        <a:pt x="104" y="38"/>
                      </a:lnTo>
                      <a:lnTo>
                        <a:pt x="106" y="50"/>
                      </a:lnTo>
                      <a:lnTo>
                        <a:pt x="106" y="6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3" name="Freeform 362">
                  <a:extLst>
                    <a:ext uri="{FF2B5EF4-FFF2-40B4-BE49-F238E27FC236}">
                      <a16:creationId xmlns:a16="http://schemas.microsoft.com/office/drawing/2014/main" id="{E09E8288-2152-796E-7A7C-0A3EA92820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6" y="1885"/>
                  <a:ext cx="22" cy="25"/>
                </a:xfrm>
                <a:custGeom>
                  <a:avLst/>
                  <a:gdLst>
                    <a:gd name="T0" fmla="*/ 0 w 127"/>
                    <a:gd name="T1" fmla="*/ 0 h 150"/>
                    <a:gd name="T2" fmla="*/ 0 w 127"/>
                    <a:gd name="T3" fmla="*/ 0 h 150"/>
                    <a:gd name="T4" fmla="*/ 0 w 127"/>
                    <a:gd name="T5" fmla="*/ 0 h 150"/>
                    <a:gd name="T6" fmla="*/ 0 w 127"/>
                    <a:gd name="T7" fmla="*/ 0 h 150"/>
                    <a:gd name="T8" fmla="*/ 0 w 127"/>
                    <a:gd name="T9" fmla="*/ 0 h 150"/>
                    <a:gd name="T10" fmla="*/ 0 w 127"/>
                    <a:gd name="T11" fmla="*/ 0 h 150"/>
                    <a:gd name="T12" fmla="*/ 0 w 127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50"/>
                    <a:gd name="T23" fmla="*/ 127 w 127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50">
                      <a:moveTo>
                        <a:pt x="127" y="17"/>
                      </a:moveTo>
                      <a:lnTo>
                        <a:pt x="74" y="9"/>
                      </a:lnTo>
                      <a:lnTo>
                        <a:pt x="21" y="0"/>
                      </a:lnTo>
                      <a:lnTo>
                        <a:pt x="0" y="133"/>
                      </a:lnTo>
                      <a:lnTo>
                        <a:pt x="53" y="141"/>
                      </a:lnTo>
                      <a:lnTo>
                        <a:pt x="106" y="150"/>
                      </a:lnTo>
                      <a:lnTo>
                        <a:pt x="127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4" name="Freeform 363">
                  <a:extLst>
                    <a:ext uri="{FF2B5EF4-FFF2-40B4-BE49-F238E27FC236}">
                      <a16:creationId xmlns:a16="http://schemas.microsoft.com/office/drawing/2014/main" id="{95A80836-B6D1-DC97-8D61-0D85F26D75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6" y="1885"/>
                  <a:ext cx="22" cy="25"/>
                </a:xfrm>
                <a:custGeom>
                  <a:avLst/>
                  <a:gdLst>
                    <a:gd name="T0" fmla="*/ 0 w 127"/>
                    <a:gd name="T1" fmla="*/ 0 h 150"/>
                    <a:gd name="T2" fmla="*/ 0 w 127"/>
                    <a:gd name="T3" fmla="*/ 0 h 150"/>
                    <a:gd name="T4" fmla="*/ 0 w 127"/>
                    <a:gd name="T5" fmla="*/ 0 h 150"/>
                    <a:gd name="T6" fmla="*/ 0 w 127"/>
                    <a:gd name="T7" fmla="*/ 0 h 150"/>
                    <a:gd name="T8" fmla="*/ 0 w 127"/>
                    <a:gd name="T9" fmla="*/ 0 h 150"/>
                    <a:gd name="T10" fmla="*/ 0 w 127"/>
                    <a:gd name="T11" fmla="*/ 0 h 150"/>
                    <a:gd name="T12" fmla="*/ 0 w 127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50"/>
                    <a:gd name="T23" fmla="*/ 127 w 127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50">
                      <a:moveTo>
                        <a:pt x="127" y="17"/>
                      </a:moveTo>
                      <a:lnTo>
                        <a:pt x="74" y="9"/>
                      </a:lnTo>
                      <a:lnTo>
                        <a:pt x="21" y="0"/>
                      </a:lnTo>
                      <a:lnTo>
                        <a:pt x="0" y="133"/>
                      </a:lnTo>
                      <a:lnTo>
                        <a:pt x="53" y="141"/>
                      </a:lnTo>
                      <a:lnTo>
                        <a:pt x="106" y="150"/>
                      </a:lnTo>
                      <a:lnTo>
                        <a:pt x="127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5" name="Freeform 364">
                  <a:extLst>
                    <a:ext uri="{FF2B5EF4-FFF2-40B4-BE49-F238E27FC236}">
                      <a16:creationId xmlns:a16="http://schemas.microsoft.com/office/drawing/2014/main" id="{911D1EB9-5065-D6C2-DF7E-2491A7893E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6" y="1907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53" y="8"/>
                      </a:move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5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6" name="Line 365">
                  <a:extLst>
                    <a:ext uri="{FF2B5EF4-FFF2-40B4-BE49-F238E27FC236}">
                      <a16:creationId xmlns:a16="http://schemas.microsoft.com/office/drawing/2014/main" id="{3DB9FD95-4AC0-7718-E8DB-D3D86AD4EF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6" y="19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7" name="Freeform 366">
                  <a:extLst>
                    <a:ext uri="{FF2B5EF4-FFF2-40B4-BE49-F238E27FC236}">
                      <a16:creationId xmlns:a16="http://schemas.microsoft.com/office/drawing/2014/main" id="{C8663DC9-2702-4367-D619-3787C6F0F6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07"/>
                  <a:ext cx="19" cy="24"/>
                </a:xfrm>
                <a:custGeom>
                  <a:avLst/>
                  <a:gdLst>
                    <a:gd name="T0" fmla="*/ 0 w 115"/>
                    <a:gd name="T1" fmla="*/ 0 h 142"/>
                    <a:gd name="T2" fmla="*/ 0 w 115"/>
                    <a:gd name="T3" fmla="*/ 0 h 142"/>
                    <a:gd name="T4" fmla="*/ 0 w 115"/>
                    <a:gd name="T5" fmla="*/ 0 h 142"/>
                    <a:gd name="T6" fmla="*/ 0 w 115"/>
                    <a:gd name="T7" fmla="*/ 0 h 142"/>
                    <a:gd name="T8" fmla="*/ 0 w 115"/>
                    <a:gd name="T9" fmla="*/ 0 h 142"/>
                    <a:gd name="T10" fmla="*/ 0 w 115"/>
                    <a:gd name="T11" fmla="*/ 0 h 142"/>
                    <a:gd name="T12" fmla="*/ 0 w 115"/>
                    <a:gd name="T13" fmla="*/ 0 h 1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42"/>
                    <a:gd name="T23" fmla="*/ 115 w 115"/>
                    <a:gd name="T24" fmla="*/ 142 h 1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42">
                      <a:moveTo>
                        <a:pt x="115" y="8"/>
                      </a:moveTo>
                      <a:lnTo>
                        <a:pt x="62" y="4"/>
                      </a:lnTo>
                      <a:lnTo>
                        <a:pt x="9" y="0"/>
                      </a:lnTo>
                      <a:lnTo>
                        <a:pt x="0" y="133"/>
                      </a:lnTo>
                      <a:lnTo>
                        <a:pt x="53" y="137"/>
                      </a:lnTo>
                      <a:lnTo>
                        <a:pt x="105" y="142"/>
                      </a:lnTo>
                      <a:lnTo>
                        <a:pt x="1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8" name="Freeform 367">
                  <a:extLst>
                    <a:ext uri="{FF2B5EF4-FFF2-40B4-BE49-F238E27FC236}">
                      <a16:creationId xmlns:a16="http://schemas.microsoft.com/office/drawing/2014/main" id="{B79B8E5E-BCA7-19E1-5544-7F615A077A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07"/>
                  <a:ext cx="19" cy="24"/>
                </a:xfrm>
                <a:custGeom>
                  <a:avLst/>
                  <a:gdLst>
                    <a:gd name="T0" fmla="*/ 0 w 115"/>
                    <a:gd name="T1" fmla="*/ 0 h 142"/>
                    <a:gd name="T2" fmla="*/ 0 w 115"/>
                    <a:gd name="T3" fmla="*/ 0 h 142"/>
                    <a:gd name="T4" fmla="*/ 0 w 115"/>
                    <a:gd name="T5" fmla="*/ 0 h 142"/>
                    <a:gd name="T6" fmla="*/ 0 w 115"/>
                    <a:gd name="T7" fmla="*/ 0 h 142"/>
                    <a:gd name="T8" fmla="*/ 0 w 115"/>
                    <a:gd name="T9" fmla="*/ 0 h 142"/>
                    <a:gd name="T10" fmla="*/ 0 w 115"/>
                    <a:gd name="T11" fmla="*/ 0 h 142"/>
                    <a:gd name="T12" fmla="*/ 0 w 115"/>
                    <a:gd name="T13" fmla="*/ 0 h 1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42"/>
                    <a:gd name="T23" fmla="*/ 115 w 115"/>
                    <a:gd name="T24" fmla="*/ 142 h 1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42">
                      <a:moveTo>
                        <a:pt x="115" y="8"/>
                      </a:moveTo>
                      <a:lnTo>
                        <a:pt x="62" y="4"/>
                      </a:lnTo>
                      <a:lnTo>
                        <a:pt x="9" y="0"/>
                      </a:lnTo>
                      <a:lnTo>
                        <a:pt x="0" y="133"/>
                      </a:lnTo>
                      <a:lnTo>
                        <a:pt x="53" y="137"/>
                      </a:lnTo>
                      <a:lnTo>
                        <a:pt x="105" y="142"/>
                      </a:lnTo>
                      <a:lnTo>
                        <a:pt x="115" y="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9" name="Freeform 368">
                  <a:extLst>
                    <a:ext uri="{FF2B5EF4-FFF2-40B4-BE49-F238E27FC236}">
                      <a16:creationId xmlns:a16="http://schemas.microsoft.com/office/drawing/2014/main" id="{E5B676BD-B776-F463-CC50-3A9E6FA7A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30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53" y="4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0" name="Line 369">
                  <a:extLst>
                    <a:ext uri="{FF2B5EF4-FFF2-40B4-BE49-F238E27FC236}">
                      <a16:creationId xmlns:a16="http://schemas.microsoft.com/office/drawing/2014/main" id="{8D6892A8-7827-6B9C-F482-99CDB2F219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5" y="19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1" name="Freeform 370">
                  <a:extLst>
                    <a:ext uri="{FF2B5EF4-FFF2-40B4-BE49-F238E27FC236}">
                      <a16:creationId xmlns:a16="http://schemas.microsoft.com/office/drawing/2014/main" id="{51F181E1-63AF-284D-1808-CA8BCAAAB2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30"/>
                  <a:ext cx="18" cy="23"/>
                </a:xfrm>
                <a:custGeom>
                  <a:avLst/>
                  <a:gdLst>
                    <a:gd name="T0" fmla="*/ 0 w 108"/>
                    <a:gd name="T1" fmla="*/ 0 h 136"/>
                    <a:gd name="T2" fmla="*/ 0 w 108"/>
                    <a:gd name="T3" fmla="*/ 0 h 136"/>
                    <a:gd name="T4" fmla="*/ 0 w 108"/>
                    <a:gd name="T5" fmla="*/ 0 h 136"/>
                    <a:gd name="T6" fmla="*/ 0 w 108"/>
                    <a:gd name="T7" fmla="*/ 0 h 136"/>
                    <a:gd name="T8" fmla="*/ 0 w 108"/>
                    <a:gd name="T9" fmla="*/ 0 h 136"/>
                    <a:gd name="T10" fmla="*/ 0 w 108"/>
                    <a:gd name="T11" fmla="*/ 0 h 136"/>
                    <a:gd name="T12" fmla="*/ 0 w 108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8"/>
                    <a:gd name="T22" fmla="*/ 0 h 136"/>
                    <a:gd name="T23" fmla="*/ 108 w 108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8" h="136">
                      <a:moveTo>
                        <a:pt x="105" y="0"/>
                      </a:moveTo>
                      <a:lnTo>
                        <a:pt x="53" y="1"/>
                      </a:lnTo>
                      <a:lnTo>
                        <a:pt x="0" y="3"/>
                      </a:lnTo>
                      <a:lnTo>
                        <a:pt x="2" y="136"/>
                      </a:lnTo>
                      <a:lnTo>
                        <a:pt x="55" y="135"/>
                      </a:lnTo>
                      <a:lnTo>
                        <a:pt x="108" y="134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2" name="Freeform 371">
                  <a:extLst>
                    <a:ext uri="{FF2B5EF4-FFF2-40B4-BE49-F238E27FC236}">
                      <a16:creationId xmlns:a16="http://schemas.microsoft.com/office/drawing/2014/main" id="{BE8D9325-DDFA-9686-2573-2517D1E844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30"/>
                  <a:ext cx="18" cy="23"/>
                </a:xfrm>
                <a:custGeom>
                  <a:avLst/>
                  <a:gdLst>
                    <a:gd name="T0" fmla="*/ 0 w 108"/>
                    <a:gd name="T1" fmla="*/ 0 h 136"/>
                    <a:gd name="T2" fmla="*/ 0 w 108"/>
                    <a:gd name="T3" fmla="*/ 0 h 136"/>
                    <a:gd name="T4" fmla="*/ 0 w 108"/>
                    <a:gd name="T5" fmla="*/ 0 h 136"/>
                    <a:gd name="T6" fmla="*/ 0 w 108"/>
                    <a:gd name="T7" fmla="*/ 0 h 136"/>
                    <a:gd name="T8" fmla="*/ 0 w 108"/>
                    <a:gd name="T9" fmla="*/ 0 h 136"/>
                    <a:gd name="T10" fmla="*/ 0 w 108"/>
                    <a:gd name="T11" fmla="*/ 0 h 136"/>
                    <a:gd name="T12" fmla="*/ 0 w 108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8"/>
                    <a:gd name="T22" fmla="*/ 0 h 136"/>
                    <a:gd name="T23" fmla="*/ 108 w 108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8" h="136">
                      <a:moveTo>
                        <a:pt x="105" y="0"/>
                      </a:moveTo>
                      <a:lnTo>
                        <a:pt x="53" y="1"/>
                      </a:lnTo>
                      <a:lnTo>
                        <a:pt x="0" y="3"/>
                      </a:lnTo>
                      <a:lnTo>
                        <a:pt x="2" y="136"/>
                      </a:lnTo>
                      <a:lnTo>
                        <a:pt x="55" y="135"/>
                      </a:lnTo>
                      <a:lnTo>
                        <a:pt x="108" y="134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3" name="Freeform 372">
                  <a:extLst>
                    <a:ext uri="{FF2B5EF4-FFF2-40B4-BE49-F238E27FC236}">
                      <a16:creationId xmlns:a16="http://schemas.microsoft.com/office/drawing/2014/main" id="{26F092EF-60CC-5419-EB22-892FB96DA1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53"/>
                  <a:ext cx="9" cy="1"/>
                </a:xfrm>
                <a:custGeom>
                  <a:avLst/>
                  <a:gdLst>
                    <a:gd name="T0" fmla="*/ 0 w 53"/>
                    <a:gd name="T1" fmla="*/ 0 h 5"/>
                    <a:gd name="T2" fmla="*/ 0 w 53"/>
                    <a:gd name="T3" fmla="*/ 0 h 5"/>
                    <a:gd name="T4" fmla="*/ 0 w 53"/>
                    <a:gd name="T5" fmla="*/ 0 h 5"/>
                    <a:gd name="T6" fmla="*/ 0 w 53"/>
                    <a:gd name="T7" fmla="*/ 0 h 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5"/>
                    <a:gd name="T14" fmla="*/ 53 w 53"/>
                    <a:gd name="T15" fmla="*/ 5 h 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5">
                      <a:moveTo>
                        <a:pt x="53" y="0"/>
                      </a:moveTo>
                      <a:lnTo>
                        <a:pt x="0" y="1"/>
                      </a:lnTo>
                      <a:lnTo>
                        <a:pt x="0" y="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4" name="Line 373">
                  <a:extLst>
                    <a:ext uri="{FF2B5EF4-FFF2-40B4-BE49-F238E27FC236}">
                      <a16:creationId xmlns:a16="http://schemas.microsoft.com/office/drawing/2014/main" id="{4B09A229-F0DE-0A47-A367-1546E21E73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5" y="195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5" name="Freeform 374">
                  <a:extLst>
                    <a:ext uri="{FF2B5EF4-FFF2-40B4-BE49-F238E27FC236}">
                      <a16:creationId xmlns:a16="http://schemas.microsoft.com/office/drawing/2014/main" id="{4CA25C38-A9E3-18F5-E805-C5B55C05C0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52"/>
                  <a:ext cx="20" cy="24"/>
                </a:xfrm>
                <a:custGeom>
                  <a:avLst/>
                  <a:gdLst>
                    <a:gd name="T0" fmla="*/ 0 w 118"/>
                    <a:gd name="T1" fmla="*/ 0 h 143"/>
                    <a:gd name="T2" fmla="*/ 0 w 118"/>
                    <a:gd name="T3" fmla="*/ 0 h 143"/>
                    <a:gd name="T4" fmla="*/ 0 w 118"/>
                    <a:gd name="T5" fmla="*/ 0 h 143"/>
                    <a:gd name="T6" fmla="*/ 0 w 118"/>
                    <a:gd name="T7" fmla="*/ 0 h 143"/>
                    <a:gd name="T8" fmla="*/ 0 w 118"/>
                    <a:gd name="T9" fmla="*/ 0 h 143"/>
                    <a:gd name="T10" fmla="*/ 0 w 118"/>
                    <a:gd name="T11" fmla="*/ 0 h 143"/>
                    <a:gd name="T12" fmla="*/ 0 w 118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8"/>
                    <a:gd name="T22" fmla="*/ 0 h 143"/>
                    <a:gd name="T23" fmla="*/ 118 w 118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8" h="143">
                      <a:moveTo>
                        <a:pt x="106" y="0"/>
                      </a:moveTo>
                      <a:lnTo>
                        <a:pt x="53" y="5"/>
                      </a:lnTo>
                      <a:lnTo>
                        <a:pt x="0" y="10"/>
                      </a:lnTo>
                      <a:lnTo>
                        <a:pt x="12" y="143"/>
                      </a:lnTo>
                      <a:lnTo>
                        <a:pt x="65" y="137"/>
                      </a:lnTo>
                      <a:lnTo>
                        <a:pt x="118" y="132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6" name="Freeform 375">
                  <a:extLst>
                    <a:ext uri="{FF2B5EF4-FFF2-40B4-BE49-F238E27FC236}">
                      <a16:creationId xmlns:a16="http://schemas.microsoft.com/office/drawing/2014/main" id="{5E920ABA-605D-5D48-3FAA-100697EB27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52"/>
                  <a:ext cx="20" cy="24"/>
                </a:xfrm>
                <a:custGeom>
                  <a:avLst/>
                  <a:gdLst>
                    <a:gd name="T0" fmla="*/ 0 w 118"/>
                    <a:gd name="T1" fmla="*/ 0 h 143"/>
                    <a:gd name="T2" fmla="*/ 0 w 118"/>
                    <a:gd name="T3" fmla="*/ 0 h 143"/>
                    <a:gd name="T4" fmla="*/ 0 w 118"/>
                    <a:gd name="T5" fmla="*/ 0 h 143"/>
                    <a:gd name="T6" fmla="*/ 0 w 118"/>
                    <a:gd name="T7" fmla="*/ 0 h 143"/>
                    <a:gd name="T8" fmla="*/ 0 w 118"/>
                    <a:gd name="T9" fmla="*/ 0 h 143"/>
                    <a:gd name="T10" fmla="*/ 0 w 118"/>
                    <a:gd name="T11" fmla="*/ 0 h 143"/>
                    <a:gd name="T12" fmla="*/ 0 w 118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8"/>
                    <a:gd name="T22" fmla="*/ 0 h 143"/>
                    <a:gd name="T23" fmla="*/ 118 w 118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8" h="143">
                      <a:moveTo>
                        <a:pt x="106" y="0"/>
                      </a:moveTo>
                      <a:lnTo>
                        <a:pt x="53" y="5"/>
                      </a:lnTo>
                      <a:lnTo>
                        <a:pt x="0" y="10"/>
                      </a:lnTo>
                      <a:lnTo>
                        <a:pt x="12" y="143"/>
                      </a:lnTo>
                      <a:lnTo>
                        <a:pt x="65" y="137"/>
                      </a:lnTo>
                      <a:lnTo>
                        <a:pt x="118" y="132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7" name="Freeform 376">
                  <a:extLst>
                    <a:ext uri="{FF2B5EF4-FFF2-40B4-BE49-F238E27FC236}">
                      <a16:creationId xmlns:a16="http://schemas.microsoft.com/office/drawing/2014/main" id="{958BA7B7-0CB8-66DD-9936-139D61410E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7" y="1975"/>
                  <a:ext cx="9" cy="1"/>
                </a:xfrm>
                <a:custGeom>
                  <a:avLst/>
                  <a:gdLst>
                    <a:gd name="T0" fmla="*/ 0 w 53"/>
                    <a:gd name="T1" fmla="*/ 0 h 10"/>
                    <a:gd name="T2" fmla="*/ 0 w 53"/>
                    <a:gd name="T3" fmla="*/ 0 h 10"/>
                    <a:gd name="T4" fmla="*/ 0 w 53"/>
                    <a:gd name="T5" fmla="*/ 0 h 10"/>
                    <a:gd name="T6" fmla="*/ 0 w 53"/>
                    <a:gd name="T7" fmla="*/ 0 h 1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0"/>
                    <a:gd name="T14" fmla="*/ 53 w 53"/>
                    <a:gd name="T15" fmla="*/ 10 h 1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0">
                      <a:moveTo>
                        <a:pt x="53" y="0"/>
                      </a:move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8" name="Line 377">
                  <a:extLst>
                    <a:ext uri="{FF2B5EF4-FFF2-40B4-BE49-F238E27FC236}">
                      <a16:creationId xmlns:a16="http://schemas.microsoft.com/office/drawing/2014/main" id="{75C08F03-DF59-2C2F-BEA4-56F0E3CDC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7" y="19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9" name="Freeform 378">
                  <a:extLst>
                    <a:ext uri="{FF2B5EF4-FFF2-40B4-BE49-F238E27FC236}">
                      <a16:creationId xmlns:a16="http://schemas.microsoft.com/office/drawing/2014/main" id="{E05B1905-491E-10FA-08EC-AD216A8B93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7" y="1973"/>
                  <a:ext cx="22" cy="25"/>
                </a:xfrm>
                <a:custGeom>
                  <a:avLst/>
                  <a:gdLst>
                    <a:gd name="T0" fmla="*/ 0 w 130"/>
                    <a:gd name="T1" fmla="*/ 0 h 150"/>
                    <a:gd name="T2" fmla="*/ 0 w 130"/>
                    <a:gd name="T3" fmla="*/ 0 h 150"/>
                    <a:gd name="T4" fmla="*/ 0 w 130"/>
                    <a:gd name="T5" fmla="*/ 0 h 150"/>
                    <a:gd name="T6" fmla="*/ 0 w 130"/>
                    <a:gd name="T7" fmla="*/ 0 h 150"/>
                    <a:gd name="T8" fmla="*/ 0 w 130"/>
                    <a:gd name="T9" fmla="*/ 0 h 150"/>
                    <a:gd name="T10" fmla="*/ 0 w 130"/>
                    <a:gd name="T11" fmla="*/ 0 h 150"/>
                    <a:gd name="T12" fmla="*/ 0 w 130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50"/>
                    <a:gd name="T23" fmla="*/ 130 w 130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50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9"/>
                      </a:lnTo>
                      <a:lnTo>
                        <a:pt x="24" y="150"/>
                      </a:lnTo>
                      <a:lnTo>
                        <a:pt x="77" y="141"/>
                      </a:lnTo>
                      <a:lnTo>
                        <a:pt x="130" y="13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0" name="Freeform 379">
                  <a:extLst>
                    <a:ext uri="{FF2B5EF4-FFF2-40B4-BE49-F238E27FC236}">
                      <a16:creationId xmlns:a16="http://schemas.microsoft.com/office/drawing/2014/main" id="{7B157FD7-C6EB-A80A-2C53-BA9A602E2A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7" y="1973"/>
                  <a:ext cx="22" cy="25"/>
                </a:xfrm>
                <a:custGeom>
                  <a:avLst/>
                  <a:gdLst>
                    <a:gd name="T0" fmla="*/ 0 w 130"/>
                    <a:gd name="T1" fmla="*/ 0 h 150"/>
                    <a:gd name="T2" fmla="*/ 0 w 130"/>
                    <a:gd name="T3" fmla="*/ 0 h 150"/>
                    <a:gd name="T4" fmla="*/ 0 w 130"/>
                    <a:gd name="T5" fmla="*/ 0 h 150"/>
                    <a:gd name="T6" fmla="*/ 0 w 130"/>
                    <a:gd name="T7" fmla="*/ 0 h 150"/>
                    <a:gd name="T8" fmla="*/ 0 w 130"/>
                    <a:gd name="T9" fmla="*/ 0 h 150"/>
                    <a:gd name="T10" fmla="*/ 0 w 130"/>
                    <a:gd name="T11" fmla="*/ 0 h 150"/>
                    <a:gd name="T12" fmla="*/ 0 w 130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50"/>
                    <a:gd name="T23" fmla="*/ 130 w 130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50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9"/>
                      </a:lnTo>
                      <a:lnTo>
                        <a:pt x="24" y="150"/>
                      </a:lnTo>
                      <a:lnTo>
                        <a:pt x="77" y="141"/>
                      </a:lnTo>
                      <a:lnTo>
                        <a:pt x="130" y="13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1" name="Freeform 380">
                  <a:extLst>
                    <a:ext uri="{FF2B5EF4-FFF2-40B4-BE49-F238E27FC236}">
                      <a16:creationId xmlns:a16="http://schemas.microsoft.com/office/drawing/2014/main" id="{F897524F-9164-4634-F250-27A1566973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1" y="1997"/>
                  <a:ext cx="9" cy="2"/>
                </a:xfrm>
                <a:custGeom>
                  <a:avLst/>
                  <a:gdLst>
                    <a:gd name="T0" fmla="*/ 0 w 53"/>
                    <a:gd name="T1" fmla="*/ 0 h 13"/>
                    <a:gd name="T2" fmla="*/ 0 w 53"/>
                    <a:gd name="T3" fmla="*/ 0 h 13"/>
                    <a:gd name="T4" fmla="*/ 0 w 53"/>
                    <a:gd name="T5" fmla="*/ 0 h 13"/>
                    <a:gd name="T6" fmla="*/ 0 w 53"/>
                    <a:gd name="T7" fmla="*/ 0 h 1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3"/>
                    <a:gd name="T14" fmla="*/ 53 w 53"/>
                    <a:gd name="T15" fmla="*/ 13 h 1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3">
                      <a:moveTo>
                        <a:pt x="53" y="0"/>
                      </a:moveTo>
                      <a:lnTo>
                        <a:pt x="0" y="9"/>
                      </a:lnTo>
                      <a:lnTo>
                        <a:pt x="1" y="13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2" name="Line 381">
                  <a:extLst>
                    <a:ext uri="{FF2B5EF4-FFF2-40B4-BE49-F238E27FC236}">
                      <a16:creationId xmlns:a16="http://schemas.microsoft.com/office/drawing/2014/main" id="{85A17F15-E83D-6041-3B8D-7B8841AA21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71" y="199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3" name="Freeform 382">
                  <a:extLst>
                    <a:ext uri="{FF2B5EF4-FFF2-40B4-BE49-F238E27FC236}">
                      <a16:creationId xmlns:a16="http://schemas.microsoft.com/office/drawing/2014/main" id="{B3F0911E-1A90-C90C-3BC2-45CC37FF08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1" y="1994"/>
                  <a:ext cx="23" cy="26"/>
                </a:xfrm>
                <a:custGeom>
                  <a:avLst/>
                  <a:gdLst>
                    <a:gd name="T0" fmla="*/ 0 w 138"/>
                    <a:gd name="T1" fmla="*/ 0 h 156"/>
                    <a:gd name="T2" fmla="*/ 0 w 138"/>
                    <a:gd name="T3" fmla="*/ 0 h 156"/>
                    <a:gd name="T4" fmla="*/ 0 w 138"/>
                    <a:gd name="T5" fmla="*/ 0 h 156"/>
                    <a:gd name="T6" fmla="*/ 0 w 138"/>
                    <a:gd name="T7" fmla="*/ 0 h 156"/>
                    <a:gd name="T8" fmla="*/ 0 w 138"/>
                    <a:gd name="T9" fmla="*/ 0 h 156"/>
                    <a:gd name="T10" fmla="*/ 0 w 138"/>
                    <a:gd name="T11" fmla="*/ 0 h 156"/>
                    <a:gd name="T12" fmla="*/ 0 w 138"/>
                    <a:gd name="T13" fmla="*/ 0 h 15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56"/>
                    <a:gd name="T23" fmla="*/ 138 w 138"/>
                    <a:gd name="T24" fmla="*/ 156 h 15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56">
                      <a:moveTo>
                        <a:pt x="104" y="0"/>
                      </a:moveTo>
                      <a:lnTo>
                        <a:pt x="52" y="14"/>
                      </a:lnTo>
                      <a:lnTo>
                        <a:pt x="0" y="27"/>
                      </a:lnTo>
                      <a:lnTo>
                        <a:pt x="35" y="156"/>
                      </a:lnTo>
                      <a:lnTo>
                        <a:pt x="87" y="143"/>
                      </a:lnTo>
                      <a:lnTo>
                        <a:pt x="138" y="129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4" name="Freeform 383">
                  <a:extLst>
                    <a:ext uri="{FF2B5EF4-FFF2-40B4-BE49-F238E27FC236}">
                      <a16:creationId xmlns:a16="http://schemas.microsoft.com/office/drawing/2014/main" id="{F750EA75-63EA-FCA8-82FB-9B598AAD53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1" y="1994"/>
                  <a:ext cx="23" cy="26"/>
                </a:xfrm>
                <a:custGeom>
                  <a:avLst/>
                  <a:gdLst>
                    <a:gd name="T0" fmla="*/ 0 w 138"/>
                    <a:gd name="T1" fmla="*/ 0 h 156"/>
                    <a:gd name="T2" fmla="*/ 0 w 138"/>
                    <a:gd name="T3" fmla="*/ 0 h 156"/>
                    <a:gd name="T4" fmla="*/ 0 w 138"/>
                    <a:gd name="T5" fmla="*/ 0 h 156"/>
                    <a:gd name="T6" fmla="*/ 0 w 138"/>
                    <a:gd name="T7" fmla="*/ 0 h 156"/>
                    <a:gd name="T8" fmla="*/ 0 w 138"/>
                    <a:gd name="T9" fmla="*/ 0 h 156"/>
                    <a:gd name="T10" fmla="*/ 0 w 138"/>
                    <a:gd name="T11" fmla="*/ 0 h 156"/>
                    <a:gd name="T12" fmla="*/ 0 w 138"/>
                    <a:gd name="T13" fmla="*/ 0 h 15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56"/>
                    <a:gd name="T23" fmla="*/ 138 w 138"/>
                    <a:gd name="T24" fmla="*/ 156 h 15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56">
                      <a:moveTo>
                        <a:pt x="104" y="0"/>
                      </a:moveTo>
                      <a:lnTo>
                        <a:pt x="52" y="14"/>
                      </a:lnTo>
                      <a:lnTo>
                        <a:pt x="0" y="27"/>
                      </a:lnTo>
                      <a:lnTo>
                        <a:pt x="35" y="156"/>
                      </a:lnTo>
                      <a:lnTo>
                        <a:pt x="87" y="143"/>
                      </a:lnTo>
                      <a:lnTo>
                        <a:pt x="138" y="129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5" name="Freeform 384">
                  <a:extLst>
                    <a:ext uri="{FF2B5EF4-FFF2-40B4-BE49-F238E27FC236}">
                      <a16:creationId xmlns:a16="http://schemas.microsoft.com/office/drawing/2014/main" id="{9DB3C470-BA7B-B060-9371-95243A2549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7" y="2018"/>
                  <a:ext cx="9" cy="3"/>
                </a:xfrm>
                <a:custGeom>
                  <a:avLst/>
                  <a:gdLst>
                    <a:gd name="T0" fmla="*/ 0 w 52"/>
                    <a:gd name="T1" fmla="*/ 0 h 18"/>
                    <a:gd name="T2" fmla="*/ 0 w 52"/>
                    <a:gd name="T3" fmla="*/ 0 h 18"/>
                    <a:gd name="T4" fmla="*/ 0 w 52"/>
                    <a:gd name="T5" fmla="*/ 0 h 18"/>
                    <a:gd name="T6" fmla="*/ 0 w 52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8"/>
                    <a:gd name="T14" fmla="*/ 52 w 52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8">
                      <a:moveTo>
                        <a:pt x="52" y="0"/>
                      </a:moveTo>
                      <a:lnTo>
                        <a:pt x="0" y="13"/>
                      </a:lnTo>
                      <a:lnTo>
                        <a:pt x="2" y="18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6" name="Line 385">
                  <a:extLst>
                    <a:ext uri="{FF2B5EF4-FFF2-40B4-BE49-F238E27FC236}">
                      <a16:creationId xmlns:a16="http://schemas.microsoft.com/office/drawing/2014/main" id="{29F48FA8-9ED5-17BA-2562-4AB4AD443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77" y="20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7" name="Freeform 386">
                  <a:extLst>
                    <a:ext uri="{FF2B5EF4-FFF2-40B4-BE49-F238E27FC236}">
                      <a16:creationId xmlns:a16="http://schemas.microsoft.com/office/drawing/2014/main" id="{FAE2831F-1F0E-A05D-8DDB-244B9EA379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7" y="2015"/>
                  <a:ext cx="25" cy="27"/>
                </a:xfrm>
                <a:custGeom>
                  <a:avLst/>
                  <a:gdLst>
                    <a:gd name="T0" fmla="*/ 0 w 145"/>
                    <a:gd name="T1" fmla="*/ 0 h 162"/>
                    <a:gd name="T2" fmla="*/ 0 w 145"/>
                    <a:gd name="T3" fmla="*/ 0 h 162"/>
                    <a:gd name="T4" fmla="*/ 0 w 145"/>
                    <a:gd name="T5" fmla="*/ 0 h 162"/>
                    <a:gd name="T6" fmla="*/ 0 w 145"/>
                    <a:gd name="T7" fmla="*/ 0 h 162"/>
                    <a:gd name="T8" fmla="*/ 0 w 145"/>
                    <a:gd name="T9" fmla="*/ 0 h 162"/>
                    <a:gd name="T10" fmla="*/ 0 w 145"/>
                    <a:gd name="T11" fmla="*/ 0 h 162"/>
                    <a:gd name="T12" fmla="*/ 0 w 145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62"/>
                    <a:gd name="T23" fmla="*/ 145 w 145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62">
                      <a:moveTo>
                        <a:pt x="99" y="0"/>
                      </a:moveTo>
                      <a:lnTo>
                        <a:pt x="50" y="18"/>
                      </a:lnTo>
                      <a:lnTo>
                        <a:pt x="0" y="36"/>
                      </a:lnTo>
                      <a:lnTo>
                        <a:pt x="45" y="162"/>
                      </a:lnTo>
                      <a:lnTo>
                        <a:pt x="95" y="144"/>
                      </a:lnTo>
                      <a:lnTo>
                        <a:pt x="145" y="126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8" name="Freeform 387">
                  <a:extLst>
                    <a:ext uri="{FF2B5EF4-FFF2-40B4-BE49-F238E27FC236}">
                      <a16:creationId xmlns:a16="http://schemas.microsoft.com/office/drawing/2014/main" id="{B2A8D3BD-A944-D61A-8CFC-8B6F00CF17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7" y="2015"/>
                  <a:ext cx="25" cy="27"/>
                </a:xfrm>
                <a:custGeom>
                  <a:avLst/>
                  <a:gdLst>
                    <a:gd name="T0" fmla="*/ 0 w 145"/>
                    <a:gd name="T1" fmla="*/ 0 h 162"/>
                    <a:gd name="T2" fmla="*/ 0 w 145"/>
                    <a:gd name="T3" fmla="*/ 0 h 162"/>
                    <a:gd name="T4" fmla="*/ 0 w 145"/>
                    <a:gd name="T5" fmla="*/ 0 h 162"/>
                    <a:gd name="T6" fmla="*/ 0 w 145"/>
                    <a:gd name="T7" fmla="*/ 0 h 162"/>
                    <a:gd name="T8" fmla="*/ 0 w 145"/>
                    <a:gd name="T9" fmla="*/ 0 h 162"/>
                    <a:gd name="T10" fmla="*/ 0 w 145"/>
                    <a:gd name="T11" fmla="*/ 0 h 162"/>
                    <a:gd name="T12" fmla="*/ 0 w 145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62"/>
                    <a:gd name="T23" fmla="*/ 145 w 145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62">
                      <a:moveTo>
                        <a:pt x="99" y="0"/>
                      </a:moveTo>
                      <a:lnTo>
                        <a:pt x="50" y="18"/>
                      </a:lnTo>
                      <a:lnTo>
                        <a:pt x="0" y="36"/>
                      </a:lnTo>
                      <a:lnTo>
                        <a:pt x="45" y="162"/>
                      </a:lnTo>
                      <a:lnTo>
                        <a:pt x="95" y="144"/>
                      </a:lnTo>
                      <a:lnTo>
                        <a:pt x="145" y="126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9" name="Freeform 388">
                  <a:extLst>
                    <a:ext uri="{FF2B5EF4-FFF2-40B4-BE49-F238E27FC236}">
                      <a16:creationId xmlns:a16="http://schemas.microsoft.com/office/drawing/2014/main" id="{F7EB6B07-C6DA-07EF-B748-79AA249F7F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5" y="2039"/>
                  <a:ext cx="8" cy="4"/>
                </a:xfrm>
                <a:custGeom>
                  <a:avLst/>
                  <a:gdLst>
                    <a:gd name="T0" fmla="*/ 0 w 50"/>
                    <a:gd name="T1" fmla="*/ 0 h 22"/>
                    <a:gd name="T2" fmla="*/ 0 w 50"/>
                    <a:gd name="T3" fmla="*/ 0 h 22"/>
                    <a:gd name="T4" fmla="*/ 0 w 50"/>
                    <a:gd name="T5" fmla="*/ 0 h 22"/>
                    <a:gd name="T6" fmla="*/ 0 w 50"/>
                    <a:gd name="T7" fmla="*/ 0 h 2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2"/>
                    <a:gd name="T14" fmla="*/ 50 w 50"/>
                    <a:gd name="T15" fmla="*/ 22 h 2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2">
                      <a:moveTo>
                        <a:pt x="50" y="0"/>
                      </a:moveTo>
                      <a:lnTo>
                        <a:pt x="0" y="18"/>
                      </a:lnTo>
                      <a:lnTo>
                        <a:pt x="1" y="22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0" name="Line 389">
                  <a:extLst>
                    <a:ext uri="{FF2B5EF4-FFF2-40B4-BE49-F238E27FC236}">
                      <a16:creationId xmlns:a16="http://schemas.microsoft.com/office/drawing/2014/main" id="{7B5E449F-A252-0524-A61D-C337386E5D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5" y="20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1" name="Freeform 390">
                  <a:extLst>
                    <a:ext uri="{FF2B5EF4-FFF2-40B4-BE49-F238E27FC236}">
                      <a16:creationId xmlns:a16="http://schemas.microsoft.com/office/drawing/2014/main" id="{BC888DCC-46CD-2DFF-C3AA-0D040EFA2B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5" y="2035"/>
                  <a:ext cx="26" cy="28"/>
                </a:xfrm>
                <a:custGeom>
                  <a:avLst/>
                  <a:gdLst>
                    <a:gd name="T0" fmla="*/ 0 w 154"/>
                    <a:gd name="T1" fmla="*/ 0 h 166"/>
                    <a:gd name="T2" fmla="*/ 0 w 154"/>
                    <a:gd name="T3" fmla="*/ 0 h 166"/>
                    <a:gd name="T4" fmla="*/ 0 w 154"/>
                    <a:gd name="T5" fmla="*/ 0 h 166"/>
                    <a:gd name="T6" fmla="*/ 0 w 154"/>
                    <a:gd name="T7" fmla="*/ 0 h 166"/>
                    <a:gd name="T8" fmla="*/ 0 w 154"/>
                    <a:gd name="T9" fmla="*/ 0 h 166"/>
                    <a:gd name="T10" fmla="*/ 0 w 154"/>
                    <a:gd name="T11" fmla="*/ 0 h 166"/>
                    <a:gd name="T12" fmla="*/ 0 w 154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4"/>
                    <a:gd name="T22" fmla="*/ 0 h 166"/>
                    <a:gd name="T23" fmla="*/ 154 w 154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4" h="166">
                      <a:moveTo>
                        <a:pt x="98" y="0"/>
                      </a:moveTo>
                      <a:lnTo>
                        <a:pt x="49" y="23"/>
                      </a:lnTo>
                      <a:lnTo>
                        <a:pt x="0" y="45"/>
                      </a:lnTo>
                      <a:lnTo>
                        <a:pt x="57" y="166"/>
                      </a:lnTo>
                      <a:lnTo>
                        <a:pt x="105" y="143"/>
                      </a:lnTo>
                      <a:lnTo>
                        <a:pt x="154" y="121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2" name="Freeform 391">
                  <a:extLst>
                    <a:ext uri="{FF2B5EF4-FFF2-40B4-BE49-F238E27FC236}">
                      <a16:creationId xmlns:a16="http://schemas.microsoft.com/office/drawing/2014/main" id="{789E4BB4-76B2-3C38-D3CF-FAF8678024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5" y="2035"/>
                  <a:ext cx="26" cy="28"/>
                </a:xfrm>
                <a:custGeom>
                  <a:avLst/>
                  <a:gdLst>
                    <a:gd name="T0" fmla="*/ 0 w 154"/>
                    <a:gd name="T1" fmla="*/ 0 h 166"/>
                    <a:gd name="T2" fmla="*/ 0 w 154"/>
                    <a:gd name="T3" fmla="*/ 0 h 166"/>
                    <a:gd name="T4" fmla="*/ 0 w 154"/>
                    <a:gd name="T5" fmla="*/ 0 h 166"/>
                    <a:gd name="T6" fmla="*/ 0 w 154"/>
                    <a:gd name="T7" fmla="*/ 0 h 166"/>
                    <a:gd name="T8" fmla="*/ 0 w 154"/>
                    <a:gd name="T9" fmla="*/ 0 h 166"/>
                    <a:gd name="T10" fmla="*/ 0 w 154"/>
                    <a:gd name="T11" fmla="*/ 0 h 166"/>
                    <a:gd name="T12" fmla="*/ 0 w 154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4"/>
                    <a:gd name="T22" fmla="*/ 0 h 166"/>
                    <a:gd name="T23" fmla="*/ 154 w 154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4" h="166">
                      <a:moveTo>
                        <a:pt x="98" y="0"/>
                      </a:moveTo>
                      <a:lnTo>
                        <a:pt x="49" y="23"/>
                      </a:lnTo>
                      <a:lnTo>
                        <a:pt x="0" y="45"/>
                      </a:lnTo>
                      <a:lnTo>
                        <a:pt x="57" y="166"/>
                      </a:lnTo>
                      <a:lnTo>
                        <a:pt x="105" y="143"/>
                      </a:lnTo>
                      <a:lnTo>
                        <a:pt x="154" y="121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3" name="Freeform 392">
                  <a:extLst>
                    <a:ext uri="{FF2B5EF4-FFF2-40B4-BE49-F238E27FC236}">
                      <a16:creationId xmlns:a16="http://schemas.microsoft.com/office/drawing/2014/main" id="{914F6861-32F4-FD74-1A8D-787F10A959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5" y="2059"/>
                  <a:ext cx="8" cy="5"/>
                </a:xfrm>
                <a:custGeom>
                  <a:avLst/>
                  <a:gdLst>
                    <a:gd name="T0" fmla="*/ 0 w 48"/>
                    <a:gd name="T1" fmla="*/ 0 h 27"/>
                    <a:gd name="T2" fmla="*/ 0 w 48"/>
                    <a:gd name="T3" fmla="*/ 0 h 27"/>
                    <a:gd name="T4" fmla="*/ 0 w 48"/>
                    <a:gd name="T5" fmla="*/ 0 h 27"/>
                    <a:gd name="T6" fmla="*/ 0 w 48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27"/>
                    <a:gd name="T14" fmla="*/ 48 w 4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27">
                      <a:moveTo>
                        <a:pt x="48" y="0"/>
                      </a:move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4" name="Line 393">
                  <a:extLst>
                    <a:ext uri="{FF2B5EF4-FFF2-40B4-BE49-F238E27FC236}">
                      <a16:creationId xmlns:a16="http://schemas.microsoft.com/office/drawing/2014/main" id="{2767409F-16C4-A170-4A3D-6A466F997E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5" y="206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5" name="Freeform 394">
                  <a:extLst>
                    <a:ext uri="{FF2B5EF4-FFF2-40B4-BE49-F238E27FC236}">
                      <a16:creationId xmlns:a16="http://schemas.microsoft.com/office/drawing/2014/main" id="{2021A6F2-74A8-8668-4A43-32EE559B51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5" y="2055"/>
                  <a:ext cx="26" cy="28"/>
                </a:xfrm>
                <a:custGeom>
                  <a:avLst/>
                  <a:gdLst>
                    <a:gd name="T0" fmla="*/ 0 w 158"/>
                    <a:gd name="T1" fmla="*/ 0 h 169"/>
                    <a:gd name="T2" fmla="*/ 0 w 158"/>
                    <a:gd name="T3" fmla="*/ 0 h 169"/>
                    <a:gd name="T4" fmla="*/ 0 w 158"/>
                    <a:gd name="T5" fmla="*/ 0 h 169"/>
                    <a:gd name="T6" fmla="*/ 0 w 158"/>
                    <a:gd name="T7" fmla="*/ 0 h 169"/>
                    <a:gd name="T8" fmla="*/ 0 w 158"/>
                    <a:gd name="T9" fmla="*/ 0 h 169"/>
                    <a:gd name="T10" fmla="*/ 0 w 158"/>
                    <a:gd name="T11" fmla="*/ 0 h 169"/>
                    <a:gd name="T12" fmla="*/ 0 w 15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9"/>
                    <a:gd name="T23" fmla="*/ 158 w 15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9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65" y="169"/>
                      </a:lnTo>
                      <a:lnTo>
                        <a:pt x="112" y="143"/>
                      </a:lnTo>
                      <a:lnTo>
                        <a:pt x="158" y="116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6" name="Freeform 395">
                  <a:extLst>
                    <a:ext uri="{FF2B5EF4-FFF2-40B4-BE49-F238E27FC236}">
                      <a16:creationId xmlns:a16="http://schemas.microsoft.com/office/drawing/2014/main" id="{D6DA16DF-B993-1CC0-3E3F-4F0CFF926C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5" y="2055"/>
                  <a:ext cx="26" cy="28"/>
                </a:xfrm>
                <a:custGeom>
                  <a:avLst/>
                  <a:gdLst>
                    <a:gd name="T0" fmla="*/ 0 w 158"/>
                    <a:gd name="T1" fmla="*/ 0 h 169"/>
                    <a:gd name="T2" fmla="*/ 0 w 158"/>
                    <a:gd name="T3" fmla="*/ 0 h 169"/>
                    <a:gd name="T4" fmla="*/ 0 w 158"/>
                    <a:gd name="T5" fmla="*/ 0 h 169"/>
                    <a:gd name="T6" fmla="*/ 0 w 158"/>
                    <a:gd name="T7" fmla="*/ 0 h 169"/>
                    <a:gd name="T8" fmla="*/ 0 w 158"/>
                    <a:gd name="T9" fmla="*/ 0 h 169"/>
                    <a:gd name="T10" fmla="*/ 0 w 158"/>
                    <a:gd name="T11" fmla="*/ 0 h 169"/>
                    <a:gd name="T12" fmla="*/ 0 w 15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9"/>
                    <a:gd name="T23" fmla="*/ 158 w 15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9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65" y="169"/>
                      </a:lnTo>
                      <a:lnTo>
                        <a:pt x="112" y="143"/>
                      </a:lnTo>
                      <a:lnTo>
                        <a:pt x="158" y="116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7" name="Freeform 396">
                  <a:extLst>
                    <a:ext uri="{FF2B5EF4-FFF2-40B4-BE49-F238E27FC236}">
                      <a16:creationId xmlns:a16="http://schemas.microsoft.com/office/drawing/2014/main" id="{2D09A06D-7CB5-44A9-0D0C-DF99F33594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6" y="2079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2" y="3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8" name="Line 397">
                  <a:extLst>
                    <a:ext uri="{FF2B5EF4-FFF2-40B4-BE49-F238E27FC236}">
                      <a16:creationId xmlns:a16="http://schemas.microsoft.com/office/drawing/2014/main" id="{151904B9-C810-469D-4E1E-9561002DCE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6" y="20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9" name="Freeform 398">
                  <a:extLst>
                    <a:ext uri="{FF2B5EF4-FFF2-40B4-BE49-F238E27FC236}">
                      <a16:creationId xmlns:a16="http://schemas.microsoft.com/office/drawing/2014/main" id="{968C9261-D8DE-6B63-ADCA-2B54D996C0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6" y="2074"/>
                  <a:ext cx="28" cy="28"/>
                </a:xfrm>
                <a:custGeom>
                  <a:avLst/>
                  <a:gdLst>
                    <a:gd name="T0" fmla="*/ 0 w 165"/>
                    <a:gd name="T1" fmla="*/ 0 h 170"/>
                    <a:gd name="T2" fmla="*/ 0 w 165"/>
                    <a:gd name="T3" fmla="*/ 0 h 170"/>
                    <a:gd name="T4" fmla="*/ 0 w 165"/>
                    <a:gd name="T5" fmla="*/ 0 h 170"/>
                    <a:gd name="T6" fmla="*/ 0 w 165"/>
                    <a:gd name="T7" fmla="*/ 0 h 170"/>
                    <a:gd name="T8" fmla="*/ 0 w 165"/>
                    <a:gd name="T9" fmla="*/ 0 h 170"/>
                    <a:gd name="T10" fmla="*/ 0 w 165"/>
                    <a:gd name="T11" fmla="*/ 0 h 170"/>
                    <a:gd name="T12" fmla="*/ 0 w 165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5"/>
                    <a:gd name="T22" fmla="*/ 0 h 170"/>
                    <a:gd name="T23" fmla="*/ 165 w 165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5" h="170">
                      <a:moveTo>
                        <a:pt x="89" y="0"/>
                      </a:moveTo>
                      <a:lnTo>
                        <a:pt x="45" y="30"/>
                      </a:lnTo>
                      <a:lnTo>
                        <a:pt x="0" y="60"/>
                      </a:lnTo>
                      <a:lnTo>
                        <a:pt x="76" y="170"/>
                      </a:lnTo>
                      <a:lnTo>
                        <a:pt x="120" y="140"/>
                      </a:lnTo>
                      <a:lnTo>
                        <a:pt x="165" y="11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0" name="Freeform 399">
                  <a:extLst>
                    <a:ext uri="{FF2B5EF4-FFF2-40B4-BE49-F238E27FC236}">
                      <a16:creationId xmlns:a16="http://schemas.microsoft.com/office/drawing/2014/main" id="{524A829F-5CB7-304D-4394-2FE02909AD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6" y="2074"/>
                  <a:ext cx="28" cy="28"/>
                </a:xfrm>
                <a:custGeom>
                  <a:avLst/>
                  <a:gdLst>
                    <a:gd name="T0" fmla="*/ 0 w 165"/>
                    <a:gd name="T1" fmla="*/ 0 h 170"/>
                    <a:gd name="T2" fmla="*/ 0 w 165"/>
                    <a:gd name="T3" fmla="*/ 0 h 170"/>
                    <a:gd name="T4" fmla="*/ 0 w 165"/>
                    <a:gd name="T5" fmla="*/ 0 h 170"/>
                    <a:gd name="T6" fmla="*/ 0 w 165"/>
                    <a:gd name="T7" fmla="*/ 0 h 170"/>
                    <a:gd name="T8" fmla="*/ 0 w 165"/>
                    <a:gd name="T9" fmla="*/ 0 h 170"/>
                    <a:gd name="T10" fmla="*/ 0 w 165"/>
                    <a:gd name="T11" fmla="*/ 0 h 170"/>
                    <a:gd name="T12" fmla="*/ 0 w 165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5"/>
                    <a:gd name="T22" fmla="*/ 0 h 170"/>
                    <a:gd name="T23" fmla="*/ 165 w 165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5" h="170">
                      <a:moveTo>
                        <a:pt x="89" y="0"/>
                      </a:moveTo>
                      <a:lnTo>
                        <a:pt x="45" y="30"/>
                      </a:lnTo>
                      <a:lnTo>
                        <a:pt x="0" y="60"/>
                      </a:lnTo>
                      <a:lnTo>
                        <a:pt x="76" y="170"/>
                      </a:lnTo>
                      <a:lnTo>
                        <a:pt x="120" y="140"/>
                      </a:lnTo>
                      <a:lnTo>
                        <a:pt x="165" y="11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1" name="Freeform 400">
                  <a:extLst>
                    <a:ext uri="{FF2B5EF4-FFF2-40B4-BE49-F238E27FC236}">
                      <a16:creationId xmlns:a16="http://schemas.microsoft.com/office/drawing/2014/main" id="{B4FBA453-5A57-5A5F-9E20-A866135F72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" y="2097"/>
                  <a:ext cx="7" cy="6"/>
                </a:xfrm>
                <a:custGeom>
                  <a:avLst/>
                  <a:gdLst>
                    <a:gd name="T0" fmla="*/ 0 w 44"/>
                    <a:gd name="T1" fmla="*/ 0 h 34"/>
                    <a:gd name="T2" fmla="*/ 0 w 44"/>
                    <a:gd name="T3" fmla="*/ 0 h 34"/>
                    <a:gd name="T4" fmla="*/ 0 w 44"/>
                    <a:gd name="T5" fmla="*/ 0 h 34"/>
                    <a:gd name="T6" fmla="*/ 0 w 44"/>
                    <a:gd name="T7" fmla="*/ 0 h 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4"/>
                    <a:gd name="T14" fmla="*/ 44 w 44"/>
                    <a:gd name="T15" fmla="*/ 34 h 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4">
                      <a:moveTo>
                        <a:pt x="44" y="0"/>
                      </a:moveTo>
                      <a:lnTo>
                        <a:pt x="0" y="30"/>
                      </a:lnTo>
                      <a:lnTo>
                        <a:pt x="3" y="34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2" name="Line 401">
                  <a:extLst>
                    <a:ext uri="{FF2B5EF4-FFF2-40B4-BE49-F238E27FC236}">
                      <a16:creationId xmlns:a16="http://schemas.microsoft.com/office/drawing/2014/main" id="{34E583C7-4B95-B0EC-6765-13C9D414F8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" y="21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3" name="Freeform 402">
                  <a:extLst>
                    <a:ext uri="{FF2B5EF4-FFF2-40B4-BE49-F238E27FC236}">
                      <a16:creationId xmlns:a16="http://schemas.microsoft.com/office/drawing/2014/main" id="{9C3DCBC0-6828-CBBA-7DA6-A31FACFC1B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" y="2091"/>
                  <a:ext cx="28" cy="29"/>
                </a:xfrm>
                <a:custGeom>
                  <a:avLst/>
                  <a:gdLst>
                    <a:gd name="T0" fmla="*/ 0 w 167"/>
                    <a:gd name="T1" fmla="*/ 0 h 172"/>
                    <a:gd name="T2" fmla="*/ 0 w 167"/>
                    <a:gd name="T3" fmla="*/ 0 h 172"/>
                    <a:gd name="T4" fmla="*/ 0 w 167"/>
                    <a:gd name="T5" fmla="*/ 0 h 172"/>
                    <a:gd name="T6" fmla="*/ 0 w 167"/>
                    <a:gd name="T7" fmla="*/ 0 h 172"/>
                    <a:gd name="T8" fmla="*/ 0 w 167"/>
                    <a:gd name="T9" fmla="*/ 0 h 172"/>
                    <a:gd name="T10" fmla="*/ 0 w 167"/>
                    <a:gd name="T11" fmla="*/ 0 h 172"/>
                    <a:gd name="T12" fmla="*/ 0 w 167"/>
                    <a:gd name="T13" fmla="*/ 0 h 1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2"/>
                    <a:gd name="T23" fmla="*/ 167 w 167"/>
                    <a:gd name="T24" fmla="*/ 172 h 1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2">
                      <a:moveTo>
                        <a:pt x="82" y="0"/>
                      </a:moveTo>
                      <a:lnTo>
                        <a:pt x="41" y="34"/>
                      </a:lnTo>
                      <a:lnTo>
                        <a:pt x="0" y="68"/>
                      </a:lnTo>
                      <a:lnTo>
                        <a:pt x="84" y="172"/>
                      </a:lnTo>
                      <a:lnTo>
                        <a:pt x="126" y="138"/>
                      </a:lnTo>
                      <a:lnTo>
                        <a:pt x="167" y="104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" name="Freeform 403">
                  <a:extLst>
                    <a:ext uri="{FF2B5EF4-FFF2-40B4-BE49-F238E27FC236}">
                      <a16:creationId xmlns:a16="http://schemas.microsoft.com/office/drawing/2014/main" id="{CD490805-CC11-30BA-F490-7DC0B90E78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" y="2091"/>
                  <a:ext cx="28" cy="29"/>
                </a:xfrm>
                <a:custGeom>
                  <a:avLst/>
                  <a:gdLst>
                    <a:gd name="T0" fmla="*/ 0 w 167"/>
                    <a:gd name="T1" fmla="*/ 0 h 172"/>
                    <a:gd name="T2" fmla="*/ 0 w 167"/>
                    <a:gd name="T3" fmla="*/ 0 h 172"/>
                    <a:gd name="T4" fmla="*/ 0 w 167"/>
                    <a:gd name="T5" fmla="*/ 0 h 172"/>
                    <a:gd name="T6" fmla="*/ 0 w 167"/>
                    <a:gd name="T7" fmla="*/ 0 h 172"/>
                    <a:gd name="T8" fmla="*/ 0 w 167"/>
                    <a:gd name="T9" fmla="*/ 0 h 172"/>
                    <a:gd name="T10" fmla="*/ 0 w 167"/>
                    <a:gd name="T11" fmla="*/ 0 h 172"/>
                    <a:gd name="T12" fmla="*/ 0 w 167"/>
                    <a:gd name="T13" fmla="*/ 0 h 1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2"/>
                    <a:gd name="T23" fmla="*/ 167 w 167"/>
                    <a:gd name="T24" fmla="*/ 172 h 1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2">
                      <a:moveTo>
                        <a:pt x="82" y="0"/>
                      </a:moveTo>
                      <a:lnTo>
                        <a:pt x="41" y="34"/>
                      </a:lnTo>
                      <a:lnTo>
                        <a:pt x="0" y="68"/>
                      </a:lnTo>
                      <a:lnTo>
                        <a:pt x="84" y="172"/>
                      </a:lnTo>
                      <a:lnTo>
                        <a:pt x="126" y="138"/>
                      </a:lnTo>
                      <a:lnTo>
                        <a:pt x="167" y="104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" name="Freeform 404">
                  <a:extLst>
                    <a:ext uri="{FF2B5EF4-FFF2-40B4-BE49-F238E27FC236}">
                      <a16:creationId xmlns:a16="http://schemas.microsoft.com/office/drawing/2014/main" id="{CBA6B357-C17F-E257-9053-3BEE28B01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3" y="2114"/>
                  <a:ext cx="7" cy="6"/>
                </a:xfrm>
                <a:custGeom>
                  <a:avLst/>
                  <a:gdLst>
                    <a:gd name="T0" fmla="*/ 0 w 42"/>
                    <a:gd name="T1" fmla="*/ 0 h 37"/>
                    <a:gd name="T2" fmla="*/ 0 w 42"/>
                    <a:gd name="T3" fmla="*/ 0 h 37"/>
                    <a:gd name="T4" fmla="*/ 0 w 42"/>
                    <a:gd name="T5" fmla="*/ 0 h 37"/>
                    <a:gd name="T6" fmla="*/ 0 w 42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7"/>
                    <a:gd name="T14" fmla="*/ 42 w 42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7">
                      <a:moveTo>
                        <a:pt x="42" y="0"/>
                      </a:moveTo>
                      <a:lnTo>
                        <a:pt x="0" y="34"/>
                      </a:lnTo>
                      <a:lnTo>
                        <a:pt x="3" y="37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6" name="Line 405">
                  <a:extLst>
                    <a:ext uri="{FF2B5EF4-FFF2-40B4-BE49-F238E27FC236}">
                      <a16:creationId xmlns:a16="http://schemas.microsoft.com/office/drawing/2014/main" id="{375F2EE4-F56C-563E-7F79-7ED94586EC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33" y="21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7" name="Freeform 406">
                  <a:extLst>
                    <a:ext uri="{FF2B5EF4-FFF2-40B4-BE49-F238E27FC236}">
                      <a16:creationId xmlns:a16="http://schemas.microsoft.com/office/drawing/2014/main" id="{C4943517-512A-CB4A-20EC-6AF6037E54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4" y="2108"/>
                  <a:ext cx="28" cy="29"/>
                </a:xfrm>
                <a:custGeom>
                  <a:avLst/>
                  <a:gdLst>
                    <a:gd name="T0" fmla="*/ 0 w 170"/>
                    <a:gd name="T1" fmla="*/ 0 h 170"/>
                    <a:gd name="T2" fmla="*/ 0 w 170"/>
                    <a:gd name="T3" fmla="*/ 0 h 170"/>
                    <a:gd name="T4" fmla="*/ 0 w 170"/>
                    <a:gd name="T5" fmla="*/ 0 h 170"/>
                    <a:gd name="T6" fmla="*/ 0 w 170"/>
                    <a:gd name="T7" fmla="*/ 0 h 170"/>
                    <a:gd name="T8" fmla="*/ 0 w 170"/>
                    <a:gd name="T9" fmla="*/ 0 h 170"/>
                    <a:gd name="T10" fmla="*/ 0 w 170"/>
                    <a:gd name="T11" fmla="*/ 0 h 170"/>
                    <a:gd name="T12" fmla="*/ 0 w 170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70"/>
                    <a:gd name="T23" fmla="*/ 170 w 170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70">
                      <a:moveTo>
                        <a:pt x="78" y="0"/>
                      </a:moveTo>
                      <a:lnTo>
                        <a:pt x="39" y="37"/>
                      </a:lnTo>
                      <a:lnTo>
                        <a:pt x="0" y="74"/>
                      </a:lnTo>
                      <a:lnTo>
                        <a:pt x="92" y="170"/>
                      </a:lnTo>
                      <a:lnTo>
                        <a:pt x="131" y="133"/>
                      </a:lnTo>
                      <a:lnTo>
                        <a:pt x="170" y="96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8" name="Freeform 407">
                  <a:extLst>
                    <a:ext uri="{FF2B5EF4-FFF2-40B4-BE49-F238E27FC236}">
                      <a16:creationId xmlns:a16="http://schemas.microsoft.com/office/drawing/2014/main" id="{3B070BAA-5938-6C48-64E0-6D0D6000C8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4" y="2108"/>
                  <a:ext cx="28" cy="29"/>
                </a:xfrm>
                <a:custGeom>
                  <a:avLst/>
                  <a:gdLst>
                    <a:gd name="T0" fmla="*/ 0 w 170"/>
                    <a:gd name="T1" fmla="*/ 0 h 170"/>
                    <a:gd name="T2" fmla="*/ 0 w 170"/>
                    <a:gd name="T3" fmla="*/ 0 h 170"/>
                    <a:gd name="T4" fmla="*/ 0 w 170"/>
                    <a:gd name="T5" fmla="*/ 0 h 170"/>
                    <a:gd name="T6" fmla="*/ 0 w 170"/>
                    <a:gd name="T7" fmla="*/ 0 h 170"/>
                    <a:gd name="T8" fmla="*/ 0 w 170"/>
                    <a:gd name="T9" fmla="*/ 0 h 170"/>
                    <a:gd name="T10" fmla="*/ 0 w 170"/>
                    <a:gd name="T11" fmla="*/ 0 h 170"/>
                    <a:gd name="T12" fmla="*/ 0 w 170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70"/>
                    <a:gd name="T23" fmla="*/ 170 w 170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70">
                      <a:moveTo>
                        <a:pt x="78" y="0"/>
                      </a:moveTo>
                      <a:lnTo>
                        <a:pt x="39" y="37"/>
                      </a:lnTo>
                      <a:lnTo>
                        <a:pt x="0" y="74"/>
                      </a:lnTo>
                      <a:lnTo>
                        <a:pt x="92" y="170"/>
                      </a:lnTo>
                      <a:lnTo>
                        <a:pt x="131" y="133"/>
                      </a:lnTo>
                      <a:lnTo>
                        <a:pt x="170" y="96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9" name="Freeform 408">
                  <a:extLst>
                    <a:ext uri="{FF2B5EF4-FFF2-40B4-BE49-F238E27FC236}">
                      <a16:creationId xmlns:a16="http://schemas.microsoft.com/office/drawing/2014/main" id="{2F388739-95FB-D63F-A7DE-B7F35284A8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9" y="2130"/>
                  <a:ext cx="7" cy="7"/>
                </a:xfrm>
                <a:custGeom>
                  <a:avLst/>
                  <a:gdLst>
                    <a:gd name="T0" fmla="*/ 0 w 39"/>
                    <a:gd name="T1" fmla="*/ 0 h 40"/>
                    <a:gd name="T2" fmla="*/ 0 w 39"/>
                    <a:gd name="T3" fmla="*/ 0 h 40"/>
                    <a:gd name="T4" fmla="*/ 0 w 39"/>
                    <a:gd name="T5" fmla="*/ 0 h 40"/>
                    <a:gd name="T6" fmla="*/ 0 w 39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9"/>
                    <a:gd name="T13" fmla="*/ 0 h 40"/>
                    <a:gd name="T14" fmla="*/ 39 w 39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9" h="40">
                      <a:moveTo>
                        <a:pt x="39" y="0"/>
                      </a:moveTo>
                      <a:lnTo>
                        <a:pt x="0" y="37"/>
                      </a:lnTo>
                      <a:lnTo>
                        <a:pt x="4" y="40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0" name="Line 409">
                  <a:extLst>
                    <a:ext uri="{FF2B5EF4-FFF2-40B4-BE49-F238E27FC236}">
                      <a16:creationId xmlns:a16="http://schemas.microsoft.com/office/drawing/2014/main" id="{8A9A1D51-A7C2-352A-847A-8ABEE05ABC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9" y="21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1" name="Freeform 410">
                  <a:extLst>
                    <a:ext uri="{FF2B5EF4-FFF2-40B4-BE49-F238E27FC236}">
                      <a16:creationId xmlns:a16="http://schemas.microsoft.com/office/drawing/2014/main" id="{0ED99344-CDE1-F32B-2B32-922480B22C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0" y="2124"/>
                  <a:ext cx="28" cy="28"/>
                </a:xfrm>
                <a:custGeom>
                  <a:avLst/>
                  <a:gdLst>
                    <a:gd name="T0" fmla="*/ 0 w 170"/>
                    <a:gd name="T1" fmla="*/ 0 h 168"/>
                    <a:gd name="T2" fmla="*/ 0 w 170"/>
                    <a:gd name="T3" fmla="*/ 0 h 168"/>
                    <a:gd name="T4" fmla="*/ 0 w 170"/>
                    <a:gd name="T5" fmla="*/ 0 h 168"/>
                    <a:gd name="T6" fmla="*/ 0 w 170"/>
                    <a:gd name="T7" fmla="*/ 0 h 168"/>
                    <a:gd name="T8" fmla="*/ 0 w 170"/>
                    <a:gd name="T9" fmla="*/ 0 h 168"/>
                    <a:gd name="T10" fmla="*/ 0 w 170"/>
                    <a:gd name="T11" fmla="*/ 0 h 168"/>
                    <a:gd name="T12" fmla="*/ 0 w 170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8"/>
                    <a:gd name="T23" fmla="*/ 170 w 170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8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101" y="168"/>
                      </a:lnTo>
                      <a:lnTo>
                        <a:pt x="135" y="128"/>
                      </a:lnTo>
                      <a:lnTo>
                        <a:pt x="170" y="88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2" name="Freeform 411">
                  <a:extLst>
                    <a:ext uri="{FF2B5EF4-FFF2-40B4-BE49-F238E27FC236}">
                      <a16:creationId xmlns:a16="http://schemas.microsoft.com/office/drawing/2014/main" id="{FFAC0045-4C92-12B8-2B3D-2339E0BEED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0" y="2124"/>
                  <a:ext cx="28" cy="28"/>
                </a:xfrm>
                <a:custGeom>
                  <a:avLst/>
                  <a:gdLst>
                    <a:gd name="T0" fmla="*/ 0 w 170"/>
                    <a:gd name="T1" fmla="*/ 0 h 168"/>
                    <a:gd name="T2" fmla="*/ 0 w 170"/>
                    <a:gd name="T3" fmla="*/ 0 h 168"/>
                    <a:gd name="T4" fmla="*/ 0 w 170"/>
                    <a:gd name="T5" fmla="*/ 0 h 168"/>
                    <a:gd name="T6" fmla="*/ 0 w 170"/>
                    <a:gd name="T7" fmla="*/ 0 h 168"/>
                    <a:gd name="T8" fmla="*/ 0 w 170"/>
                    <a:gd name="T9" fmla="*/ 0 h 168"/>
                    <a:gd name="T10" fmla="*/ 0 w 170"/>
                    <a:gd name="T11" fmla="*/ 0 h 168"/>
                    <a:gd name="T12" fmla="*/ 0 w 170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8"/>
                    <a:gd name="T23" fmla="*/ 170 w 170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8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101" y="168"/>
                      </a:lnTo>
                      <a:lnTo>
                        <a:pt x="135" y="128"/>
                      </a:lnTo>
                      <a:lnTo>
                        <a:pt x="170" y="88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3" name="Freeform 412">
                  <a:extLst>
                    <a:ext uri="{FF2B5EF4-FFF2-40B4-BE49-F238E27FC236}">
                      <a16:creationId xmlns:a16="http://schemas.microsoft.com/office/drawing/2014/main" id="{7E0FE3BE-4601-DD05-A015-146323BC2B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67" y="2145"/>
                  <a:ext cx="5" cy="7"/>
                </a:xfrm>
                <a:custGeom>
                  <a:avLst/>
                  <a:gdLst>
                    <a:gd name="T0" fmla="*/ 0 w 34"/>
                    <a:gd name="T1" fmla="*/ 0 h 43"/>
                    <a:gd name="T2" fmla="*/ 0 w 34"/>
                    <a:gd name="T3" fmla="*/ 0 h 43"/>
                    <a:gd name="T4" fmla="*/ 0 w 34"/>
                    <a:gd name="T5" fmla="*/ 0 h 43"/>
                    <a:gd name="T6" fmla="*/ 0 w 34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4"/>
                    <a:gd name="T13" fmla="*/ 0 h 43"/>
                    <a:gd name="T14" fmla="*/ 34 w 34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4" h="43">
                      <a:moveTo>
                        <a:pt x="34" y="0"/>
                      </a:moveTo>
                      <a:lnTo>
                        <a:pt x="0" y="40"/>
                      </a:lnTo>
                      <a:lnTo>
                        <a:pt x="3" y="43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4" name="Line 413">
                  <a:extLst>
                    <a:ext uri="{FF2B5EF4-FFF2-40B4-BE49-F238E27FC236}">
                      <a16:creationId xmlns:a16="http://schemas.microsoft.com/office/drawing/2014/main" id="{C65ACE67-E0D4-BC4B-2BA5-1CF9BBF701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67" y="21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5" name="Freeform 414">
                  <a:extLst>
                    <a:ext uri="{FF2B5EF4-FFF2-40B4-BE49-F238E27FC236}">
                      <a16:creationId xmlns:a16="http://schemas.microsoft.com/office/drawing/2014/main" id="{4B795EEF-00E6-439A-3541-77B1E7854C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67" y="2138"/>
                  <a:ext cx="29" cy="27"/>
                </a:xfrm>
                <a:custGeom>
                  <a:avLst/>
                  <a:gdLst>
                    <a:gd name="T0" fmla="*/ 0 w 171"/>
                    <a:gd name="T1" fmla="*/ 0 h 165"/>
                    <a:gd name="T2" fmla="*/ 0 w 171"/>
                    <a:gd name="T3" fmla="*/ 0 h 165"/>
                    <a:gd name="T4" fmla="*/ 0 w 171"/>
                    <a:gd name="T5" fmla="*/ 0 h 165"/>
                    <a:gd name="T6" fmla="*/ 0 w 171"/>
                    <a:gd name="T7" fmla="*/ 0 h 165"/>
                    <a:gd name="T8" fmla="*/ 0 w 171"/>
                    <a:gd name="T9" fmla="*/ 0 h 165"/>
                    <a:gd name="T10" fmla="*/ 0 w 171"/>
                    <a:gd name="T11" fmla="*/ 0 h 165"/>
                    <a:gd name="T12" fmla="*/ 0 w 17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1"/>
                    <a:gd name="T22" fmla="*/ 0 h 165"/>
                    <a:gd name="T23" fmla="*/ 171 w 17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1" h="165">
                      <a:moveTo>
                        <a:pt x="63" y="0"/>
                      </a:moveTo>
                      <a:lnTo>
                        <a:pt x="31" y="43"/>
                      </a:lnTo>
                      <a:lnTo>
                        <a:pt x="0" y="86"/>
                      </a:lnTo>
                      <a:lnTo>
                        <a:pt x="108" y="165"/>
                      </a:lnTo>
                      <a:lnTo>
                        <a:pt x="139" y="121"/>
                      </a:lnTo>
                      <a:lnTo>
                        <a:pt x="171" y="78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6" name="Freeform 415">
                  <a:extLst>
                    <a:ext uri="{FF2B5EF4-FFF2-40B4-BE49-F238E27FC236}">
                      <a16:creationId xmlns:a16="http://schemas.microsoft.com/office/drawing/2014/main" id="{05A18224-3D8B-16B2-F5B8-1A6D496C2C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67" y="2138"/>
                  <a:ext cx="29" cy="27"/>
                </a:xfrm>
                <a:custGeom>
                  <a:avLst/>
                  <a:gdLst>
                    <a:gd name="T0" fmla="*/ 0 w 171"/>
                    <a:gd name="T1" fmla="*/ 0 h 165"/>
                    <a:gd name="T2" fmla="*/ 0 w 171"/>
                    <a:gd name="T3" fmla="*/ 0 h 165"/>
                    <a:gd name="T4" fmla="*/ 0 w 171"/>
                    <a:gd name="T5" fmla="*/ 0 h 165"/>
                    <a:gd name="T6" fmla="*/ 0 w 171"/>
                    <a:gd name="T7" fmla="*/ 0 h 165"/>
                    <a:gd name="T8" fmla="*/ 0 w 171"/>
                    <a:gd name="T9" fmla="*/ 0 h 165"/>
                    <a:gd name="T10" fmla="*/ 0 w 171"/>
                    <a:gd name="T11" fmla="*/ 0 h 165"/>
                    <a:gd name="T12" fmla="*/ 0 w 17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1"/>
                    <a:gd name="T22" fmla="*/ 0 h 165"/>
                    <a:gd name="T23" fmla="*/ 171 w 17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1" h="165">
                      <a:moveTo>
                        <a:pt x="63" y="0"/>
                      </a:moveTo>
                      <a:lnTo>
                        <a:pt x="31" y="43"/>
                      </a:lnTo>
                      <a:lnTo>
                        <a:pt x="0" y="86"/>
                      </a:lnTo>
                      <a:lnTo>
                        <a:pt x="108" y="165"/>
                      </a:lnTo>
                      <a:lnTo>
                        <a:pt x="139" y="121"/>
                      </a:lnTo>
                      <a:lnTo>
                        <a:pt x="171" y="78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7" name="Freeform 416">
                  <a:extLst>
                    <a:ext uri="{FF2B5EF4-FFF2-40B4-BE49-F238E27FC236}">
                      <a16:creationId xmlns:a16="http://schemas.microsoft.com/office/drawing/2014/main" id="{2D73AB68-CD0C-907C-714F-EE002E7964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2158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0"/>
                      </a:moveTo>
                      <a:lnTo>
                        <a:pt x="0" y="44"/>
                      </a:lnTo>
                      <a:lnTo>
                        <a:pt x="3" y="46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8" name="Line 417">
                  <a:extLst>
                    <a:ext uri="{FF2B5EF4-FFF2-40B4-BE49-F238E27FC236}">
                      <a16:creationId xmlns:a16="http://schemas.microsoft.com/office/drawing/2014/main" id="{8286DA64-3812-440B-28C7-DC043D77F2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5" y="216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9" name="Freeform 418">
                  <a:extLst>
                    <a:ext uri="{FF2B5EF4-FFF2-40B4-BE49-F238E27FC236}">
                      <a16:creationId xmlns:a16="http://schemas.microsoft.com/office/drawing/2014/main" id="{FF3233F0-74B7-99DB-F1BD-2BF0A9DD68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2150"/>
                  <a:ext cx="28" cy="27"/>
                </a:xfrm>
                <a:custGeom>
                  <a:avLst/>
                  <a:gdLst>
                    <a:gd name="T0" fmla="*/ 0 w 170"/>
                    <a:gd name="T1" fmla="*/ 0 h 161"/>
                    <a:gd name="T2" fmla="*/ 0 w 170"/>
                    <a:gd name="T3" fmla="*/ 0 h 161"/>
                    <a:gd name="T4" fmla="*/ 0 w 170"/>
                    <a:gd name="T5" fmla="*/ 0 h 161"/>
                    <a:gd name="T6" fmla="*/ 0 w 170"/>
                    <a:gd name="T7" fmla="*/ 0 h 161"/>
                    <a:gd name="T8" fmla="*/ 0 w 170"/>
                    <a:gd name="T9" fmla="*/ 0 h 161"/>
                    <a:gd name="T10" fmla="*/ 0 w 170"/>
                    <a:gd name="T11" fmla="*/ 0 h 161"/>
                    <a:gd name="T12" fmla="*/ 0 w 170"/>
                    <a:gd name="T13" fmla="*/ 0 h 16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1"/>
                    <a:gd name="T23" fmla="*/ 170 w 170"/>
                    <a:gd name="T24" fmla="*/ 161 h 16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1">
                      <a:moveTo>
                        <a:pt x="57" y="0"/>
                      </a:moveTo>
                      <a:lnTo>
                        <a:pt x="28" y="45"/>
                      </a:lnTo>
                      <a:lnTo>
                        <a:pt x="0" y="91"/>
                      </a:lnTo>
                      <a:lnTo>
                        <a:pt x="113" y="161"/>
                      </a:lnTo>
                      <a:lnTo>
                        <a:pt x="142" y="115"/>
                      </a:lnTo>
                      <a:lnTo>
                        <a:pt x="170" y="70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0" name="Freeform 419">
                  <a:extLst>
                    <a:ext uri="{FF2B5EF4-FFF2-40B4-BE49-F238E27FC236}">
                      <a16:creationId xmlns:a16="http://schemas.microsoft.com/office/drawing/2014/main" id="{DE08D182-7985-FE58-AC3F-7423508C11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2150"/>
                  <a:ext cx="28" cy="27"/>
                </a:xfrm>
                <a:custGeom>
                  <a:avLst/>
                  <a:gdLst>
                    <a:gd name="T0" fmla="*/ 0 w 170"/>
                    <a:gd name="T1" fmla="*/ 0 h 161"/>
                    <a:gd name="T2" fmla="*/ 0 w 170"/>
                    <a:gd name="T3" fmla="*/ 0 h 161"/>
                    <a:gd name="T4" fmla="*/ 0 w 170"/>
                    <a:gd name="T5" fmla="*/ 0 h 161"/>
                    <a:gd name="T6" fmla="*/ 0 w 170"/>
                    <a:gd name="T7" fmla="*/ 0 h 161"/>
                    <a:gd name="T8" fmla="*/ 0 w 170"/>
                    <a:gd name="T9" fmla="*/ 0 h 161"/>
                    <a:gd name="T10" fmla="*/ 0 w 170"/>
                    <a:gd name="T11" fmla="*/ 0 h 161"/>
                    <a:gd name="T12" fmla="*/ 0 w 170"/>
                    <a:gd name="T13" fmla="*/ 0 h 16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1"/>
                    <a:gd name="T23" fmla="*/ 170 w 170"/>
                    <a:gd name="T24" fmla="*/ 161 h 16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1">
                      <a:moveTo>
                        <a:pt x="57" y="0"/>
                      </a:moveTo>
                      <a:lnTo>
                        <a:pt x="28" y="45"/>
                      </a:lnTo>
                      <a:lnTo>
                        <a:pt x="0" y="91"/>
                      </a:lnTo>
                      <a:lnTo>
                        <a:pt x="113" y="161"/>
                      </a:lnTo>
                      <a:lnTo>
                        <a:pt x="142" y="115"/>
                      </a:lnTo>
                      <a:lnTo>
                        <a:pt x="170" y="70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1" name="Freeform 420">
                  <a:extLst>
                    <a:ext uri="{FF2B5EF4-FFF2-40B4-BE49-F238E27FC236}">
                      <a16:creationId xmlns:a16="http://schemas.microsoft.com/office/drawing/2014/main" id="{555BA974-9052-E571-A72B-795CF3ACEF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2170"/>
                  <a:ext cx="4" cy="8"/>
                </a:xfrm>
                <a:custGeom>
                  <a:avLst/>
                  <a:gdLst>
                    <a:gd name="T0" fmla="*/ 0 w 29"/>
                    <a:gd name="T1" fmla="*/ 0 h 48"/>
                    <a:gd name="T2" fmla="*/ 0 w 29"/>
                    <a:gd name="T3" fmla="*/ 0 h 48"/>
                    <a:gd name="T4" fmla="*/ 0 w 29"/>
                    <a:gd name="T5" fmla="*/ 0 h 48"/>
                    <a:gd name="T6" fmla="*/ 0 w 29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"/>
                    <a:gd name="T13" fmla="*/ 0 h 48"/>
                    <a:gd name="T14" fmla="*/ 29 w 29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" h="48">
                      <a:moveTo>
                        <a:pt x="29" y="0"/>
                      </a:moveTo>
                      <a:lnTo>
                        <a:pt x="0" y="46"/>
                      </a:lnTo>
                      <a:lnTo>
                        <a:pt x="4" y="48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2" name="Line 421">
                  <a:extLst>
                    <a:ext uri="{FF2B5EF4-FFF2-40B4-BE49-F238E27FC236}">
                      <a16:creationId xmlns:a16="http://schemas.microsoft.com/office/drawing/2014/main" id="{0E3425BF-6A2E-71C6-BF17-3E0BB82911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5" y="21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3" name="Freeform 422">
                  <a:extLst>
                    <a:ext uri="{FF2B5EF4-FFF2-40B4-BE49-F238E27FC236}">
                      <a16:creationId xmlns:a16="http://schemas.microsoft.com/office/drawing/2014/main" id="{AD6371EF-0F91-C826-EFFE-1CC2E297D2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2162"/>
                  <a:ext cx="28" cy="26"/>
                </a:xfrm>
                <a:custGeom>
                  <a:avLst/>
                  <a:gdLst>
                    <a:gd name="T0" fmla="*/ 0 w 169"/>
                    <a:gd name="T1" fmla="*/ 0 h 155"/>
                    <a:gd name="T2" fmla="*/ 0 w 169"/>
                    <a:gd name="T3" fmla="*/ 0 h 155"/>
                    <a:gd name="T4" fmla="*/ 0 w 169"/>
                    <a:gd name="T5" fmla="*/ 0 h 155"/>
                    <a:gd name="T6" fmla="*/ 0 w 169"/>
                    <a:gd name="T7" fmla="*/ 0 h 155"/>
                    <a:gd name="T8" fmla="*/ 0 w 169"/>
                    <a:gd name="T9" fmla="*/ 0 h 155"/>
                    <a:gd name="T10" fmla="*/ 0 w 169"/>
                    <a:gd name="T11" fmla="*/ 0 h 155"/>
                    <a:gd name="T12" fmla="*/ 0 w 169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55"/>
                    <a:gd name="T23" fmla="*/ 169 w 169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55">
                      <a:moveTo>
                        <a:pt x="49" y="0"/>
                      </a:moveTo>
                      <a:lnTo>
                        <a:pt x="25" y="47"/>
                      </a:lnTo>
                      <a:lnTo>
                        <a:pt x="0" y="95"/>
                      </a:lnTo>
                      <a:lnTo>
                        <a:pt x="120" y="155"/>
                      </a:lnTo>
                      <a:lnTo>
                        <a:pt x="144" y="108"/>
                      </a:lnTo>
                      <a:lnTo>
                        <a:pt x="169" y="6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4" name="Freeform 423">
                  <a:extLst>
                    <a:ext uri="{FF2B5EF4-FFF2-40B4-BE49-F238E27FC236}">
                      <a16:creationId xmlns:a16="http://schemas.microsoft.com/office/drawing/2014/main" id="{45B659E7-BF56-24C5-C928-FBA6A89092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2162"/>
                  <a:ext cx="28" cy="26"/>
                </a:xfrm>
                <a:custGeom>
                  <a:avLst/>
                  <a:gdLst>
                    <a:gd name="T0" fmla="*/ 0 w 169"/>
                    <a:gd name="T1" fmla="*/ 0 h 155"/>
                    <a:gd name="T2" fmla="*/ 0 w 169"/>
                    <a:gd name="T3" fmla="*/ 0 h 155"/>
                    <a:gd name="T4" fmla="*/ 0 w 169"/>
                    <a:gd name="T5" fmla="*/ 0 h 155"/>
                    <a:gd name="T6" fmla="*/ 0 w 169"/>
                    <a:gd name="T7" fmla="*/ 0 h 155"/>
                    <a:gd name="T8" fmla="*/ 0 w 169"/>
                    <a:gd name="T9" fmla="*/ 0 h 155"/>
                    <a:gd name="T10" fmla="*/ 0 w 169"/>
                    <a:gd name="T11" fmla="*/ 0 h 155"/>
                    <a:gd name="T12" fmla="*/ 0 w 169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55"/>
                    <a:gd name="T23" fmla="*/ 169 w 169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55">
                      <a:moveTo>
                        <a:pt x="49" y="0"/>
                      </a:moveTo>
                      <a:lnTo>
                        <a:pt x="25" y="47"/>
                      </a:lnTo>
                      <a:lnTo>
                        <a:pt x="0" y="95"/>
                      </a:lnTo>
                      <a:lnTo>
                        <a:pt x="120" y="155"/>
                      </a:lnTo>
                      <a:lnTo>
                        <a:pt x="144" y="108"/>
                      </a:lnTo>
                      <a:lnTo>
                        <a:pt x="169" y="6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5" name="Freeform 424">
                  <a:extLst>
                    <a:ext uri="{FF2B5EF4-FFF2-40B4-BE49-F238E27FC236}">
                      <a16:creationId xmlns:a16="http://schemas.microsoft.com/office/drawing/2014/main" id="{1D4DE26B-BA20-D714-478E-5A587CF4DB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5" y="2180"/>
                  <a:ext cx="4" cy="8"/>
                </a:xfrm>
                <a:custGeom>
                  <a:avLst/>
                  <a:gdLst>
                    <a:gd name="T0" fmla="*/ 0 w 24"/>
                    <a:gd name="T1" fmla="*/ 0 h 49"/>
                    <a:gd name="T2" fmla="*/ 0 w 24"/>
                    <a:gd name="T3" fmla="*/ 0 h 49"/>
                    <a:gd name="T4" fmla="*/ 0 w 24"/>
                    <a:gd name="T5" fmla="*/ 0 h 49"/>
                    <a:gd name="T6" fmla="*/ 0 w 24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"/>
                    <a:gd name="T13" fmla="*/ 0 h 49"/>
                    <a:gd name="T14" fmla="*/ 24 w 24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" h="49">
                      <a:moveTo>
                        <a:pt x="24" y="0"/>
                      </a:moveTo>
                      <a:lnTo>
                        <a:pt x="0" y="47"/>
                      </a:lnTo>
                      <a:lnTo>
                        <a:pt x="4" y="49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6" name="Line 425">
                  <a:extLst>
                    <a:ext uri="{FF2B5EF4-FFF2-40B4-BE49-F238E27FC236}">
                      <a16:creationId xmlns:a16="http://schemas.microsoft.com/office/drawing/2014/main" id="{9D6E1904-71A5-1F8E-056F-AF6FD65296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5" y="21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7" name="Freeform 426">
                  <a:extLst>
                    <a:ext uri="{FF2B5EF4-FFF2-40B4-BE49-F238E27FC236}">
                      <a16:creationId xmlns:a16="http://schemas.microsoft.com/office/drawing/2014/main" id="{C1CDBC54-C616-249D-CF40-016B2D31BB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6" y="2171"/>
                  <a:ext cx="27" cy="25"/>
                </a:xfrm>
                <a:custGeom>
                  <a:avLst/>
                  <a:gdLst>
                    <a:gd name="T0" fmla="*/ 0 w 164"/>
                    <a:gd name="T1" fmla="*/ 0 h 149"/>
                    <a:gd name="T2" fmla="*/ 0 w 164"/>
                    <a:gd name="T3" fmla="*/ 0 h 149"/>
                    <a:gd name="T4" fmla="*/ 0 w 164"/>
                    <a:gd name="T5" fmla="*/ 0 h 149"/>
                    <a:gd name="T6" fmla="*/ 0 w 164"/>
                    <a:gd name="T7" fmla="*/ 0 h 149"/>
                    <a:gd name="T8" fmla="*/ 0 w 164"/>
                    <a:gd name="T9" fmla="*/ 0 h 149"/>
                    <a:gd name="T10" fmla="*/ 0 w 164"/>
                    <a:gd name="T11" fmla="*/ 0 h 149"/>
                    <a:gd name="T12" fmla="*/ 0 w 164"/>
                    <a:gd name="T13" fmla="*/ 0 h 1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49"/>
                    <a:gd name="T23" fmla="*/ 164 w 164"/>
                    <a:gd name="T24" fmla="*/ 149 h 1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49">
                      <a:moveTo>
                        <a:pt x="41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124" y="149"/>
                      </a:lnTo>
                      <a:lnTo>
                        <a:pt x="144" y="99"/>
                      </a:lnTo>
                      <a:lnTo>
                        <a:pt x="164" y="5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8" name="Freeform 427">
                  <a:extLst>
                    <a:ext uri="{FF2B5EF4-FFF2-40B4-BE49-F238E27FC236}">
                      <a16:creationId xmlns:a16="http://schemas.microsoft.com/office/drawing/2014/main" id="{A2F6D31A-1C5F-3661-A050-2CBA453C8B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6" y="2171"/>
                  <a:ext cx="27" cy="25"/>
                </a:xfrm>
                <a:custGeom>
                  <a:avLst/>
                  <a:gdLst>
                    <a:gd name="T0" fmla="*/ 0 w 164"/>
                    <a:gd name="T1" fmla="*/ 0 h 149"/>
                    <a:gd name="T2" fmla="*/ 0 w 164"/>
                    <a:gd name="T3" fmla="*/ 0 h 149"/>
                    <a:gd name="T4" fmla="*/ 0 w 164"/>
                    <a:gd name="T5" fmla="*/ 0 h 149"/>
                    <a:gd name="T6" fmla="*/ 0 w 164"/>
                    <a:gd name="T7" fmla="*/ 0 h 149"/>
                    <a:gd name="T8" fmla="*/ 0 w 164"/>
                    <a:gd name="T9" fmla="*/ 0 h 149"/>
                    <a:gd name="T10" fmla="*/ 0 w 164"/>
                    <a:gd name="T11" fmla="*/ 0 h 149"/>
                    <a:gd name="T12" fmla="*/ 0 w 164"/>
                    <a:gd name="T13" fmla="*/ 0 h 1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49"/>
                    <a:gd name="T23" fmla="*/ 164 w 164"/>
                    <a:gd name="T24" fmla="*/ 149 h 1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49">
                      <a:moveTo>
                        <a:pt x="41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124" y="149"/>
                      </a:lnTo>
                      <a:lnTo>
                        <a:pt x="144" y="99"/>
                      </a:lnTo>
                      <a:lnTo>
                        <a:pt x="164" y="5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9" name="Freeform 428">
                  <a:extLst>
                    <a:ext uri="{FF2B5EF4-FFF2-40B4-BE49-F238E27FC236}">
                      <a16:creationId xmlns:a16="http://schemas.microsoft.com/office/drawing/2014/main" id="{DDFBA471-BD0E-1B11-8494-A4EBB6279B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7" y="2188"/>
                  <a:ext cx="3" cy="9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20" y="0"/>
                      </a:moveTo>
                      <a:lnTo>
                        <a:pt x="0" y="50"/>
                      </a:lnTo>
                      <a:lnTo>
                        <a:pt x="4" y="51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0" name="Line 429">
                  <a:extLst>
                    <a:ext uri="{FF2B5EF4-FFF2-40B4-BE49-F238E27FC236}">
                      <a16:creationId xmlns:a16="http://schemas.microsoft.com/office/drawing/2014/main" id="{2EAFF514-B88B-70C0-A271-9DA58410DB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7" y="219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1" name="Freeform 430">
                  <a:extLst>
                    <a:ext uri="{FF2B5EF4-FFF2-40B4-BE49-F238E27FC236}">
                      <a16:creationId xmlns:a16="http://schemas.microsoft.com/office/drawing/2014/main" id="{777C77BE-BB30-DE7B-283C-9FCAAA1F15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7" y="2180"/>
                  <a:ext cx="27" cy="23"/>
                </a:xfrm>
                <a:custGeom>
                  <a:avLst/>
                  <a:gdLst>
                    <a:gd name="T0" fmla="*/ 0 w 159"/>
                    <a:gd name="T1" fmla="*/ 0 h 140"/>
                    <a:gd name="T2" fmla="*/ 0 w 159"/>
                    <a:gd name="T3" fmla="*/ 0 h 140"/>
                    <a:gd name="T4" fmla="*/ 0 w 159"/>
                    <a:gd name="T5" fmla="*/ 0 h 140"/>
                    <a:gd name="T6" fmla="*/ 0 w 159"/>
                    <a:gd name="T7" fmla="*/ 0 h 140"/>
                    <a:gd name="T8" fmla="*/ 0 w 159"/>
                    <a:gd name="T9" fmla="*/ 0 h 140"/>
                    <a:gd name="T10" fmla="*/ 0 w 159"/>
                    <a:gd name="T11" fmla="*/ 0 h 140"/>
                    <a:gd name="T12" fmla="*/ 0 w 159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"/>
                    <a:gd name="T22" fmla="*/ 0 h 140"/>
                    <a:gd name="T23" fmla="*/ 159 w 159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" h="140">
                      <a:moveTo>
                        <a:pt x="32" y="0"/>
                      </a:moveTo>
                      <a:lnTo>
                        <a:pt x="16" y="50"/>
                      </a:lnTo>
                      <a:lnTo>
                        <a:pt x="0" y="101"/>
                      </a:lnTo>
                      <a:lnTo>
                        <a:pt x="127" y="140"/>
                      </a:lnTo>
                      <a:lnTo>
                        <a:pt x="143" y="90"/>
                      </a:lnTo>
                      <a:lnTo>
                        <a:pt x="159" y="39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2" name="Freeform 431">
                  <a:extLst>
                    <a:ext uri="{FF2B5EF4-FFF2-40B4-BE49-F238E27FC236}">
                      <a16:creationId xmlns:a16="http://schemas.microsoft.com/office/drawing/2014/main" id="{2E58FB36-BC2C-F337-0D72-F008CB972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7" y="2180"/>
                  <a:ext cx="27" cy="23"/>
                </a:xfrm>
                <a:custGeom>
                  <a:avLst/>
                  <a:gdLst>
                    <a:gd name="T0" fmla="*/ 0 w 159"/>
                    <a:gd name="T1" fmla="*/ 0 h 140"/>
                    <a:gd name="T2" fmla="*/ 0 w 159"/>
                    <a:gd name="T3" fmla="*/ 0 h 140"/>
                    <a:gd name="T4" fmla="*/ 0 w 159"/>
                    <a:gd name="T5" fmla="*/ 0 h 140"/>
                    <a:gd name="T6" fmla="*/ 0 w 159"/>
                    <a:gd name="T7" fmla="*/ 0 h 140"/>
                    <a:gd name="T8" fmla="*/ 0 w 159"/>
                    <a:gd name="T9" fmla="*/ 0 h 140"/>
                    <a:gd name="T10" fmla="*/ 0 w 159"/>
                    <a:gd name="T11" fmla="*/ 0 h 140"/>
                    <a:gd name="T12" fmla="*/ 0 w 159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"/>
                    <a:gd name="T22" fmla="*/ 0 h 140"/>
                    <a:gd name="T23" fmla="*/ 159 w 159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" h="140">
                      <a:moveTo>
                        <a:pt x="32" y="0"/>
                      </a:moveTo>
                      <a:lnTo>
                        <a:pt x="16" y="50"/>
                      </a:lnTo>
                      <a:lnTo>
                        <a:pt x="0" y="101"/>
                      </a:lnTo>
                      <a:lnTo>
                        <a:pt x="127" y="140"/>
                      </a:lnTo>
                      <a:lnTo>
                        <a:pt x="143" y="90"/>
                      </a:lnTo>
                      <a:lnTo>
                        <a:pt x="159" y="39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3" name="Freeform 432">
                  <a:extLst>
                    <a:ext uri="{FF2B5EF4-FFF2-40B4-BE49-F238E27FC236}">
                      <a16:creationId xmlns:a16="http://schemas.microsoft.com/office/drawing/2014/main" id="{D8D3F709-5EF1-BA11-C8A3-2FA791F1F1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8" y="2195"/>
                  <a:ext cx="3" cy="8"/>
                </a:xfrm>
                <a:custGeom>
                  <a:avLst/>
                  <a:gdLst>
                    <a:gd name="T0" fmla="*/ 0 w 16"/>
                    <a:gd name="T1" fmla="*/ 0 h 51"/>
                    <a:gd name="T2" fmla="*/ 0 w 16"/>
                    <a:gd name="T3" fmla="*/ 0 h 51"/>
                    <a:gd name="T4" fmla="*/ 0 w 16"/>
                    <a:gd name="T5" fmla="*/ 0 h 51"/>
                    <a:gd name="T6" fmla="*/ 0 w 16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51"/>
                    <a:gd name="T14" fmla="*/ 16 w 16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51">
                      <a:moveTo>
                        <a:pt x="16" y="0"/>
                      </a:moveTo>
                      <a:lnTo>
                        <a:pt x="0" y="50"/>
                      </a:lnTo>
                      <a:lnTo>
                        <a:pt x="5" y="51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4" name="Line 433">
                  <a:extLst>
                    <a:ext uri="{FF2B5EF4-FFF2-40B4-BE49-F238E27FC236}">
                      <a16:creationId xmlns:a16="http://schemas.microsoft.com/office/drawing/2014/main" id="{148A3BA7-D6B3-A339-5793-937D13FD0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68" y="22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5" name="Freeform 434">
                  <a:extLst>
                    <a:ext uri="{FF2B5EF4-FFF2-40B4-BE49-F238E27FC236}">
                      <a16:creationId xmlns:a16="http://schemas.microsoft.com/office/drawing/2014/main" id="{1F956713-74F9-E285-6AC7-AED139DA03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9" y="2186"/>
                  <a:ext cx="26" cy="22"/>
                </a:xfrm>
                <a:custGeom>
                  <a:avLst/>
                  <a:gdLst>
                    <a:gd name="T0" fmla="*/ 0 w 153"/>
                    <a:gd name="T1" fmla="*/ 0 h 132"/>
                    <a:gd name="T2" fmla="*/ 0 w 153"/>
                    <a:gd name="T3" fmla="*/ 0 h 132"/>
                    <a:gd name="T4" fmla="*/ 0 w 153"/>
                    <a:gd name="T5" fmla="*/ 0 h 132"/>
                    <a:gd name="T6" fmla="*/ 0 w 153"/>
                    <a:gd name="T7" fmla="*/ 0 h 132"/>
                    <a:gd name="T8" fmla="*/ 0 w 153"/>
                    <a:gd name="T9" fmla="*/ 0 h 132"/>
                    <a:gd name="T10" fmla="*/ 0 w 153"/>
                    <a:gd name="T11" fmla="*/ 0 h 132"/>
                    <a:gd name="T12" fmla="*/ 0 w 15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32"/>
                    <a:gd name="T23" fmla="*/ 153 w 15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3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3"/>
                      </a:lnTo>
                      <a:lnTo>
                        <a:pt x="130" y="132"/>
                      </a:lnTo>
                      <a:lnTo>
                        <a:pt x="142" y="80"/>
                      </a:lnTo>
                      <a:lnTo>
                        <a:pt x="153" y="2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6" name="Freeform 435">
                  <a:extLst>
                    <a:ext uri="{FF2B5EF4-FFF2-40B4-BE49-F238E27FC236}">
                      <a16:creationId xmlns:a16="http://schemas.microsoft.com/office/drawing/2014/main" id="{E965E637-B36A-3106-1A4A-978009874D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9" y="2186"/>
                  <a:ext cx="26" cy="22"/>
                </a:xfrm>
                <a:custGeom>
                  <a:avLst/>
                  <a:gdLst>
                    <a:gd name="T0" fmla="*/ 0 w 153"/>
                    <a:gd name="T1" fmla="*/ 0 h 132"/>
                    <a:gd name="T2" fmla="*/ 0 w 153"/>
                    <a:gd name="T3" fmla="*/ 0 h 132"/>
                    <a:gd name="T4" fmla="*/ 0 w 153"/>
                    <a:gd name="T5" fmla="*/ 0 h 132"/>
                    <a:gd name="T6" fmla="*/ 0 w 153"/>
                    <a:gd name="T7" fmla="*/ 0 h 132"/>
                    <a:gd name="T8" fmla="*/ 0 w 153"/>
                    <a:gd name="T9" fmla="*/ 0 h 132"/>
                    <a:gd name="T10" fmla="*/ 0 w 153"/>
                    <a:gd name="T11" fmla="*/ 0 h 132"/>
                    <a:gd name="T12" fmla="*/ 0 w 15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32"/>
                    <a:gd name="T23" fmla="*/ 153 w 15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3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3"/>
                      </a:lnTo>
                      <a:lnTo>
                        <a:pt x="130" y="132"/>
                      </a:lnTo>
                      <a:lnTo>
                        <a:pt x="142" y="80"/>
                      </a:lnTo>
                      <a:lnTo>
                        <a:pt x="153" y="2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7" name="Freeform 436">
                  <a:extLst>
                    <a:ext uri="{FF2B5EF4-FFF2-40B4-BE49-F238E27FC236}">
                      <a16:creationId xmlns:a16="http://schemas.microsoft.com/office/drawing/2014/main" id="{A9BCCCAB-3105-F181-6CFC-E412C4A58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1" y="2199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5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8" name="Line 437">
                  <a:extLst>
                    <a:ext uri="{FF2B5EF4-FFF2-40B4-BE49-F238E27FC236}">
                      <a16:creationId xmlns:a16="http://schemas.microsoft.com/office/drawing/2014/main" id="{304C8142-5FB5-2ADD-1A1D-EAEE48D9EA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1" y="22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9" name="Freeform 438">
                  <a:extLst>
                    <a:ext uri="{FF2B5EF4-FFF2-40B4-BE49-F238E27FC236}">
                      <a16:creationId xmlns:a16="http://schemas.microsoft.com/office/drawing/2014/main" id="{4CBB67E5-986E-0496-E8D2-C044508F62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2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13" y="0"/>
                      </a:moveTo>
                      <a:lnTo>
                        <a:pt x="7" y="53"/>
                      </a:lnTo>
                      <a:lnTo>
                        <a:pt x="0" y="106"/>
                      </a:lnTo>
                      <a:lnTo>
                        <a:pt x="133" y="123"/>
                      </a:lnTo>
                      <a:lnTo>
                        <a:pt x="139" y="70"/>
                      </a:lnTo>
                      <a:lnTo>
                        <a:pt x="145" y="17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0" name="Freeform 439">
                  <a:extLst>
                    <a:ext uri="{FF2B5EF4-FFF2-40B4-BE49-F238E27FC236}">
                      <a16:creationId xmlns:a16="http://schemas.microsoft.com/office/drawing/2014/main" id="{EEFF8B86-27F8-8A77-C2DC-A88289B97B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2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13" y="0"/>
                      </a:moveTo>
                      <a:lnTo>
                        <a:pt x="7" y="53"/>
                      </a:lnTo>
                      <a:lnTo>
                        <a:pt x="0" y="106"/>
                      </a:lnTo>
                      <a:lnTo>
                        <a:pt x="133" y="123"/>
                      </a:lnTo>
                      <a:lnTo>
                        <a:pt x="139" y="70"/>
                      </a:lnTo>
                      <a:lnTo>
                        <a:pt x="145" y="17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1" name="Freeform 440">
                  <a:extLst>
                    <a:ext uri="{FF2B5EF4-FFF2-40B4-BE49-F238E27FC236}">
                      <a16:creationId xmlns:a16="http://schemas.microsoft.com/office/drawing/2014/main" id="{FB24280B-7B37-2CB2-CE25-26AD972B6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4" y="2202"/>
                  <a:ext cx="1" cy="9"/>
                </a:xfrm>
                <a:custGeom>
                  <a:avLst/>
                  <a:gdLst>
                    <a:gd name="T0" fmla="*/ 0 w 6"/>
                    <a:gd name="T1" fmla="*/ 0 h 53"/>
                    <a:gd name="T2" fmla="*/ 0 w 6"/>
                    <a:gd name="T3" fmla="*/ 0 h 53"/>
                    <a:gd name="T4" fmla="*/ 0 w 6"/>
                    <a:gd name="T5" fmla="*/ 0 h 53"/>
                    <a:gd name="T6" fmla="*/ 0 w 6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"/>
                    <a:gd name="T13" fmla="*/ 0 h 53"/>
                    <a:gd name="T14" fmla="*/ 6 w 6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" h="53">
                      <a:moveTo>
                        <a:pt x="6" y="0"/>
                      </a:moveTo>
                      <a:lnTo>
                        <a:pt x="0" y="53"/>
                      </a:lnTo>
                      <a:lnTo>
                        <a:pt x="4" y="53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2" name="Line 441">
                  <a:extLst>
                    <a:ext uri="{FF2B5EF4-FFF2-40B4-BE49-F238E27FC236}">
                      <a16:creationId xmlns:a16="http://schemas.microsoft.com/office/drawing/2014/main" id="{E24C9D5B-460B-BABA-A883-FA77B9F225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14" y="221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3" name="Freeform 442">
                  <a:extLst>
                    <a:ext uri="{FF2B5EF4-FFF2-40B4-BE49-F238E27FC236}">
                      <a16:creationId xmlns:a16="http://schemas.microsoft.com/office/drawing/2014/main" id="{7DDFAA19-3317-2423-0FAE-2251DC143E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4" y="2193"/>
                  <a:ext cx="23" cy="19"/>
                </a:xfrm>
                <a:custGeom>
                  <a:avLst/>
                  <a:gdLst>
                    <a:gd name="T0" fmla="*/ 0 w 137"/>
                    <a:gd name="T1" fmla="*/ 0 h 111"/>
                    <a:gd name="T2" fmla="*/ 0 w 137"/>
                    <a:gd name="T3" fmla="*/ 0 h 111"/>
                    <a:gd name="T4" fmla="*/ 0 w 137"/>
                    <a:gd name="T5" fmla="*/ 0 h 111"/>
                    <a:gd name="T6" fmla="*/ 0 w 137"/>
                    <a:gd name="T7" fmla="*/ 0 h 111"/>
                    <a:gd name="T8" fmla="*/ 0 w 137"/>
                    <a:gd name="T9" fmla="*/ 0 h 111"/>
                    <a:gd name="T10" fmla="*/ 0 w 137"/>
                    <a:gd name="T11" fmla="*/ 0 h 111"/>
                    <a:gd name="T12" fmla="*/ 0 w 137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11"/>
                    <a:gd name="T23" fmla="*/ 137 w 137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11">
                      <a:moveTo>
                        <a:pt x="4" y="0"/>
                      </a:moveTo>
                      <a:lnTo>
                        <a:pt x="2" y="53"/>
                      </a:lnTo>
                      <a:lnTo>
                        <a:pt x="0" y="106"/>
                      </a:lnTo>
                      <a:lnTo>
                        <a:pt x="133" y="111"/>
                      </a:lnTo>
                      <a:lnTo>
                        <a:pt x="135" y="58"/>
                      </a:lnTo>
                      <a:lnTo>
                        <a:pt x="137" y="5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4" name="Freeform 443">
                  <a:extLst>
                    <a:ext uri="{FF2B5EF4-FFF2-40B4-BE49-F238E27FC236}">
                      <a16:creationId xmlns:a16="http://schemas.microsoft.com/office/drawing/2014/main" id="{DC0E9306-A219-97A2-0F8C-256B8198C3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4" y="2193"/>
                  <a:ext cx="23" cy="19"/>
                </a:xfrm>
                <a:custGeom>
                  <a:avLst/>
                  <a:gdLst>
                    <a:gd name="T0" fmla="*/ 0 w 137"/>
                    <a:gd name="T1" fmla="*/ 0 h 111"/>
                    <a:gd name="T2" fmla="*/ 0 w 137"/>
                    <a:gd name="T3" fmla="*/ 0 h 111"/>
                    <a:gd name="T4" fmla="*/ 0 w 137"/>
                    <a:gd name="T5" fmla="*/ 0 h 111"/>
                    <a:gd name="T6" fmla="*/ 0 w 137"/>
                    <a:gd name="T7" fmla="*/ 0 h 111"/>
                    <a:gd name="T8" fmla="*/ 0 w 137"/>
                    <a:gd name="T9" fmla="*/ 0 h 111"/>
                    <a:gd name="T10" fmla="*/ 0 w 137"/>
                    <a:gd name="T11" fmla="*/ 0 h 111"/>
                    <a:gd name="T12" fmla="*/ 0 w 137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11"/>
                    <a:gd name="T23" fmla="*/ 137 w 137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11">
                      <a:moveTo>
                        <a:pt x="4" y="0"/>
                      </a:moveTo>
                      <a:lnTo>
                        <a:pt x="2" y="53"/>
                      </a:lnTo>
                      <a:lnTo>
                        <a:pt x="0" y="106"/>
                      </a:lnTo>
                      <a:lnTo>
                        <a:pt x="133" y="111"/>
                      </a:lnTo>
                      <a:lnTo>
                        <a:pt x="135" y="58"/>
                      </a:lnTo>
                      <a:lnTo>
                        <a:pt x="137" y="5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5" name="Freeform 444">
                  <a:extLst>
                    <a:ext uri="{FF2B5EF4-FFF2-40B4-BE49-F238E27FC236}">
                      <a16:creationId xmlns:a16="http://schemas.microsoft.com/office/drawing/2014/main" id="{1644DF77-3EDC-8890-2D81-9FC54335AC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203"/>
                  <a:ext cx="1" cy="9"/>
                </a:xfrm>
                <a:custGeom>
                  <a:avLst/>
                  <a:gdLst>
                    <a:gd name="T0" fmla="*/ 0 w 4"/>
                    <a:gd name="T1" fmla="*/ 0 h 53"/>
                    <a:gd name="T2" fmla="*/ 0 w 4"/>
                    <a:gd name="T3" fmla="*/ 0 h 53"/>
                    <a:gd name="T4" fmla="*/ 0 w 4"/>
                    <a:gd name="T5" fmla="*/ 0 h 53"/>
                    <a:gd name="T6" fmla="*/ 0 w 4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"/>
                    <a:gd name="T13" fmla="*/ 0 h 53"/>
                    <a:gd name="T14" fmla="*/ 4 w 4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" h="53">
                      <a:moveTo>
                        <a:pt x="2" y="0"/>
                      </a:moveTo>
                      <a:lnTo>
                        <a:pt x="0" y="53"/>
                      </a:lnTo>
                      <a:lnTo>
                        <a:pt x="4" y="53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6" name="Line 445">
                  <a:extLst>
                    <a:ext uri="{FF2B5EF4-FFF2-40B4-BE49-F238E27FC236}">
                      <a16:creationId xmlns:a16="http://schemas.microsoft.com/office/drawing/2014/main" id="{92FAA9E3-5E7C-77E9-28C3-DFF9457BF3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21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7" name="Freeform 446">
                  <a:extLst>
                    <a:ext uri="{FF2B5EF4-FFF2-40B4-BE49-F238E27FC236}">
                      <a16:creationId xmlns:a16="http://schemas.microsoft.com/office/drawing/2014/main" id="{32B26A88-523C-5AAD-B236-92AFD07EF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194"/>
                  <a:ext cx="23" cy="18"/>
                </a:xfrm>
                <a:custGeom>
                  <a:avLst/>
                  <a:gdLst>
                    <a:gd name="T0" fmla="*/ 0 w 138"/>
                    <a:gd name="T1" fmla="*/ 0 h 110"/>
                    <a:gd name="T2" fmla="*/ 0 w 138"/>
                    <a:gd name="T3" fmla="*/ 0 h 110"/>
                    <a:gd name="T4" fmla="*/ 0 w 138"/>
                    <a:gd name="T5" fmla="*/ 0 h 110"/>
                    <a:gd name="T6" fmla="*/ 0 w 138"/>
                    <a:gd name="T7" fmla="*/ 0 h 110"/>
                    <a:gd name="T8" fmla="*/ 0 w 138"/>
                    <a:gd name="T9" fmla="*/ 0 h 110"/>
                    <a:gd name="T10" fmla="*/ 0 w 138"/>
                    <a:gd name="T11" fmla="*/ 0 h 110"/>
                    <a:gd name="T12" fmla="*/ 0 w 138"/>
                    <a:gd name="T13" fmla="*/ 0 h 11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10"/>
                    <a:gd name="T23" fmla="*/ 138 w 138"/>
                    <a:gd name="T24" fmla="*/ 110 h 11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10">
                      <a:moveTo>
                        <a:pt x="0" y="4"/>
                      </a:moveTo>
                      <a:lnTo>
                        <a:pt x="2" y="57"/>
                      </a:lnTo>
                      <a:lnTo>
                        <a:pt x="4" y="110"/>
                      </a:lnTo>
                      <a:lnTo>
                        <a:pt x="138" y="106"/>
                      </a:lnTo>
                      <a:lnTo>
                        <a:pt x="136" y="53"/>
                      </a:lnTo>
                      <a:lnTo>
                        <a:pt x="134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8" name="Freeform 447">
                  <a:extLst>
                    <a:ext uri="{FF2B5EF4-FFF2-40B4-BE49-F238E27FC236}">
                      <a16:creationId xmlns:a16="http://schemas.microsoft.com/office/drawing/2014/main" id="{DC49FC11-0D38-ABD4-C884-F48465720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194"/>
                  <a:ext cx="23" cy="18"/>
                </a:xfrm>
                <a:custGeom>
                  <a:avLst/>
                  <a:gdLst>
                    <a:gd name="T0" fmla="*/ 0 w 138"/>
                    <a:gd name="T1" fmla="*/ 0 h 110"/>
                    <a:gd name="T2" fmla="*/ 0 w 138"/>
                    <a:gd name="T3" fmla="*/ 0 h 110"/>
                    <a:gd name="T4" fmla="*/ 0 w 138"/>
                    <a:gd name="T5" fmla="*/ 0 h 110"/>
                    <a:gd name="T6" fmla="*/ 0 w 138"/>
                    <a:gd name="T7" fmla="*/ 0 h 110"/>
                    <a:gd name="T8" fmla="*/ 0 w 138"/>
                    <a:gd name="T9" fmla="*/ 0 h 110"/>
                    <a:gd name="T10" fmla="*/ 0 w 138"/>
                    <a:gd name="T11" fmla="*/ 0 h 110"/>
                    <a:gd name="T12" fmla="*/ 0 w 138"/>
                    <a:gd name="T13" fmla="*/ 0 h 11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10"/>
                    <a:gd name="T23" fmla="*/ 138 w 138"/>
                    <a:gd name="T24" fmla="*/ 110 h 11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10">
                      <a:moveTo>
                        <a:pt x="0" y="4"/>
                      </a:moveTo>
                      <a:lnTo>
                        <a:pt x="2" y="57"/>
                      </a:lnTo>
                      <a:lnTo>
                        <a:pt x="4" y="110"/>
                      </a:lnTo>
                      <a:lnTo>
                        <a:pt x="138" y="106"/>
                      </a:lnTo>
                      <a:lnTo>
                        <a:pt x="136" y="53"/>
                      </a:lnTo>
                      <a:lnTo>
                        <a:pt x="134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9" name="Freeform 448">
                  <a:extLst>
                    <a:ext uri="{FF2B5EF4-FFF2-40B4-BE49-F238E27FC236}">
                      <a16:creationId xmlns:a16="http://schemas.microsoft.com/office/drawing/2014/main" id="{4FCB5DA1-4F02-1035-40E0-7F28F0553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9" y="2202"/>
                  <a:ext cx="1" cy="9"/>
                </a:xfrm>
                <a:custGeom>
                  <a:avLst/>
                  <a:gdLst>
                    <a:gd name="T0" fmla="*/ 0 w 6"/>
                    <a:gd name="T1" fmla="*/ 0 h 53"/>
                    <a:gd name="T2" fmla="*/ 0 w 6"/>
                    <a:gd name="T3" fmla="*/ 0 h 53"/>
                    <a:gd name="T4" fmla="*/ 0 w 6"/>
                    <a:gd name="T5" fmla="*/ 0 h 53"/>
                    <a:gd name="T6" fmla="*/ 0 w 6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"/>
                    <a:gd name="T13" fmla="*/ 0 h 53"/>
                    <a:gd name="T14" fmla="*/ 6 w 6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" h="53">
                      <a:moveTo>
                        <a:pt x="0" y="0"/>
                      </a:moveTo>
                      <a:lnTo>
                        <a:pt x="2" y="53"/>
                      </a:lnTo>
                      <a:lnTo>
                        <a:pt x="6" y="5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0" name="Line 449">
                  <a:extLst>
                    <a:ext uri="{FF2B5EF4-FFF2-40B4-BE49-F238E27FC236}">
                      <a16:creationId xmlns:a16="http://schemas.microsoft.com/office/drawing/2014/main" id="{51B62C54-F79B-3E0F-EE90-01D208343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" y="221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1" name="Freeform 450">
                  <a:extLst>
                    <a:ext uri="{FF2B5EF4-FFF2-40B4-BE49-F238E27FC236}">
                      <a16:creationId xmlns:a16="http://schemas.microsoft.com/office/drawing/2014/main" id="{345F15D6-D952-D04A-50AF-EA7FE43FF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8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0" y="17"/>
                      </a:moveTo>
                      <a:lnTo>
                        <a:pt x="7" y="70"/>
                      </a:lnTo>
                      <a:lnTo>
                        <a:pt x="13" y="123"/>
                      </a:lnTo>
                      <a:lnTo>
                        <a:pt x="145" y="106"/>
                      </a:lnTo>
                      <a:lnTo>
                        <a:pt x="139" y="53"/>
                      </a:lnTo>
                      <a:lnTo>
                        <a:pt x="133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2" name="Freeform 451">
                  <a:extLst>
                    <a:ext uri="{FF2B5EF4-FFF2-40B4-BE49-F238E27FC236}">
                      <a16:creationId xmlns:a16="http://schemas.microsoft.com/office/drawing/2014/main" id="{1969DA8D-C09C-FC00-4975-134EB137C6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8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0" y="17"/>
                      </a:moveTo>
                      <a:lnTo>
                        <a:pt x="7" y="70"/>
                      </a:lnTo>
                      <a:lnTo>
                        <a:pt x="13" y="123"/>
                      </a:lnTo>
                      <a:lnTo>
                        <a:pt x="145" y="106"/>
                      </a:lnTo>
                      <a:lnTo>
                        <a:pt x="139" y="53"/>
                      </a:lnTo>
                      <a:lnTo>
                        <a:pt x="133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3" name="Freeform 452">
                  <a:extLst>
                    <a:ext uri="{FF2B5EF4-FFF2-40B4-BE49-F238E27FC236}">
                      <a16:creationId xmlns:a16="http://schemas.microsoft.com/office/drawing/2014/main" id="{FC390AD9-C7FE-94E4-2C00-81C1072117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1" y="2200"/>
                  <a:ext cx="2" cy="8"/>
                </a:xfrm>
                <a:custGeom>
                  <a:avLst/>
                  <a:gdLst>
                    <a:gd name="T0" fmla="*/ 0 w 11"/>
                    <a:gd name="T1" fmla="*/ 0 h 53"/>
                    <a:gd name="T2" fmla="*/ 0 w 11"/>
                    <a:gd name="T3" fmla="*/ 0 h 53"/>
                    <a:gd name="T4" fmla="*/ 0 w 11"/>
                    <a:gd name="T5" fmla="*/ 0 h 53"/>
                    <a:gd name="T6" fmla="*/ 0 w 11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"/>
                    <a:gd name="T13" fmla="*/ 0 h 53"/>
                    <a:gd name="T14" fmla="*/ 11 w 11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" h="53">
                      <a:moveTo>
                        <a:pt x="0" y="0"/>
                      </a:moveTo>
                      <a:lnTo>
                        <a:pt x="6" y="53"/>
                      </a:lnTo>
                      <a:lnTo>
                        <a:pt x="11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4" name="Line 453">
                  <a:extLst>
                    <a:ext uri="{FF2B5EF4-FFF2-40B4-BE49-F238E27FC236}">
                      <a16:creationId xmlns:a16="http://schemas.microsoft.com/office/drawing/2014/main" id="{743F55AB-3AA3-A13F-9020-7073C9B83B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82" y="22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5" name="Freeform 454">
                  <a:extLst>
                    <a:ext uri="{FF2B5EF4-FFF2-40B4-BE49-F238E27FC236}">
                      <a16:creationId xmlns:a16="http://schemas.microsoft.com/office/drawing/2014/main" id="{3A99E267-6A0F-0138-05A4-BE3CC095F7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0" y="2186"/>
                  <a:ext cx="25" cy="22"/>
                </a:xfrm>
                <a:custGeom>
                  <a:avLst/>
                  <a:gdLst>
                    <a:gd name="T0" fmla="*/ 0 w 152"/>
                    <a:gd name="T1" fmla="*/ 0 h 131"/>
                    <a:gd name="T2" fmla="*/ 0 w 152"/>
                    <a:gd name="T3" fmla="*/ 0 h 131"/>
                    <a:gd name="T4" fmla="*/ 0 w 152"/>
                    <a:gd name="T5" fmla="*/ 0 h 131"/>
                    <a:gd name="T6" fmla="*/ 0 w 152"/>
                    <a:gd name="T7" fmla="*/ 0 h 131"/>
                    <a:gd name="T8" fmla="*/ 0 w 152"/>
                    <a:gd name="T9" fmla="*/ 0 h 131"/>
                    <a:gd name="T10" fmla="*/ 0 w 152"/>
                    <a:gd name="T11" fmla="*/ 0 h 131"/>
                    <a:gd name="T12" fmla="*/ 0 w 152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2"/>
                    <a:gd name="T22" fmla="*/ 0 h 131"/>
                    <a:gd name="T23" fmla="*/ 152 w 152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2" h="131">
                      <a:moveTo>
                        <a:pt x="0" y="27"/>
                      </a:moveTo>
                      <a:lnTo>
                        <a:pt x="10" y="79"/>
                      </a:lnTo>
                      <a:lnTo>
                        <a:pt x="21" y="131"/>
                      </a:lnTo>
                      <a:lnTo>
                        <a:pt x="152" y="104"/>
                      </a:lnTo>
                      <a:lnTo>
                        <a:pt x="141" y="52"/>
                      </a:lnTo>
                      <a:lnTo>
                        <a:pt x="131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6" name="Freeform 455">
                  <a:extLst>
                    <a:ext uri="{FF2B5EF4-FFF2-40B4-BE49-F238E27FC236}">
                      <a16:creationId xmlns:a16="http://schemas.microsoft.com/office/drawing/2014/main" id="{D0A91133-3562-9EAC-62E0-3B08FD6942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0" y="2186"/>
                  <a:ext cx="25" cy="22"/>
                </a:xfrm>
                <a:custGeom>
                  <a:avLst/>
                  <a:gdLst>
                    <a:gd name="T0" fmla="*/ 0 w 152"/>
                    <a:gd name="T1" fmla="*/ 0 h 131"/>
                    <a:gd name="T2" fmla="*/ 0 w 152"/>
                    <a:gd name="T3" fmla="*/ 0 h 131"/>
                    <a:gd name="T4" fmla="*/ 0 w 152"/>
                    <a:gd name="T5" fmla="*/ 0 h 131"/>
                    <a:gd name="T6" fmla="*/ 0 w 152"/>
                    <a:gd name="T7" fmla="*/ 0 h 131"/>
                    <a:gd name="T8" fmla="*/ 0 w 152"/>
                    <a:gd name="T9" fmla="*/ 0 h 131"/>
                    <a:gd name="T10" fmla="*/ 0 w 152"/>
                    <a:gd name="T11" fmla="*/ 0 h 131"/>
                    <a:gd name="T12" fmla="*/ 0 w 152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2"/>
                    <a:gd name="T22" fmla="*/ 0 h 131"/>
                    <a:gd name="T23" fmla="*/ 152 w 152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2" h="131">
                      <a:moveTo>
                        <a:pt x="0" y="27"/>
                      </a:moveTo>
                      <a:lnTo>
                        <a:pt x="10" y="79"/>
                      </a:lnTo>
                      <a:lnTo>
                        <a:pt x="21" y="131"/>
                      </a:lnTo>
                      <a:lnTo>
                        <a:pt x="152" y="104"/>
                      </a:lnTo>
                      <a:lnTo>
                        <a:pt x="141" y="52"/>
                      </a:lnTo>
                      <a:lnTo>
                        <a:pt x="131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7" name="Freeform 456">
                  <a:extLst>
                    <a:ext uri="{FF2B5EF4-FFF2-40B4-BE49-F238E27FC236}">
                      <a16:creationId xmlns:a16="http://schemas.microsoft.com/office/drawing/2014/main" id="{D38906CD-6FD3-8225-3D36-F5567EF2DE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3" y="2195"/>
                  <a:ext cx="3" cy="9"/>
                </a:xfrm>
                <a:custGeom>
                  <a:avLst/>
                  <a:gdLst>
                    <a:gd name="T0" fmla="*/ 0 w 16"/>
                    <a:gd name="T1" fmla="*/ 0 h 52"/>
                    <a:gd name="T2" fmla="*/ 0 w 16"/>
                    <a:gd name="T3" fmla="*/ 0 h 52"/>
                    <a:gd name="T4" fmla="*/ 0 w 16"/>
                    <a:gd name="T5" fmla="*/ 0 h 52"/>
                    <a:gd name="T6" fmla="*/ 0 w 16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52"/>
                    <a:gd name="T14" fmla="*/ 16 w 16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52">
                      <a:moveTo>
                        <a:pt x="0" y="0"/>
                      </a:moveTo>
                      <a:lnTo>
                        <a:pt x="11" y="52"/>
                      </a:lnTo>
                      <a:lnTo>
                        <a:pt x="16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8" name="Line 457">
                  <a:extLst>
                    <a:ext uri="{FF2B5EF4-FFF2-40B4-BE49-F238E27FC236}">
                      <a16:creationId xmlns:a16="http://schemas.microsoft.com/office/drawing/2014/main" id="{7567CF11-31C8-CE5E-CFDB-A9A6F057FD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5" y="22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9" name="Freeform 458">
                  <a:extLst>
                    <a:ext uri="{FF2B5EF4-FFF2-40B4-BE49-F238E27FC236}">
                      <a16:creationId xmlns:a16="http://schemas.microsoft.com/office/drawing/2014/main" id="{A43D257F-6271-1DEC-4EA4-AD96E55D76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1" y="2180"/>
                  <a:ext cx="26" cy="23"/>
                </a:xfrm>
                <a:custGeom>
                  <a:avLst/>
                  <a:gdLst>
                    <a:gd name="T0" fmla="*/ 0 w 158"/>
                    <a:gd name="T1" fmla="*/ 0 h 139"/>
                    <a:gd name="T2" fmla="*/ 0 w 158"/>
                    <a:gd name="T3" fmla="*/ 0 h 139"/>
                    <a:gd name="T4" fmla="*/ 0 w 158"/>
                    <a:gd name="T5" fmla="*/ 0 h 139"/>
                    <a:gd name="T6" fmla="*/ 0 w 158"/>
                    <a:gd name="T7" fmla="*/ 0 h 139"/>
                    <a:gd name="T8" fmla="*/ 0 w 158"/>
                    <a:gd name="T9" fmla="*/ 0 h 139"/>
                    <a:gd name="T10" fmla="*/ 0 w 158"/>
                    <a:gd name="T11" fmla="*/ 0 h 139"/>
                    <a:gd name="T12" fmla="*/ 0 w 158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39"/>
                    <a:gd name="T23" fmla="*/ 158 w 158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39">
                      <a:moveTo>
                        <a:pt x="0" y="38"/>
                      </a:moveTo>
                      <a:lnTo>
                        <a:pt x="15" y="89"/>
                      </a:lnTo>
                      <a:lnTo>
                        <a:pt x="31" y="139"/>
                      </a:lnTo>
                      <a:lnTo>
                        <a:pt x="158" y="101"/>
                      </a:lnTo>
                      <a:lnTo>
                        <a:pt x="142" y="51"/>
                      </a:lnTo>
                      <a:lnTo>
                        <a:pt x="127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0" name="Freeform 459">
                  <a:extLst>
                    <a:ext uri="{FF2B5EF4-FFF2-40B4-BE49-F238E27FC236}">
                      <a16:creationId xmlns:a16="http://schemas.microsoft.com/office/drawing/2014/main" id="{AE12B3D4-FC9A-2D65-FF41-E99393CF37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1" y="2180"/>
                  <a:ext cx="26" cy="23"/>
                </a:xfrm>
                <a:custGeom>
                  <a:avLst/>
                  <a:gdLst>
                    <a:gd name="T0" fmla="*/ 0 w 158"/>
                    <a:gd name="T1" fmla="*/ 0 h 139"/>
                    <a:gd name="T2" fmla="*/ 0 w 158"/>
                    <a:gd name="T3" fmla="*/ 0 h 139"/>
                    <a:gd name="T4" fmla="*/ 0 w 158"/>
                    <a:gd name="T5" fmla="*/ 0 h 139"/>
                    <a:gd name="T6" fmla="*/ 0 w 158"/>
                    <a:gd name="T7" fmla="*/ 0 h 139"/>
                    <a:gd name="T8" fmla="*/ 0 w 158"/>
                    <a:gd name="T9" fmla="*/ 0 h 139"/>
                    <a:gd name="T10" fmla="*/ 0 w 158"/>
                    <a:gd name="T11" fmla="*/ 0 h 139"/>
                    <a:gd name="T12" fmla="*/ 0 w 158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39"/>
                    <a:gd name="T23" fmla="*/ 158 w 158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39">
                      <a:moveTo>
                        <a:pt x="0" y="38"/>
                      </a:moveTo>
                      <a:lnTo>
                        <a:pt x="15" y="89"/>
                      </a:lnTo>
                      <a:lnTo>
                        <a:pt x="31" y="139"/>
                      </a:lnTo>
                      <a:lnTo>
                        <a:pt x="158" y="101"/>
                      </a:lnTo>
                      <a:lnTo>
                        <a:pt x="142" y="51"/>
                      </a:lnTo>
                      <a:lnTo>
                        <a:pt x="127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1" name="Freeform 460">
                  <a:extLst>
                    <a:ext uri="{FF2B5EF4-FFF2-40B4-BE49-F238E27FC236}">
                      <a16:creationId xmlns:a16="http://schemas.microsoft.com/office/drawing/2014/main" id="{58CFB45F-7594-389E-D306-E9DC1CBA1A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4" y="2189"/>
                  <a:ext cx="4" cy="8"/>
                </a:xfrm>
                <a:custGeom>
                  <a:avLst/>
                  <a:gdLst>
                    <a:gd name="T0" fmla="*/ 0 w 20"/>
                    <a:gd name="T1" fmla="*/ 0 h 50"/>
                    <a:gd name="T2" fmla="*/ 0 w 20"/>
                    <a:gd name="T3" fmla="*/ 0 h 50"/>
                    <a:gd name="T4" fmla="*/ 0 w 20"/>
                    <a:gd name="T5" fmla="*/ 0 h 50"/>
                    <a:gd name="T6" fmla="*/ 0 w 20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0"/>
                    <a:gd name="T14" fmla="*/ 20 w 20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0">
                      <a:moveTo>
                        <a:pt x="0" y="0"/>
                      </a:moveTo>
                      <a:lnTo>
                        <a:pt x="16" y="50"/>
                      </a:lnTo>
                      <a:lnTo>
                        <a:pt x="20" y="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2" name="Line 461">
                  <a:extLst>
                    <a:ext uri="{FF2B5EF4-FFF2-40B4-BE49-F238E27FC236}">
                      <a16:creationId xmlns:a16="http://schemas.microsoft.com/office/drawing/2014/main" id="{519B5032-9165-ABC1-23A8-91C3CE5458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27" y="219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3" name="Freeform 462">
                  <a:extLst>
                    <a:ext uri="{FF2B5EF4-FFF2-40B4-BE49-F238E27FC236}">
                      <a16:creationId xmlns:a16="http://schemas.microsoft.com/office/drawing/2014/main" id="{49834876-369F-AF00-AF6C-0F1F703C5C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1" y="2172"/>
                  <a:ext cx="27" cy="25"/>
                </a:xfrm>
                <a:custGeom>
                  <a:avLst/>
                  <a:gdLst>
                    <a:gd name="T0" fmla="*/ 0 w 163"/>
                    <a:gd name="T1" fmla="*/ 0 h 148"/>
                    <a:gd name="T2" fmla="*/ 0 w 163"/>
                    <a:gd name="T3" fmla="*/ 0 h 148"/>
                    <a:gd name="T4" fmla="*/ 0 w 163"/>
                    <a:gd name="T5" fmla="*/ 0 h 148"/>
                    <a:gd name="T6" fmla="*/ 0 w 163"/>
                    <a:gd name="T7" fmla="*/ 0 h 148"/>
                    <a:gd name="T8" fmla="*/ 0 w 163"/>
                    <a:gd name="T9" fmla="*/ 0 h 148"/>
                    <a:gd name="T10" fmla="*/ 0 w 163"/>
                    <a:gd name="T11" fmla="*/ 0 h 148"/>
                    <a:gd name="T12" fmla="*/ 0 w 163"/>
                    <a:gd name="T13" fmla="*/ 0 h 14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48"/>
                    <a:gd name="T23" fmla="*/ 163 w 163"/>
                    <a:gd name="T24" fmla="*/ 148 h 14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48">
                      <a:moveTo>
                        <a:pt x="0" y="49"/>
                      </a:moveTo>
                      <a:lnTo>
                        <a:pt x="19" y="99"/>
                      </a:lnTo>
                      <a:lnTo>
                        <a:pt x="39" y="148"/>
                      </a:lnTo>
                      <a:lnTo>
                        <a:pt x="163" y="100"/>
                      </a:lnTo>
                      <a:lnTo>
                        <a:pt x="144" y="50"/>
                      </a:lnTo>
                      <a:lnTo>
                        <a:pt x="12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4" name="Freeform 463">
                  <a:extLst>
                    <a:ext uri="{FF2B5EF4-FFF2-40B4-BE49-F238E27FC236}">
                      <a16:creationId xmlns:a16="http://schemas.microsoft.com/office/drawing/2014/main" id="{FE698D73-5431-FCFC-B6B3-9D4035F4D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1" y="2172"/>
                  <a:ext cx="27" cy="25"/>
                </a:xfrm>
                <a:custGeom>
                  <a:avLst/>
                  <a:gdLst>
                    <a:gd name="T0" fmla="*/ 0 w 163"/>
                    <a:gd name="T1" fmla="*/ 0 h 148"/>
                    <a:gd name="T2" fmla="*/ 0 w 163"/>
                    <a:gd name="T3" fmla="*/ 0 h 148"/>
                    <a:gd name="T4" fmla="*/ 0 w 163"/>
                    <a:gd name="T5" fmla="*/ 0 h 148"/>
                    <a:gd name="T6" fmla="*/ 0 w 163"/>
                    <a:gd name="T7" fmla="*/ 0 h 148"/>
                    <a:gd name="T8" fmla="*/ 0 w 163"/>
                    <a:gd name="T9" fmla="*/ 0 h 148"/>
                    <a:gd name="T10" fmla="*/ 0 w 163"/>
                    <a:gd name="T11" fmla="*/ 0 h 148"/>
                    <a:gd name="T12" fmla="*/ 0 w 163"/>
                    <a:gd name="T13" fmla="*/ 0 h 14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48"/>
                    <a:gd name="T23" fmla="*/ 163 w 163"/>
                    <a:gd name="T24" fmla="*/ 148 h 14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48">
                      <a:moveTo>
                        <a:pt x="0" y="49"/>
                      </a:moveTo>
                      <a:lnTo>
                        <a:pt x="19" y="99"/>
                      </a:lnTo>
                      <a:lnTo>
                        <a:pt x="39" y="148"/>
                      </a:lnTo>
                      <a:lnTo>
                        <a:pt x="163" y="100"/>
                      </a:lnTo>
                      <a:lnTo>
                        <a:pt x="144" y="50"/>
                      </a:lnTo>
                      <a:lnTo>
                        <a:pt x="12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5" name="Freeform 464">
                  <a:extLst>
                    <a:ext uri="{FF2B5EF4-FFF2-40B4-BE49-F238E27FC236}">
                      <a16:creationId xmlns:a16="http://schemas.microsoft.com/office/drawing/2014/main" id="{0D835823-4A52-2616-5E12-09AF8410B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2" y="2172"/>
                  <a:ext cx="12" cy="17"/>
                </a:xfrm>
                <a:custGeom>
                  <a:avLst/>
                  <a:gdLst>
                    <a:gd name="T0" fmla="*/ 0 w 72"/>
                    <a:gd name="T1" fmla="*/ 0 h 103"/>
                    <a:gd name="T2" fmla="*/ 0 w 72"/>
                    <a:gd name="T3" fmla="*/ 0 h 103"/>
                    <a:gd name="T4" fmla="*/ 0 w 72"/>
                    <a:gd name="T5" fmla="*/ 0 h 103"/>
                    <a:gd name="T6" fmla="*/ 0 w 72"/>
                    <a:gd name="T7" fmla="*/ 0 h 103"/>
                    <a:gd name="T8" fmla="*/ 0 w 72"/>
                    <a:gd name="T9" fmla="*/ 0 h 103"/>
                    <a:gd name="T10" fmla="*/ 0 w 72"/>
                    <a:gd name="T11" fmla="*/ 0 h 103"/>
                    <a:gd name="T12" fmla="*/ 0 w 72"/>
                    <a:gd name="T13" fmla="*/ 0 h 103"/>
                    <a:gd name="T14" fmla="*/ 0 w 72"/>
                    <a:gd name="T15" fmla="*/ 0 h 103"/>
                    <a:gd name="T16" fmla="*/ 0 w 72"/>
                    <a:gd name="T17" fmla="*/ 0 h 103"/>
                    <a:gd name="T18" fmla="*/ 0 w 72"/>
                    <a:gd name="T19" fmla="*/ 0 h 103"/>
                    <a:gd name="T20" fmla="*/ 0 w 72"/>
                    <a:gd name="T21" fmla="*/ 0 h 103"/>
                    <a:gd name="T22" fmla="*/ 0 w 72"/>
                    <a:gd name="T23" fmla="*/ 0 h 103"/>
                    <a:gd name="T24" fmla="*/ 0 w 72"/>
                    <a:gd name="T25" fmla="*/ 0 h 103"/>
                    <a:gd name="T26" fmla="*/ 0 w 72"/>
                    <a:gd name="T27" fmla="*/ 0 h 103"/>
                    <a:gd name="T28" fmla="*/ 0 w 72"/>
                    <a:gd name="T29" fmla="*/ 0 h 103"/>
                    <a:gd name="T30" fmla="*/ 0 w 72"/>
                    <a:gd name="T31" fmla="*/ 0 h 103"/>
                    <a:gd name="T32" fmla="*/ 0 w 72"/>
                    <a:gd name="T33" fmla="*/ 0 h 10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2"/>
                    <a:gd name="T52" fmla="*/ 0 h 103"/>
                    <a:gd name="T53" fmla="*/ 72 w 72"/>
                    <a:gd name="T54" fmla="*/ 103 h 10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2" h="103">
                      <a:moveTo>
                        <a:pt x="19" y="53"/>
                      </a:moveTo>
                      <a:lnTo>
                        <a:pt x="0" y="3"/>
                      </a:lnTo>
                      <a:lnTo>
                        <a:pt x="12" y="0"/>
                      </a:lnTo>
                      <a:lnTo>
                        <a:pt x="24" y="0"/>
                      </a:lnTo>
                      <a:lnTo>
                        <a:pt x="35" y="2"/>
                      </a:lnTo>
                      <a:lnTo>
                        <a:pt x="46" y="6"/>
                      </a:lnTo>
                      <a:lnTo>
                        <a:pt x="55" y="14"/>
                      </a:lnTo>
                      <a:lnTo>
                        <a:pt x="64" y="23"/>
                      </a:lnTo>
                      <a:lnTo>
                        <a:pt x="69" y="34"/>
                      </a:lnTo>
                      <a:lnTo>
                        <a:pt x="72" y="45"/>
                      </a:lnTo>
                      <a:lnTo>
                        <a:pt x="72" y="57"/>
                      </a:lnTo>
                      <a:lnTo>
                        <a:pt x="70" y="69"/>
                      </a:lnTo>
                      <a:lnTo>
                        <a:pt x="66" y="79"/>
                      </a:lnTo>
                      <a:lnTo>
                        <a:pt x="59" y="89"/>
                      </a:lnTo>
                      <a:lnTo>
                        <a:pt x="49" y="97"/>
                      </a:lnTo>
                      <a:lnTo>
                        <a:pt x="38" y="103"/>
                      </a:lnTo>
                      <a:lnTo>
                        <a:pt x="19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6" name="Freeform 465">
                  <a:extLst>
                    <a:ext uri="{FF2B5EF4-FFF2-40B4-BE49-F238E27FC236}">
                      <a16:creationId xmlns:a16="http://schemas.microsoft.com/office/drawing/2014/main" id="{C2B4260D-5BAD-F915-376F-6561B5C724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2" y="2172"/>
                  <a:ext cx="12" cy="17"/>
                </a:xfrm>
                <a:custGeom>
                  <a:avLst/>
                  <a:gdLst>
                    <a:gd name="T0" fmla="*/ 0 w 72"/>
                    <a:gd name="T1" fmla="*/ 0 h 103"/>
                    <a:gd name="T2" fmla="*/ 0 w 72"/>
                    <a:gd name="T3" fmla="*/ 0 h 103"/>
                    <a:gd name="T4" fmla="*/ 0 w 72"/>
                    <a:gd name="T5" fmla="*/ 0 h 103"/>
                    <a:gd name="T6" fmla="*/ 0 w 72"/>
                    <a:gd name="T7" fmla="*/ 0 h 103"/>
                    <a:gd name="T8" fmla="*/ 0 w 72"/>
                    <a:gd name="T9" fmla="*/ 0 h 103"/>
                    <a:gd name="T10" fmla="*/ 0 w 72"/>
                    <a:gd name="T11" fmla="*/ 0 h 103"/>
                    <a:gd name="T12" fmla="*/ 0 w 72"/>
                    <a:gd name="T13" fmla="*/ 0 h 103"/>
                    <a:gd name="T14" fmla="*/ 0 w 72"/>
                    <a:gd name="T15" fmla="*/ 0 h 103"/>
                    <a:gd name="T16" fmla="*/ 0 w 72"/>
                    <a:gd name="T17" fmla="*/ 0 h 103"/>
                    <a:gd name="T18" fmla="*/ 0 w 72"/>
                    <a:gd name="T19" fmla="*/ 0 h 103"/>
                    <a:gd name="T20" fmla="*/ 0 w 72"/>
                    <a:gd name="T21" fmla="*/ 0 h 103"/>
                    <a:gd name="T22" fmla="*/ 0 w 72"/>
                    <a:gd name="T23" fmla="*/ 0 h 103"/>
                    <a:gd name="T24" fmla="*/ 0 w 72"/>
                    <a:gd name="T25" fmla="*/ 0 h 103"/>
                    <a:gd name="T26" fmla="*/ 0 w 72"/>
                    <a:gd name="T27" fmla="*/ 0 h 103"/>
                    <a:gd name="T28" fmla="*/ 0 w 72"/>
                    <a:gd name="T29" fmla="*/ 0 h 10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2"/>
                    <a:gd name="T46" fmla="*/ 0 h 103"/>
                    <a:gd name="T47" fmla="*/ 72 w 72"/>
                    <a:gd name="T48" fmla="*/ 103 h 10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2" h="103">
                      <a:moveTo>
                        <a:pt x="0" y="3"/>
                      </a:moveTo>
                      <a:lnTo>
                        <a:pt x="12" y="0"/>
                      </a:lnTo>
                      <a:lnTo>
                        <a:pt x="24" y="0"/>
                      </a:lnTo>
                      <a:lnTo>
                        <a:pt x="35" y="2"/>
                      </a:lnTo>
                      <a:lnTo>
                        <a:pt x="46" y="6"/>
                      </a:lnTo>
                      <a:lnTo>
                        <a:pt x="55" y="14"/>
                      </a:lnTo>
                      <a:lnTo>
                        <a:pt x="64" y="23"/>
                      </a:lnTo>
                      <a:lnTo>
                        <a:pt x="69" y="34"/>
                      </a:lnTo>
                      <a:lnTo>
                        <a:pt x="72" y="45"/>
                      </a:lnTo>
                      <a:lnTo>
                        <a:pt x="72" y="57"/>
                      </a:lnTo>
                      <a:lnTo>
                        <a:pt x="70" y="69"/>
                      </a:lnTo>
                      <a:lnTo>
                        <a:pt x="66" y="79"/>
                      </a:lnTo>
                      <a:lnTo>
                        <a:pt x="59" y="89"/>
                      </a:lnTo>
                      <a:lnTo>
                        <a:pt x="49" y="97"/>
                      </a:lnTo>
                      <a:lnTo>
                        <a:pt x="38" y="10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7" name="Freeform 466">
                  <a:extLst>
                    <a:ext uri="{FF2B5EF4-FFF2-40B4-BE49-F238E27FC236}">
                      <a16:creationId xmlns:a16="http://schemas.microsoft.com/office/drawing/2014/main" id="{881F53E5-7E56-4186-4ACF-9C7410AA63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22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6" y="103"/>
                      </a:moveTo>
                      <a:lnTo>
                        <a:pt x="59" y="100"/>
                      </a:lnTo>
                      <a:lnTo>
                        <a:pt x="112" y="97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8" name="Freeform 467">
                  <a:extLst>
                    <a:ext uri="{FF2B5EF4-FFF2-40B4-BE49-F238E27FC236}">
                      <a16:creationId xmlns:a16="http://schemas.microsoft.com/office/drawing/2014/main" id="{CD27F2A3-6BDB-1C5A-BF60-FA615153FA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22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6" y="103"/>
                      </a:moveTo>
                      <a:lnTo>
                        <a:pt x="59" y="100"/>
                      </a:lnTo>
                      <a:lnTo>
                        <a:pt x="112" y="97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9" name="Freeform 468">
                  <a:extLst>
                    <a:ext uri="{FF2B5EF4-FFF2-40B4-BE49-F238E27FC236}">
                      <a16:creationId xmlns:a16="http://schemas.microsoft.com/office/drawing/2014/main" id="{A795E222-FA99-EB0E-8EA0-6CD20CB92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1" y="1921"/>
                  <a:ext cx="9" cy="1"/>
                </a:xfrm>
                <a:custGeom>
                  <a:avLst/>
                  <a:gdLst>
                    <a:gd name="T0" fmla="*/ 0 w 53"/>
                    <a:gd name="T1" fmla="*/ 0 h 9"/>
                    <a:gd name="T2" fmla="*/ 0 w 53"/>
                    <a:gd name="T3" fmla="*/ 0 h 9"/>
                    <a:gd name="T4" fmla="*/ 0 w 53"/>
                    <a:gd name="T5" fmla="*/ 0 h 9"/>
                    <a:gd name="T6" fmla="*/ 0 w 53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9"/>
                    <a:gd name="T14" fmla="*/ 53 w 53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9">
                      <a:moveTo>
                        <a:pt x="0" y="9"/>
                      </a:moveTo>
                      <a:lnTo>
                        <a:pt x="53" y="6"/>
                      </a:lnTo>
                      <a:lnTo>
                        <a:pt x="53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0" name="Line 469">
                  <a:extLst>
                    <a:ext uri="{FF2B5EF4-FFF2-40B4-BE49-F238E27FC236}">
                      <a16:creationId xmlns:a16="http://schemas.microsoft.com/office/drawing/2014/main" id="{7373937D-37AB-197A-B052-3481B56A0C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0" y="192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1" name="Freeform 470">
                  <a:extLst>
                    <a:ext uri="{FF2B5EF4-FFF2-40B4-BE49-F238E27FC236}">
                      <a16:creationId xmlns:a16="http://schemas.microsoft.com/office/drawing/2014/main" id="{A2C54835-E606-6B64-C3A3-0EBD11165D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05"/>
                  <a:ext cx="20" cy="19"/>
                </a:xfrm>
                <a:custGeom>
                  <a:avLst/>
                  <a:gdLst>
                    <a:gd name="T0" fmla="*/ 0 w 121"/>
                    <a:gd name="T1" fmla="*/ 0 h 112"/>
                    <a:gd name="T2" fmla="*/ 0 w 121"/>
                    <a:gd name="T3" fmla="*/ 0 h 112"/>
                    <a:gd name="T4" fmla="*/ 0 w 121"/>
                    <a:gd name="T5" fmla="*/ 0 h 112"/>
                    <a:gd name="T6" fmla="*/ 0 w 121"/>
                    <a:gd name="T7" fmla="*/ 0 h 112"/>
                    <a:gd name="T8" fmla="*/ 0 w 121"/>
                    <a:gd name="T9" fmla="*/ 0 h 112"/>
                    <a:gd name="T10" fmla="*/ 0 w 121"/>
                    <a:gd name="T11" fmla="*/ 0 h 112"/>
                    <a:gd name="T12" fmla="*/ 0 w 12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2"/>
                    <a:gd name="T23" fmla="*/ 121 w 12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2">
                      <a:moveTo>
                        <a:pt x="15" y="112"/>
                      </a:moveTo>
                      <a:lnTo>
                        <a:pt x="68" y="104"/>
                      </a:lnTo>
                      <a:lnTo>
                        <a:pt x="121" y="95"/>
                      </a:lnTo>
                      <a:lnTo>
                        <a:pt x="105" y="0"/>
                      </a:ln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2" name="Freeform 471">
                  <a:extLst>
                    <a:ext uri="{FF2B5EF4-FFF2-40B4-BE49-F238E27FC236}">
                      <a16:creationId xmlns:a16="http://schemas.microsoft.com/office/drawing/2014/main" id="{0C473D4F-8AD5-A7FC-A7F3-3BFAA97665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05"/>
                  <a:ext cx="20" cy="19"/>
                </a:xfrm>
                <a:custGeom>
                  <a:avLst/>
                  <a:gdLst>
                    <a:gd name="T0" fmla="*/ 0 w 121"/>
                    <a:gd name="T1" fmla="*/ 0 h 112"/>
                    <a:gd name="T2" fmla="*/ 0 w 121"/>
                    <a:gd name="T3" fmla="*/ 0 h 112"/>
                    <a:gd name="T4" fmla="*/ 0 w 121"/>
                    <a:gd name="T5" fmla="*/ 0 h 112"/>
                    <a:gd name="T6" fmla="*/ 0 w 121"/>
                    <a:gd name="T7" fmla="*/ 0 h 112"/>
                    <a:gd name="T8" fmla="*/ 0 w 121"/>
                    <a:gd name="T9" fmla="*/ 0 h 112"/>
                    <a:gd name="T10" fmla="*/ 0 w 121"/>
                    <a:gd name="T11" fmla="*/ 0 h 112"/>
                    <a:gd name="T12" fmla="*/ 0 w 12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2"/>
                    <a:gd name="T23" fmla="*/ 121 w 12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2">
                      <a:moveTo>
                        <a:pt x="15" y="112"/>
                      </a:moveTo>
                      <a:lnTo>
                        <a:pt x="68" y="104"/>
                      </a:lnTo>
                      <a:lnTo>
                        <a:pt x="121" y="95"/>
                      </a:lnTo>
                      <a:lnTo>
                        <a:pt x="105" y="0"/>
                      </a:ln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3" name="Freeform 472">
                  <a:extLst>
                    <a:ext uri="{FF2B5EF4-FFF2-40B4-BE49-F238E27FC236}">
                      <a16:creationId xmlns:a16="http://schemas.microsoft.com/office/drawing/2014/main" id="{42FE60A4-FBA7-71B9-A563-E8A20AAFFD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9" y="1904"/>
                  <a:ext cx="8" cy="2"/>
                </a:xfrm>
                <a:custGeom>
                  <a:avLst/>
                  <a:gdLst>
                    <a:gd name="T0" fmla="*/ 0 w 52"/>
                    <a:gd name="T1" fmla="*/ 0 h 14"/>
                    <a:gd name="T2" fmla="*/ 0 w 52"/>
                    <a:gd name="T3" fmla="*/ 0 h 14"/>
                    <a:gd name="T4" fmla="*/ 0 w 52"/>
                    <a:gd name="T5" fmla="*/ 0 h 14"/>
                    <a:gd name="T6" fmla="*/ 0 w 52"/>
                    <a:gd name="T7" fmla="*/ 0 h 1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4"/>
                    <a:gd name="T14" fmla="*/ 52 w 52"/>
                    <a:gd name="T15" fmla="*/ 14 h 1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4">
                      <a:moveTo>
                        <a:pt x="0" y="14"/>
                      </a:moveTo>
                      <a:lnTo>
                        <a:pt x="52" y="6"/>
                      </a:lnTo>
                      <a:lnTo>
                        <a:pt x="50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4" name="Line 473">
                  <a:extLst>
                    <a:ext uri="{FF2B5EF4-FFF2-40B4-BE49-F238E27FC236}">
                      <a16:creationId xmlns:a16="http://schemas.microsoft.com/office/drawing/2014/main" id="{1C4A9CEB-2455-78C8-EE0F-191852D36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87" y="19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5" name="Freeform 474">
                  <a:extLst>
                    <a:ext uri="{FF2B5EF4-FFF2-40B4-BE49-F238E27FC236}">
                      <a16:creationId xmlns:a16="http://schemas.microsoft.com/office/drawing/2014/main" id="{9983E1C2-550B-0A88-2C41-11365DD7B4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88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28" y="123"/>
                      </a:moveTo>
                      <a:lnTo>
                        <a:pt x="79" y="108"/>
                      </a:lnTo>
                      <a:lnTo>
                        <a:pt x="129" y="94"/>
                      </a:lnTo>
                      <a:lnTo>
                        <a:pt x="102" y="0"/>
                      </a:lnTo>
                      <a:lnTo>
                        <a:pt x="51" y="15"/>
                      </a:lnTo>
                      <a:lnTo>
                        <a:pt x="0" y="30"/>
                      </a:lnTo>
                      <a:lnTo>
                        <a:pt x="28" y="1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6" name="Freeform 475">
                  <a:extLst>
                    <a:ext uri="{FF2B5EF4-FFF2-40B4-BE49-F238E27FC236}">
                      <a16:creationId xmlns:a16="http://schemas.microsoft.com/office/drawing/2014/main" id="{55DDA8D9-700B-B73F-6003-5615160E32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88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28" y="123"/>
                      </a:moveTo>
                      <a:lnTo>
                        <a:pt x="79" y="108"/>
                      </a:lnTo>
                      <a:lnTo>
                        <a:pt x="129" y="94"/>
                      </a:lnTo>
                      <a:lnTo>
                        <a:pt x="102" y="0"/>
                      </a:lnTo>
                      <a:lnTo>
                        <a:pt x="51" y="15"/>
                      </a:lnTo>
                      <a:lnTo>
                        <a:pt x="0" y="30"/>
                      </a:lnTo>
                      <a:lnTo>
                        <a:pt x="28" y="1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7" name="Freeform 476">
                  <a:extLst>
                    <a:ext uri="{FF2B5EF4-FFF2-40B4-BE49-F238E27FC236}">
                      <a16:creationId xmlns:a16="http://schemas.microsoft.com/office/drawing/2014/main" id="{5BCC77E2-636B-1315-031F-732DDBC38C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4" y="1888"/>
                  <a:ext cx="8" cy="3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0" y="20"/>
                      </a:moveTo>
                      <a:lnTo>
                        <a:pt x="51" y="5"/>
                      </a:lnTo>
                      <a:lnTo>
                        <a:pt x="5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8" name="Line 477">
                  <a:extLst>
                    <a:ext uri="{FF2B5EF4-FFF2-40B4-BE49-F238E27FC236}">
                      <a16:creationId xmlns:a16="http://schemas.microsoft.com/office/drawing/2014/main" id="{AD081EE2-3EF4-0506-F609-DE412BB1A4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82" y="18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9" name="Freeform 478">
                  <a:extLst>
                    <a:ext uri="{FF2B5EF4-FFF2-40B4-BE49-F238E27FC236}">
                      <a16:creationId xmlns:a16="http://schemas.microsoft.com/office/drawing/2014/main" id="{AF72559F-51F1-7D6E-1522-1B3B90F08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873"/>
                  <a:ext cx="22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37" y="130"/>
                      </a:move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0" name="Freeform 479">
                  <a:extLst>
                    <a:ext uri="{FF2B5EF4-FFF2-40B4-BE49-F238E27FC236}">
                      <a16:creationId xmlns:a16="http://schemas.microsoft.com/office/drawing/2014/main" id="{B57C0565-619C-26FB-4D81-A506A36576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873"/>
                  <a:ext cx="22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37" y="130"/>
                      </a:move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1" name="Freeform 480">
                  <a:extLst>
                    <a:ext uri="{FF2B5EF4-FFF2-40B4-BE49-F238E27FC236}">
                      <a16:creationId xmlns:a16="http://schemas.microsoft.com/office/drawing/2014/main" id="{6438FB14-856E-BBAE-BCA2-A4591AA93D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1872"/>
                  <a:ext cx="8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25"/>
                      </a:moveTo>
                      <a:lnTo>
                        <a:pt x="50" y="5"/>
                      </a:lnTo>
                      <a:lnTo>
                        <a:pt x="47" y="0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2" name="Line 481">
                  <a:extLst>
                    <a:ext uri="{FF2B5EF4-FFF2-40B4-BE49-F238E27FC236}">
                      <a16:creationId xmlns:a16="http://schemas.microsoft.com/office/drawing/2014/main" id="{520DB0E4-F987-6B00-52BC-BA17449D50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76" y="18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3" name="Freeform 482">
                  <a:extLst>
                    <a:ext uri="{FF2B5EF4-FFF2-40B4-BE49-F238E27FC236}">
                      <a16:creationId xmlns:a16="http://schemas.microsoft.com/office/drawing/2014/main" id="{9B18C22A-7DDA-ED92-E8C3-E952ABB7BB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858"/>
                  <a:ext cx="24" cy="22"/>
                </a:xfrm>
                <a:custGeom>
                  <a:avLst/>
                  <a:gdLst>
                    <a:gd name="T0" fmla="*/ 0 w 140"/>
                    <a:gd name="T1" fmla="*/ 0 h 136"/>
                    <a:gd name="T2" fmla="*/ 0 w 140"/>
                    <a:gd name="T3" fmla="*/ 0 h 136"/>
                    <a:gd name="T4" fmla="*/ 0 w 140"/>
                    <a:gd name="T5" fmla="*/ 0 h 136"/>
                    <a:gd name="T6" fmla="*/ 0 w 140"/>
                    <a:gd name="T7" fmla="*/ 0 h 136"/>
                    <a:gd name="T8" fmla="*/ 0 w 140"/>
                    <a:gd name="T9" fmla="*/ 0 h 136"/>
                    <a:gd name="T10" fmla="*/ 0 w 140"/>
                    <a:gd name="T11" fmla="*/ 0 h 136"/>
                    <a:gd name="T12" fmla="*/ 0 w 14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6"/>
                    <a:gd name="T23" fmla="*/ 140 w 14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6">
                      <a:moveTo>
                        <a:pt x="46" y="136"/>
                      </a:moveTo>
                      <a:lnTo>
                        <a:pt x="93" y="110"/>
                      </a:lnTo>
                      <a:lnTo>
                        <a:pt x="140" y="85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46" y="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4" name="Freeform 483">
                  <a:extLst>
                    <a:ext uri="{FF2B5EF4-FFF2-40B4-BE49-F238E27FC236}">
                      <a16:creationId xmlns:a16="http://schemas.microsoft.com/office/drawing/2014/main" id="{9ADE1C50-08AF-427B-5E67-2C2B79F4B6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858"/>
                  <a:ext cx="24" cy="22"/>
                </a:xfrm>
                <a:custGeom>
                  <a:avLst/>
                  <a:gdLst>
                    <a:gd name="T0" fmla="*/ 0 w 140"/>
                    <a:gd name="T1" fmla="*/ 0 h 136"/>
                    <a:gd name="T2" fmla="*/ 0 w 140"/>
                    <a:gd name="T3" fmla="*/ 0 h 136"/>
                    <a:gd name="T4" fmla="*/ 0 w 140"/>
                    <a:gd name="T5" fmla="*/ 0 h 136"/>
                    <a:gd name="T6" fmla="*/ 0 w 140"/>
                    <a:gd name="T7" fmla="*/ 0 h 136"/>
                    <a:gd name="T8" fmla="*/ 0 w 140"/>
                    <a:gd name="T9" fmla="*/ 0 h 136"/>
                    <a:gd name="T10" fmla="*/ 0 w 140"/>
                    <a:gd name="T11" fmla="*/ 0 h 136"/>
                    <a:gd name="T12" fmla="*/ 0 w 14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6"/>
                    <a:gd name="T23" fmla="*/ 140 w 14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6">
                      <a:moveTo>
                        <a:pt x="46" y="136"/>
                      </a:moveTo>
                      <a:lnTo>
                        <a:pt x="93" y="110"/>
                      </a:lnTo>
                      <a:lnTo>
                        <a:pt x="140" y="85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46" y="13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5" name="Freeform 484">
                  <a:extLst>
                    <a:ext uri="{FF2B5EF4-FFF2-40B4-BE49-F238E27FC236}">
                      <a16:creationId xmlns:a16="http://schemas.microsoft.com/office/drawing/2014/main" id="{C22A06B8-801F-8FC9-4844-D3F0829267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857"/>
                  <a:ext cx="8" cy="5"/>
                </a:xfrm>
                <a:custGeom>
                  <a:avLst/>
                  <a:gdLst>
                    <a:gd name="T0" fmla="*/ 0 w 47"/>
                    <a:gd name="T1" fmla="*/ 0 h 31"/>
                    <a:gd name="T2" fmla="*/ 0 w 47"/>
                    <a:gd name="T3" fmla="*/ 0 h 31"/>
                    <a:gd name="T4" fmla="*/ 0 w 47"/>
                    <a:gd name="T5" fmla="*/ 0 h 31"/>
                    <a:gd name="T6" fmla="*/ 0 w 47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1"/>
                    <a:gd name="T14" fmla="*/ 47 w 47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1">
                      <a:moveTo>
                        <a:pt x="0" y="31"/>
                      </a:moveTo>
                      <a:lnTo>
                        <a:pt x="47" y="5"/>
                      </a:lnTo>
                      <a:lnTo>
                        <a:pt x="44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6" name="Line 485">
                  <a:extLst>
                    <a:ext uri="{FF2B5EF4-FFF2-40B4-BE49-F238E27FC236}">
                      <a16:creationId xmlns:a16="http://schemas.microsoft.com/office/drawing/2014/main" id="{EE6439F2-7D34-F062-3B3B-E0767104E7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67" y="185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7" name="Freeform 486">
                  <a:extLst>
                    <a:ext uri="{FF2B5EF4-FFF2-40B4-BE49-F238E27FC236}">
                      <a16:creationId xmlns:a16="http://schemas.microsoft.com/office/drawing/2014/main" id="{61019F92-8190-C3D0-1610-C8E931715C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1843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56" y="141"/>
                      </a:moveTo>
                      <a:lnTo>
                        <a:pt x="99" y="111"/>
                      </a:lnTo>
                      <a:lnTo>
                        <a:pt x="143" y="80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56" y="1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8" name="Freeform 487">
                  <a:extLst>
                    <a:ext uri="{FF2B5EF4-FFF2-40B4-BE49-F238E27FC236}">
                      <a16:creationId xmlns:a16="http://schemas.microsoft.com/office/drawing/2014/main" id="{27E37976-3FD3-1623-070D-D78DDF43F9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1843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56" y="141"/>
                      </a:moveTo>
                      <a:lnTo>
                        <a:pt x="99" y="111"/>
                      </a:lnTo>
                      <a:lnTo>
                        <a:pt x="143" y="80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56" y="14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9" name="Freeform 488">
                  <a:extLst>
                    <a:ext uri="{FF2B5EF4-FFF2-40B4-BE49-F238E27FC236}">
                      <a16:creationId xmlns:a16="http://schemas.microsoft.com/office/drawing/2014/main" id="{201459B7-17A0-C65A-CD39-585A5F4F9E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1" y="1843"/>
                  <a:ext cx="7" cy="6"/>
                </a:xfrm>
                <a:custGeom>
                  <a:avLst/>
                  <a:gdLst>
                    <a:gd name="T0" fmla="*/ 0 w 44"/>
                    <a:gd name="T1" fmla="*/ 0 h 35"/>
                    <a:gd name="T2" fmla="*/ 0 w 44"/>
                    <a:gd name="T3" fmla="*/ 0 h 35"/>
                    <a:gd name="T4" fmla="*/ 0 w 44"/>
                    <a:gd name="T5" fmla="*/ 0 h 35"/>
                    <a:gd name="T6" fmla="*/ 0 w 44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5"/>
                    <a:gd name="T14" fmla="*/ 44 w 44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5">
                      <a:moveTo>
                        <a:pt x="0" y="35"/>
                      </a:moveTo>
                      <a:lnTo>
                        <a:pt x="44" y="4"/>
                      </a:lnTo>
                      <a:lnTo>
                        <a:pt x="40" y="0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0" name="Line 489">
                  <a:extLst>
                    <a:ext uri="{FF2B5EF4-FFF2-40B4-BE49-F238E27FC236}">
                      <a16:creationId xmlns:a16="http://schemas.microsoft.com/office/drawing/2014/main" id="{B7A2596D-EB72-BA99-7D1E-FDFE562B2A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57" y="1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1" name="Freeform 490">
                  <a:extLst>
                    <a:ext uri="{FF2B5EF4-FFF2-40B4-BE49-F238E27FC236}">
                      <a16:creationId xmlns:a16="http://schemas.microsoft.com/office/drawing/2014/main" id="{A20C5909-F85F-9678-851F-66AE8A747A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1831"/>
                  <a:ext cx="24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65" y="143"/>
                      </a:moveTo>
                      <a:lnTo>
                        <a:pt x="105" y="108"/>
                      </a:lnTo>
                      <a:lnTo>
                        <a:pt x="145" y="73"/>
                      </a:lnTo>
                      <a:lnTo>
                        <a:pt x="81" y="0"/>
                      </a:lnTo>
                      <a:lnTo>
                        <a:pt x="41" y="35"/>
                      </a:lnTo>
                      <a:lnTo>
                        <a:pt x="0" y="70"/>
                      </a:lnTo>
                      <a:lnTo>
                        <a:pt x="65" y="1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2" name="Freeform 491">
                  <a:extLst>
                    <a:ext uri="{FF2B5EF4-FFF2-40B4-BE49-F238E27FC236}">
                      <a16:creationId xmlns:a16="http://schemas.microsoft.com/office/drawing/2014/main" id="{B5210614-74A3-DCD3-E029-5C9706318B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1831"/>
                  <a:ext cx="24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65" y="143"/>
                      </a:moveTo>
                      <a:lnTo>
                        <a:pt x="105" y="108"/>
                      </a:lnTo>
                      <a:lnTo>
                        <a:pt x="145" y="73"/>
                      </a:lnTo>
                      <a:lnTo>
                        <a:pt x="81" y="0"/>
                      </a:lnTo>
                      <a:lnTo>
                        <a:pt x="41" y="35"/>
                      </a:lnTo>
                      <a:lnTo>
                        <a:pt x="0" y="70"/>
                      </a:lnTo>
                      <a:lnTo>
                        <a:pt x="65" y="14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3" name="Freeform 492">
                  <a:extLst>
                    <a:ext uri="{FF2B5EF4-FFF2-40B4-BE49-F238E27FC236}">
                      <a16:creationId xmlns:a16="http://schemas.microsoft.com/office/drawing/2014/main" id="{36E4D6BD-A977-4E40-F7D2-64D5D609B8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0" y="1830"/>
                  <a:ext cx="7" cy="6"/>
                </a:xfrm>
                <a:custGeom>
                  <a:avLst/>
                  <a:gdLst>
                    <a:gd name="T0" fmla="*/ 0 w 40"/>
                    <a:gd name="T1" fmla="*/ 0 h 40"/>
                    <a:gd name="T2" fmla="*/ 0 w 40"/>
                    <a:gd name="T3" fmla="*/ 0 h 40"/>
                    <a:gd name="T4" fmla="*/ 0 w 40"/>
                    <a:gd name="T5" fmla="*/ 0 h 40"/>
                    <a:gd name="T6" fmla="*/ 0 w 40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0"/>
                    <a:gd name="T14" fmla="*/ 40 w 40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0">
                      <a:moveTo>
                        <a:pt x="0" y="40"/>
                      </a:moveTo>
                      <a:lnTo>
                        <a:pt x="40" y="5"/>
                      </a:lnTo>
                      <a:lnTo>
                        <a:pt x="35" y="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4" name="Line 493">
                  <a:extLst>
                    <a:ext uri="{FF2B5EF4-FFF2-40B4-BE49-F238E27FC236}">
                      <a16:creationId xmlns:a16="http://schemas.microsoft.com/office/drawing/2014/main" id="{7AC975F4-8F1E-E7E0-90B6-59DBD1C34E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46" y="18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5" name="Freeform 494">
                  <a:extLst>
                    <a:ext uri="{FF2B5EF4-FFF2-40B4-BE49-F238E27FC236}">
                      <a16:creationId xmlns:a16="http://schemas.microsoft.com/office/drawing/2014/main" id="{BB9F3E54-C8FE-5DA3-8F1C-6DB12C8C4A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1819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3" y="145"/>
                      </a:moveTo>
                      <a:lnTo>
                        <a:pt x="108" y="105"/>
                      </a:lnTo>
                      <a:lnTo>
                        <a:pt x="143" y="65"/>
                      </a:lnTo>
                      <a:lnTo>
                        <a:pt x="70" y="0"/>
                      </a:lnTo>
                      <a:lnTo>
                        <a:pt x="35" y="41"/>
                      </a:lnTo>
                      <a:lnTo>
                        <a:pt x="0" y="81"/>
                      </a:lnTo>
                      <a:lnTo>
                        <a:pt x="73" y="1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6" name="Freeform 495">
                  <a:extLst>
                    <a:ext uri="{FF2B5EF4-FFF2-40B4-BE49-F238E27FC236}">
                      <a16:creationId xmlns:a16="http://schemas.microsoft.com/office/drawing/2014/main" id="{1F2A13B4-C083-1314-9E0B-A7C805D1BB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1819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3" y="145"/>
                      </a:moveTo>
                      <a:lnTo>
                        <a:pt x="108" y="105"/>
                      </a:lnTo>
                      <a:lnTo>
                        <a:pt x="143" y="65"/>
                      </a:lnTo>
                      <a:lnTo>
                        <a:pt x="70" y="0"/>
                      </a:lnTo>
                      <a:lnTo>
                        <a:pt x="35" y="41"/>
                      </a:lnTo>
                      <a:lnTo>
                        <a:pt x="0" y="81"/>
                      </a:lnTo>
                      <a:lnTo>
                        <a:pt x="73" y="14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7" name="Freeform 496">
                  <a:extLst>
                    <a:ext uri="{FF2B5EF4-FFF2-40B4-BE49-F238E27FC236}">
                      <a16:creationId xmlns:a16="http://schemas.microsoft.com/office/drawing/2014/main" id="{F7DC96A9-785F-C368-16FC-8A8F096FE9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8" y="1818"/>
                  <a:ext cx="6" cy="8"/>
                </a:xfrm>
                <a:custGeom>
                  <a:avLst/>
                  <a:gdLst>
                    <a:gd name="T0" fmla="*/ 0 w 35"/>
                    <a:gd name="T1" fmla="*/ 0 h 44"/>
                    <a:gd name="T2" fmla="*/ 0 w 35"/>
                    <a:gd name="T3" fmla="*/ 0 h 44"/>
                    <a:gd name="T4" fmla="*/ 0 w 35"/>
                    <a:gd name="T5" fmla="*/ 0 h 44"/>
                    <a:gd name="T6" fmla="*/ 0 w 35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4"/>
                    <a:gd name="T14" fmla="*/ 35 w 35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4">
                      <a:moveTo>
                        <a:pt x="0" y="44"/>
                      </a:moveTo>
                      <a:lnTo>
                        <a:pt x="35" y="3"/>
                      </a:lnTo>
                      <a:lnTo>
                        <a:pt x="30" y="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8" name="Line 497">
                  <a:extLst>
                    <a:ext uri="{FF2B5EF4-FFF2-40B4-BE49-F238E27FC236}">
                      <a16:creationId xmlns:a16="http://schemas.microsoft.com/office/drawing/2014/main" id="{9381E3B9-6896-20C4-F714-D14C51709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33" y="181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9" name="Freeform 498">
                  <a:extLst>
                    <a:ext uri="{FF2B5EF4-FFF2-40B4-BE49-F238E27FC236}">
                      <a16:creationId xmlns:a16="http://schemas.microsoft.com/office/drawing/2014/main" id="{4D7EA032-E6BD-7651-10A7-B847219083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1809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78" y="143"/>
                      </a:move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lnTo>
                        <a:pt x="30" y="43"/>
                      </a:lnTo>
                      <a:lnTo>
                        <a:pt x="0" y="87"/>
                      </a:lnTo>
                      <a:lnTo>
                        <a:pt x="78" y="1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0" name="Freeform 499">
                  <a:extLst>
                    <a:ext uri="{FF2B5EF4-FFF2-40B4-BE49-F238E27FC236}">
                      <a16:creationId xmlns:a16="http://schemas.microsoft.com/office/drawing/2014/main" id="{299AC3D0-6745-4AE1-7421-F70FDFD520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1809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78" y="143"/>
                      </a:move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lnTo>
                        <a:pt x="30" y="43"/>
                      </a:lnTo>
                      <a:lnTo>
                        <a:pt x="0" y="87"/>
                      </a:lnTo>
                      <a:lnTo>
                        <a:pt x="78" y="14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1" name="Freeform 500">
                  <a:extLst>
                    <a:ext uri="{FF2B5EF4-FFF2-40B4-BE49-F238E27FC236}">
                      <a16:creationId xmlns:a16="http://schemas.microsoft.com/office/drawing/2014/main" id="{610C2C3C-F349-518D-5DD3-4406741AF6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5" y="1808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0" y="46"/>
                      </a:moveTo>
                      <a:lnTo>
                        <a:pt x="31" y="3"/>
                      </a:lnTo>
                      <a:lnTo>
                        <a:pt x="26" y="0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2" name="Line 501">
                  <a:extLst>
                    <a:ext uri="{FF2B5EF4-FFF2-40B4-BE49-F238E27FC236}">
                      <a16:creationId xmlns:a16="http://schemas.microsoft.com/office/drawing/2014/main" id="{3A702F9A-537E-BED4-ECC8-DA62FA579B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19" y="18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3" name="Freeform 502">
                  <a:extLst>
                    <a:ext uri="{FF2B5EF4-FFF2-40B4-BE49-F238E27FC236}">
                      <a16:creationId xmlns:a16="http://schemas.microsoft.com/office/drawing/2014/main" id="{DD5DF6FA-E475-E6CA-5340-1A0D5B80B6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1801"/>
                  <a:ext cx="23" cy="23"/>
                </a:xfrm>
                <a:custGeom>
                  <a:avLst/>
                  <a:gdLst>
                    <a:gd name="T0" fmla="*/ 0 w 137"/>
                    <a:gd name="T1" fmla="*/ 0 h 140"/>
                    <a:gd name="T2" fmla="*/ 0 w 137"/>
                    <a:gd name="T3" fmla="*/ 0 h 140"/>
                    <a:gd name="T4" fmla="*/ 0 w 137"/>
                    <a:gd name="T5" fmla="*/ 0 h 140"/>
                    <a:gd name="T6" fmla="*/ 0 w 137"/>
                    <a:gd name="T7" fmla="*/ 0 h 140"/>
                    <a:gd name="T8" fmla="*/ 0 w 137"/>
                    <a:gd name="T9" fmla="*/ 0 h 140"/>
                    <a:gd name="T10" fmla="*/ 0 w 137"/>
                    <a:gd name="T11" fmla="*/ 0 h 140"/>
                    <a:gd name="T12" fmla="*/ 0 w 137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0"/>
                    <a:gd name="T23" fmla="*/ 137 w 137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0">
                      <a:moveTo>
                        <a:pt x="86" y="140"/>
                      </a:moveTo>
                      <a:lnTo>
                        <a:pt x="111" y="93"/>
                      </a:lnTo>
                      <a:lnTo>
                        <a:pt x="137" y="47"/>
                      </a:lnTo>
                      <a:lnTo>
                        <a:pt x="51" y="0"/>
                      </a:ln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86" y="1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4" name="Freeform 503">
                  <a:extLst>
                    <a:ext uri="{FF2B5EF4-FFF2-40B4-BE49-F238E27FC236}">
                      <a16:creationId xmlns:a16="http://schemas.microsoft.com/office/drawing/2014/main" id="{6BF5DF8F-49A9-5A22-6DED-B9FD65FBD9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1801"/>
                  <a:ext cx="23" cy="23"/>
                </a:xfrm>
                <a:custGeom>
                  <a:avLst/>
                  <a:gdLst>
                    <a:gd name="T0" fmla="*/ 0 w 137"/>
                    <a:gd name="T1" fmla="*/ 0 h 140"/>
                    <a:gd name="T2" fmla="*/ 0 w 137"/>
                    <a:gd name="T3" fmla="*/ 0 h 140"/>
                    <a:gd name="T4" fmla="*/ 0 w 137"/>
                    <a:gd name="T5" fmla="*/ 0 h 140"/>
                    <a:gd name="T6" fmla="*/ 0 w 137"/>
                    <a:gd name="T7" fmla="*/ 0 h 140"/>
                    <a:gd name="T8" fmla="*/ 0 w 137"/>
                    <a:gd name="T9" fmla="*/ 0 h 140"/>
                    <a:gd name="T10" fmla="*/ 0 w 137"/>
                    <a:gd name="T11" fmla="*/ 0 h 140"/>
                    <a:gd name="T12" fmla="*/ 0 w 137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0"/>
                    <a:gd name="T23" fmla="*/ 137 w 137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0">
                      <a:moveTo>
                        <a:pt x="86" y="140"/>
                      </a:moveTo>
                      <a:lnTo>
                        <a:pt x="111" y="93"/>
                      </a:lnTo>
                      <a:lnTo>
                        <a:pt x="137" y="47"/>
                      </a:lnTo>
                      <a:lnTo>
                        <a:pt x="51" y="0"/>
                      </a:ln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86" y="1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5" name="Freeform 504">
                  <a:extLst>
                    <a:ext uri="{FF2B5EF4-FFF2-40B4-BE49-F238E27FC236}">
                      <a16:creationId xmlns:a16="http://schemas.microsoft.com/office/drawing/2014/main" id="{8CEB09A0-9EC4-B051-C8E2-9B7365C885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0" y="1800"/>
                  <a:ext cx="5" cy="8"/>
                </a:xfrm>
                <a:custGeom>
                  <a:avLst/>
                  <a:gdLst>
                    <a:gd name="T0" fmla="*/ 0 w 26"/>
                    <a:gd name="T1" fmla="*/ 0 h 50"/>
                    <a:gd name="T2" fmla="*/ 0 w 26"/>
                    <a:gd name="T3" fmla="*/ 0 h 50"/>
                    <a:gd name="T4" fmla="*/ 0 w 26"/>
                    <a:gd name="T5" fmla="*/ 0 h 50"/>
                    <a:gd name="T6" fmla="*/ 0 w 26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50"/>
                    <a:gd name="T14" fmla="*/ 26 w 26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50">
                      <a:moveTo>
                        <a:pt x="0" y="50"/>
                      </a:moveTo>
                      <a:lnTo>
                        <a:pt x="26" y="3"/>
                      </a:lnTo>
                      <a:lnTo>
                        <a:pt x="21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6" name="Line 505">
                  <a:extLst>
                    <a:ext uri="{FF2B5EF4-FFF2-40B4-BE49-F238E27FC236}">
                      <a16:creationId xmlns:a16="http://schemas.microsoft.com/office/drawing/2014/main" id="{44876DD2-A968-E67C-7D7A-F1F5A58918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04" y="18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7" name="Freeform 506">
                  <a:extLst>
                    <a:ext uri="{FF2B5EF4-FFF2-40B4-BE49-F238E27FC236}">
                      <a16:creationId xmlns:a16="http://schemas.microsoft.com/office/drawing/2014/main" id="{6DF83CFF-69A3-BCC8-113B-333F9F8D77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89" y="137"/>
                      </a:moveTo>
                      <a:lnTo>
                        <a:pt x="109" y="87"/>
                      </a:lnTo>
                      <a:lnTo>
                        <a:pt x="130" y="37"/>
                      </a:lnTo>
                      <a:lnTo>
                        <a:pt x="41" y="0"/>
                      </a:lnTo>
                      <a:lnTo>
                        <a:pt x="21" y="50"/>
                      </a:lnTo>
                      <a:lnTo>
                        <a:pt x="0" y="100"/>
                      </a:lnTo>
                      <a:lnTo>
                        <a:pt x="89" y="1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8" name="Freeform 507">
                  <a:extLst>
                    <a:ext uri="{FF2B5EF4-FFF2-40B4-BE49-F238E27FC236}">
                      <a16:creationId xmlns:a16="http://schemas.microsoft.com/office/drawing/2014/main" id="{08C60D1B-269F-6D9C-CE37-F6C09C5341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89" y="137"/>
                      </a:moveTo>
                      <a:lnTo>
                        <a:pt x="109" y="87"/>
                      </a:lnTo>
                      <a:lnTo>
                        <a:pt x="130" y="37"/>
                      </a:lnTo>
                      <a:lnTo>
                        <a:pt x="41" y="0"/>
                      </a:lnTo>
                      <a:lnTo>
                        <a:pt x="21" y="50"/>
                      </a:lnTo>
                      <a:lnTo>
                        <a:pt x="0" y="100"/>
                      </a:lnTo>
                      <a:lnTo>
                        <a:pt x="89" y="13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9" name="Freeform 508">
                  <a:extLst>
                    <a:ext uri="{FF2B5EF4-FFF2-40B4-BE49-F238E27FC236}">
                      <a16:creationId xmlns:a16="http://schemas.microsoft.com/office/drawing/2014/main" id="{0E943D03-7340-9CBC-D0B3-D7375387D9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6" y="1794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0" y="51"/>
                      </a:moveTo>
                      <a:lnTo>
                        <a:pt x="20" y="1"/>
                      </a:lnTo>
                      <a:lnTo>
                        <a:pt x="14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0" name="Line 509">
                  <a:extLst>
                    <a:ext uri="{FF2B5EF4-FFF2-40B4-BE49-F238E27FC236}">
                      <a16:creationId xmlns:a16="http://schemas.microsoft.com/office/drawing/2014/main" id="{FE0C0E30-6D4D-0132-61FF-B43A84254B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888" y="17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1" name="Freeform 510">
                  <a:extLst>
                    <a:ext uri="{FF2B5EF4-FFF2-40B4-BE49-F238E27FC236}">
                      <a16:creationId xmlns:a16="http://schemas.microsoft.com/office/drawing/2014/main" id="{245B46F3-E91F-4600-9062-BD1CD60E2E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1789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93" y="130"/>
                      </a:moveTo>
                      <a:lnTo>
                        <a:pt x="108" y="79"/>
                      </a:lnTo>
                      <a:lnTo>
                        <a:pt x="122" y="28"/>
                      </a:lnTo>
                      <a:lnTo>
                        <a:pt x="29" y="0"/>
                      </a:lnTo>
                      <a:lnTo>
                        <a:pt x="14" y="51"/>
                      </a:lnTo>
                      <a:lnTo>
                        <a:pt x="0" y="102"/>
                      </a:lnTo>
                      <a:lnTo>
                        <a:pt x="93" y="1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2" name="Freeform 511">
                  <a:extLst>
                    <a:ext uri="{FF2B5EF4-FFF2-40B4-BE49-F238E27FC236}">
                      <a16:creationId xmlns:a16="http://schemas.microsoft.com/office/drawing/2014/main" id="{8EDA3478-A47D-3E6A-CBF7-63BC8307CF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1789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93" y="130"/>
                      </a:moveTo>
                      <a:lnTo>
                        <a:pt x="108" y="79"/>
                      </a:lnTo>
                      <a:lnTo>
                        <a:pt x="122" y="28"/>
                      </a:lnTo>
                      <a:lnTo>
                        <a:pt x="29" y="0"/>
                      </a:lnTo>
                      <a:lnTo>
                        <a:pt x="14" y="51"/>
                      </a:lnTo>
                      <a:lnTo>
                        <a:pt x="0" y="102"/>
                      </a:lnTo>
                      <a:lnTo>
                        <a:pt x="93" y="1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3" name="Freeform 512">
                  <a:extLst>
                    <a:ext uri="{FF2B5EF4-FFF2-40B4-BE49-F238E27FC236}">
                      <a16:creationId xmlns:a16="http://schemas.microsoft.com/office/drawing/2014/main" id="{C3C3F1D4-E4CD-DCD1-5CD0-316749CB6D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0" y="178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0" y="53"/>
                      </a:moveTo>
                      <a:lnTo>
                        <a:pt x="15" y="2"/>
                      </a:lnTo>
                      <a:lnTo>
                        <a:pt x="9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4" name="Line 513">
                  <a:extLst>
                    <a:ext uri="{FF2B5EF4-FFF2-40B4-BE49-F238E27FC236}">
                      <a16:creationId xmlns:a16="http://schemas.microsoft.com/office/drawing/2014/main" id="{DC439705-3DA5-B30B-005F-FD7027F1F1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871" y="1789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5" name="Freeform 514">
                  <a:extLst>
                    <a:ext uri="{FF2B5EF4-FFF2-40B4-BE49-F238E27FC236}">
                      <a16:creationId xmlns:a16="http://schemas.microsoft.com/office/drawing/2014/main" id="{A4F81E04-2B69-6AA7-6233-5E78CEDF6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3" y="1786"/>
                  <a:ext cx="18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96" y="122"/>
                      </a:moveTo>
                      <a:lnTo>
                        <a:pt x="104" y="69"/>
                      </a:lnTo>
                      <a:lnTo>
                        <a:pt x="113" y="16"/>
                      </a:lnTo>
                      <a:lnTo>
                        <a:pt x="16" y="0"/>
                      </a:lnTo>
                      <a:lnTo>
                        <a:pt x="8" y="53"/>
                      </a:lnTo>
                      <a:lnTo>
                        <a:pt x="0" y="106"/>
                      </a:lnTo>
                      <a:lnTo>
                        <a:pt x="96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6" name="Freeform 515">
                  <a:extLst>
                    <a:ext uri="{FF2B5EF4-FFF2-40B4-BE49-F238E27FC236}">
                      <a16:creationId xmlns:a16="http://schemas.microsoft.com/office/drawing/2014/main" id="{C2E2FCDC-3018-8F14-8F5D-A105DD9DC1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3" y="1786"/>
                  <a:ext cx="18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96" y="122"/>
                      </a:moveTo>
                      <a:lnTo>
                        <a:pt x="104" y="69"/>
                      </a:lnTo>
                      <a:lnTo>
                        <a:pt x="113" y="16"/>
                      </a:lnTo>
                      <a:lnTo>
                        <a:pt x="16" y="0"/>
                      </a:lnTo>
                      <a:lnTo>
                        <a:pt x="8" y="53"/>
                      </a:lnTo>
                      <a:lnTo>
                        <a:pt x="0" y="106"/>
                      </a:lnTo>
                      <a:lnTo>
                        <a:pt x="96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7" name="Freeform 516">
                  <a:extLst>
                    <a:ext uri="{FF2B5EF4-FFF2-40B4-BE49-F238E27FC236}">
                      <a16:creationId xmlns:a16="http://schemas.microsoft.com/office/drawing/2014/main" id="{B4023C8D-7429-0B78-5CBF-43C7BDF2BB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" y="1786"/>
                  <a:ext cx="1" cy="9"/>
                </a:xfrm>
                <a:custGeom>
                  <a:avLst/>
                  <a:gdLst>
                    <a:gd name="T0" fmla="*/ 0 w 8"/>
                    <a:gd name="T1" fmla="*/ 0 h 53"/>
                    <a:gd name="T2" fmla="*/ 0 w 8"/>
                    <a:gd name="T3" fmla="*/ 0 h 53"/>
                    <a:gd name="T4" fmla="*/ 0 w 8"/>
                    <a:gd name="T5" fmla="*/ 0 h 53"/>
                    <a:gd name="T6" fmla="*/ 0 w 8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"/>
                    <a:gd name="T13" fmla="*/ 0 h 53"/>
                    <a:gd name="T14" fmla="*/ 8 w 8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" h="53">
                      <a:moveTo>
                        <a:pt x="0" y="53"/>
                      </a:moveTo>
                      <a:lnTo>
                        <a:pt x="8" y="0"/>
                      </a:lnTo>
                      <a:lnTo>
                        <a:pt x="3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8" name="Line 517">
                  <a:extLst>
                    <a:ext uri="{FF2B5EF4-FFF2-40B4-BE49-F238E27FC236}">
                      <a16:creationId xmlns:a16="http://schemas.microsoft.com/office/drawing/2014/main" id="{545CD255-2540-6D94-5ECD-7E09703D44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55" y="17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9" name="Freeform 518">
                  <a:extLst>
                    <a:ext uri="{FF2B5EF4-FFF2-40B4-BE49-F238E27FC236}">
                      <a16:creationId xmlns:a16="http://schemas.microsoft.com/office/drawing/2014/main" id="{D608F143-4FEC-56F9-0CAB-BBB5DD106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1785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97" y="111"/>
                      </a:moveTo>
                      <a:lnTo>
                        <a:pt x="100" y="58"/>
                      </a:lnTo>
                      <a:lnTo>
                        <a:pt x="103" y="5"/>
                      </a:lnTo>
                      <a:lnTo>
                        <a:pt x="7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0" name="Freeform 519">
                  <a:extLst>
                    <a:ext uri="{FF2B5EF4-FFF2-40B4-BE49-F238E27FC236}">
                      <a16:creationId xmlns:a16="http://schemas.microsoft.com/office/drawing/2014/main" id="{3A244025-B891-A2FD-DBC1-A8848201B4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1785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97" y="111"/>
                      </a:moveTo>
                      <a:lnTo>
                        <a:pt x="100" y="58"/>
                      </a:lnTo>
                      <a:lnTo>
                        <a:pt x="103" y="5"/>
                      </a:lnTo>
                      <a:lnTo>
                        <a:pt x="7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1" name="Freeform 520">
                  <a:extLst>
                    <a:ext uri="{FF2B5EF4-FFF2-40B4-BE49-F238E27FC236}">
                      <a16:creationId xmlns:a16="http://schemas.microsoft.com/office/drawing/2014/main" id="{7BA15C5D-24C4-DCFE-548B-B7D422EE98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1785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4" y="53"/>
                      </a:move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2" name="Line 521">
                  <a:extLst>
                    <a:ext uri="{FF2B5EF4-FFF2-40B4-BE49-F238E27FC236}">
                      <a16:creationId xmlns:a16="http://schemas.microsoft.com/office/drawing/2014/main" id="{87D1E02E-A1D4-9ED3-AEAE-D8329B2769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37" y="178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" name="Freeform 522">
                  <a:extLst>
                    <a:ext uri="{FF2B5EF4-FFF2-40B4-BE49-F238E27FC236}">
                      <a16:creationId xmlns:a16="http://schemas.microsoft.com/office/drawing/2014/main" id="{EE99505D-5F97-1031-E0F3-254E1A4912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1785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104" y="106"/>
                      </a:moveTo>
                      <a:lnTo>
                        <a:pt x="101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4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" name="Freeform 523">
                  <a:extLst>
                    <a:ext uri="{FF2B5EF4-FFF2-40B4-BE49-F238E27FC236}">
                      <a16:creationId xmlns:a16="http://schemas.microsoft.com/office/drawing/2014/main" id="{B6DC74BC-2B90-F1AA-3DE8-DA42B560AE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1785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104" y="106"/>
                      </a:moveTo>
                      <a:lnTo>
                        <a:pt x="101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4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" name="Freeform 524">
                  <a:extLst>
                    <a:ext uri="{FF2B5EF4-FFF2-40B4-BE49-F238E27FC236}">
                      <a16:creationId xmlns:a16="http://schemas.microsoft.com/office/drawing/2014/main" id="{7AECA156-07F7-A252-28D6-E568581FF5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0" y="1786"/>
                  <a:ext cx="2" cy="9"/>
                </a:xfrm>
                <a:custGeom>
                  <a:avLst/>
                  <a:gdLst>
                    <a:gd name="T0" fmla="*/ 0 w 8"/>
                    <a:gd name="T1" fmla="*/ 0 h 53"/>
                    <a:gd name="T2" fmla="*/ 0 w 8"/>
                    <a:gd name="T3" fmla="*/ 0 h 53"/>
                    <a:gd name="T4" fmla="*/ 0 w 8"/>
                    <a:gd name="T5" fmla="*/ 0 h 53"/>
                    <a:gd name="T6" fmla="*/ 0 w 8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"/>
                    <a:gd name="T13" fmla="*/ 0 h 53"/>
                    <a:gd name="T14" fmla="*/ 8 w 8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" h="53">
                      <a:moveTo>
                        <a:pt x="8" y="5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8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" name="Line 525">
                  <a:extLst>
                    <a:ext uri="{FF2B5EF4-FFF2-40B4-BE49-F238E27FC236}">
                      <a16:creationId xmlns:a16="http://schemas.microsoft.com/office/drawing/2014/main" id="{69A3AE95-9174-48F7-51A5-66009CC90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20" y="17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" name="Freeform 526">
                  <a:extLst>
                    <a:ext uri="{FF2B5EF4-FFF2-40B4-BE49-F238E27FC236}">
                      <a16:creationId xmlns:a16="http://schemas.microsoft.com/office/drawing/2014/main" id="{2D11D39A-FED2-1E9F-905A-64B1A9AA4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1786"/>
                  <a:ext cx="19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113" y="106"/>
                      </a:moveTo>
                      <a:lnTo>
                        <a:pt x="104" y="53"/>
                      </a:lnTo>
                      <a:lnTo>
                        <a:pt x="96" y="0"/>
                      </a:lnTo>
                      <a:lnTo>
                        <a:pt x="0" y="16"/>
                      </a:lnTo>
                      <a:lnTo>
                        <a:pt x="9" y="69"/>
                      </a:lnTo>
                      <a:lnTo>
                        <a:pt x="17" y="122"/>
                      </a:lnTo>
                      <a:lnTo>
                        <a:pt x="113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8" name="Freeform 527">
                  <a:extLst>
                    <a:ext uri="{FF2B5EF4-FFF2-40B4-BE49-F238E27FC236}">
                      <a16:creationId xmlns:a16="http://schemas.microsoft.com/office/drawing/2014/main" id="{2588E437-1C83-B392-1E7D-74B19D427A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1786"/>
                  <a:ext cx="19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113" y="106"/>
                      </a:moveTo>
                      <a:lnTo>
                        <a:pt x="104" y="53"/>
                      </a:lnTo>
                      <a:lnTo>
                        <a:pt x="96" y="0"/>
                      </a:lnTo>
                      <a:lnTo>
                        <a:pt x="0" y="16"/>
                      </a:lnTo>
                      <a:lnTo>
                        <a:pt x="9" y="69"/>
                      </a:lnTo>
                      <a:lnTo>
                        <a:pt x="17" y="122"/>
                      </a:lnTo>
                      <a:lnTo>
                        <a:pt x="113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9" name="Freeform 528">
                  <a:extLst>
                    <a:ext uri="{FF2B5EF4-FFF2-40B4-BE49-F238E27FC236}">
                      <a16:creationId xmlns:a16="http://schemas.microsoft.com/office/drawing/2014/main" id="{225950E0-7703-9FF7-A91C-F88AA9D481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3" y="178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53"/>
                      </a:moveTo>
                      <a:lnTo>
                        <a:pt x="6" y="0"/>
                      </a:lnTo>
                      <a:lnTo>
                        <a:pt x="0" y="2"/>
                      </a:lnTo>
                      <a:lnTo>
                        <a:pt x="1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0" name="Line 529">
                  <a:extLst>
                    <a:ext uri="{FF2B5EF4-FFF2-40B4-BE49-F238E27FC236}">
                      <a16:creationId xmlns:a16="http://schemas.microsoft.com/office/drawing/2014/main" id="{8CBAE35E-7004-4CA9-3170-945F3E19A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03" y="17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1" name="Freeform 530">
                  <a:extLst>
                    <a:ext uri="{FF2B5EF4-FFF2-40B4-BE49-F238E27FC236}">
                      <a16:creationId xmlns:a16="http://schemas.microsoft.com/office/drawing/2014/main" id="{AD8D6984-CE92-9BFD-0679-068958C524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1789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123" y="102"/>
                      </a:moveTo>
                      <a:lnTo>
                        <a:pt x="108" y="51"/>
                      </a:lnTo>
                      <a:lnTo>
                        <a:pt x="93" y="0"/>
                      </a:lnTo>
                      <a:lnTo>
                        <a:pt x="0" y="28"/>
                      </a:lnTo>
                      <a:lnTo>
                        <a:pt x="15" y="79"/>
                      </a:lnTo>
                      <a:lnTo>
                        <a:pt x="30" y="130"/>
                      </a:lnTo>
                      <a:lnTo>
                        <a:pt x="123" y="1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2" name="Freeform 531">
                  <a:extLst>
                    <a:ext uri="{FF2B5EF4-FFF2-40B4-BE49-F238E27FC236}">
                      <a16:creationId xmlns:a16="http://schemas.microsoft.com/office/drawing/2014/main" id="{7EE7A687-2365-A0C3-B2C0-FA52940676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1789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123" y="102"/>
                      </a:moveTo>
                      <a:lnTo>
                        <a:pt x="108" y="51"/>
                      </a:lnTo>
                      <a:lnTo>
                        <a:pt x="93" y="0"/>
                      </a:lnTo>
                      <a:lnTo>
                        <a:pt x="0" y="28"/>
                      </a:lnTo>
                      <a:lnTo>
                        <a:pt x="15" y="79"/>
                      </a:lnTo>
                      <a:lnTo>
                        <a:pt x="30" y="130"/>
                      </a:lnTo>
                      <a:lnTo>
                        <a:pt x="123" y="10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3" name="Freeform 532">
                  <a:extLst>
                    <a:ext uri="{FF2B5EF4-FFF2-40B4-BE49-F238E27FC236}">
                      <a16:creationId xmlns:a16="http://schemas.microsoft.com/office/drawing/2014/main" id="{2F01FFC8-4DBD-79F0-36DB-CAB5462892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7" y="1794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20" y="51"/>
                      </a:moveTo>
                      <a:lnTo>
                        <a:pt x="5" y="0"/>
                      </a:lnTo>
                      <a:lnTo>
                        <a:pt x="0" y="1"/>
                      </a:lnTo>
                      <a:lnTo>
                        <a:pt x="2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4" name="Line 533">
                  <a:extLst>
                    <a:ext uri="{FF2B5EF4-FFF2-40B4-BE49-F238E27FC236}">
                      <a16:creationId xmlns:a16="http://schemas.microsoft.com/office/drawing/2014/main" id="{D5B2482A-9D8E-6927-F64D-EA85F28773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87" y="17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5" name="Freeform 534">
                  <a:extLst>
                    <a:ext uri="{FF2B5EF4-FFF2-40B4-BE49-F238E27FC236}">
                      <a16:creationId xmlns:a16="http://schemas.microsoft.com/office/drawing/2014/main" id="{DF112663-B53D-F35C-9FBB-7E6A1E8109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130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7"/>
                      </a:lnTo>
                      <a:lnTo>
                        <a:pt x="20" y="87"/>
                      </a:lnTo>
                      <a:lnTo>
                        <a:pt x="40" y="137"/>
                      </a:lnTo>
                      <a:lnTo>
                        <a:pt x="130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6" name="Freeform 535">
                  <a:extLst>
                    <a:ext uri="{FF2B5EF4-FFF2-40B4-BE49-F238E27FC236}">
                      <a16:creationId xmlns:a16="http://schemas.microsoft.com/office/drawing/2014/main" id="{EA957C91-B755-905B-328A-7AC2D0FE1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130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7"/>
                      </a:lnTo>
                      <a:lnTo>
                        <a:pt x="20" y="87"/>
                      </a:lnTo>
                      <a:lnTo>
                        <a:pt x="40" y="137"/>
                      </a:lnTo>
                      <a:lnTo>
                        <a:pt x="130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7" name="Freeform 536">
                  <a:extLst>
                    <a:ext uri="{FF2B5EF4-FFF2-40B4-BE49-F238E27FC236}">
                      <a16:creationId xmlns:a16="http://schemas.microsoft.com/office/drawing/2014/main" id="{354F83FE-5013-15F1-10B6-A1C17FF61A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1" y="1800"/>
                  <a:ext cx="4" cy="8"/>
                </a:xfrm>
                <a:custGeom>
                  <a:avLst/>
                  <a:gdLst>
                    <a:gd name="T0" fmla="*/ 0 w 26"/>
                    <a:gd name="T1" fmla="*/ 0 h 50"/>
                    <a:gd name="T2" fmla="*/ 0 w 26"/>
                    <a:gd name="T3" fmla="*/ 0 h 50"/>
                    <a:gd name="T4" fmla="*/ 0 w 26"/>
                    <a:gd name="T5" fmla="*/ 0 h 50"/>
                    <a:gd name="T6" fmla="*/ 0 w 26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50"/>
                    <a:gd name="T14" fmla="*/ 26 w 26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50">
                      <a:moveTo>
                        <a:pt x="26" y="50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8" name="Line 537">
                  <a:extLst>
                    <a:ext uri="{FF2B5EF4-FFF2-40B4-BE49-F238E27FC236}">
                      <a16:creationId xmlns:a16="http://schemas.microsoft.com/office/drawing/2014/main" id="{5306D7F4-1A82-B920-073F-0EB15DAAF5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71" y="18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9" name="Freeform 538">
                  <a:extLst>
                    <a:ext uri="{FF2B5EF4-FFF2-40B4-BE49-F238E27FC236}">
                      <a16:creationId xmlns:a16="http://schemas.microsoft.com/office/drawing/2014/main" id="{C4572640-4279-A98A-E80F-E6DB1C449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801"/>
                  <a:ext cx="23" cy="23"/>
                </a:xfrm>
                <a:custGeom>
                  <a:avLst/>
                  <a:gdLst>
                    <a:gd name="T0" fmla="*/ 0 w 135"/>
                    <a:gd name="T1" fmla="*/ 0 h 140"/>
                    <a:gd name="T2" fmla="*/ 0 w 135"/>
                    <a:gd name="T3" fmla="*/ 0 h 140"/>
                    <a:gd name="T4" fmla="*/ 0 w 135"/>
                    <a:gd name="T5" fmla="*/ 0 h 140"/>
                    <a:gd name="T6" fmla="*/ 0 w 135"/>
                    <a:gd name="T7" fmla="*/ 0 h 140"/>
                    <a:gd name="T8" fmla="*/ 0 w 135"/>
                    <a:gd name="T9" fmla="*/ 0 h 140"/>
                    <a:gd name="T10" fmla="*/ 0 w 135"/>
                    <a:gd name="T11" fmla="*/ 0 h 140"/>
                    <a:gd name="T12" fmla="*/ 0 w 135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40"/>
                    <a:gd name="T23" fmla="*/ 135 w 135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40">
                      <a:moveTo>
                        <a:pt x="135" y="93"/>
                      </a:moveTo>
                      <a:lnTo>
                        <a:pt x="110" y="47"/>
                      </a:lnTo>
                      <a:lnTo>
                        <a:pt x="84" y="0"/>
                      </a:lnTo>
                      <a:lnTo>
                        <a:pt x="0" y="47"/>
                      </a:lnTo>
                      <a:lnTo>
                        <a:pt x="25" y="93"/>
                      </a:lnTo>
                      <a:lnTo>
                        <a:pt x="50" y="140"/>
                      </a:lnTo>
                      <a:lnTo>
                        <a:pt x="135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0" name="Freeform 539">
                  <a:extLst>
                    <a:ext uri="{FF2B5EF4-FFF2-40B4-BE49-F238E27FC236}">
                      <a16:creationId xmlns:a16="http://schemas.microsoft.com/office/drawing/2014/main" id="{24209959-CA05-6AA9-CA23-8A30A6CFD3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801"/>
                  <a:ext cx="23" cy="23"/>
                </a:xfrm>
                <a:custGeom>
                  <a:avLst/>
                  <a:gdLst>
                    <a:gd name="T0" fmla="*/ 0 w 135"/>
                    <a:gd name="T1" fmla="*/ 0 h 140"/>
                    <a:gd name="T2" fmla="*/ 0 w 135"/>
                    <a:gd name="T3" fmla="*/ 0 h 140"/>
                    <a:gd name="T4" fmla="*/ 0 w 135"/>
                    <a:gd name="T5" fmla="*/ 0 h 140"/>
                    <a:gd name="T6" fmla="*/ 0 w 135"/>
                    <a:gd name="T7" fmla="*/ 0 h 140"/>
                    <a:gd name="T8" fmla="*/ 0 w 135"/>
                    <a:gd name="T9" fmla="*/ 0 h 140"/>
                    <a:gd name="T10" fmla="*/ 0 w 135"/>
                    <a:gd name="T11" fmla="*/ 0 h 140"/>
                    <a:gd name="T12" fmla="*/ 0 w 135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40"/>
                    <a:gd name="T23" fmla="*/ 135 w 135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40">
                      <a:moveTo>
                        <a:pt x="135" y="93"/>
                      </a:moveTo>
                      <a:lnTo>
                        <a:pt x="110" y="47"/>
                      </a:lnTo>
                      <a:lnTo>
                        <a:pt x="84" y="0"/>
                      </a:lnTo>
                      <a:lnTo>
                        <a:pt x="0" y="47"/>
                      </a:lnTo>
                      <a:lnTo>
                        <a:pt x="25" y="93"/>
                      </a:lnTo>
                      <a:lnTo>
                        <a:pt x="50" y="140"/>
                      </a:lnTo>
                      <a:lnTo>
                        <a:pt x="135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1" name="Freeform 540">
                  <a:extLst>
                    <a:ext uri="{FF2B5EF4-FFF2-40B4-BE49-F238E27FC236}">
                      <a16:creationId xmlns:a16="http://schemas.microsoft.com/office/drawing/2014/main" id="{93484CBB-9EB5-50B6-8E0D-A93EF0467F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6" y="1808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46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31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2" name="Line 541">
                  <a:extLst>
                    <a:ext uri="{FF2B5EF4-FFF2-40B4-BE49-F238E27FC236}">
                      <a16:creationId xmlns:a16="http://schemas.microsoft.com/office/drawing/2014/main" id="{6CCB3E18-8F8D-CF05-3587-2674E70684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56" y="18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3" name="Freeform 542">
                  <a:extLst>
                    <a:ext uri="{FF2B5EF4-FFF2-40B4-BE49-F238E27FC236}">
                      <a16:creationId xmlns:a16="http://schemas.microsoft.com/office/drawing/2014/main" id="{CAAAEF13-5178-9F54-67F6-40A96534AB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1809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141" y="87"/>
                      </a:moveTo>
                      <a:lnTo>
                        <a:pt x="110" y="43"/>
                      </a:lnTo>
                      <a:lnTo>
                        <a:pt x="79" y="0"/>
                      </a:lnTo>
                      <a:lnTo>
                        <a:pt x="0" y="56"/>
                      </a:lnTo>
                      <a:lnTo>
                        <a:pt x="31" y="100"/>
                      </a:lnTo>
                      <a:lnTo>
                        <a:pt x="61" y="143"/>
                      </a:lnTo>
                      <a:lnTo>
                        <a:pt x="141" y="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4" name="Freeform 543">
                  <a:extLst>
                    <a:ext uri="{FF2B5EF4-FFF2-40B4-BE49-F238E27FC236}">
                      <a16:creationId xmlns:a16="http://schemas.microsoft.com/office/drawing/2014/main" id="{EBB27D96-9A16-8CE0-6736-1DBD018C43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1809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141" y="87"/>
                      </a:moveTo>
                      <a:lnTo>
                        <a:pt x="110" y="43"/>
                      </a:lnTo>
                      <a:lnTo>
                        <a:pt x="79" y="0"/>
                      </a:lnTo>
                      <a:lnTo>
                        <a:pt x="0" y="56"/>
                      </a:lnTo>
                      <a:lnTo>
                        <a:pt x="31" y="100"/>
                      </a:lnTo>
                      <a:lnTo>
                        <a:pt x="61" y="143"/>
                      </a:lnTo>
                      <a:lnTo>
                        <a:pt x="141" y="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5" name="Freeform 544">
                  <a:extLst>
                    <a:ext uri="{FF2B5EF4-FFF2-40B4-BE49-F238E27FC236}">
                      <a16:creationId xmlns:a16="http://schemas.microsoft.com/office/drawing/2014/main" id="{ADF90917-D7D6-EF2D-1FD8-430A3F9A63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1818"/>
                  <a:ext cx="6" cy="8"/>
                </a:xfrm>
                <a:custGeom>
                  <a:avLst/>
                  <a:gdLst>
                    <a:gd name="T0" fmla="*/ 0 w 36"/>
                    <a:gd name="T1" fmla="*/ 0 h 44"/>
                    <a:gd name="T2" fmla="*/ 0 w 36"/>
                    <a:gd name="T3" fmla="*/ 0 h 44"/>
                    <a:gd name="T4" fmla="*/ 0 w 36"/>
                    <a:gd name="T5" fmla="*/ 0 h 44"/>
                    <a:gd name="T6" fmla="*/ 0 w 36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4"/>
                    <a:gd name="T14" fmla="*/ 36 w 36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4">
                      <a:moveTo>
                        <a:pt x="36" y="44"/>
                      </a:moveTo>
                      <a:lnTo>
                        <a:pt x="5" y="0"/>
                      </a:lnTo>
                      <a:lnTo>
                        <a:pt x="0" y="3"/>
                      </a:lnTo>
                      <a:lnTo>
                        <a:pt x="36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6" name="Line 545">
                  <a:extLst>
                    <a:ext uri="{FF2B5EF4-FFF2-40B4-BE49-F238E27FC236}">
                      <a16:creationId xmlns:a16="http://schemas.microsoft.com/office/drawing/2014/main" id="{8FAAE26E-A54F-63EE-76C1-8FE5F89737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42" y="181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7" name="Freeform 546">
                  <a:extLst>
                    <a:ext uri="{FF2B5EF4-FFF2-40B4-BE49-F238E27FC236}">
                      <a16:creationId xmlns:a16="http://schemas.microsoft.com/office/drawing/2014/main" id="{4074E941-B23B-CF6A-761B-13516EBBE0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1819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144" y="81"/>
                      </a:moveTo>
                      <a:lnTo>
                        <a:pt x="108" y="41"/>
                      </a:lnTo>
                      <a:lnTo>
                        <a:pt x="72" y="0"/>
                      </a:lnTo>
                      <a:lnTo>
                        <a:pt x="0" y="65"/>
                      </a:lnTo>
                      <a:lnTo>
                        <a:pt x="36" y="105"/>
                      </a:lnTo>
                      <a:lnTo>
                        <a:pt x="72" y="145"/>
                      </a:lnTo>
                      <a:lnTo>
                        <a:pt x="144" y="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8" name="Freeform 547">
                  <a:extLst>
                    <a:ext uri="{FF2B5EF4-FFF2-40B4-BE49-F238E27FC236}">
                      <a16:creationId xmlns:a16="http://schemas.microsoft.com/office/drawing/2014/main" id="{8A57F3F2-64FF-AEB6-8188-4220A1B999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1819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144" y="81"/>
                      </a:moveTo>
                      <a:lnTo>
                        <a:pt x="108" y="41"/>
                      </a:lnTo>
                      <a:lnTo>
                        <a:pt x="72" y="0"/>
                      </a:lnTo>
                      <a:lnTo>
                        <a:pt x="0" y="65"/>
                      </a:lnTo>
                      <a:lnTo>
                        <a:pt x="36" y="105"/>
                      </a:lnTo>
                      <a:lnTo>
                        <a:pt x="72" y="145"/>
                      </a:lnTo>
                      <a:lnTo>
                        <a:pt x="144" y="8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9" name="Freeform 548">
                  <a:extLst>
                    <a:ext uri="{FF2B5EF4-FFF2-40B4-BE49-F238E27FC236}">
                      <a16:creationId xmlns:a16="http://schemas.microsoft.com/office/drawing/2014/main" id="{DA1019ED-8ECE-B96F-344D-EEBD31B2BE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9" y="1830"/>
                  <a:ext cx="7" cy="6"/>
                </a:xfrm>
                <a:custGeom>
                  <a:avLst/>
                  <a:gdLst>
                    <a:gd name="T0" fmla="*/ 0 w 41"/>
                    <a:gd name="T1" fmla="*/ 0 h 40"/>
                    <a:gd name="T2" fmla="*/ 0 w 41"/>
                    <a:gd name="T3" fmla="*/ 0 h 40"/>
                    <a:gd name="T4" fmla="*/ 0 w 41"/>
                    <a:gd name="T5" fmla="*/ 0 h 40"/>
                    <a:gd name="T6" fmla="*/ 0 w 41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"/>
                    <a:gd name="T13" fmla="*/ 0 h 40"/>
                    <a:gd name="T14" fmla="*/ 41 w 41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" h="40">
                      <a:moveTo>
                        <a:pt x="41" y="40"/>
                      </a:moveTo>
                      <a:lnTo>
                        <a:pt x="5" y="0"/>
                      </a:lnTo>
                      <a:lnTo>
                        <a:pt x="0" y="5"/>
                      </a:lnTo>
                      <a:lnTo>
                        <a:pt x="41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0" name="Line 549">
                  <a:extLst>
                    <a:ext uri="{FF2B5EF4-FFF2-40B4-BE49-F238E27FC236}">
                      <a16:creationId xmlns:a16="http://schemas.microsoft.com/office/drawing/2014/main" id="{C574F0FB-7FB5-6B86-6FD7-29F2E7A5F2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29" y="18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1" name="Freeform 550">
                  <a:extLst>
                    <a:ext uri="{FF2B5EF4-FFF2-40B4-BE49-F238E27FC236}">
                      <a16:creationId xmlns:a16="http://schemas.microsoft.com/office/drawing/2014/main" id="{5C33F097-853A-E7E1-B7A0-B07516DE8A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1831"/>
                  <a:ext cx="25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145" y="70"/>
                      </a:moveTo>
                      <a:lnTo>
                        <a:pt x="105" y="35"/>
                      </a:lnTo>
                      <a:lnTo>
                        <a:pt x="64" y="0"/>
                      </a:lnTo>
                      <a:lnTo>
                        <a:pt x="0" y="73"/>
                      </a:lnTo>
                      <a:lnTo>
                        <a:pt x="40" y="108"/>
                      </a:lnTo>
                      <a:lnTo>
                        <a:pt x="80" y="143"/>
                      </a:lnTo>
                      <a:lnTo>
                        <a:pt x="145" y="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2" name="Freeform 551">
                  <a:extLst>
                    <a:ext uri="{FF2B5EF4-FFF2-40B4-BE49-F238E27FC236}">
                      <a16:creationId xmlns:a16="http://schemas.microsoft.com/office/drawing/2014/main" id="{08CE97D2-2BA3-5AA8-5D55-3D9DF796E0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1831"/>
                  <a:ext cx="25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145" y="70"/>
                      </a:moveTo>
                      <a:lnTo>
                        <a:pt x="105" y="35"/>
                      </a:lnTo>
                      <a:lnTo>
                        <a:pt x="64" y="0"/>
                      </a:lnTo>
                      <a:lnTo>
                        <a:pt x="0" y="73"/>
                      </a:lnTo>
                      <a:lnTo>
                        <a:pt x="40" y="108"/>
                      </a:lnTo>
                      <a:lnTo>
                        <a:pt x="80" y="143"/>
                      </a:lnTo>
                      <a:lnTo>
                        <a:pt x="145" y="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3" name="Freeform 552">
                  <a:extLst>
                    <a:ext uri="{FF2B5EF4-FFF2-40B4-BE49-F238E27FC236}">
                      <a16:creationId xmlns:a16="http://schemas.microsoft.com/office/drawing/2014/main" id="{36580339-5A99-45DE-9786-2E953CB859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1843"/>
                  <a:ext cx="7" cy="6"/>
                </a:xfrm>
                <a:custGeom>
                  <a:avLst/>
                  <a:gdLst>
                    <a:gd name="T0" fmla="*/ 0 w 43"/>
                    <a:gd name="T1" fmla="*/ 0 h 35"/>
                    <a:gd name="T2" fmla="*/ 0 w 43"/>
                    <a:gd name="T3" fmla="*/ 0 h 35"/>
                    <a:gd name="T4" fmla="*/ 0 w 43"/>
                    <a:gd name="T5" fmla="*/ 0 h 35"/>
                    <a:gd name="T6" fmla="*/ 0 w 43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5"/>
                    <a:gd name="T14" fmla="*/ 43 w 43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5">
                      <a:moveTo>
                        <a:pt x="43" y="35"/>
                      </a:moveTo>
                      <a:lnTo>
                        <a:pt x="3" y="0"/>
                      </a:lnTo>
                      <a:lnTo>
                        <a:pt x="0" y="4"/>
                      </a:lnTo>
                      <a:lnTo>
                        <a:pt x="43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4" name="Line 553">
                  <a:extLst>
                    <a:ext uri="{FF2B5EF4-FFF2-40B4-BE49-F238E27FC236}">
                      <a16:creationId xmlns:a16="http://schemas.microsoft.com/office/drawing/2014/main" id="{52080286-E5E4-54CE-DA70-8915D33825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18" y="1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5" name="Freeform 554">
                  <a:extLst>
                    <a:ext uri="{FF2B5EF4-FFF2-40B4-BE49-F238E27FC236}">
                      <a16:creationId xmlns:a16="http://schemas.microsoft.com/office/drawing/2014/main" id="{2EEBF684-77CB-97B7-F67E-1C1E7B731A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1843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142" y="62"/>
                      </a:move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80"/>
                      </a:lnTo>
                      <a:lnTo>
                        <a:pt x="43" y="111"/>
                      </a:lnTo>
                      <a:lnTo>
                        <a:pt x="86" y="141"/>
                      </a:lnTo>
                      <a:lnTo>
                        <a:pt x="142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6" name="Freeform 555">
                  <a:extLst>
                    <a:ext uri="{FF2B5EF4-FFF2-40B4-BE49-F238E27FC236}">
                      <a16:creationId xmlns:a16="http://schemas.microsoft.com/office/drawing/2014/main" id="{210DA611-1814-C0B0-07A6-39F3AF289E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1843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142" y="62"/>
                      </a:move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80"/>
                      </a:lnTo>
                      <a:lnTo>
                        <a:pt x="43" y="111"/>
                      </a:lnTo>
                      <a:lnTo>
                        <a:pt x="86" y="141"/>
                      </a:lnTo>
                      <a:lnTo>
                        <a:pt x="142" y="6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7" name="Freeform 556">
                  <a:extLst>
                    <a:ext uri="{FF2B5EF4-FFF2-40B4-BE49-F238E27FC236}">
                      <a16:creationId xmlns:a16="http://schemas.microsoft.com/office/drawing/2014/main" id="{24FB8469-BC53-A9F9-7DF4-39E6F95B4C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8" y="1857"/>
                  <a:ext cx="8" cy="5"/>
                </a:xfrm>
                <a:custGeom>
                  <a:avLst/>
                  <a:gdLst>
                    <a:gd name="T0" fmla="*/ 0 w 47"/>
                    <a:gd name="T1" fmla="*/ 0 h 31"/>
                    <a:gd name="T2" fmla="*/ 0 w 47"/>
                    <a:gd name="T3" fmla="*/ 0 h 31"/>
                    <a:gd name="T4" fmla="*/ 0 w 47"/>
                    <a:gd name="T5" fmla="*/ 0 h 31"/>
                    <a:gd name="T6" fmla="*/ 0 w 47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1"/>
                    <a:gd name="T14" fmla="*/ 47 w 47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1">
                      <a:moveTo>
                        <a:pt x="47" y="31"/>
                      </a:moveTo>
                      <a:lnTo>
                        <a:pt x="4" y="0"/>
                      </a:lnTo>
                      <a:lnTo>
                        <a:pt x="0" y="4"/>
                      </a:lnTo>
                      <a:lnTo>
                        <a:pt x="47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8" name="Line 557">
                  <a:extLst>
                    <a:ext uri="{FF2B5EF4-FFF2-40B4-BE49-F238E27FC236}">
                      <a16:creationId xmlns:a16="http://schemas.microsoft.com/office/drawing/2014/main" id="{5862835C-8059-559F-3C86-5A4150E977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08" y="185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9" name="Freeform 558">
                  <a:extLst>
                    <a:ext uri="{FF2B5EF4-FFF2-40B4-BE49-F238E27FC236}">
                      <a16:creationId xmlns:a16="http://schemas.microsoft.com/office/drawing/2014/main" id="{FA8B321A-4B48-E4E7-C374-E66939F878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857"/>
                  <a:ext cx="24" cy="23"/>
                </a:xfrm>
                <a:custGeom>
                  <a:avLst/>
                  <a:gdLst>
                    <a:gd name="T0" fmla="*/ 0 w 141"/>
                    <a:gd name="T1" fmla="*/ 0 h 138"/>
                    <a:gd name="T2" fmla="*/ 0 w 141"/>
                    <a:gd name="T3" fmla="*/ 0 h 138"/>
                    <a:gd name="T4" fmla="*/ 0 w 141"/>
                    <a:gd name="T5" fmla="*/ 0 h 138"/>
                    <a:gd name="T6" fmla="*/ 0 w 141"/>
                    <a:gd name="T7" fmla="*/ 0 h 138"/>
                    <a:gd name="T8" fmla="*/ 0 w 141"/>
                    <a:gd name="T9" fmla="*/ 0 h 138"/>
                    <a:gd name="T10" fmla="*/ 0 w 141"/>
                    <a:gd name="T11" fmla="*/ 0 h 138"/>
                    <a:gd name="T12" fmla="*/ 0 w 141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8"/>
                    <a:gd name="T23" fmla="*/ 141 w 141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8">
                      <a:moveTo>
                        <a:pt x="141" y="53"/>
                      </a:moveTo>
                      <a:lnTo>
                        <a:pt x="94" y="27"/>
                      </a:lnTo>
                      <a:lnTo>
                        <a:pt x="47" y="0"/>
                      </a:lnTo>
                      <a:lnTo>
                        <a:pt x="0" y="85"/>
                      </a:lnTo>
                      <a:lnTo>
                        <a:pt x="46" y="111"/>
                      </a:lnTo>
                      <a:lnTo>
                        <a:pt x="93" y="138"/>
                      </a:lnTo>
                      <a:lnTo>
                        <a:pt x="141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0" name="Freeform 559">
                  <a:extLst>
                    <a:ext uri="{FF2B5EF4-FFF2-40B4-BE49-F238E27FC236}">
                      <a16:creationId xmlns:a16="http://schemas.microsoft.com/office/drawing/2014/main" id="{40CE29D8-E2AE-0DA5-AB3A-F18059C921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857"/>
                  <a:ext cx="24" cy="23"/>
                </a:xfrm>
                <a:custGeom>
                  <a:avLst/>
                  <a:gdLst>
                    <a:gd name="T0" fmla="*/ 0 w 141"/>
                    <a:gd name="T1" fmla="*/ 0 h 138"/>
                    <a:gd name="T2" fmla="*/ 0 w 141"/>
                    <a:gd name="T3" fmla="*/ 0 h 138"/>
                    <a:gd name="T4" fmla="*/ 0 w 141"/>
                    <a:gd name="T5" fmla="*/ 0 h 138"/>
                    <a:gd name="T6" fmla="*/ 0 w 141"/>
                    <a:gd name="T7" fmla="*/ 0 h 138"/>
                    <a:gd name="T8" fmla="*/ 0 w 141"/>
                    <a:gd name="T9" fmla="*/ 0 h 138"/>
                    <a:gd name="T10" fmla="*/ 0 w 141"/>
                    <a:gd name="T11" fmla="*/ 0 h 138"/>
                    <a:gd name="T12" fmla="*/ 0 w 141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8"/>
                    <a:gd name="T23" fmla="*/ 141 w 141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8">
                      <a:moveTo>
                        <a:pt x="141" y="53"/>
                      </a:moveTo>
                      <a:lnTo>
                        <a:pt x="94" y="27"/>
                      </a:lnTo>
                      <a:lnTo>
                        <a:pt x="47" y="0"/>
                      </a:lnTo>
                      <a:lnTo>
                        <a:pt x="0" y="85"/>
                      </a:lnTo>
                      <a:lnTo>
                        <a:pt x="46" y="111"/>
                      </a:lnTo>
                      <a:lnTo>
                        <a:pt x="93" y="138"/>
                      </a:lnTo>
                      <a:lnTo>
                        <a:pt x="141" y="5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1" name="Freeform 560">
                  <a:extLst>
                    <a:ext uri="{FF2B5EF4-FFF2-40B4-BE49-F238E27FC236}">
                      <a16:creationId xmlns:a16="http://schemas.microsoft.com/office/drawing/2014/main" id="{00765327-BD9F-3E3B-AC0F-6AC2BCB257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871"/>
                  <a:ext cx="8" cy="5"/>
                </a:xfrm>
                <a:custGeom>
                  <a:avLst/>
                  <a:gdLst>
                    <a:gd name="T0" fmla="*/ 0 w 49"/>
                    <a:gd name="T1" fmla="*/ 0 h 26"/>
                    <a:gd name="T2" fmla="*/ 0 w 49"/>
                    <a:gd name="T3" fmla="*/ 0 h 26"/>
                    <a:gd name="T4" fmla="*/ 0 w 49"/>
                    <a:gd name="T5" fmla="*/ 0 h 26"/>
                    <a:gd name="T6" fmla="*/ 0 w 49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9"/>
                    <a:gd name="T13" fmla="*/ 0 h 26"/>
                    <a:gd name="T14" fmla="*/ 49 w 49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9" h="26">
                      <a:moveTo>
                        <a:pt x="49" y="26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49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2" name="Line 561">
                  <a:extLst>
                    <a:ext uri="{FF2B5EF4-FFF2-40B4-BE49-F238E27FC236}">
                      <a16:creationId xmlns:a16="http://schemas.microsoft.com/office/drawing/2014/main" id="{A7C6700B-8DCF-30A5-0CBD-5830FB4CFA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00" y="187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3" name="Freeform 562">
                  <a:extLst>
                    <a:ext uri="{FF2B5EF4-FFF2-40B4-BE49-F238E27FC236}">
                      <a16:creationId xmlns:a16="http://schemas.microsoft.com/office/drawing/2014/main" id="{3E208D85-C37B-6223-B033-AAFF17C98C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873"/>
                  <a:ext cx="23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8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4" name="Freeform 563">
                  <a:extLst>
                    <a:ext uri="{FF2B5EF4-FFF2-40B4-BE49-F238E27FC236}">
                      <a16:creationId xmlns:a16="http://schemas.microsoft.com/office/drawing/2014/main" id="{9B14490D-E090-F527-1D9D-6AE8E22301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873"/>
                  <a:ext cx="23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8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5" name="Freeform 564">
                  <a:extLst>
                    <a:ext uri="{FF2B5EF4-FFF2-40B4-BE49-F238E27FC236}">
                      <a16:creationId xmlns:a16="http://schemas.microsoft.com/office/drawing/2014/main" id="{6413EC29-1FDD-BCEC-8EDA-3BAA451B90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888"/>
                  <a:ext cx="9" cy="3"/>
                </a:xfrm>
                <a:custGeom>
                  <a:avLst/>
                  <a:gdLst>
                    <a:gd name="T0" fmla="*/ 0 w 52"/>
                    <a:gd name="T1" fmla="*/ 0 h 20"/>
                    <a:gd name="T2" fmla="*/ 0 w 52"/>
                    <a:gd name="T3" fmla="*/ 0 h 20"/>
                    <a:gd name="T4" fmla="*/ 0 w 52"/>
                    <a:gd name="T5" fmla="*/ 0 h 20"/>
                    <a:gd name="T6" fmla="*/ 0 w 52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20"/>
                    <a:gd name="T14" fmla="*/ 52 w 52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20">
                      <a:moveTo>
                        <a:pt x="52" y="20"/>
                      </a:moveTo>
                      <a:lnTo>
                        <a:pt x="2" y="0"/>
                      </a:lnTo>
                      <a:lnTo>
                        <a:pt x="0" y="5"/>
                      </a:lnTo>
                      <a:lnTo>
                        <a:pt x="5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6" name="Line 565">
                  <a:extLst>
                    <a:ext uri="{FF2B5EF4-FFF2-40B4-BE49-F238E27FC236}">
                      <a16:creationId xmlns:a16="http://schemas.microsoft.com/office/drawing/2014/main" id="{0ABC5A6B-B114-C39F-5F2D-BE22DDDBE0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93" y="18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7" name="Freeform 566">
                  <a:extLst>
                    <a:ext uri="{FF2B5EF4-FFF2-40B4-BE49-F238E27FC236}">
                      <a16:creationId xmlns:a16="http://schemas.microsoft.com/office/drawing/2014/main" id="{BE712F3E-16D6-EE74-8C95-453C456C34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88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30" y="30"/>
                      </a:moveTo>
                      <a:lnTo>
                        <a:pt x="78" y="15"/>
                      </a:lnTo>
                      <a:lnTo>
                        <a:pt x="26" y="0"/>
                      </a:lnTo>
                      <a:lnTo>
                        <a:pt x="0" y="94"/>
                      </a:lnTo>
                      <a:lnTo>
                        <a:pt x="52" y="108"/>
                      </a:lnTo>
                      <a:lnTo>
                        <a:pt x="104" y="123"/>
                      </a:lnTo>
                      <a:lnTo>
                        <a:pt x="130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8" name="Freeform 567">
                  <a:extLst>
                    <a:ext uri="{FF2B5EF4-FFF2-40B4-BE49-F238E27FC236}">
                      <a16:creationId xmlns:a16="http://schemas.microsoft.com/office/drawing/2014/main" id="{9CC0F0CD-1FD7-3138-DDC8-D47EEA137F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88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30" y="30"/>
                      </a:moveTo>
                      <a:lnTo>
                        <a:pt x="78" y="15"/>
                      </a:lnTo>
                      <a:lnTo>
                        <a:pt x="26" y="0"/>
                      </a:lnTo>
                      <a:lnTo>
                        <a:pt x="0" y="94"/>
                      </a:lnTo>
                      <a:lnTo>
                        <a:pt x="52" y="108"/>
                      </a:lnTo>
                      <a:lnTo>
                        <a:pt x="104" y="123"/>
                      </a:lnTo>
                      <a:lnTo>
                        <a:pt x="130" y="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9" name="Freeform 568">
                  <a:extLst>
                    <a:ext uri="{FF2B5EF4-FFF2-40B4-BE49-F238E27FC236}">
                      <a16:creationId xmlns:a16="http://schemas.microsoft.com/office/drawing/2014/main" id="{D565AFF6-EB2D-CD59-DDD8-33334C880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8" y="1904"/>
                  <a:ext cx="9" cy="2"/>
                </a:xfrm>
                <a:custGeom>
                  <a:avLst/>
                  <a:gdLst>
                    <a:gd name="T0" fmla="*/ 0 w 53"/>
                    <a:gd name="T1" fmla="*/ 0 h 14"/>
                    <a:gd name="T2" fmla="*/ 0 w 53"/>
                    <a:gd name="T3" fmla="*/ 0 h 14"/>
                    <a:gd name="T4" fmla="*/ 0 w 53"/>
                    <a:gd name="T5" fmla="*/ 0 h 14"/>
                    <a:gd name="T6" fmla="*/ 0 w 53"/>
                    <a:gd name="T7" fmla="*/ 0 h 1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4"/>
                    <a:gd name="T14" fmla="*/ 53 w 53"/>
                    <a:gd name="T15" fmla="*/ 14 h 1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4">
                      <a:moveTo>
                        <a:pt x="53" y="14"/>
                      </a:moveTo>
                      <a:lnTo>
                        <a:pt x="1" y="0"/>
                      </a:lnTo>
                      <a:lnTo>
                        <a:pt x="0" y="6"/>
                      </a:lnTo>
                      <a:lnTo>
                        <a:pt x="53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0" name="Line 569">
                  <a:extLst>
                    <a:ext uri="{FF2B5EF4-FFF2-40B4-BE49-F238E27FC236}">
                      <a16:creationId xmlns:a16="http://schemas.microsoft.com/office/drawing/2014/main" id="{B3378A38-B26A-D493-5B5E-F0B5F5CADC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88" y="19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1" name="Freeform 570">
                  <a:extLst>
                    <a:ext uri="{FF2B5EF4-FFF2-40B4-BE49-F238E27FC236}">
                      <a16:creationId xmlns:a16="http://schemas.microsoft.com/office/drawing/2014/main" id="{3C7CE132-2C2E-5CC1-CCAA-6BA17F27D8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05"/>
                  <a:ext cx="20" cy="19"/>
                </a:xfrm>
                <a:custGeom>
                  <a:avLst/>
                  <a:gdLst>
                    <a:gd name="T0" fmla="*/ 0 w 122"/>
                    <a:gd name="T1" fmla="*/ 0 h 112"/>
                    <a:gd name="T2" fmla="*/ 0 w 122"/>
                    <a:gd name="T3" fmla="*/ 0 h 112"/>
                    <a:gd name="T4" fmla="*/ 0 w 122"/>
                    <a:gd name="T5" fmla="*/ 0 h 112"/>
                    <a:gd name="T6" fmla="*/ 0 w 122"/>
                    <a:gd name="T7" fmla="*/ 0 h 112"/>
                    <a:gd name="T8" fmla="*/ 0 w 122"/>
                    <a:gd name="T9" fmla="*/ 0 h 112"/>
                    <a:gd name="T10" fmla="*/ 0 w 122"/>
                    <a:gd name="T11" fmla="*/ 0 h 112"/>
                    <a:gd name="T12" fmla="*/ 0 w 12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2"/>
                    <a:gd name="T23" fmla="*/ 122 w 12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2">
                      <a:moveTo>
                        <a:pt x="122" y="17"/>
                      </a:moveTo>
                      <a:lnTo>
                        <a:pt x="69" y="8"/>
                      </a:lnTo>
                      <a:lnTo>
                        <a:pt x="16" y="0"/>
                      </a:lnTo>
                      <a:lnTo>
                        <a:pt x="0" y="95"/>
                      </a:lnTo>
                      <a:lnTo>
                        <a:pt x="53" y="104"/>
                      </a:lnTo>
                      <a:lnTo>
                        <a:pt x="106" y="112"/>
                      </a:lnTo>
                      <a:lnTo>
                        <a:pt x="12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2" name="Freeform 571">
                  <a:extLst>
                    <a:ext uri="{FF2B5EF4-FFF2-40B4-BE49-F238E27FC236}">
                      <a16:creationId xmlns:a16="http://schemas.microsoft.com/office/drawing/2014/main" id="{D60C80DC-800E-59E3-65F3-3543E23900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05"/>
                  <a:ext cx="20" cy="19"/>
                </a:xfrm>
                <a:custGeom>
                  <a:avLst/>
                  <a:gdLst>
                    <a:gd name="T0" fmla="*/ 0 w 122"/>
                    <a:gd name="T1" fmla="*/ 0 h 112"/>
                    <a:gd name="T2" fmla="*/ 0 w 122"/>
                    <a:gd name="T3" fmla="*/ 0 h 112"/>
                    <a:gd name="T4" fmla="*/ 0 w 122"/>
                    <a:gd name="T5" fmla="*/ 0 h 112"/>
                    <a:gd name="T6" fmla="*/ 0 w 122"/>
                    <a:gd name="T7" fmla="*/ 0 h 112"/>
                    <a:gd name="T8" fmla="*/ 0 w 122"/>
                    <a:gd name="T9" fmla="*/ 0 h 112"/>
                    <a:gd name="T10" fmla="*/ 0 w 122"/>
                    <a:gd name="T11" fmla="*/ 0 h 112"/>
                    <a:gd name="T12" fmla="*/ 0 w 12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2"/>
                    <a:gd name="T23" fmla="*/ 122 w 12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2">
                      <a:moveTo>
                        <a:pt x="122" y="17"/>
                      </a:moveTo>
                      <a:lnTo>
                        <a:pt x="69" y="8"/>
                      </a:lnTo>
                      <a:lnTo>
                        <a:pt x="16" y="0"/>
                      </a:lnTo>
                      <a:lnTo>
                        <a:pt x="0" y="95"/>
                      </a:lnTo>
                      <a:lnTo>
                        <a:pt x="53" y="104"/>
                      </a:lnTo>
                      <a:lnTo>
                        <a:pt x="106" y="112"/>
                      </a:lnTo>
                      <a:lnTo>
                        <a:pt x="122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3" name="Freeform 572">
                  <a:extLst>
                    <a:ext uri="{FF2B5EF4-FFF2-40B4-BE49-F238E27FC236}">
                      <a16:creationId xmlns:a16="http://schemas.microsoft.com/office/drawing/2014/main" id="{CEABA93F-00B7-99CD-F515-B45B9BF989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21"/>
                  <a:ext cx="9" cy="1"/>
                </a:xfrm>
                <a:custGeom>
                  <a:avLst/>
                  <a:gdLst>
                    <a:gd name="T0" fmla="*/ 0 w 53"/>
                    <a:gd name="T1" fmla="*/ 0 h 9"/>
                    <a:gd name="T2" fmla="*/ 0 w 53"/>
                    <a:gd name="T3" fmla="*/ 0 h 9"/>
                    <a:gd name="T4" fmla="*/ 0 w 53"/>
                    <a:gd name="T5" fmla="*/ 0 h 9"/>
                    <a:gd name="T6" fmla="*/ 0 w 53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9"/>
                    <a:gd name="T14" fmla="*/ 53 w 53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9">
                      <a:moveTo>
                        <a:pt x="53" y="9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4" name="Line 573">
                  <a:extLst>
                    <a:ext uri="{FF2B5EF4-FFF2-40B4-BE49-F238E27FC236}">
                      <a16:creationId xmlns:a16="http://schemas.microsoft.com/office/drawing/2014/main" id="{C5EDB648-695A-32E2-A220-DA517D0ABB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6" y="192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5" name="Freeform 574">
                  <a:extLst>
                    <a:ext uri="{FF2B5EF4-FFF2-40B4-BE49-F238E27FC236}">
                      <a16:creationId xmlns:a16="http://schemas.microsoft.com/office/drawing/2014/main" id="{1A3B77F9-847E-78D7-CE1D-B36EC764E5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22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11" y="6"/>
                      </a:move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97"/>
                      </a:ln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6" name="Freeform 575">
                  <a:extLst>
                    <a:ext uri="{FF2B5EF4-FFF2-40B4-BE49-F238E27FC236}">
                      <a16:creationId xmlns:a16="http://schemas.microsoft.com/office/drawing/2014/main" id="{562ADBE2-EE81-0F16-467A-2C1D55B6BD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22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11" y="6"/>
                      </a:move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97"/>
                      </a:ln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7" name="Freeform 576">
                  <a:extLst>
                    <a:ext uri="{FF2B5EF4-FFF2-40B4-BE49-F238E27FC236}">
                      <a16:creationId xmlns:a16="http://schemas.microsoft.com/office/drawing/2014/main" id="{9940D543-ED57-35FA-6CAA-B9AF09BD1F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53" y="3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8" name="Line 577">
                  <a:extLst>
                    <a:ext uri="{FF2B5EF4-FFF2-40B4-BE49-F238E27FC236}">
                      <a16:creationId xmlns:a16="http://schemas.microsoft.com/office/drawing/2014/main" id="{9D5667D0-8C29-6A7E-6400-2F4570F01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5" y="19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9" name="Freeform 578">
                  <a:extLst>
                    <a:ext uri="{FF2B5EF4-FFF2-40B4-BE49-F238E27FC236}">
                      <a16:creationId xmlns:a16="http://schemas.microsoft.com/office/drawing/2014/main" id="{C33D57F1-8E2B-9B00-F9A8-998EC9F6B2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103"/>
                      </a:lnTo>
                      <a:lnTo>
                        <a:pt x="58" y="100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0" name="Freeform 579">
                  <a:extLst>
                    <a:ext uri="{FF2B5EF4-FFF2-40B4-BE49-F238E27FC236}">
                      <a16:creationId xmlns:a16="http://schemas.microsoft.com/office/drawing/2014/main" id="{9A506E74-9C1E-FE39-A90F-192B03177A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103"/>
                      </a:lnTo>
                      <a:lnTo>
                        <a:pt x="58" y="100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1" name="Freeform 580">
                  <a:extLst>
                    <a:ext uri="{FF2B5EF4-FFF2-40B4-BE49-F238E27FC236}">
                      <a16:creationId xmlns:a16="http://schemas.microsoft.com/office/drawing/2014/main" id="{638655E5-B0C8-1762-2C7C-40C2602579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55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53" y="0"/>
                      </a:moveTo>
                      <a:lnTo>
                        <a:pt x="0" y="3"/>
                      </a:lnTo>
                      <a:lnTo>
                        <a:pt x="0" y="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2" name="Line 581">
                  <a:extLst>
                    <a:ext uri="{FF2B5EF4-FFF2-40B4-BE49-F238E27FC236}">
                      <a16:creationId xmlns:a16="http://schemas.microsoft.com/office/drawing/2014/main" id="{C8802F00-C70A-A311-1E29-02D78654A2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6" y="195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3" name="Freeform 582">
                  <a:extLst>
                    <a:ext uri="{FF2B5EF4-FFF2-40B4-BE49-F238E27FC236}">
                      <a16:creationId xmlns:a16="http://schemas.microsoft.com/office/drawing/2014/main" id="{7B2D0612-AFF8-24B6-CAEB-768F158032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53"/>
                  <a:ext cx="20" cy="19"/>
                </a:xfrm>
                <a:custGeom>
                  <a:avLst/>
                  <a:gdLst>
                    <a:gd name="T0" fmla="*/ 0 w 122"/>
                    <a:gd name="T1" fmla="*/ 0 h 113"/>
                    <a:gd name="T2" fmla="*/ 0 w 122"/>
                    <a:gd name="T3" fmla="*/ 0 h 113"/>
                    <a:gd name="T4" fmla="*/ 0 w 122"/>
                    <a:gd name="T5" fmla="*/ 0 h 113"/>
                    <a:gd name="T6" fmla="*/ 0 w 122"/>
                    <a:gd name="T7" fmla="*/ 0 h 113"/>
                    <a:gd name="T8" fmla="*/ 0 w 122"/>
                    <a:gd name="T9" fmla="*/ 0 h 113"/>
                    <a:gd name="T10" fmla="*/ 0 w 122"/>
                    <a:gd name="T11" fmla="*/ 0 h 113"/>
                    <a:gd name="T12" fmla="*/ 0 w 12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3"/>
                    <a:gd name="T23" fmla="*/ 122 w 12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3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7"/>
                      </a:lnTo>
                      <a:lnTo>
                        <a:pt x="16" y="113"/>
                      </a:lnTo>
                      <a:lnTo>
                        <a:pt x="69" y="105"/>
                      </a:lnTo>
                      <a:lnTo>
                        <a:pt x="122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4" name="Freeform 583">
                  <a:extLst>
                    <a:ext uri="{FF2B5EF4-FFF2-40B4-BE49-F238E27FC236}">
                      <a16:creationId xmlns:a16="http://schemas.microsoft.com/office/drawing/2014/main" id="{D0B91EA7-5AEC-8626-F455-8E85E51E55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53"/>
                  <a:ext cx="20" cy="19"/>
                </a:xfrm>
                <a:custGeom>
                  <a:avLst/>
                  <a:gdLst>
                    <a:gd name="T0" fmla="*/ 0 w 122"/>
                    <a:gd name="T1" fmla="*/ 0 h 113"/>
                    <a:gd name="T2" fmla="*/ 0 w 122"/>
                    <a:gd name="T3" fmla="*/ 0 h 113"/>
                    <a:gd name="T4" fmla="*/ 0 w 122"/>
                    <a:gd name="T5" fmla="*/ 0 h 113"/>
                    <a:gd name="T6" fmla="*/ 0 w 122"/>
                    <a:gd name="T7" fmla="*/ 0 h 113"/>
                    <a:gd name="T8" fmla="*/ 0 w 122"/>
                    <a:gd name="T9" fmla="*/ 0 h 113"/>
                    <a:gd name="T10" fmla="*/ 0 w 122"/>
                    <a:gd name="T11" fmla="*/ 0 h 113"/>
                    <a:gd name="T12" fmla="*/ 0 w 12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3"/>
                    <a:gd name="T23" fmla="*/ 122 w 12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3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7"/>
                      </a:lnTo>
                      <a:lnTo>
                        <a:pt x="16" y="113"/>
                      </a:lnTo>
                      <a:lnTo>
                        <a:pt x="69" y="105"/>
                      </a:lnTo>
                      <a:lnTo>
                        <a:pt x="122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5" name="Freeform 584">
                  <a:extLst>
                    <a:ext uri="{FF2B5EF4-FFF2-40B4-BE49-F238E27FC236}">
                      <a16:creationId xmlns:a16="http://schemas.microsoft.com/office/drawing/2014/main" id="{60FA51B1-5855-4F16-04B4-8E323623D4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8" y="1971"/>
                  <a:ext cx="9" cy="2"/>
                </a:xfrm>
                <a:custGeom>
                  <a:avLst/>
                  <a:gdLst>
                    <a:gd name="T0" fmla="*/ 0 w 53"/>
                    <a:gd name="T1" fmla="*/ 0 h 15"/>
                    <a:gd name="T2" fmla="*/ 0 w 53"/>
                    <a:gd name="T3" fmla="*/ 0 h 15"/>
                    <a:gd name="T4" fmla="*/ 0 w 53"/>
                    <a:gd name="T5" fmla="*/ 0 h 15"/>
                    <a:gd name="T6" fmla="*/ 0 w 53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5"/>
                    <a:gd name="T14" fmla="*/ 53 w 53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5">
                      <a:moveTo>
                        <a:pt x="53" y="0"/>
                      </a:moveTo>
                      <a:lnTo>
                        <a:pt x="0" y="8"/>
                      </a:lnTo>
                      <a:lnTo>
                        <a:pt x="1" y="1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6" name="Line 585">
                  <a:extLst>
                    <a:ext uri="{FF2B5EF4-FFF2-40B4-BE49-F238E27FC236}">
                      <a16:creationId xmlns:a16="http://schemas.microsoft.com/office/drawing/2014/main" id="{C4F2A340-F674-F87F-612B-3ADAF6ABB0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8" y="19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7" name="Freeform 586">
                  <a:extLst>
                    <a:ext uri="{FF2B5EF4-FFF2-40B4-BE49-F238E27FC236}">
                      <a16:creationId xmlns:a16="http://schemas.microsoft.com/office/drawing/2014/main" id="{0407159B-7382-1F49-5BE5-799C455D19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96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04" y="0"/>
                      </a:moveTo>
                      <a:lnTo>
                        <a:pt x="52" y="15"/>
                      </a:lnTo>
                      <a:lnTo>
                        <a:pt x="0" y="30"/>
                      </a:lnTo>
                      <a:lnTo>
                        <a:pt x="26" y="123"/>
                      </a:lnTo>
                      <a:lnTo>
                        <a:pt x="78" y="108"/>
                      </a:lnTo>
                      <a:lnTo>
                        <a:pt x="130" y="9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8" name="Freeform 587">
                  <a:extLst>
                    <a:ext uri="{FF2B5EF4-FFF2-40B4-BE49-F238E27FC236}">
                      <a16:creationId xmlns:a16="http://schemas.microsoft.com/office/drawing/2014/main" id="{6E3ACA9D-1977-112D-3800-EF324A511E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96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04" y="0"/>
                      </a:moveTo>
                      <a:lnTo>
                        <a:pt x="52" y="15"/>
                      </a:lnTo>
                      <a:lnTo>
                        <a:pt x="0" y="30"/>
                      </a:lnTo>
                      <a:lnTo>
                        <a:pt x="26" y="123"/>
                      </a:lnTo>
                      <a:lnTo>
                        <a:pt x="78" y="108"/>
                      </a:lnTo>
                      <a:lnTo>
                        <a:pt x="130" y="9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9" name="Freeform 588">
                  <a:extLst>
                    <a:ext uri="{FF2B5EF4-FFF2-40B4-BE49-F238E27FC236}">
                      <a16:creationId xmlns:a16="http://schemas.microsoft.com/office/drawing/2014/main" id="{0AF4821C-0986-9716-C9C0-D11C5B121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986"/>
                  <a:ext cx="9" cy="4"/>
                </a:xfrm>
                <a:custGeom>
                  <a:avLst/>
                  <a:gdLst>
                    <a:gd name="T0" fmla="*/ 0 w 52"/>
                    <a:gd name="T1" fmla="*/ 0 h 20"/>
                    <a:gd name="T2" fmla="*/ 0 w 52"/>
                    <a:gd name="T3" fmla="*/ 0 h 20"/>
                    <a:gd name="T4" fmla="*/ 0 w 52"/>
                    <a:gd name="T5" fmla="*/ 0 h 20"/>
                    <a:gd name="T6" fmla="*/ 0 w 52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20"/>
                    <a:gd name="T14" fmla="*/ 52 w 52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20">
                      <a:moveTo>
                        <a:pt x="52" y="0"/>
                      </a:moveTo>
                      <a:lnTo>
                        <a:pt x="0" y="15"/>
                      </a:lnTo>
                      <a:lnTo>
                        <a:pt x="2" y="2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0" name="Line 589">
                  <a:extLst>
                    <a:ext uri="{FF2B5EF4-FFF2-40B4-BE49-F238E27FC236}">
                      <a16:creationId xmlns:a16="http://schemas.microsoft.com/office/drawing/2014/main" id="{17F65EF4-BCCA-7572-A930-EA3DC66161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3" y="19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1" name="Freeform 590">
                  <a:extLst>
                    <a:ext uri="{FF2B5EF4-FFF2-40B4-BE49-F238E27FC236}">
                      <a16:creationId xmlns:a16="http://schemas.microsoft.com/office/drawing/2014/main" id="{B038691D-4DD4-489F-BE8B-D67715C2E6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983"/>
                  <a:ext cx="23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8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2" name="Freeform 591">
                  <a:extLst>
                    <a:ext uri="{FF2B5EF4-FFF2-40B4-BE49-F238E27FC236}">
                      <a16:creationId xmlns:a16="http://schemas.microsoft.com/office/drawing/2014/main" id="{6737D52D-E8A1-6113-090D-26E39A6E8F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983"/>
                  <a:ext cx="23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8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3" name="Freeform 592">
                  <a:extLst>
                    <a:ext uri="{FF2B5EF4-FFF2-40B4-BE49-F238E27FC236}">
                      <a16:creationId xmlns:a16="http://schemas.microsoft.com/office/drawing/2014/main" id="{1BADCFDF-0BDD-13BF-7678-1138B69590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2001"/>
                  <a:ext cx="8" cy="5"/>
                </a:xfrm>
                <a:custGeom>
                  <a:avLst/>
                  <a:gdLst>
                    <a:gd name="T0" fmla="*/ 0 w 49"/>
                    <a:gd name="T1" fmla="*/ 0 h 27"/>
                    <a:gd name="T2" fmla="*/ 0 w 49"/>
                    <a:gd name="T3" fmla="*/ 0 h 27"/>
                    <a:gd name="T4" fmla="*/ 0 w 49"/>
                    <a:gd name="T5" fmla="*/ 0 h 27"/>
                    <a:gd name="T6" fmla="*/ 0 w 49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9"/>
                    <a:gd name="T13" fmla="*/ 0 h 27"/>
                    <a:gd name="T14" fmla="*/ 49 w 49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9" h="27">
                      <a:moveTo>
                        <a:pt x="49" y="0"/>
                      </a:moveTo>
                      <a:lnTo>
                        <a:pt x="0" y="20"/>
                      </a:lnTo>
                      <a:lnTo>
                        <a:pt x="3" y="27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4" name="Line 593">
                  <a:extLst>
                    <a:ext uri="{FF2B5EF4-FFF2-40B4-BE49-F238E27FC236}">
                      <a16:creationId xmlns:a16="http://schemas.microsoft.com/office/drawing/2014/main" id="{6E7E04B6-3479-7B2D-2931-E405DF2D24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0" y="20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5" name="Freeform 594">
                  <a:extLst>
                    <a:ext uri="{FF2B5EF4-FFF2-40B4-BE49-F238E27FC236}">
                      <a16:creationId xmlns:a16="http://schemas.microsoft.com/office/drawing/2014/main" id="{A2E75647-7F12-EA0B-E337-B24F9E0ACA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997"/>
                  <a:ext cx="24" cy="23"/>
                </a:xfrm>
                <a:custGeom>
                  <a:avLst/>
                  <a:gdLst>
                    <a:gd name="T0" fmla="*/ 0 w 141"/>
                    <a:gd name="T1" fmla="*/ 0 h 137"/>
                    <a:gd name="T2" fmla="*/ 0 w 141"/>
                    <a:gd name="T3" fmla="*/ 0 h 137"/>
                    <a:gd name="T4" fmla="*/ 0 w 141"/>
                    <a:gd name="T5" fmla="*/ 0 h 137"/>
                    <a:gd name="T6" fmla="*/ 0 w 141"/>
                    <a:gd name="T7" fmla="*/ 0 h 137"/>
                    <a:gd name="T8" fmla="*/ 0 w 141"/>
                    <a:gd name="T9" fmla="*/ 0 h 137"/>
                    <a:gd name="T10" fmla="*/ 0 w 141"/>
                    <a:gd name="T11" fmla="*/ 0 h 137"/>
                    <a:gd name="T12" fmla="*/ 0 w 14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7"/>
                    <a:gd name="T23" fmla="*/ 141 w 14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7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47" y="137"/>
                      </a:lnTo>
                      <a:lnTo>
                        <a:pt x="94" y="111"/>
                      </a:lnTo>
                      <a:lnTo>
                        <a:pt x="141" y="84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6" name="Freeform 595">
                  <a:extLst>
                    <a:ext uri="{FF2B5EF4-FFF2-40B4-BE49-F238E27FC236}">
                      <a16:creationId xmlns:a16="http://schemas.microsoft.com/office/drawing/2014/main" id="{818499B3-ECC6-7A3F-0CCC-B09AD532A9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997"/>
                  <a:ext cx="24" cy="23"/>
                </a:xfrm>
                <a:custGeom>
                  <a:avLst/>
                  <a:gdLst>
                    <a:gd name="T0" fmla="*/ 0 w 141"/>
                    <a:gd name="T1" fmla="*/ 0 h 137"/>
                    <a:gd name="T2" fmla="*/ 0 w 141"/>
                    <a:gd name="T3" fmla="*/ 0 h 137"/>
                    <a:gd name="T4" fmla="*/ 0 w 141"/>
                    <a:gd name="T5" fmla="*/ 0 h 137"/>
                    <a:gd name="T6" fmla="*/ 0 w 141"/>
                    <a:gd name="T7" fmla="*/ 0 h 137"/>
                    <a:gd name="T8" fmla="*/ 0 w 141"/>
                    <a:gd name="T9" fmla="*/ 0 h 137"/>
                    <a:gd name="T10" fmla="*/ 0 w 141"/>
                    <a:gd name="T11" fmla="*/ 0 h 137"/>
                    <a:gd name="T12" fmla="*/ 0 w 14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7"/>
                    <a:gd name="T23" fmla="*/ 141 w 14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7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47" y="137"/>
                      </a:lnTo>
                      <a:lnTo>
                        <a:pt x="94" y="111"/>
                      </a:lnTo>
                      <a:lnTo>
                        <a:pt x="141" y="84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7" name="Freeform 596">
                  <a:extLst>
                    <a:ext uri="{FF2B5EF4-FFF2-40B4-BE49-F238E27FC236}">
                      <a16:creationId xmlns:a16="http://schemas.microsoft.com/office/drawing/2014/main" id="{9A3F1D67-30C4-FA1A-E070-4A93FF71EB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8" y="2015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4" y="3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8" name="Line 597">
                  <a:extLst>
                    <a:ext uri="{FF2B5EF4-FFF2-40B4-BE49-F238E27FC236}">
                      <a16:creationId xmlns:a16="http://schemas.microsoft.com/office/drawing/2014/main" id="{45C74F65-2B72-75D2-762D-AB589EAE60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8" y="20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9" name="Freeform 598">
                  <a:extLst>
                    <a:ext uri="{FF2B5EF4-FFF2-40B4-BE49-F238E27FC236}">
                      <a16:creationId xmlns:a16="http://schemas.microsoft.com/office/drawing/2014/main" id="{E42DD950-4A84-1A53-0257-6C95A4990B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2010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86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99" y="110"/>
                      </a:lnTo>
                      <a:lnTo>
                        <a:pt x="142" y="79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0" name="Freeform 599">
                  <a:extLst>
                    <a:ext uri="{FF2B5EF4-FFF2-40B4-BE49-F238E27FC236}">
                      <a16:creationId xmlns:a16="http://schemas.microsoft.com/office/drawing/2014/main" id="{24C39D6D-2984-7C54-D7FB-8C02157620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2010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86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99" y="110"/>
                      </a:lnTo>
                      <a:lnTo>
                        <a:pt x="142" y="79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1" name="Freeform 600">
                  <a:extLst>
                    <a:ext uri="{FF2B5EF4-FFF2-40B4-BE49-F238E27FC236}">
                      <a16:creationId xmlns:a16="http://schemas.microsoft.com/office/drawing/2014/main" id="{819BCBDF-899A-223E-E6B3-0215202E61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2029"/>
                  <a:ext cx="7" cy="6"/>
                </a:xfrm>
                <a:custGeom>
                  <a:avLst/>
                  <a:gdLst>
                    <a:gd name="T0" fmla="*/ 0 w 43"/>
                    <a:gd name="T1" fmla="*/ 0 h 36"/>
                    <a:gd name="T2" fmla="*/ 0 w 43"/>
                    <a:gd name="T3" fmla="*/ 0 h 36"/>
                    <a:gd name="T4" fmla="*/ 0 w 43"/>
                    <a:gd name="T5" fmla="*/ 0 h 36"/>
                    <a:gd name="T6" fmla="*/ 0 w 43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6"/>
                    <a:gd name="T14" fmla="*/ 43 w 43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6">
                      <a:moveTo>
                        <a:pt x="43" y="0"/>
                      </a:moveTo>
                      <a:lnTo>
                        <a:pt x="0" y="31"/>
                      </a:lnTo>
                      <a:lnTo>
                        <a:pt x="3" y="36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2" name="Line 601">
                  <a:extLst>
                    <a:ext uri="{FF2B5EF4-FFF2-40B4-BE49-F238E27FC236}">
                      <a16:creationId xmlns:a16="http://schemas.microsoft.com/office/drawing/2014/main" id="{39822E16-2B64-9A7D-B437-D64BD6FA54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18" y="203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3" name="Freeform 602">
                  <a:extLst>
                    <a:ext uri="{FF2B5EF4-FFF2-40B4-BE49-F238E27FC236}">
                      <a16:creationId xmlns:a16="http://schemas.microsoft.com/office/drawing/2014/main" id="{822A0B4E-780E-D634-C3E7-95A0F65C3C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2023"/>
                  <a:ext cx="25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80" y="0"/>
                      </a:moveTo>
                      <a:lnTo>
                        <a:pt x="40" y="36"/>
                      </a:lnTo>
                      <a:lnTo>
                        <a:pt x="0" y="72"/>
                      </a:lnTo>
                      <a:lnTo>
                        <a:pt x="64" y="144"/>
                      </a:lnTo>
                      <a:lnTo>
                        <a:pt x="105" y="108"/>
                      </a:lnTo>
                      <a:lnTo>
                        <a:pt x="145" y="72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4" name="Freeform 603">
                  <a:extLst>
                    <a:ext uri="{FF2B5EF4-FFF2-40B4-BE49-F238E27FC236}">
                      <a16:creationId xmlns:a16="http://schemas.microsoft.com/office/drawing/2014/main" id="{A8E0DEF4-DD58-3237-AC7B-6498B6B24B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2023"/>
                  <a:ext cx="25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80" y="0"/>
                      </a:moveTo>
                      <a:lnTo>
                        <a:pt x="40" y="36"/>
                      </a:lnTo>
                      <a:lnTo>
                        <a:pt x="0" y="72"/>
                      </a:lnTo>
                      <a:lnTo>
                        <a:pt x="64" y="144"/>
                      </a:lnTo>
                      <a:lnTo>
                        <a:pt x="105" y="108"/>
                      </a:lnTo>
                      <a:lnTo>
                        <a:pt x="145" y="72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5" name="Freeform 604">
                  <a:extLst>
                    <a:ext uri="{FF2B5EF4-FFF2-40B4-BE49-F238E27FC236}">
                      <a16:creationId xmlns:a16="http://schemas.microsoft.com/office/drawing/2014/main" id="{5D410079-FE6E-9F20-5549-E70305F957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9" y="2041"/>
                  <a:ext cx="7" cy="6"/>
                </a:xfrm>
                <a:custGeom>
                  <a:avLst/>
                  <a:gdLst>
                    <a:gd name="T0" fmla="*/ 0 w 41"/>
                    <a:gd name="T1" fmla="*/ 0 h 40"/>
                    <a:gd name="T2" fmla="*/ 0 w 41"/>
                    <a:gd name="T3" fmla="*/ 0 h 40"/>
                    <a:gd name="T4" fmla="*/ 0 w 41"/>
                    <a:gd name="T5" fmla="*/ 0 h 40"/>
                    <a:gd name="T6" fmla="*/ 0 w 41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"/>
                    <a:gd name="T13" fmla="*/ 0 h 40"/>
                    <a:gd name="T14" fmla="*/ 41 w 41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" h="40">
                      <a:moveTo>
                        <a:pt x="41" y="0"/>
                      </a:moveTo>
                      <a:lnTo>
                        <a:pt x="0" y="36"/>
                      </a:lnTo>
                      <a:lnTo>
                        <a:pt x="5" y="4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6" name="Line 605">
                  <a:extLst>
                    <a:ext uri="{FF2B5EF4-FFF2-40B4-BE49-F238E27FC236}">
                      <a16:creationId xmlns:a16="http://schemas.microsoft.com/office/drawing/2014/main" id="{D3BB5B56-94AD-D45B-2C61-2D05967EA0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9" y="204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7" name="Freeform 606">
                  <a:extLst>
                    <a:ext uri="{FF2B5EF4-FFF2-40B4-BE49-F238E27FC236}">
                      <a16:creationId xmlns:a16="http://schemas.microsoft.com/office/drawing/2014/main" id="{D228C37E-24C8-3CE4-4EBE-22DE25A13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2034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72" y="0"/>
                      </a:moveTo>
                      <a:lnTo>
                        <a:pt x="36" y="40"/>
                      </a:lnTo>
                      <a:lnTo>
                        <a:pt x="0" y="80"/>
                      </a:lnTo>
                      <a:lnTo>
                        <a:pt x="72" y="145"/>
                      </a:lnTo>
                      <a:lnTo>
                        <a:pt x="108" y="105"/>
                      </a:lnTo>
                      <a:lnTo>
                        <a:pt x="144" y="65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8" name="Freeform 607">
                  <a:extLst>
                    <a:ext uri="{FF2B5EF4-FFF2-40B4-BE49-F238E27FC236}">
                      <a16:creationId xmlns:a16="http://schemas.microsoft.com/office/drawing/2014/main" id="{1E5F4CCB-E2D4-C320-E140-727BEFBCE0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2034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72" y="0"/>
                      </a:moveTo>
                      <a:lnTo>
                        <a:pt x="36" y="40"/>
                      </a:lnTo>
                      <a:lnTo>
                        <a:pt x="0" y="80"/>
                      </a:lnTo>
                      <a:lnTo>
                        <a:pt x="72" y="145"/>
                      </a:lnTo>
                      <a:lnTo>
                        <a:pt x="108" y="105"/>
                      </a:lnTo>
                      <a:lnTo>
                        <a:pt x="144" y="65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9" name="Freeform 608">
                  <a:extLst>
                    <a:ext uri="{FF2B5EF4-FFF2-40B4-BE49-F238E27FC236}">
                      <a16:creationId xmlns:a16="http://schemas.microsoft.com/office/drawing/2014/main" id="{46394A76-A7E8-CEB7-A817-465EBFB72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2051"/>
                  <a:ext cx="6" cy="8"/>
                </a:xfrm>
                <a:custGeom>
                  <a:avLst/>
                  <a:gdLst>
                    <a:gd name="T0" fmla="*/ 0 w 36"/>
                    <a:gd name="T1" fmla="*/ 0 h 43"/>
                    <a:gd name="T2" fmla="*/ 0 w 36"/>
                    <a:gd name="T3" fmla="*/ 0 h 43"/>
                    <a:gd name="T4" fmla="*/ 0 w 36"/>
                    <a:gd name="T5" fmla="*/ 0 h 43"/>
                    <a:gd name="T6" fmla="*/ 0 w 36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3"/>
                    <a:gd name="T14" fmla="*/ 36 w 36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3">
                      <a:moveTo>
                        <a:pt x="36" y="0"/>
                      </a:moveTo>
                      <a:lnTo>
                        <a:pt x="0" y="40"/>
                      </a:lnTo>
                      <a:lnTo>
                        <a:pt x="5" y="43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0" name="Line 609">
                  <a:extLst>
                    <a:ext uri="{FF2B5EF4-FFF2-40B4-BE49-F238E27FC236}">
                      <a16:creationId xmlns:a16="http://schemas.microsoft.com/office/drawing/2014/main" id="{15225EF0-7D5A-BD32-E167-3DA28B1FDF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2" y="20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1" name="Freeform 610">
                  <a:extLst>
                    <a:ext uri="{FF2B5EF4-FFF2-40B4-BE49-F238E27FC236}">
                      <a16:creationId xmlns:a16="http://schemas.microsoft.com/office/drawing/2014/main" id="{613A5293-ED4C-D1AF-E581-46BFA35B4C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2044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61" y="0"/>
                      </a:moveTo>
                      <a:lnTo>
                        <a:pt x="31" y="44"/>
                      </a:lnTo>
                      <a:lnTo>
                        <a:pt x="0" y="87"/>
                      </a:lnTo>
                      <a:lnTo>
                        <a:pt x="79" y="143"/>
                      </a:lnTo>
                      <a:lnTo>
                        <a:pt x="110" y="100"/>
                      </a:lnTo>
                      <a:lnTo>
                        <a:pt x="141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2" name="Freeform 611">
                  <a:extLst>
                    <a:ext uri="{FF2B5EF4-FFF2-40B4-BE49-F238E27FC236}">
                      <a16:creationId xmlns:a16="http://schemas.microsoft.com/office/drawing/2014/main" id="{845664FC-7F95-D47F-4005-986D3D12C6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2044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61" y="0"/>
                      </a:moveTo>
                      <a:lnTo>
                        <a:pt x="31" y="44"/>
                      </a:lnTo>
                      <a:lnTo>
                        <a:pt x="0" y="87"/>
                      </a:lnTo>
                      <a:lnTo>
                        <a:pt x="79" y="143"/>
                      </a:lnTo>
                      <a:lnTo>
                        <a:pt x="110" y="100"/>
                      </a:lnTo>
                      <a:lnTo>
                        <a:pt x="141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3" name="Freeform 612">
                  <a:extLst>
                    <a:ext uri="{FF2B5EF4-FFF2-40B4-BE49-F238E27FC236}">
                      <a16:creationId xmlns:a16="http://schemas.microsoft.com/office/drawing/2014/main" id="{92B40530-77BC-9488-23D6-437297A27E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6" y="2061"/>
                  <a:ext cx="5" cy="7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0"/>
                      </a:moveTo>
                      <a:lnTo>
                        <a:pt x="0" y="43"/>
                      </a:lnTo>
                      <a:lnTo>
                        <a:pt x="5" y="46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4" name="Line 613">
                  <a:extLst>
                    <a:ext uri="{FF2B5EF4-FFF2-40B4-BE49-F238E27FC236}">
                      <a16:creationId xmlns:a16="http://schemas.microsoft.com/office/drawing/2014/main" id="{FBEDA7DF-340F-C789-F75C-0CD5F7E18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6" y="20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5" name="Freeform 614">
                  <a:extLst>
                    <a:ext uri="{FF2B5EF4-FFF2-40B4-BE49-F238E27FC236}">
                      <a16:creationId xmlns:a16="http://schemas.microsoft.com/office/drawing/2014/main" id="{EA6E1C84-5C72-DE26-7B21-EC4A2D56AF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2053"/>
                  <a:ext cx="23" cy="23"/>
                </a:xfrm>
                <a:custGeom>
                  <a:avLst/>
                  <a:gdLst>
                    <a:gd name="T0" fmla="*/ 0 w 137"/>
                    <a:gd name="T1" fmla="*/ 0 h 141"/>
                    <a:gd name="T2" fmla="*/ 0 w 137"/>
                    <a:gd name="T3" fmla="*/ 0 h 141"/>
                    <a:gd name="T4" fmla="*/ 0 w 137"/>
                    <a:gd name="T5" fmla="*/ 0 h 141"/>
                    <a:gd name="T6" fmla="*/ 0 w 137"/>
                    <a:gd name="T7" fmla="*/ 0 h 141"/>
                    <a:gd name="T8" fmla="*/ 0 w 137"/>
                    <a:gd name="T9" fmla="*/ 0 h 141"/>
                    <a:gd name="T10" fmla="*/ 0 w 137"/>
                    <a:gd name="T11" fmla="*/ 0 h 141"/>
                    <a:gd name="T12" fmla="*/ 0 w 137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1"/>
                    <a:gd name="T23" fmla="*/ 137 w 137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1">
                      <a:moveTo>
                        <a:pt x="53" y="0"/>
                      </a:move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84" y="141"/>
                      </a:lnTo>
                      <a:lnTo>
                        <a:pt x="111" y="95"/>
                      </a:lnTo>
                      <a:lnTo>
                        <a:pt x="137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6" name="Freeform 615">
                  <a:extLst>
                    <a:ext uri="{FF2B5EF4-FFF2-40B4-BE49-F238E27FC236}">
                      <a16:creationId xmlns:a16="http://schemas.microsoft.com/office/drawing/2014/main" id="{9780EF3E-99D5-8401-A83F-1AA133D5C7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2053"/>
                  <a:ext cx="23" cy="23"/>
                </a:xfrm>
                <a:custGeom>
                  <a:avLst/>
                  <a:gdLst>
                    <a:gd name="T0" fmla="*/ 0 w 137"/>
                    <a:gd name="T1" fmla="*/ 0 h 141"/>
                    <a:gd name="T2" fmla="*/ 0 w 137"/>
                    <a:gd name="T3" fmla="*/ 0 h 141"/>
                    <a:gd name="T4" fmla="*/ 0 w 137"/>
                    <a:gd name="T5" fmla="*/ 0 h 141"/>
                    <a:gd name="T6" fmla="*/ 0 w 137"/>
                    <a:gd name="T7" fmla="*/ 0 h 141"/>
                    <a:gd name="T8" fmla="*/ 0 w 137"/>
                    <a:gd name="T9" fmla="*/ 0 h 141"/>
                    <a:gd name="T10" fmla="*/ 0 w 137"/>
                    <a:gd name="T11" fmla="*/ 0 h 141"/>
                    <a:gd name="T12" fmla="*/ 0 w 137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1"/>
                    <a:gd name="T23" fmla="*/ 137 w 137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1">
                      <a:moveTo>
                        <a:pt x="53" y="0"/>
                      </a:move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84" y="141"/>
                      </a:lnTo>
                      <a:lnTo>
                        <a:pt x="111" y="95"/>
                      </a:lnTo>
                      <a:lnTo>
                        <a:pt x="137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7" name="Freeform 616">
                  <a:extLst>
                    <a:ext uri="{FF2B5EF4-FFF2-40B4-BE49-F238E27FC236}">
                      <a16:creationId xmlns:a16="http://schemas.microsoft.com/office/drawing/2014/main" id="{CDDF1B46-785C-5444-BE23-204662FA3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1" y="2069"/>
                  <a:ext cx="4" cy="8"/>
                </a:xfrm>
                <a:custGeom>
                  <a:avLst/>
                  <a:gdLst>
                    <a:gd name="T0" fmla="*/ 0 w 27"/>
                    <a:gd name="T1" fmla="*/ 0 h 49"/>
                    <a:gd name="T2" fmla="*/ 0 w 27"/>
                    <a:gd name="T3" fmla="*/ 0 h 49"/>
                    <a:gd name="T4" fmla="*/ 0 w 27"/>
                    <a:gd name="T5" fmla="*/ 0 h 49"/>
                    <a:gd name="T6" fmla="*/ 0 w 27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9"/>
                    <a:gd name="T14" fmla="*/ 27 w 27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9">
                      <a:moveTo>
                        <a:pt x="27" y="0"/>
                      </a:moveTo>
                      <a:lnTo>
                        <a:pt x="0" y="46"/>
                      </a:lnTo>
                      <a:lnTo>
                        <a:pt x="7" y="49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8" name="Line 617">
                  <a:extLst>
                    <a:ext uri="{FF2B5EF4-FFF2-40B4-BE49-F238E27FC236}">
                      <a16:creationId xmlns:a16="http://schemas.microsoft.com/office/drawing/2014/main" id="{83BCB4E4-A65B-0111-5A25-F3D7D44600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71" y="20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9" name="Freeform 618">
                  <a:extLst>
                    <a:ext uri="{FF2B5EF4-FFF2-40B4-BE49-F238E27FC236}">
                      <a16:creationId xmlns:a16="http://schemas.microsoft.com/office/drawing/2014/main" id="{1081E666-458D-0D33-B46B-AAD3D0A2FD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40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7"/>
                      </a:lnTo>
                      <a:lnTo>
                        <a:pt x="130" y="37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0" name="Freeform 619">
                  <a:extLst>
                    <a:ext uri="{FF2B5EF4-FFF2-40B4-BE49-F238E27FC236}">
                      <a16:creationId xmlns:a16="http://schemas.microsoft.com/office/drawing/2014/main" id="{7369B170-413B-71D3-4304-390CDCC99F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40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7"/>
                      </a:lnTo>
                      <a:lnTo>
                        <a:pt x="130" y="37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1" name="Freeform 620">
                  <a:extLst>
                    <a:ext uri="{FF2B5EF4-FFF2-40B4-BE49-F238E27FC236}">
                      <a16:creationId xmlns:a16="http://schemas.microsoft.com/office/drawing/2014/main" id="{7982CBCA-4F73-EA08-2263-18D88A8FA2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7" y="2075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20" y="0"/>
                      </a:moveTo>
                      <a:lnTo>
                        <a:pt x="0" y="49"/>
                      </a:lnTo>
                      <a:lnTo>
                        <a:pt x="5" y="51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2" name="Line 621">
                  <a:extLst>
                    <a:ext uri="{FF2B5EF4-FFF2-40B4-BE49-F238E27FC236}">
                      <a16:creationId xmlns:a16="http://schemas.microsoft.com/office/drawing/2014/main" id="{8689AC6F-F359-1CFA-BFDA-E878BD61C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7" y="20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3" name="Freeform 622">
                  <a:extLst>
                    <a:ext uri="{FF2B5EF4-FFF2-40B4-BE49-F238E27FC236}">
                      <a16:creationId xmlns:a16="http://schemas.microsoft.com/office/drawing/2014/main" id="{BB9A07E8-B1C2-995D-D126-B7825EA802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2066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30" y="0"/>
                      </a:moveTo>
                      <a:lnTo>
                        <a:pt x="15" y="52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3" y="26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4" name="Freeform 623">
                  <a:extLst>
                    <a:ext uri="{FF2B5EF4-FFF2-40B4-BE49-F238E27FC236}">
                      <a16:creationId xmlns:a16="http://schemas.microsoft.com/office/drawing/2014/main" id="{E7432723-235D-9129-A36A-624CD91A6C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2066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30" y="0"/>
                      </a:moveTo>
                      <a:lnTo>
                        <a:pt x="15" y="52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3" y="26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" name="Freeform 624">
                  <a:extLst>
                    <a:ext uri="{FF2B5EF4-FFF2-40B4-BE49-F238E27FC236}">
                      <a16:creationId xmlns:a16="http://schemas.microsoft.com/office/drawing/2014/main" id="{89D4CE6E-3316-7E4C-1CB8-0F77183C5C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3" y="207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0"/>
                      </a:moveTo>
                      <a:lnTo>
                        <a:pt x="0" y="52"/>
                      </a:lnTo>
                      <a:lnTo>
                        <a:pt x="5" y="5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6" name="Line 625">
                  <a:extLst>
                    <a:ext uri="{FF2B5EF4-FFF2-40B4-BE49-F238E27FC236}">
                      <a16:creationId xmlns:a16="http://schemas.microsoft.com/office/drawing/2014/main" id="{FB2DDD6D-3DF5-936C-EB3A-89A4188B68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3" y="20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" name="Freeform 626">
                  <a:extLst>
                    <a:ext uri="{FF2B5EF4-FFF2-40B4-BE49-F238E27FC236}">
                      <a16:creationId xmlns:a16="http://schemas.microsoft.com/office/drawing/2014/main" id="{997F3B88-FBA7-F105-BDC0-71D184B4BD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2070"/>
                  <a:ext cx="19" cy="21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5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8" name="Freeform 627">
                  <a:extLst>
                    <a:ext uri="{FF2B5EF4-FFF2-40B4-BE49-F238E27FC236}">
                      <a16:creationId xmlns:a16="http://schemas.microsoft.com/office/drawing/2014/main" id="{D5FB8F0D-490C-BAB1-64D5-30A0FE8572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2070"/>
                  <a:ext cx="19" cy="21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5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9" name="Freeform 628">
                  <a:extLst>
                    <a:ext uri="{FF2B5EF4-FFF2-40B4-BE49-F238E27FC236}">
                      <a16:creationId xmlns:a16="http://schemas.microsoft.com/office/drawing/2014/main" id="{450005C4-0118-1855-7547-44E445A54B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0" y="2082"/>
                  <a:ext cx="2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9" y="0"/>
                      </a:moveTo>
                      <a:lnTo>
                        <a:pt x="0" y="53"/>
                      </a:lnTo>
                      <a:lnTo>
                        <a:pt x="6" y="53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0" name="Line 629">
                  <a:extLst>
                    <a:ext uri="{FF2B5EF4-FFF2-40B4-BE49-F238E27FC236}">
                      <a16:creationId xmlns:a16="http://schemas.microsoft.com/office/drawing/2014/main" id="{3BDF6E74-C40F-7778-7167-91EB4DEC0E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0" y="209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1" name="Freeform 630">
                  <a:extLst>
                    <a:ext uri="{FF2B5EF4-FFF2-40B4-BE49-F238E27FC236}">
                      <a16:creationId xmlns:a16="http://schemas.microsoft.com/office/drawing/2014/main" id="{964D9CD5-4B9A-8396-B755-D69BBFC0CA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2073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lnTo>
                        <a:pt x="101" y="58"/>
                      </a:lnTo>
                      <a:lnTo>
                        <a:pt x="104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2" name="Freeform 631">
                  <a:extLst>
                    <a:ext uri="{FF2B5EF4-FFF2-40B4-BE49-F238E27FC236}">
                      <a16:creationId xmlns:a16="http://schemas.microsoft.com/office/drawing/2014/main" id="{0A788B12-F870-3CFB-7C8F-83D6F2FA9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2073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lnTo>
                        <a:pt x="101" y="58"/>
                      </a:lnTo>
                      <a:lnTo>
                        <a:pt x="104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3" name="Freeform 632">
                  <a:extLst>
                    <a:ext uri="{FF2B5EF4-FFF2-40B4-BE49-F238E27FC236}">
                      <a16:creationId xmlns:a16="http://schemas.microsoft.com/office/drawing/2014/main" id="{8E3B0847-4028-C833-3A78-765C90ECD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083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4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4" name="Line 633">
                  <a:extLst>
                    <a:ext uri="{FF2B5EF4-FFF2-40B4-BE49-F238E27FC236}">
                      <a16:creationId xmlns:a16="http://schemas.microsoft.com/office/drawing/2014/main" id="{BEB9C385-32A4-4634-626D-1123343C4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0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5" name="Freeform 634">
                  <a:extLst>
                    <a:ext uri="{FF2B5EF4-FFF2-40B4-BE49-F238E27FC236}">
                      <a16:creationId xmlns:a16="http://schemas.microsoft.com/office/drawing/2014/main" id="{9BBD07D7-5F2A-8DA2-073F-A5603E287D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073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0" y="5"/>
                      </a:moveTo>
                      <a:lnTo>
                        <a:pt x="4" y="58"/>
                      </a:lnTo>
                      <a:lnTo>
                        <a:pt x="7" y="111"/>
                      </a:lnTo>
                      <a:lnTo>
                        <a:pt x="103" y="106"/>
                      </a:lnTo>
                      <a:lnTo>
                        <a:pt x="100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6" name="Freeform 635">
                  <a:extLst>
                    <a:ext uri="{FF2B5EF4-FFF2-40B4-BE49-F238E27FC236}">
                      <a16:creationId xmlns:a16="http://schemas.microsoft.com/office/drawing/2014/main" id="{BE059252-A217-F3E2-3BF3-0B7887A246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073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0" y="5"/>
                      </a:moveTo>
                      <a:lnTo>
                        <a:pt x="4" y="58"/>
                      </a:lnTo>
                      <a:lnTo>
                        <a:pt x="7" y="111"/>
                      </a:lnTo>
                      <a:lnTo>
                        <a:pt x="103" y="106"/>
                      </a:lnTo>
                      <a:lnTo>
                        <a:pt x="100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7" name="Freeform 636">
                  <a:extLst>
                    <a:ext uri="{FF2B5EF4-FFF2-40B4-BE49-F238E27FC236}">
                      <a16:creationId xmlns:a16="http://schemas.microsoft.com/office/drawing/2014/main" id="{9B066AC5-E499-B129-C0E8-DEB8587823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" y="2082"/>
                  <a:ext cx="2" cy="9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0" y="0"/>
                      </a:moveTo>
                      <a:lnTo>
                        <a:pt x="3" y="53"/>
                      </a:lnTo>
                      <a:lnTo>
                        <a:pt x="10" y="5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8" name="Line 637">
                  <a:extLst>
                    <a:ext uri="{FF2B5EF4-FFF2-40B4-BE49-F238E27FC236}">
                      <a16:creationId xmlns:a16="http://schemas.microsoft.com/office/drawing/2014/main" id="{D9FEDF3F-E189-358E-9AD2-72A4C745DE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5" y="209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9" name="Freeform 638">
                  <a:extLst>
                    <a:ext uri="{FF2B5EF4-FFF2-40B4-BE49-F238E27FC236}">
                      <a16:creationId xmlns:a16="http://schemas.microsoft.com/office/drawing/2014/main" id="{A987AD4F-B5B7-1097-2D73-44DD3FD869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2" y="2070"/>
                  <a:ext cx="20" cy="21"/>
                </a:xfrm>
                <a:custGeom>
                  <a:avLst/>
                  <a:gdLst>
                    <a:gd name="T0" fmla="*/ 0 w 116"/>
                    <a:gd name="T1" fmla="*/ 0 h 123"/>
                    <a:gd name="T2" fmla="*/ 0 w 116"/>
                    <a:gd name="T3" fmla="*/ 0 h 123"/>
                    <a:gd name="T4" fmla="*/ 0 w 116"/>
                    <a:gd name="T5" fmla="*/ 0 h 123"/>
                    <a:gd name="T6" fmla="*/ 0 w 116"/>
                    <a:gd name="T7" fmla="*/ 0 h 123"/>
                    <a:gd name="T8" fmla="*/ 0 w 116"/>
                    <a:gd name="T9" fmla="*/ 0 h 123"/>
                    <a:gd name="T10" fmla="*/ 0 w 116"/>
                    <a:gd name="T11" fmla="*/ 0 h 123"/>
                    <a:gd name="T12" fmla="*/ 0 w 116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3"/>
                    <a:gd name="T23" fmla="*/ 116 w 116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3">
                      <a:moveTo>
                        <a:pt x="0" y="17"/>
                      </a:moveTo>
                      <a:lnTo>
                        <a:pt x="10" y="70"/>
                      </a:lnTo>
                      <a:lnTo>
                        <a:pt x="20" y="123"/>
                      </a:lnTo>
                      <a:lnTo>
                        <a:pt x="116" y="106"/>
                      </a:lnTo>
                      <a:lnTo>
                        <a:pt x="106" y="53"/>
                      </a:lnTo>
                      <a:lnTo>
                        <a:pt x="97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0" name="Freeform 639">
                  <a:extLst>
                    <a:ext uri="{FF2B5EF4-FFF2-40B4-BE49-F238E27FC236}">
                      <a16:creationId xmlns:a16="http://schemas.microsoft.com/office/drawing/2014/main" id="{AB7AEBBC-3D72-9425-227B-71854780C6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2" y="2070"/>
                  <a:ext cx="20" cy="21"/>
                </a:xfrm>
                <a:custGeom>
                  <a:avLst/>
                  <a:gdLst>
                    <a:gd name="T0" fmla="*/ 0 w 116"/>
                    <a:gd name="T1" fmla="*/ 0 h 123"/>
                    <a:gd name="T2" fmla="*/ 0 w 116"/>
                    <a:gd name="T3" fmla="*/ 0 h 123"/>
                    <a:gd name="T4" fmla="*/ 0 w 116"/>
                    <a:gd name="T5" fmla="*/ 0 h 123"/>
                    <a:gd name="T6" fmla="*/ 0 w 116"/>
                    <a:gd name="T7" fmla="*/ 0 h 123"/>
                    <a:gd name="T8" fmla="*/ 0 w 116"/>
                    <a:gd name="T9" fmla="*/ 0 h 123"/>
                    <a:gd name="T10" fmla="*/ 0 w 116"/>
                    <a:gd name="T11" fmla="*/ 0 h 123"/>
                    <a:gd name="T12" fmla="*/ 0 w 116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3"/>
                    <a:gd name="T23" fmla="*/ 116 w 116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3">
                      <a:moveTo>
                        <a:pt x="0" y="17"/>
                      </a:moveTo>
                      <a:lnTo>
                        <a:pt x="10" y="70"/>
                      </a:lnTo>
                      <a:lnTo>
                        <a:pt x="20" y="123"/>
                      </a:lnTo>
                      <a:lnTo>
                        <a:pt x="116" y="106"/>
                      </a:lnTo>
                      <a:lnTo>
                        <a:pt x="106" y="53"/>
                      </a:lnTo>
                      <a:lnTo>
                        <a:pt x="97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1" name="Freeform 640">
                  <a:extLst>
                    <a:ext uri="{FF2B5EF4-FFF2-40B4-BE49-F238E27FC236}">
                      <a16:creationId xmlns:a16="http://schemas.microsoft.com/office/drawing/2014/main" id="{6BE45D42-87C2-C94B-E622-3A13F18373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0" y="207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0" y="0"/>
                      </a:moveTo>
                      <a:lnTo>
                        <a:pt x="10" y="53"/>
                      </a:lnTo>
                      <a:lnTo>
                        <a:pt x="15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2" name="Line 641">
                  <a:extLst>
                    <a:ext uri="{FF2B5EF4-FFF2-40B4-BE49-F238E27FC236}">
                      <a16:creationId xmlns:a16="http://schemas.microsoft.com/office/drawing/2014/main" id="{055CE407-A087-EF47-ED98-1B0548267B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72" y="20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3" name="Freeform 642">
                  <a:extLst>
                    <a:ext uri="{FF2B5EF4-FFF2-40B4-BE49-F238E27FC236}">
                      <a16:creationId xmlns:a16="http://schemas.microsoft.com/office/drawing/2014/main" id="{04344CBF-28EA-04A7-2A4B-9FEA71422F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2066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0" y="26"/>
                      </a:move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3"/>
                      </a:ln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4" name="Freeform 643">
                  <a:extLst>
                    <a:ext uri="{FF2B5EF4-FFF2-40B4-BE49-F238E27FC236}">
                      <a16:creationId xmlns:a16="http://schemas.microsoft.com/office/drawing/2014/main" id="{0FB943E2-DD28-AE2A-D2A8-573B88AE11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2066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0" y="26"/>
                      </a:move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3"/>
                      </a:ln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5" name="Freeform 644">
                  <a:extLst>
                    <a:ext uri="{FF2B5EF4-FFF2-40B4-BE49-F238E27FC236}">
                      <a16:creationId xmlns:a16="http://schemas.microsoft.com/office/drawing/2014/main" id="{FC7D8D2D-DA9D-22BC-65F0-6CC52B2579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6" y="2075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0" y="0"/>
                      </a:moveTo>
                      <a:lnTo>
                        <a:pt x="14" y="51"/>
                      </a:lnTo>
                      <a:lnTo>
                        <a:pt x="20" y="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6" name="Line 645">
                  <a:extLst>
                    <a:ext uri="{FF2B5EF4-FFF2-40B4-BE49-F238E27FC236}">
                      <a16:creationId xmlns:a16="http://schemas.microsoft.com/office/drawing/2014/main" id="{138BA67C-DF11-D914-17AE-9CD6A76A8E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88" y="20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7" name="Freeform 646">
                  <a:extLst>
                    <a:ext uri="{FF2B5EF4-FFF2-40B4-BE49-F238E27FC236}">
                      <a16:creationId xmlns:a16="http://schemas.microsoft.com/office/drawing/2014/main" id="{D8BDD172-3F16-5E34-6373-747B0DD2EC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0" y="37"/>
                      </a:moveTo>
                      <a:lnTo>
                        <a:pt x="21" y="87"/>
                      </a:lnTo>
                      <a:lnTo>
                        <a:pt x="41" y="136"/>
                      </a:lnTo>
                      <a:lnTo>
                        <a:pt x="130" y="99"/>
                      </a:lnTo>
                      <a:lnTo>
                        <a:pt x="109" y="50"/>
                      </a:lnTo>
                      <a:lnTo>
                        <a:pt x="89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8" name="Freeform 647">
                  <a:extLst>
                    <a:ext uri="{FF2B5EF4-FFF2-40B4-BE49-F238E27FC236}">
                      <a16:creationId xmlns:a16="http://schemas.microsoft.com/office/drawing/2014/main" id="{1465AB31-489E-C520-C503-03385438D4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0" y="37"/>
                      </a:moveTo>
                      <a:lnTo>
                        <a:pt x="21" y="87"/>
                      </a:lnTo>
                      <a:lnTo>
                        <a:pt x="41" y="136"/>
                      </a:lnTo>
                      <a:lnTo>
                        <a:pt x="130" y="99"/>
                      </a:lnTo>
                      <a:lnTo>
                        <a:pt x="109" y="50"/>
                      </a:lnTo>
                      <a:lnTo>
                        <a:pt x="89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9" name="Freeform 648">
                  <a:extLst>
                    <a:ext uri="{FF2B5EF4-FFF2-40B4-BE49-F238E27FC236}">
                      <a16:creationId xmlns:a16="http://schemas.microsoft.com/office/drawing/2014/main" id="{3ED0F7EC-71B5-C295-FEA2-32E2EEDA8F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0" y="2069"/>
                  <a:ext cx="5" cy="8"/>
                </a:xfrm>
                <a:custGeom>
                  <a:avLst/>
                  <a:gdLst>
                    <a:gd name="T0" fmla="*/ 0 w 27"/>
                    <a:gd name="T1" fmla="*/ 0 h 49"/>
                    <a:gd name="T2" fmla="*/ 0 w 27"/>
                    <a:gd name="T3" fmla="*/ 0 h 49"/>
                    <a:gd name="T4" fmla="*/ 0 w 27"/>
                    <a:gd name="T5" fmla="*/ 0 h 49"/>
                    <a:gd name="T6" fmla="*/ 0 w 27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9"/>
                    <a:gd name="T14" fmla="*/ 27 w 27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9">
                      <a:moveTo>
                        <a:pt x="0" y="0"/>
                      </a:moveTo>
                      <a:lnTo>
                        <a:pt x="21" y="49"/>
                      </a:lnTo>
                      <a:lnTo>
                        <a:pt x="27" y="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0" name="Line 649">
                  <a:extLst>
                    <a:ext uri="{FF2B5EF4-FFF2-40B4-BE49-F238E27FC236}">
                      <a16:creationId xmlns:a16="http://schemas.microsoft.com/office/drawing/2014/main" id="{6A3CB884-55FB-6ECC-7E8A-DC74864279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4" y="20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1" name="Freeform 650">
                  <a:extLst>
                    <a:ext uri="{FF2B5EF4-FFF2-40B4-BE49-F238E27FC236}">
                      <a16:creationId xmlns:a16="http://schemas.microsoft.com/office/drawing/2014/main" id="{D1771E85-7542-39E5-D1EF-FDADC8F12C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2053"/>
                  <a:ext cx="23" cy="23"/>
                </a:xfrm>
                <a:custGeom>
                  <a:avLst/>
                  <a:gdLst>
                    <a:gd name="T0" fmla="*/ 0 w 139"/>
                    <a:gd name="T1" fmla="*/ 0 h 141"/>
                    <a:gd name="T2" fmla="*/ 0 w 139"/>
                    <a:gd name="T3" fmla="*/ 0 h 141"/>
                    <a:gd name="T4" fmla="*/ 0 w 139"/>
                    <a:gd name="T5" fmla="*/ 0 h 141"/>
                    <a:gd name="T6" fmla="*/ 0 w 139"/>
                    <a:gd name="T7" fmla="*/ 0 h 141"/>
                    <a:gd name="T8" fmla="*/ 0 w 139"/>
                    <a:gd name="T9" fmla="*/ 0 h 141"/>
                    <a:gd name="T10" fmla="*/ 0 w 139"/>
                    <a:gd name="T11" fmla="*/ 0 h 141"/>
                    <a:gd name="T12" fmla="*/ 0 w 139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1"/>
                    <a:gd name="T23" fmla="*/ 139 w 139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1">
                      <a:moveTo>
                        <a:pt x="0" y="48"/>
                      </a:moveTo>
                      <a:lnTo>
                        <a:pt x="26" y="95"/>
                      </a:lnTo>
                      <a:lnTo>
                        <a:pt x="53" y="141"/>
                      </a:lnTo>
                      <a:lnTo>
                        <a:pt x="139" y="93"/>
                      </a:lnTo>
                      <a:lnTo>
                        <a:pt x="112" y="47"/>
                      </a:lnTo>
                      <a:lnTo>
                        <a:pt x="86" y="0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2" name="Freeform 651">
                  <a:extLst>
                    <a:ext uri="{FF2B5EF4-FFF2-40B4-BE49-F238E27FC236}">
                      <a16:creationId xmlns:a16="http://schemas.microsoft.com/office/drawing/2014/main" id="{07CF4E28-F369-5EAA-D4E3-1E984C6298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2053"/>
                  <a:ext cx="23" cy="23"/>
                </a:xfrm>
                <a:custGeom>
                  <a:avLst/>
                  <a:gdLst>
                    <a:gd name="T0" fmla="*/ 0 w 139"/>
                    <a:gd name="T1" fmla="*/ 0 h 141"/>
                    <a:gd name="T2" fmla="*/ 0 w 139"/>
                    <a:gd name="T3" fmla="*/ 0 h 141"/>
                    <a:gd name="T4" fmla="*/ 0 w 139"/>
                    <a:gd name="T5" fmla="*/ 0 h 141"/>
                    <a:gd name="T6" fmla="*/ 0 w 139"/>
                    <a:gd name="T7" fmla="*/ 0 h 141"/>
                    <a:gd name="T8" fmla="*/ 0 w 139"/>
                    <a:gd name="T9" fmla="*/ 0 h 141"/>
                    <a:gd name="T10" fmla="*/ 0 w 139"/>
                    <a:gd name="T11" fmla="*/ 0 h 141"/>
                    <a:gd name="T12" fmla="*/ 0 w 139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1"/>
                    <a:gd name="T23" fmla="*/ 139 w 139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1">
                      <a:moveTo>
                        <a:pt x="0" y="48"/>
                      </a:moveTo>
                      <a:lnTo>
                        <a:pt x="26" y="95"/>
                      </a:lnTo>
                      <a:lnTo>
                        <a:pt x="53" y="141"/>
                      </a:lnTo>
                      <a:lnTo>
                        <a:pt x="139" y="93"/>
                      </a:lnTo>
                      <a:lnTo>
                        <a:pt x="112" y="47"/>
                      </a:lnTo>
                      <a:lnTo>
                        <a:pt x="86" y="0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3" name="Freeform 652">
                  <a:extLst>
                    <a:ext uri="{FF2B5EF4-FFF2-40B4-BE49-F238E27FC236}">
                      <a16:creationId xmlns:a16="http://schemas.microsoft.com/office/drawing/2014/main" id="{6F578220-D183-4E4B-A1BD-62B334C5B0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5" y="2061"/>
                  <a:ext cx="5" cy="7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0" y="0"/>
                      </a:moveTo>
                      <a:lnTo>
                        <a:pt x="27" y="46"/>
                      </a:lnTo>
                      <a:lnTo>
                        <a:pt x="31" y="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4" name="Line 653">
                  <a:extLst>
                    <a:ext uri="{FF2B5EF4-FFF2-40B4-BE49-F238E27FC236}">
                      <a16:creationId xmlns:a16="http://schemas.microsoft.com/office/drawing/2014/main" id="{17D4B2FA-87D2-6FD5-470A-902F8E92EA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19" y="20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5" name="Freeform 654">
                  <a:extLst>
                    <a:ext uri="{FF2B5EF4-FFF2-40B4-BE49-F238E27FC236}">
                      <a16:creationId xmlns:a16="http://schemas.microsoft.com/office/drawing/2014/main" id="{A6793110-226C-C070-E510-4F68E814DB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20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0" y="56"/>
                      </a:move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6" name="Freeform 655">
                  <a:extLst>
                    <a:ext uri="{FF2B5EF4-FFF2-40B4-BE49-F238E27FC236}">
                      <a16:creationId xmlns:a16="http://schemas.microsoft.com/office/drawing/2014/main" id="{01522CC1-03B4-AE9C-E5B7-1D98B2FEAE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20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0" y="56"/>
                      </a:move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7" name="Freeform 656">
                  <a:extLst>
                    <a:ext uri="{FF2B5EF4-FFF2-40B4-BE49-F238E27FC236}">
                      <a16:creationId xmlns:a16="http://schemas.microsoft.com/office/drawing/2014/main" id="{5919DB08-2936-3E45-ECE8-32AAC0AE93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8" y="2051"/>
                  <a:ext cx="6" cy="8"/>
                </a:xfrm>
                <a:custGeom>
                  <a:avLst/>
                  <a:gdLst>
                    <a:gd name="T0" fmla="*/ 0 w 35"/>
                    <a:gd name="T1" fmla="*/ 0 h 43"/>
                    <a:gd name="T2" fmla="*/ 0 w 35"/>
                    <a:gd name="T3" fmla="*/ 0 h 43"/>
                    <a:gd name="T4" fmla="*/ 0 w 35"/>
                    <a:gd name="T5" fmla="*/ 0 h 43"/>
                    <a:gd name="T6" fmla="*/ 0 w 35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3"/>
                    <a:gd name="T14" fmla="*/ 35 w 35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3">
                      <a:moveTo>
                        <a:pt x="0" y="0"/>
                      </a:moveTo>
                      <a:lnTo>
                        <a:pt x="30" y="43"/>
                      </a:lnTo>
                      <a:lnTo>
                        <a:pt x="35" y="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8" name="Line 657">
                  <a:extLst>
                    <a:ext uri="{FF2B5EF4-FFF2-40B4-BE49-F238E27FC236}">
                      <a16:creationId xmlns:a16="http://schemas.microsoft.com/office/drawing/2014/main" id="{AB7074FB-3B3A-44E9-CB3B-00BE7EA613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33" y="20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9" name="Freeform 658">
                  <a:extLst>
                    <a:ext uri="{FF2B5EF4-FFF2-40B4-BE49-F238E27FC236}">
                      <a16:creationId xmlns:a16="http://schemas.microsoft.com/office/drawing/2014/main" id="{D5C169D6-10A7-39A7-4719-59CED3A0C8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2034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0" y="65"/>
                      </a:moveTo>
                      <a:lnTo>
                        <a:pt x="35" y="105"/>
                      </a:lnTo>
                      <a:lnTo>
                        <a:pt x="70" y="145"/>
                      </a:lnTo>
                      <a:lnTo>
                        <a:pt x="143" y="80"/>
                      </a:lnTo>
                      <a:lnTo>
                        <a:pt x="108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0" name="Freeform 659">
                  <a:extLst>
                    <a:ext uri="{FF2B5EF4-FFF2-40B4-BE49-F238E27FC236}">
                      <a16:creationId xmlns:a16="http://schemas.microsoft.com/office/drawing/2014/main" id="{1B87B04B-5F15-7ED6-9B3A-7ABD9D3D6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2034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0" y="65"/>
                      </a:moveTo>
                      <a:lnTo>
                        <a:pt x="35" y="105"/>
                      </a:lnTo>
                      <a:lnTo>
                        <a:pt x="70" y="145"/>
                      </a:lnTo>
                      <a:lnTo>
                        <a:pt x="143" y="80"/>
                      </a:lnTo>
                      <a:lnTo>
                        <a:pt x="108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1" name="Freeform 660">
                  <a:extLst>
                    <a:ext uri="{FF2B5EF4-FFF2-40B4-BE49-F238E27FC236}">
                      <a16:creationId xmlns:a16="http://schemas.microsoft.com/office/drawing/2014/main" id="{98D5EFDD-CE1F-20ED-5552-660A4542A8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0" y="2041"/>
                  <a:ext cx="7" cy="6"/>
                </a:xfrm>
                <a:custGeom>
                  <a:avLst/>
                  <a:gdLst>
                    <a:gd name="T0" fmla="*/ 0 w 40"/>
                    <a:gd name="T1" fmla="*/ 0 h 40"/>
                    <a:gd name="T2" fmla="*/ 0 w 40"/>
                    <a:gd name="T3" fmla="*/ 0 h 40"/>
                    <a:gd name="T4" fmla="*/ 0 w 40"/>
                    <a:gd name="T5" fmla="*/ 0 h 40"/>
                    <a:gd name="T6" fmla="*/ 0 w 40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0"/>
                    <a:gd name="T14" fmla="*/ 40 w 40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0">
                      <a:moveTo>
                        <a:pt x="0" y="0"/>
                      </a:moveTo>
                      <a:lnTo>
                        <a:pt x="35" y="40"/>
                      </a:lnTo>
                      <a:lnTo>
                        <a:pt x="40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2" name="Line 661">
                  <a:extLst>
                    <a:ext uri="{FF2B5EF4-FFF2-40B4-BE49-F238E27FC236}">
                      <a16:creationId xmlns:a16="http://schemas.microsoft.com/office/drawing/2014/main" id="{2637DADC-0930-6771-7BEB-E9331E604B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46" y="204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3" name="Freeform 662">
                  <a:extLst>
                    <a:ext uri="{FF2B5EF4-FFF2-40B4-BE49-F238E27FC236}">
                      <a16:creationId xmlns:a16="http://schemas.microsoft.com/office/drawing/2014/main" id="{BC0EF07C-0C28-2B33-1AF3-0009022665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2023"/>
                  <a:ext cx="24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0" y="72"/>
                      </a:move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5" y="72"/>
                      </a:ln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4" name="Freeform 663">
                  <a:extLst>
                    <a:ext uri="{FF2B5EF4-FFF2-40B4-BE49-F238E27FC236}">
                      <a16:creationId xmlns:a16="http://schemas.microsoft.com/office/drawing/2014/main" id="{A85A7351-EC56-6724-D883-8242EBC39A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2023"/>
                  <a:ext cx="24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0" y="72"/>
                      </a:move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5" y="72"/>
                      </a:ln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5" name="Freeform 664">
                  <a:extLst>
                    <a:ext uri="{FF2B5EF4-FFF2-40B4-BE49-F238E27FC236}">
                      <a16:creationId xmlns:a16="http://schemas.microsoft.com/office/drawing/2014/main" id="{BA09CBF8-BA50-C6E9-8160-7BF9A76E38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1" y="2029"/>
                  <a:ext cx="7" cy="6"/>
                </a:xfrm>
                <a:custGeom>
                  <a:avLst/>
                  <a:gdLst>
                    <a:gd name="T0" fmla="*/ 0 w 44"/>
                    <a:gd name="T1" fmla="*/ 0 h 36"/>
                    <a:gd name="T2" fmla="*/ 0 w 44"/>
                    <a:gd name="T3" fmla="*/ 0 h 36"/>
                    <a:gd name="T4" fmla="*/ 0 w 44"/>
                    <a:gd name="T5" fmla="*/ 0 h 36"/>
                    <a:gd name="T6" fmla="*/ 0 w 4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6"/>
                    <a:gd name="T14" fmla="*/ 44 w 4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6">
                      <a:moveTo>
                        <a:pt x="0" y="0"/>
                      </a:moveTo>
                      <a:lnTo>
                        <a:pt x="40" y="36"/>
                      </a:lnTo>
                      <a:lnTo>
                        <a:pt x="4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6" name="Line 665">
                  <a:extLst>
                    <a:ext uri="{FF2B5EF4-FFF2-40B4-BE49-F238E27FC236}">
                      <a16:creationId xmlns:a16="http://schemas.microsoft.com/office/drawing/2014/main" id="{EF556BF0-BB62-04B9-937B-7A2716704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57" y="203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7" name="Freeform 666">
                  <a:extLst>
                    <a:ext uri="{FF2B5EF4-FFF2-40B4-BE49-F238E27FC236}">
                      <a16:creationId xmlns:a16="http://schemas.microsoft.com/office/drawing/2014/main" id="{84D9AE87-CAD3-ED58-0A2D-A2F35D312A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2010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0" y="79"/>
                      </a:moveTo>
                      <a:lnTo>
                        <a:pt x="43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8" name="Freeform 667">
                  <a:extLst>
                    <a:ext uri="{FF2B5EF4-FFF2-40B4-BE49-F238E27FC236}">
                      <a16:creationId xmlns:a16="http://schemas.microsoft.com/office/drawing/2014/main" id="{2EE318DD-4816-248D-3E78-B0A4B331BF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2010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0" y="79"/>
                      </a:moveTo>
                      <a:lnTo>
                        <a:pt x="43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9" name="Freeform 668">
                  <a:extLst>
                    <a:ext uri="{FF2B5EF4-FFF2-40B4-BE49-F238E27FC236}">
                      <a16:creationId xmlns:a16="http://schemas.microsoft.com/office/drawing/2014/main" id="{7DACAF80-1B32-44BD-89B5-3D3A989D69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2015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0" y="0"/>
                      </a:moveTo>
                      <a:lnTo>
                        <a:pt x="44" y="30"/>
                      </a:lnTo>
                      <a:lnTo>
                        <a:pt x="47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0" name="Line 669">
                  <a:extLst>
                    <a:ext uri="{FF2B5EF4-FFF2-40B4-BE49-F238E27FC236}">
                      <a16:creationId xmlns:a16="http://schemas.microsoft.com/office/drawing/2014/main" id="{86DC0B82-CD69-C9FD-3422-B5747478CE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67" y="20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1" name="Freeform 670">
                  <a:extLst>
                    <a:ext uri="{FF2B5EF4-FFF2-40B4-BE49-F238E27FC236}">
                      <a16:creationId xmlns:a16="http://schemas.microsoft.com/office/drawing/2014/main" id="{41417001-B4BD-E4C4-12DD-E7F5817327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997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0" y="84"/>
                      </a:moveTo>
                      <a:lnTo>
                        <a:pt x="46" y="110"/>
                      </a:lnTo>
                      <a:lnTo>
                        <a:pt x="93" y="135"/>
                      </a:lnTo>
                      <a:lnTo>
                        <a:pt x="140" y="50"/>
                      </a:lnTo>
                      <a:lnTo>
                        <a:pt x="93" y="25"/>
                      </a:lnTo>
                      <a:lnTo>
                        <a:pt x="46" y="0"/>
                      </a:lnTo>
                      <a:lnTo>
                        <a:pt x="0" y="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2" name="Freeform 671">
                  <a:extLst>
                    <a:ext uri="{FF2B5EF4-FFF2-40B4-BE49-F238E27FC236}">
                      <a16:creationId xmlns:a16="http://schemas.microsoft.com/office/drawing/2014/main" id="{687278B5-FF7C-6C7B-F9FF-EB21AD6366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997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0" y="84"/>
                      </a:moveTo>
                      <a:lnTo>
                        <a:pt x="46" y="110"/>
                      </a:lnTo>
                      <a:lnTo>
                        <a:pt x="93" y="135"/>
                      </a:lnTo>
                      <a:lnTo>
                        <a:pt x="140" y="50"/>
                      </a:lnTo>
                      <a:lnTo>
                        <a:pt x="93" y="25"/>
                      </a:lnTo>
                      <a:lnTo>
                        <a:pt x="46" y="0"/>
                      </a:lnTo>
                      <a:lnTo>
                        <a:pt x="0" y="8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3" name="Freeform 672">
                  <a:extLst>
                    <a:ext uri="{FF2B5EF4-FFF2-40B4-BE49-F238E27FC236}">
                      <a16:creationId xmlns:a16="http://schemas.microsoft.com/office/drawing/2014/main" id="{2E956DAC-232E-513B-0D56-82E165BD29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2001"/>
                  <a:ext cx="8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0"/>
                      </a:moveTo>
                      <a:lnTo>
                        <a:pt x="47" y="25"/>
                      </a:lnTo>
                      <a:lnTo>
                        <a:pt x="50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4" name="Line 673">
                  <a:extLst>
                    <a:ext uri="{FF2B5EF4-FFF2-40B4-BE49-F238E27FC236}">
                      <a16:creationId xmlns:a16="http://schemas.microsoft.com/office/drawing/2014/main" id="{E6DA510D-7BC2-6DF9-89AA-4BCB60770B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76" y="20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5" name="Freeform 674">
                  <a:extLst>
                    <a:ext uri="{FF2B5EF4-FFF2-40B4-BE49-F238E27FC236}">
                      <a16:creationId xmlns:a16="http://schemas.microsoft.com/office/drawing/2014/main" id="{B7631961-9304-B8A7-8B29-17153B0A93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983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0" y="90"/>
                      </a:move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6" name="Freeform 675">
                  <a:extLst>
                    <a:ext uri="{FF2B5EF4-FFF2-40B4-BE49-F238E27FC236}">
                      <a16:creationId xmlns:a16="http://schemas.microsoft.com/office/drawing/2014/main" id="{B4D4107F-201A-B596-E29E-C524567487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983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0" y="90"/>
                      </a:move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7" name="Freeform 676">
                  <a:extLst>
                    <a:ext uri="{FF2B5EF4-FFF2-40B4-BE49-F238E27FC236}">
                      <a16:creationId xmlns:a16="http://schemas.microsoft.com/office/drawing/2014/main" id="{F37386A8-AE64-5936-0E4B-768611671F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4" y="1986"/>
                  <a:ext cx="8" cy="4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0" y="0"/>
                      </a:moveTo>
                      <a:lnTo>
                        <a:pt x="50" y="20"/>
                      </a:lnTo>
                      <a:lnTo>
                        <a:pt x="51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8" name="Line 677">
                  <a:extLst>
                    <a:ext uri="{FF2B5EF4-FFF2-40B4-BE49-F238E27FC236}">
                      <a16:creationId xmlns:a16="http://schemas.microsoft.com/office/drawing/2014/main" id="{FD70B21E-ADD8-3455-CE4E-90ABD3B8F0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19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9" name="Freeform 678">
                  <a:extLst>
                    <a:ext uri="{FF2B5EF4-FFF2-40B4-BE49-F238E27FC236}">
                      <a16:creationId xmlns:a16="http://schemas.microsoft.com/office/drawing/2014/main" id="{CC5A14BC-9D60-9441-6CF8-84632ACDC4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96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0" y="93"/>
                      </a:moveTo>
                      <a:lnTo>
                        <a:pt x="51" y="108"/>
                      </a:lnTo>
                      <a:lnTo>
                        <a:pt x="102" y="123"/>
                      </a:lnTo>
                      <a:lnTo>
                        <a:pt x="129" y="30"/>
                      </a:lnTo>
                      <a:lnTo>
                        <a:pt x="79" y="15"/>
                      </a:lnTo>
                      <a:lnTo>
                        <a:pt x="28" y="0"/>
                      </a:lnTo>
                      <a:lnTo>
                        <a:pt x="0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0" name="Freeform 679">
                  <a:extLst>
                    <a:ext uri="{FF2B5EF4-FFF2-40B4-BE49-F238E27FC236}">
                      <a16:creationId xmlns:a16="http://schemas.microsoft.com/office/drawing/2014/main" id="{FBAF041C-5F8A-9722-3C9F-D9C251BD38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96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0" y="93"/>
                      </a:moveTo>
                      <a:lnTo>
                        <a:pt x="51" y="108"/>
                      </a:lnTo>
                      <a:lnTo>
                        <a:pt x="102" y="123"/>
                      </a:lnTo>
                      <a:lnTo>
                        <a:pt x="129" y="30"/>
                      </a:lnTo>
                      <a:lnTo>
                        <a:pt x="79" y="15"/>
                      </a:lnTo>
                      <a:lnTo>
                        <a:pt x="28" y="0"/>
                      </a:lnTo>
                      <a:lnTo>
                        <a:pt x="0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1" name="Freeform 680">
                  <a:extLst>
                    <a:ext uri="{FF2B5EF4-FFF2-40B4-BE49-F238E27FC236}">
                      <a16:creationId xmlns:a16="http://schemas.microsoft.com/office/drawing/2014/main" id="{F786F29E-9CDD-3B9F-0AEF-7DD3E03F64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9" y="1971"/>
                  <a:ext cx="8" cy="2"/>
                </a:xfrm>
                <a:custGeom>
                  <a:avLst/>
                  <a:gdLst>
                    <a:gd name="T0" fmla="*/ 0 w 52"/>
                    <a:gd name="T1" fmla="*/ 0 h 15"/>
                    <a:gd name="T2" fmla="*/ 0 w 52"/>
                    <a:gd name="T3" fmla="*/ 0 h 15"/>
                    <a:gd name="T4" fmla="*/ 0 w 52"/>
                    <a:gd name="T5" fmla="*/ 0 h 15"/>
                    <a:gd name="T6" fmla="*/ 0 w 52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5"/>
                    <a:gd name="T14" fmla="*/ 52 w 52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5">
                      <a:moveTo>
                        <a:pt x="0" y="0"/>
                      </a:moveTo>
                      <a:lnTo>
                        <a:pt x="50" y="15"/>
                      </a:lnTo>
                      <a:lnTo>
                        <a:pt x="52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2" name="Line 681">
                  <a:extLst>
                    <a:ext uri="{FF2B5EF4-FFF2-40B4-BE49-F238E27FC236}">
                      <a16:creationId xmlns:a16="http://schemas.microsoft.com/office/drawing/2014/main" id="{CAC9FE90-7BD5-F3B1-08B6-4F68548362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7" y="19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3" name="Freeform 682">
                  <a:extLst>
                    <a:ext uri="{FF2B5EF4-FFF2-40B4-BE49-F238E27FC236}">
                      <a16:creationId xmlns:a16="http://schemas.microsoft.com/office/drawing/2014/main" id="{ED479920-D999-D126-2CC7-A12BAA8DA9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0" y="96"/>
                      </a:moveTo>
                      <a:lnTo>
                        <a:pt x="53" y="105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4" name="Freeform 683">
                  <a:extLst>
                    <a:ext uri="{FF2B5EF4-FFF2-40B4-BE49-F238E27FC236}">
                      <a16:creationId xmlns:a16="http://schemas.microsoft.com/office/drawing/2014/main" id="{0CA2C4BE-C0B5-D463-20CA-E7A3DB6C45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0" y="96"/>
                      </a:moveTo>
                      <a:lnTo>
                        <a:pt x="53" y="105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5" name="Freeform 684">
                  <a:extLst>
                    <a:ext uri="{FF2B5EF4-FFF2-40B4-BE49-F238E27FC236}">
                      <a16:creationId xmlns:a16="http://schemas.microsoft.com/office/drawing/2014/main" id="{4AC4BE02-71C0-5649-FD36-A8DD760EE2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1" y="1955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0" y="0"/>
                      </a:moveTo>
                      <a:lnTo>
                        <a:pt x="53" y="8"/>
                      </a:lnTo>
                      <a:lnTo>
                        <a:pt x="53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6" name="Line 685">
                  <a:extLst>
                    <a:ext uri="{FF2B5EF4-FFF2-40B4-BE49-F238E27FC236}">
                      <a16:creationId xmlns:a16="http://schemas.microsoft.com/office/drawing/2014/main" id="{9413EBD2-500B-D198-BB04-08A343DBF0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0" y="195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7" name="Freeform 686">
                  <a:extLst>
                    <a:ext uri="{FF2B5EF4-FFF2-40B4-BE49-F238E27FC236}">
                      <a16:creationId xmlns:a16="http://schemas.microsoft.com/office/drawing/2014/main" id="{283F7AC5-1501-32B5-FBF1-EE157ECB06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38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0" y="96"/>
                      </a:move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2" y="6"/>
                      </a:ln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8" name="Freeform 687">
                  <a:extLst>
                    <a:ext uri="{FF2B5EF4-FFF2-40B4-BE49-F238E27FC236}">
                      <a16:creationId xmlns:a16="http://schemas.microsoft.com/office/drawing/2014/main" id="{C550BE47-BA3C-EB5C-1952-5748A3435F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38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0" y="96"/>
                      </a:move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2" y="6"/>
                      </a:ln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9" name="Freeform 688">
                  <a:extLst>
                    <a:ext uri="{FF2B5EF4-FFF2-40B4-BE49-F238E27FC236}">
                      <a16:creationId xmlns:a16="http://schemas.microsoft.com/office/drawing/2014/main" id="{D5DB7040-CDE0-1E76-98F5-99C3AFD448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2" y="19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0" y="3"/>
                      </a:moveTo>
                      <a:lnTo>
                        <a:pt x="53" y="6"/>
                      </a:lnTo>
                      <a:lnTo>
                        <a:pt x="53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0" name="Line 689">
                  <a:extLst>
                    <a:ext uri="{FF2B5EF4-FFF2-40B4-BE49-F238E27FC236}">
                      <a16:creationId xmlns:a16="http://schemas.microsoft.com/office/drawing/2014/main" id="{20895B2A-6FC8-DD77-5422-8F9E0D38D9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1" y="19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1" name="Freeform 690">
                  <a:extLst>
                    <a:ext uri="{FF2B5EF4-FFF2-40B4-BE49-F238E27FC236}">
                      <a16:creationId xmlns:a16="http://schemas.microsoft.com/office/drawing/2014/main" id="{E46497FA-8BD1-8E3D-0886-95F8049F3D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2" name="Freeform 691">
                  <a:extLst>
                    <a:ext uri="{FF2B5EF4-FFF2-40B4-BE49-F238E27FC236}">
                      <a16:creationId xmlns:a16="http://schemas.microsoft.com/office/drawing/2014/main" id="{C804AFEC-B009-84A1-7EE7-32ED0698B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3" name="Freeform 692">
                  <a:extLst>
                    <a:ext uri="{FF2B5EF4-FFF2-40B4-BE49-F238E27FC236}">
                      <a16:creationId xmlns:a16="http://schemas.microsoft.com/office/drawing/2014/main" id="{CC0710ED-CE00-8A57-C7BF-70AE3BA292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651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4" name="Freeform 693">
                  <a:extLst>
                    <a:ext uri="{FF2B5EF4-FFF2-40B4-BE49-F238E27FC236}">
                      <a16:creationId xmlns:a16="http://schemas.microsoft.com/office/drawing/2014/main" id="{2F3D6BED-145F-8C61-F5CB-F958FB5F18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651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5" name="Freeform 694">
                  <a:extLst>
                    <a:ext uri="{FF2B5EF4-FFF2-40B4-BE49-F238E27FC236}">
                      <a16:creationId xmlns:a16="http://schemas.microsoft.com/office/drawing/2014/main" id="{CDFC8665-E632-D48F-3FCC-CACB52FFBB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6" name="Freeform 695">
                  <a:extLst>
                    <a:ext uri="{FF2B5EF4-FFF2-40B4-BE49-F238E27FC236}">
                      <a16:creationId xmlns:a16="http://schemas.microsoft.com/office/drawing/2014/main" id="{68D8874E-8CBF-35DB-0BB9-B316E35B51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7" name="Freeform 696">
                  <a:extLst>
                    <a:ext uri="{FF2B5EF4-FFF2-40B4-BE49-F238E27FC236}">
                      <a16:creationId xmlns:a16="http://schemas.microsoft.com/office/drawing/2014/main" id="{567E6F07-A27E-2114-6411-C1E214EF8F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2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8" name="Freeform 697">
                  <a:extLst>
                    <a:ext uri="{FF2B5EF4-FFF2-40B4-BE49-F238E27FC236}">
                      <a16:creationId xmlns:a16="http://schemas.microsoft.com/office/drawing/2014/main" id="{79C431BC-BB5F-AB09-AAC9-9E3BE07F99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2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9" name="Freeform 698">
                  <a:extLst>
                    <a:ext uri="{FF2B5EF4-FFF2-40B4-BE49-F238E27FC236}">
                      <a16:creationId xmlns:a16="http://schemas.microsoft.com/office/drawing/2014/main" id="{1ECCAFE1-3ADA-0817-23F5-4C218F8701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0" name="Freeform 699">
                  <a:extLst>
                    <a:ext uri="{FF2B5EF4-FFF2-40B4-BE49-F238E27FC236}">
                      <a16:creationId xmlns:a16="http://schemas.microsoft.com/office/drawing/2014/main" id="{A6CC8817-BBDF-A850-965B-4FEF75D9B8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1" name="Freeform 700">
                  <a:extLst>
                    <a:ext uri="{FF2B5EF4-FFF2-40B4-BE49-F238E27FC236}">
                      <a16:creationId xmlns:a16="http://schemas.microsoft.com/office/drawing/2014/main" id="{28B62937-665B-F3B1-7E43-E859BDE309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2" name="Freeform 701">
                  <a:extLst>
                    <a:ext uri="{FF2B5EF4-FFF2-40B4-BE49-F238E27FC236}">
                      <a16:creationId xmlns:a16="http://schemas.microsoft.com/office/drawing/2014/main" id="{6EDEBD2D-BB95-9AB3-EF71-CF81665584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3" name="Freeform 702">
                  <a:extLst>
                    <a:ext uri="{FF2B5EF4-FFF2-40B4-BE49-F238E27FC236}">
                      <a16:creationId xmlns:a16="http://schemas.microsoft.com/office/drawing/2014/main" id="{C21FADF2-A7F5-23E1-991C-91933CE685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59"/>
                  <a:ext cx="17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4" name="Freeform 703">
                  <a:extLst>
                    <a:ext uri="{FF2B5EF4-FFF2-40B4-BE49-F238E27FC236}">
                      <a16:creationId xmlns:a16="http://schemas.microsoft.com/office/drawing/2014/main" id="{E01865C8-85AC-B265-6067-E924DE7C08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59"/>
                  <a:ext cx="17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5" name="Freeform 704">
                  <a:extLst>
                    <a:ext uri="{FF2B5EF4-FFF2-40B4-BE49-F238E27FC236}">
                      <a16:creationId xmlns:a16="http://schemas.microsoft.com/office/drawing/2014/main" id="{5AF8F4E0-0A14-BA97-C702-07B65AAA6F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8"/>
                  <a:ext cx="17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6" name="Freeform 705">
                  <a:extLst>
                    <a:ext uri="{FF2B5EF4-FFF2-40B4-BE49-F238E27FC236}">
                      <a16:creationId xmlns:a16="http://schemas.microsoft.com/office/drawing/2014/main" id="{FAB4BAE7-2991-F0A0-722D-E32B202578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8"/>
                  <a:ext cx="17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7" name="Freeform 706">
                  <a:extLst>
                    <a:ext uri="{FF2B5EF4-FFF2-40B4-BE49-F238E27FC236}">
                      <a16:creationId xmlns:a16="http://schemas.microsoft.com/office/drawing/2014/main" id="{9D6DCBA8-3155-498F-FAB4-16259F93A8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660"/>
                  <a:ext cx="17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8" name="Freeform 707">
                  <a:extLst>
                    <a:ext uri="{FF2B5EF4-FFF2-40B4-BE49-F238E27FC236}">
                      <a16:creationId xmlns:a16="http://schemas.microsoft.com/office/drawing/2014/main" id="{0BE1D2EC-E0A9-CE6F-71D8-654FA91686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660"/>
                  <a:ext cx="17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9" name="Line 708">
                  <a:extLst>
                    <a:ext uri="{FF2B5EF4-FFF2-40B4-BE49-F238E27FC236}">
                      <a16:creationId xmlns:a16="http://schemas.microsoft.com/office/drawing/2014/main" id="{94EC5373-224C-E9F6-779E-C70D2DD24C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1631"/>
                  <a:ext cx="1" cy="14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0" name="Line 709">
                  <a:extLst>
                    <a:ext uri="{FF2B5EF4-FFF2-40B4-BE49-F238E27FC236}">
                      <a16:creationId xmlns:a16="http://schemas.microsoft.com/office/drawing/2014/main" id="{7DEBF85F-8944-D774-6656-1ABBB32AA1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1797"/>
                  <a:ext cx="1" cy="26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1" name="Line 710">
                  <a:extLst>
                    <a:ext uri="{FF2B5EF4-FFF2-40B4-BE49-F238E27FC236}">
                      <a16:creationId xmlns:a16="http://schemas.microsoft.com/office/drawing/2014/main" id="{AA9A5AFB-2D44-18CF-C5E0-A38F301B96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1849"/>
                  <a:ext cx="1" cy="27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2" name="Line 711">
                  <a:extLst>
                    <a:ext uri="{FF2B5EF4-FFF2-40B4-BE49-F238E27FC236}">
                      <a16:creationId xmlns:a16="http://schemas.microsoft.com/office/drawing/2014/main" id="{FBF7931E-B9DB-10EA-5CF2-D3C833B863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152"/>
                  <a:ext cx="1" cy="26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3" name="Line 712">
                  <a:extLst>
                    <a:ext uri="{FF2B5EF4-FFF2-40B4-BE49-F238E27FC236}">
                      <a16:creationId xmlns:a16="http://schemas.microsoft.com/office/drawing/2014/main" id="{A3971E22-9C88-A399-7102-33BB73D12B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204"/>
                  <a:ext cx="1" cy="27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4" name="Line 713">
                  <a:extLst>
                    <a:ext uri="{FF2B5EF4-FFF2-40B4-BE49-F238E27FC236}">
                      <a16:creationId xmlns:a16="http://schemas.microsoft.com/office/drawing/2014/main" id="{65D1207D-582A-699B-805E-D2B3AF4213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8" y="2507"/>
                  <a:ext cx="1" cy="26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5" name="Line 714">
                  <a:extLst>
                    <a:ext uri="{FF2B5EF4-FFF2-40B4-BE49-F238E27FC236}">
                      <a16:creationId xmlns:a16="http://schemas.microsoft.com/office/drawing/2014/main" id="{556A3836-E78D-561B-B651-E01F46F145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8" y="2559"/>
                  <a:ext cx="1" cy="14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6" name="Line 715">
                  <a:extLst>
                    <a:ext uri="{FF2B5EF4-FFF2-40B4-BE49-F238E27FC236}">
                      <a16:creationId xmlns:a16="http://schemas.microsoft.com/office/drawing/2014/main" id="{2536210C-6D54-1965-A3EA-68943F6FC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94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7" name="Line 716">
                  <a:extLst>
                    <a:ext uri="{FF2B5EF4-FFF2-40B4-BE49-F238E27FC236}">
                      <a16:creationId xmlns:a16="http://schemas.microsoft.com/office/drawing/2014/main" id="{EADCBDD1-7EF6-53D0-5E27-025A2F2438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94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8" name="Line 717">
                  <a:extLst>
                    <a:ext uri="{FF2B5EF4-FFF2-40B4-BE49-F238E27FC236}">
                      <a16:creationId xmlns:a16="http://schemas.microsoft.com/office/drawing/2014/main" id="{3E4A635B-2CB7-D0C1-AA2B-50B9609906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94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9" name="Line 718">
                  <a:extLst>
                    <a:ext uri="{FF2B5EF4-FFF2-40B4-BE49-F238E27FC236}">
                      <a16:creationId xmlns:a16="http://schemas.microsoft.com/office/drawing/2014/main" id="{9C61D71A-A37C-CF16-746B-107FB2F71E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01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0" name="Line 719">
                  <a:extLst>
                    <a:ext uri="{FF2B5EF4-FFF2-40B4-BE49-F238E27FC236}">
                      <a16:creationId xmlns:a16="http://schemas.microsoft.com/office/drawing/2014/main" id="{872C4F6E-B2D3-B7B1-5304-81EE0362AA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01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1" name="Line 720">
                  <a:extLst>
                    <a:ext uri="{FF2B5EF4-FFF2-40B4-BE49-F238E27FC236}">
                      <a16:creationId xmlns:a16="http://schemas.microsoft.com/office/drawing/2014/main" id="{665C24E8-B5E8-FB4E-45A8-92F7891518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01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" name="Line 721">
                  <a:extLst>
                    <a:ext uri="{FF2B5EF4-FFF2-40B4-BE49-F238E27FC236}">
                      <a16:creationId xmlns:a16="http://schemas.microsoft.com/office/drawing/2014/main" id="{FB0C9ACB-C17F-5C68-676E-7B60794F46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98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" name="Line 722">
                  <a:extLst>
                    <a:ext uri="{FF2B5EF4-FFF2-40B4-BE49-F238E27FC236}">
                      <a16:creationId xmlns:a16="http://schemas.microsoft.com/office/drawing/2014/main" id="{8E338B6C-0E01-FDB0-7FEA-2F6AF9CF91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" name="Line 723">
                  <a:extLst>
                    <a:ext uri="{FF2B5EF4-FFF2-40B4-BE49-F238E27FC236}">
                      <a16:creationId xmlns:a16="http://schemas.microsoft.com/office/drawing/2014/main" id="{920C2B2A-914A-A5CF-88DB-EC61AE2B1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" name="Line 724">
                  <a:extLst>
                    <a:ext uri="{FF2B5EF4-FFF2-40B4-BE49-F238E27FC236}">
                      <a16:creationId xmlns:a16="http://schemas.microsoft.com/office/drawing/2014/main" id="{612FAD05-837B-B843-B0B7-48CB5122BB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" name="Line 725">
                  <a:extLst>
                    <a:ext uri="{FF2B5EF4-FFF2-40B4-BE49-F238E27FC236}">
                      <a16:creationId xmlns:a16="http://schemas.microsoft.com/office/drawing/2014/main" id="{7EC583C4-3E1A-776C-B584-52FC2F298D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74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" name="Line 726">
                  <a:extLst>
                    <a:ext uri="{FF2B5EF4-FFF2-40B4-BE49-F238E27FC236}">
                      <a16:creationId xmlns:a16="http://schemas.microsoft.com/office/drawing/2014/main" id="{BBD487AD-C76C-85C1-E187-31CC540EA8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74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" name="Line 727">
                  <a:extLst>
                    <a:ext uri="{FF2B5EF4-FFF2-40B4-BE49-F238E27FC236}">
                      <a16:creationId xmlns:a16="http://schemas.microsoft.com/office/drawing/2014/main" id="{F3C54C07-AD67-5B25-7941-F99E030EE1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74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" name="Line 728">
                  <a:extLst>
                    <a:ext uri="{FF2B5EF4-FFF2-40B4-BE49-F238E27FC236}">
                      <a16:creationId xmlns:a16="http://schemas.microsoft.com/office/drawing/2014/main" id="{EF4AF3AB-12A6-C573-76E4-66268B139B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78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00" name="Group 729">
                <a:extLst>
                  <a:ext uri="{FF2B5EF4-FFF2-40B4-BE49-F238E27FC236}">
                    <a16:creationId xmlns:a16="http://schemas.microsoft.com/office/drawing/2014/main" id="{C3DEAE58-A74E-6633-F3F3-F974144892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1" y="3104"/>
                <a:ext cx="1087" cy="787"/>
                <a:chOff x="2971" y="3104"/>
                <a:chExt cx="1087" cy="787"/>
              </a:xfrm>
            </p:grpSpPr>
            <p:sp>
              <p:nvSpPr>
                <p:cNvPr id="1701" name="Freeform 730">
                  <a:extLst>
                    <a:ext uri="{FF2B5EF4-FFF2-40B4-BE49-F238E27FC236}">
                      <a16:creationId xmlns:a16="http://schemas.microsoft.com/office/drawing/2014/main" id="{2AD3E995-11E6-0A33-B050-69678E4895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2" y="53"/>
                      </a:moveTo>
                      <a:lnTo>
                        <a:pt x="2" y="70"/>
                      </a:lnTo>
                      <a:lnTo>
                        <a:pt x="0" y="58"/>
                      </a:lnTo>
                      <a:lnTo>
                        <a:pt x="0" y="46"/>
                      </a:lnTo>
                      <a:lnTo>
                        <a:pt x="3" y="34"/>
                      </a:lnTo>
                      <a:lnTo>
                        <a:pt x="8" y="23"/>
                      </a:lnTo>
                      <a:lnTo>
                        <a:pt x="15" y="15"/>
                      </a:lnTo>
                      <a:lnTo>
                        <a:pt x="25" y="8"/>
                      </a:lnTo>
                      <a:lnTo>
                        <a:pt x="36" y="2"/>
                      </a:lnTo>
                      <a:lnTo>
                        <a:pt x="47" y="0"/>
                      </a:lnTo>
                      <a:lnTo>
                        <a:pt x="60" y="0"/>
                      </a:lnTo>
                      <a:lnTo>
                        <a:pt x="72" y="3"/>
                      </a:lnTo>
                      <a:lnTo>
                        <a:pt x="82" y="9"/>
                      </a:lnTo>
                      <a:lnTo>
                        <a:pt x="91" y="16"/>
                      </a:lnTo>
                      <a:lnTo>
                        <a:pt x="98" y="26"/>
                      </a:lnTo>
                      <a:lnTo>
                        <a:pt x="103" y="36"/>
                      </a:lnTo>
                      <a:lnTo>
                        <a:pt x="5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2" name="Freeform 731">
                  <a:extLst>
                    <a:ext uri="{FF2B5EF4-FFF2-40B4-BE49-F238E27FC236}">
                      <a16:creationId xmlns:a16="http://schemas.microsoft.com/office/drawing/2014/main" id="{278DED3B-455E-0D2B-7566-8EA59C96DA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2" y="70"/>
                      </a:moveTo>
                      <a:lnTo>
                        <a:pt x="0" y="58"/>
                      </a:lnTo>
                      <a:lnTo>
                        <a:pt x="0" y="46"/>
                      </a:lnTo>
                      <a:lnTo>
                        <a:pt x="3" y="34"/>
                      </a:lnTo>
                      <a:lnTo>
                        <a:pt x="8" y="23"/>
                      </a:lnTo>
                      <a:lnTo>
                        <a:pt x="15" y="15"/>
                      </a:lnTo>
                      <a:lnTo>
                        <a:pt x="25" y="8"/>
                      </a:lnTo>
                      <a:lnTo>
                        <a:pt x="36" y="2"/>
                      </a:lnTo>
                      <a:lnTo>
                        <a:pt x="47" y="0"/>
                      </a:lnTo>
                      <a:lnTo>
                        <a:pt x="60" y="0"/>
                      </a:lnTo>
                      <a:lnTo>
                        <a:pt x="72" y="3"/>
                      </a:lnTo>
                      <a:lnTo>
                        <a:pt x="82" y="9"/>
                      </a:lnTo>
                      <a:lnTo>
                        <a:pt x="91" y="16"/>
                      </a:lnTo>
                      <a:lnTo>
                        <a:pt x="98" y="26"/>
                      </a:lnTo>
                      <a:lnTo>
                        <a:pt x="103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3" name="Freeform 732">
                  <a:extLst>
                    <a:ext uri="{FF2B5EF4-FFF2-40B4-BE49-F238E27FC236}">
                      <a16:creationId xmlns:a16="http://schemas.microsoft.com/office/drawing/2014/main" id="{7906280D-92CB-B6DC-4C40-B45FC73EA2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101" y="0"/>
                      </a:moveTo>
                      <a:lnTo>
                        <a:pt x="50" y="17"/>
                      </a:lnTo>
                      <a:lnTo>
                        <a:pt x="0" y="34"/>
                      </a:lnTo>
                      <a:lnTo>
                        <a:pt x="26" y="114"/>
                      </a:lnTo>
                      <a:lnTo>
                        <a:pt x="77" y="98"/>
                      </a:lnTo>
                      <a:lnTo>
                        <a:pt x="128" y="81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4" name="Freeform 733">
                  <a:extLst>
                    <a:ext uri="{FF2B5EF4-FFF2-40B4-BE49-F238E27FC236}">
                      <a16:creationId xmlns:a16="http://schemas.microsoft.com/office/drawing/2014/main" id="{E630DEAA-63BB-DC84-3B78-8C3CE78E27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101" y="0"/>
                      </a:moveTo>
                      <a:lnTo>
                        <a:pt x="50" y="17"/>
                      </a:lnTo>
                      <a:lnTo>
                        <a:pt x="0" y="34"/>
                      </a:lnTo>
                      <a:lnTo>
                        <a:pt x="26" y="114"/>
                      </a:lnTo>
                      <a:lnTo>
                        <a:pt x="77" y="98"/>
                      </a:lnTo>
                      <a:lnTo>
                        <a:pt x="128" y="81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5" name="Freeform 734">
                  <a:extLst>
                    <a:ext uri="{FF2B5EF4-FFF2-40B4-BE49-F238E27FC236}">
                      <a16:creationId xmlns:a16="http://schemas.microsoft.com/office/drawing/2014/main" id="{842E6AE5-D2E5-6D14-7CBE-D9EFBF6D72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1" y="3776"/>
                  <a:ext cx="9" cy="4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51" y="0"/>
                      </a:moveTo>
                      <a:lnTo>
                        <a:pt x="0" y="16"/>
                      </a:lnTo>
                      <a:lnTo>
                        <a:pt x="3" y="24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6" name="Line 735">
                  <a:extLst>
                    <a:ext uri="{FF2B5EF4-FFF2-40B4-BE49-F238E27FC236}">
                      <a16:creationId xmlns:a16="http://schemas.microsoft.com/office/drawing/2014/main" id="{75978A3A-7E81-0B0E-319F-DE29B2D8ED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1" y="3778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7" name="Freeform 736">
                  <a:extLst>
                    <a:ext uri="{FF2B5EF4-FFF2-40B4-BE49-F238E27FC236}">
                      <a16:creationId xmlns:a16="http://schemas.microsoft.com/office/drawing/2014/main" id="{AEC1DF40-9B38-D0DA-76B2-03E2B5A71F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96" y="0"/>
                      </a:moveTo>
                      <a:lnTo>
                        <a:pt x="48" y="25"/>
                      </a:lnTo>
                      <a:lnTo>
                        <a:pt x="0" y="49"/>
                      </a:lnTo>
                      <a:lnTo>
                        <a:pt x="39" y="124"/>
                      </a:lnTo>
                      <a:lnTo>
                        <a:pt x="87" y="100"/>
                      </a:lnTo>
                      <a:lnTo>
                        <a:pt x="135" y="75"/>
                      </a:lnTo>
                      <a:lnTo>
                        <a:pt x="9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8" name="Freeform 737">
                  <a:extLst>
                    <a:ext uri="{FF2B5EF4-FFF2-40B4-BE49-F238E27FC236}">
                      <a16:creationId xmlns:a16="http://schemas.microsoft.com/office/drawing/2014/main" id="{D2025795-F675-B8C6-AA55-6685A322DC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96" y="0"/>
                      </a:moveTo>
                      <a:lnTo>
                        <a:pt x="48" y="25"/>
                      </a:lnTo>
                      <a:lnTo>
                        <a:pt x="0" y="49"/>
                      </a:lnTo>
                      <a:lnTo>
                        <a:pt x="39" y="124"/>
                      </a:lnTo>
                      <a:lnTo>
                        <a:pt x="87" y="100"/>
                      </a:lnTo>
                      <a:lnTo>
                        <a:pt x="135" y="75"/>
                      </a:lnTo>
                      <a:lnTo>
                        <a:pt x="9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9" name="Freeform 738">
                  <a:extLst>
                    <a:ext uri="{FF2B5EF4-FFF2-40B4-BE49-F238E27FC236}">
                      <a16:creationId xmlns:a16="http://schemas.microsoft.com/office/drawing/2014/main" id="{AAABE2F0-65B6-75B2-CD0B-C11CA13BCE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8" y="3788"/>
                  <a:ext cx="8" cy="5"/>
                </a:xfrm>
                <a:custGeom>
                  <a:avLst/>
                  <a:gdLst>
                    <a:gd name="T0" fmla="*/ 0 w 48"/>
                    <a:gd name="T1" fmla="*/ 0 h 30"/>
                    <a:gd name="T2" fmla="*/ 0 w 48"/>
                    <a:gd name="T3" fmla="*/ 0 h 30"/>
                    <a:gd name="T4" fmla="*/ 0 w 48"/>
                    <a:gd name="T5" fmla="*/ 0 h 30"/>
                    <a:gd name="T6" fmla="*/ 0 w 48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0"/>
                    <a:gd name="T14" fmla="*/ 48 w 48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0">
                      <a:moveTo>
                        <a:pt x="48" y="0"/>
                      </a:moveTo>
                      <a:lnTo>
                        <a:pt x="0" y="24"/>
                      </a:lnTo>
                      <a:lnTo>
                        <a:pt x="5" y="30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0" name="Line 739">
                  <a:extLst>
                    <a:ext uri="{FF2B5EF4-FFF2-40B4-BE49-F238E27FC236}">
                      <a16:creationId xmlns:a16="http://schemas.microsoft.com/office/drawing/2014/main" id="{94036B56-4845-4BFC-6CA1-35E696EADE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8" y="37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1" name="Freeform 740">
                  <a:extLst>
                    <a:ext uri="{FF2B5EF4-FFF2-40B4-BE49-F238E27FC236}">
                      <a16:creationId xmlns:a16="http://schemas.microsoft.com/office/drawing/2014/main" id="{B02B14FE-B268-A141-2DE1-567AF68A52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87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48" y="130"/>
                      </a:ln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2" name="Freeform 741">
                  <a:extLst>
                    <a:ext uri="{FF2B5EF4-FFF2-40B4-BE49-F238E27FC236}">
                      <a16:creationId xmlns:a16="http://schemas.microsoft.com/office/drawing/2014/main" id="{45DD7CE5-D3FC-200C-1CEA-B27B0CE2B4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87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48" y="130"/>
                      </a:ln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3" name="Freeform 742">
                  <a:extLst>
                    <a:ext uri="{FF2B5EF4-FFF2-40B4-BE49-F238E27FC236}">
                      <a16:creationId xmlns:a16="http://schemas.microsoft.com/office/drawing/2014/main" id="{E247A851-2DC7-4945-B697-8836B81638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7" y="3800"/>
                  <a:ext cx="7" cy="6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44" y="0"/>
                      </a:moveTo>
                      <a:lnTo>
                        <a:pt x="0" y="30"/>
                      </a:lnTo>
                      <a:lnTo>
                        <a:pt x="6" y="37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4" name="Line 743">
                  <a:extLst>
                    <a:ext uri="{FF2B5EF4-FFF2-40B4-BE49-F238E27FC236}">
                      <a16:creationId xmlns:a16="http://schemas.microsoft.com/office/drawing/2014/main" id="{709D98CA-9E41-3FE8-FDE3-5A8FF660F8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8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5" name="Freeform 744">
                  <a:extLst>
                    <a:ext uri="{FF2B5EF4-FFF2-40B4-BE49-F238E27FC236}">
                      <a16:creationId xmlns:a16="http://schemas.microsoft.com/office/drawing/2014/main" id="{F222BD86-1F81-FBE2-BC42-14B93B005C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5"/>
                      </a:lnTo>
                      <a:lnTo>
                        <a:pt x="58" y="135"/>
                      </a:lnTo>
                      <a:lnTo>
                        <a:pt x="96" y="98"/>
                      </a:lnTo>
                      <a:lnTo>
                        <a:pt x="134" y="6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6" name="Freeform 745">
                  <a:extLst>
                    <a:ext uri="{FF2B5EF4-FFF2-40B4-BE49-F238E27FC236}">
                      <a16:creationId xmlns:a16="http://schemas.microsoft.com/office/drawing/2014/main" id="{1EA3DCFC-BFD0-6A37-59A2-7D86515E67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5"/>
                      </a:lnTo>
                      <a:lnTo>
                        <a:pt x="58" y="135"/>
                      </a:lnTo>
                      <a:lnTo>
                        <a:pt x="96" y="98"/>
                      </a:lnTo>
                      <a:lnTo>
                        <a:pt x="134" y="6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7" name="Freeform 746">
                  <a:extLst>
                    <a:ext uri="{FF2B5EF4-FFF2-40B4-BE49-F238E27FC236}">
                      <a16:creationId xmlns:a16="http://schemas.microsoft.com/office/drawing/2014/main" id="{EE1419F4-49CE-B442-3CE5-E0194C15D3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8" y="381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38" y="0"/>
                      </a:moveTo>
                      <a:lnTo>
                        <a:pt x="0" y="37"/>
                      </a:lnTo>
                      <a:lnTo>
                        <a:pt x="5" y="42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8" name="Line 747">
                  <a:extLst>
                    <a:ext uri="{FF2B5EF4-FFF2-40B4-BE49-F238E27FC236}">
                      <a16:creationId xmlns:a16="http://schemas.microsoft.com/office/drawing/2014/main" id="{3AE59205-C770-2236-9773-FF79527089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8" y="381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19" name="Freeform 748">
                  <a:extLst>
                    <a:ext uri="{FF2B5EF4-FFF2-40B4-BE49-F238E27FC236}">
                      <a16:creationId xmlns:a16="http://schemas.microsoft.com/office/drawing/2014/main" id="{137F9948-013E-FAA7-4F9B-635F92A5E6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6" y="0"/>
                      </a:move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0" name="Freeform 749">
                  <a:extLst>
                    <a:ext uri="{FF2B5EF4-FFF2-40B4-BE49-F238E27FC236}">
                      <a16:creationId xmlns:a16="http://schemas.microsoft.com/office/drawing/2014/main" id="{5726922C-DC4D-B041-AE13-EE917A36E1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6" y="0"/>
                      </a:move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1" name="Freeform 750">
                  <a:extLst>
                    <a:ext uri="{FF2B5EF4-FFF2-40B4-BE49-F238E27FC236}">
                      <a16:creationId xmlns:a16="http://schemas.microsoft.com/office/drawing/2014/main" id="{B0C81B87-6A0B-6B82-6DD8-7987AEE77A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0" y="3818"/>
                  <a:ext cx="5" cy="8"/>
                </a:xfrm>
                <a:custGeom>
                  <a:avLst/>
                  <a:gdLst>
                    <a:gd name="T0" fmla="*/ 0 w 33"/>
                    <a:gd name="T1" fmla="*/ 0 h 46"/>
                    <a:gd name="T2" fmla="*/ 0 w 33"/>
                    <a:gd name="T3" fmla="*/ 0 h 46"/>
                    <a:gd name="T4" fmla="*/ 0 w 33"/>
                    <a:gd name="T5" fmla="*/ 0 h 46"/>
                    <a:gd name="T6" fmla="*/ 0 w 33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6"/>
                    <a:gd name="T14" fmla="*/ 33 w 3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6">
                      <a:moveTo>
                        <a:pt x="33" y="0"/>
                      </a:moveTo>
                      <a:lnTo>
                        <a:pt x="0" y="42"/>
                      </a:lnTo>
                      <a:lnTo>
                        <a:pt x="6" y="4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2" name="Line 751">
                  <a:extLst>
                    <a:ext uri="{FF2B5EF4-FFF2-40B4-BE49-F238E27FC236}">
                      <a16:creationId xmlns:a16="http://schemas.microsoft.com/office/drawing/2014/main" id="{014EBF8F-E2F7-4A80-F13B-BB95580240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80" y="38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3" name="Freeform 752">
                  <a:extLst>
                    <a:ext uri="{FF2B5EF4-FFF2-40B4-BE49-F238E27FC236}">
                      <a16:creationId xmlns:a16="http://schemas.microsoft.com/office/drawing/2014/main" id="{0D59BC72-CE87-7B96-71BA-0E5E0FC057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74" y="135"/>
                      </a:lnTo>
                      <a:lnTo>
                        <a:pt x="101" y="88"/>
                      </a:lnTo>
                      <a:lnTo>
                        <a:pt x="127" y="41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4" name="Freeform 753">
                  <a:extLst>
                    <a:ext uri="{FF2B5EF4-FFF2-40B4-BE49-F238E27FC236}">
                      <a16:creationId xmlns:a16="http://schemas.microsoft.com/office/drawing/2014/main" id="{C79C5843-4CAC-F4DD-A565-8CDB999CEB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74" y="135"/>
                      </a:lnTo>
                      <a:lnTo>
                        <a:pt x="101" y="88"/>
                      </a:lnTo>
                      <a:lnTo>
                        <a:pt x="127" y="41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5" name="Freeform 754">
                  <a:extLst>
                    <a:ext uri="{FF2B5EF4-FFF2-40B4-BE49-F238E27FC236}">
                      <a16:creationId xmlns:a16="http://schemas.microsoft.com/office/drawing/2014/main" id="{1151C095-0774-9A2A-DDD9-6FABD7ED7F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3" y="3825"/>
                  <a:ext cx="5" cy="8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27" y="0"/>
                      </a:moveTo>
                      <a:lnTo>
                        <a:pt x="0" y="47"/>
                      </a:lnTo>
                      <a:lnTo>
                        <a:pt x="8" y="50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6" name="Line 755">
                  <a:extLst>
                    <a:ext uri="{FF2B5EF4-FFF2-40B4-BE49-F238E27FC236}">
                      <a16:creationId xmlns:a16="http://schemas.microsoft.com/office/drawing/2014/main" id="{A8161141-81C6-60BF-6D37-68D7F77966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7" name="Freeform 756">
                  <a:extLst>
                    <a:ext uri="{FF2B5EF4-FFF2-40B4-BE49-F238E27FC236}">
                      <a16:creationId xmlns:a16="http://schemas.microsoft.com/office/drawing/2014/main" id="{F5AC1648-5966-B199-9CD3-1E0941DDC2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31"/>
                      </a:lnTo>
                      <a:lnTo>
                        <a:pt x="97" y="81"/>
                      </a:lnTo>
                      <a:lnTo>
                        <a:pt x="116" y="3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8" name="Freeform 757">
                  <a:extLst>
                    <a:ext uri="{FF2B5EF4-FFF2-40B4-BE49-F238E27FC236}">
                      <a16:creationId xmlns:a16="http://schemas.microsoft.com/office/drawing/2014/main" id="{1CA28947-AAF2-990D-587B-1E4983450C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31"/>
                      </a:lnTo>
                      <a:lnTo>
                        <a:pt x="97" y="81"/>
                      </a:lnTo>
                      <a:lnTo>
                        <a:pt x="116" y="3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9" name="Freeform 758">
                  <a:extLst>
                    <a:ext uri="{FF2B5EF4-FFF2-40B4-BE49-F238E27FC236}">
                      <a16:creationId xmlns:a16="http://schemas.microsoft.com/office/drawing/2014/main" id="{0D8D9E7D-371F-10CB-AA7F-3B196F586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8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0"/>
                      </a:moveTo>
                      <a:lnTo>
                        <a:pt x="0" y="50"/>
                      </a:lnTo>
                      <a:lnTo>
                        <a:pt x="8" y="52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0" name="Line 759">
                  <a:extLst>
                    <a:ext uri="{FF2B5EF4-FFF2-40B4-BE49-F238E27FC236}">
                      <a16:creationId xmlns:a16="http://schemas.microsoft.com/office/drawing/2014/main" id="{27FD3ED7-EE87-08AD-58BA-154DC7FF92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8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1" name="Freeform 760">
                  <a:extLst>
                    <a:ext uri="{FF2B5EF4-FFF2-40B4-BE49-F238E27FC236}">
                      <a16:creationId xmlns:a16="http://schemas.microsoft.com/office/drawing/2014/main" id="{CE2AFF13-5C43-019F-C20D-85AD814573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2" name="Freeform 761">
                  <a:extLst>
                    <a:ext uri="{FF2B5EF4-FFF2-40B4-BE49-F238E27FC236}">
                      <a16:creationId xmlns:a16="http://schemas.microsoft.com/office/drawing/2014/main" id="{A142B68E-3990-4A1B-057A-964E681C20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3" name="Freeform 762">
                  <a:extLst>
                    <a:ext uri="{FF2B5EF4-FFF2-40B4-BE49-F238E27FC236}">
                      <a16:creationId xmlns:a16="http://schemas.microsoft.com/office/drawing/2014/main" id="{588268CB-EF7D-1AA8-CF1B-47CBD624CC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3" y="383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8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4" name="Line 763">
                  <a:extLst>
                    <a:ext uri="{FF2B5EF4-FFF2-40B4-BE49-F238E27FC236}">
                      <a16:creationId xmlns:a16="http://schemas.microsoft.com/office/drawing/2014/main" id="{02140D91-F8B6-A40C-D4D2-54843B136B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23" y="38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5" name="Freeform 764">
                  <a:extLst>
                    <a:ext uri="{FF2B5EF4-FFF2-40B4-BE49-F238E27FC236}">
                      <a16:creationId xmlns:a16="http://schemas.microsoft.com/office/drawing/2014/main" id="{E18580CA-E7F8-33CF-ACC3-57F4CB0D0A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824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8" y="0"/>
                      </a:move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lnTo>
                        <a:pt x="89" y="59"/>
                      </a:lnTo>
                      <a:lnTo>
                        <a:pt x="93" y="6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6" name="Freeform 765">
                  <a:extLst>
                    <a:ext uri="{FF2B5EF4-FFF2-40B4-BE49-F238E27FC236}">
                      <a16:creationId xmlns:a16="http://schemas.microsoft.com/office/drawing/2014/main" id="{2F503579-035F-A92D-C514-B63CB581B0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824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8" y="0"/>
                      </a:move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lnTo>
                        <a:pt x="89" y="59"/>
                      </a:lnTo>
                      <a:lnTo>
                        <a:pt x="93" y="6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7" name="Freeform 766">
                  <a:extLst>
                    <a:ext uri="{FF2B5EF4-FFF2-40B4-BE49-F238E27FC236}">
                      <a16:creationId xmlns:a16="http://schemas.microsoft.com/office/drawing/2014/main" id="{35F53D31-60C6-3FAA-16D9-0CA35D2B7A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834"/>
                  <a:ext cx="1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5" y="0"/>
                      </a:moveTo>
                      <a:lnTo>
                        <a:pt x="0" y="53"/>
                      </a:lnTo>
                      <a:lnTo>
                        <a:pt x="9" y="53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8" name="Line 767">
                  <a:extLst>
                    <a:ext uri="{FF2B5EF4-FFF2-40B4-BE49-F238E27FC236}">
                      <a16:creationId xmlns:a16="http://schemas.microsoft.com/office/drawing/2014/main" id="{64D10E1B-367D-8983-DA16-1BC8588A3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8" y="3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9" name="Freeform 768">
                  <a:extLst>
                    <a:ext uri="{FF2B5EF4-FFF2-40B4-BE49-F238E27FC236}">
                      <a16:creationId xmlns:a16="http://schemas.microsoft.com/office/drawing/2014/main" id="{E96E0BFB-8DBF-AD7F-31E3-3B9CD2D140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824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0" y="6"/>
                      </a:moveTo>
                      <a:lnTo>
                        <a:pt x="5" y="59"/>
                      </a:lnTo>
                      <a:lnTo>
                        <a:pt x="9" y="112"/>
                      </a:lnTo>
                      <a:lnTo>
                        <a:pt x="92" y="106"/>
                      </a:lnTo>
                      <a:lnTo>
                        <a:pt x="88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0" name="Freeform 769">
                  <a:extLst>
                    <a:ext uri="{FF2B5EF4-FFF2-40B4-BE49-F238E27FC236}">
                      <a16:creationId xmlns:a16="http://schemas.microsoft.com/office/drawing/2014/main" id="{ECA1FF86-3853-54E1-5B73-95AC822D61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824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0" y="6"/>
                      </a:moveTo>
                      <a:lnTo>
                        <a:pt x="5" y="59"/>
                      </a:lnTo>
                      <a:lnTo>
                        <a:pt x="9" y="112"/>
                      </a:lnTo>
                      <a:lnTo>
                        <a:pt x="92" y="106"/>
                      </a:lnTo>
                      <a:lnTo>
                        <a:pt x="88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1" name="Freeform 770">
                  <a:extLst>
                    <a:ext uri="{FF2B5EF4-FFF2-40B4-BE49-F238E27FC236}">
                      <a16:creationId xmlns:a16="http://schemas.microsoft.com/office/drawing/2014/main" id="{88AB831D-BF8D-12AC-1E88-12FDF225B5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3" y="383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0"/>
                      </a:moveTo>
                      <a:lnTo>
                        <a:pt x="4" y="53"/>
                      </a:lnTo>
                      <a:lnTo>
                        <a:pt x="12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" name="Line 771">
                  <a:extLst>
                    <a:ext uri="{FF2B5EF4-FFF2-40B4-BE49-F238E27FC236}">
                      <a16:creationId xmlns:a16="http://schemas.microsoft.com/office/drawing/2014/main" id="{58A9025A-D356-EAC8-CA50-A055FF0E65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3" y="38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" name="Freeform 772">
                  <a:extLst>
                    <a:ext uri="{FF2B5EF4-FFF2-40B4-BE49-F238E27FC236}">
                      <a16:creationId xmlns:a16="http://schemas.microsoft.com/office/drawing/2014/main" id="{A2C5F594-6317-F7D0-3EA8-EC6A78A9DE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0" y="18"/>
                      </a:move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" name="Freeform 773">
                  <a:extLst>
                    <a:ext uri="{FF2B5EF4-FFF2-40B4-BE49-F238E27FC236}">
                      <a16:creationId xmlns:a16="http://schemas.microsoft.com/office/drawing/2014/main" id="{4646F326-45E2-8E9B-D853-59439FFC92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0" y="18"/>
                      </a:move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5" name="Freeform 774">
                  <a:extLst>
                    <a:ext uri="{FF2B5EF4-FFF2-40B4-BE49-F238E27FC236}">
                      <a16:creationId xmlns:a16="http://schemas.microsoft.com/office/drawing/2014/main" id="{C62939B6-0A47-708E-A83D-4F8AA5BFF6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6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0"/>
                      </a:moveTo>
                      <a:lnTo>
                        <a:pt x="11" y="52"/>
                      </a:lnTo>
                      <a:lnTo>
                        <a:pt x="19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6" name="Line 775">
                  <a:extLst>
                    <a:ext uri="{FF2B5EF4-FFF2-40B4-BE49-F238E27FC236}">
                      <a16:creationId xmlns:a16="http://schemas.microsoft.com/office/drawing/2014/main" id="{6F7BE696-20A5-E087-4243-E69FC77645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68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7" name="Freeform 776">
                  <a:extLst>
                    <a:ext uri="{FF2B5EF4-FFF2-40B4-BE49-F238E27FC236}">
                      <a16:creationId xmlns:a16="http://schemas.microsoft.com/office/drawing/2014/main" id="{BB65F087-2DE9-3FA3-CA91-6873F5A2B5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0" y="31"/>
                      </a:moveTo>
                      <a:lnTo>
                        <a:pt x="19" y="81"/>
                      </a:lnTo>
                      <a:lnTo>
                        <a:pt x="38" y="131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8" name="Freeform 777">
                  <a:extLst>
                    <a:ext uri="{FF2B5EF4-FFF2-40B4-BE49-F238E27FC236}">
                      <a16:creationId xmlns:a16="http://schemas.microsoft.com/office/drawing/2014/main" id="{E384FDB5-54CF-FD40-FDBD-C880562FE9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0" y="31"/>
                      </a:moveTo>
                      <a:lnTo>
                        <a:pt x="19" y="81"/>
                      </a:lnTo>
                      <a:lnTo>
                        <a:pt x="38" y="131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9" name="Freeform 778">
                  <a:extLst>
                    <a:ext uri="{FF2B5EF4-FFF2-40B4-BE49-F238E27FC236}">
                      <a16:creationId xmlns:a16="http://schemas.microsoft.com/office/drawing/2014/main" id="{98F254D1-CE0A-6F23-3EF3-6838B1D0D6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9" y="3825"/>
                  <a:ext cx="5" cy="8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0" y="0"/>
                      </a:moveTo>
                      <a:lnTo>
                        <a:pt x="19" y="50"/>
                      </a:lnTo>
                      <a:lnTo>
                        <a:pt x="27" y="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0" name="Line 779">
                  <a:extLst>
                    <a:ext uri="{FF2B5EF4-FFF2-40B4-BE49-F238E27FC236}">
                      <a16:creationId xmlns:a16="http://schemas.microsoft.com/office/drawing/2014/main" id="{127FE195-31B6-1360-1902-A139423D40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83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1" name="Freeform 780">
                  <a:extLst>
                    <a:ext uri="{FF2B5EF4-FFF2-40B4-BE49-F238E27FC236}">
                      <a16:creationId xmlns:a16="http://schemas.microsoft.com/office/drawing/2014/main" id="{211E4FB5-8C66-5E98-40B2-BE4CCB75B6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0" y="41"/>
                      </a:moveTo>
                      <a:lnTo>
                        <a:pt x="26" y="88"/>
                      </a:lnTo>
                      <a:lnTo>
                        <a:pt x="53" y="135"/>
                      </a:lnTo>
                      <a:lnTo>
                        <a:pt x="127" y="93"/>
                      </a:lnTo>
                      <a:lnTo>
                        <a:pt x="100" y="47"/>
                      </a:lnTo>
                      <a:lnTo>
                        <a:pt x="74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2" name="Freeform 781">
                  <a:extLst>
                    <a:ext uri="{FF2B5EF4-FFF2-40B4-BE49-F238E27FC236}">
                      <a16:creationId xmlns:a16="http://schemas.microsoft.com/office/drawing/2014/main" id="{0BEAF698-4ED3-EE76-CE6E-CFB8CE487A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0" y="41"/>
                      </a:moveTo>
                      <a:lnTo>
                        <a:pt x="26" y="88"/>
                      </a:lnTo>
                      <a:lnTo>
                        <a:pt x="53" y="135"/>
                      </a:lnTo>
                      <a:lnTo>
                        <a:pt x="127" y="93"/>
                      </a:lnTo>
                      <a:lnTo>
                        <a:pt x="100" y="47"/>
                      </a:lnTo>
                      <a:lnTo>
                        <a:pt x="74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3" name="Freeform 782">
                  <a:extLst>
                    <a:ext uri="{FF2B5EF4-FFF2-40B4-BE49-F238E27FC236}">
                      <a16:creationId xmlns:a16="http://schemas.microsoft.com/office/drawing/2014/main" id="{F5C43BBA-5201-3AF0-0164-2915463F09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2" y="3818"/>
                  <a:ext cx="5" cy="8"/>
                </a:xfrm>
                <a:custGeom>
                  <a:avLst/>
                  <a:gdLst>
                    <a:gd name="T0" fmla="*/ 0 w 33"/>
                    <a:gd name="T1" fmla="*/ 0 h 46"/>
                    <a:gd name="T2" fmla="*/ 0 w 33"/>
                    <a:gd name="T3" fmla="*/ 0 h 46"/>
                    <a:gd name="T4" fmla="*/ 0 w 33"/>
                    <a:gd name="T5" fmla="*/ 0 h 46"/>
                    <a:gd name="T6" fmla="*/ 0 w 33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6"/>
                    <a:gd name="T14" fmla="*/ 33 w 3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6">
                      <a:moveTo>
                        <a:pt x="0" y="0"/>
                      </a:moveTo>
                      <a:lnTo>
                        <a:pt x="27" y="46"/>
                      </a:lnTo>
                      <a:lnTo>
                        <a:pt x="33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4" name="Line 783">
                  <a:extLst>
                    <a:ext uri="{FF2B5EF4-FFF2-40B4-BE49-F238E27FC236}">
                      <a16:creationId xmlns:a16="http://schemas.microsoft.com/office/drawing/2014/main" id="{4D84626B-D5F5-E6EC-B79C-CA9CE78775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96" y="38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5" name="Freeform 784">
                  <a:extLst>
                    <a:ext uri="{FF2B5EF4-FFF2-40B4-BE49-F238E27FC236}">
                      <a16:creationId xmlns:a16="http://schemas.microsoft.com/office/drawing/2014/main" id="{DC9A9B09-E922-1E27-238A-2B57A5DB69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0" y="51"/>
                      </a:move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6" name="Freeform 785">
                  <a:extLst>
                    <a:ext uri="{FF2B5EF4-FFF2-40B4-BE49-F238E27FC236}">
                      <a16:creationId xmlns:a16="http://schemas.microsoft.com/office/drawing/2014/main" id="{AE16D859-33DF-FB5F-A7D4-9EF6DDADED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0" y="51"/>
                      </a:move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7" name="Freeform 786">
                  <a:extLst>
                    <a:ext uri="{FF2B5EF4-FFF2-40B4-BE49-F238E27FC236}">
                      <a16:creationId xmlns:a16="http://schemas.microsoft.com/office/drawing/2014/main" id="{077937A7-6328-64A3-57A1-93F81C5E72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3" y="381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0" y="0"/>
                      </a:moveTo>
                      <a:lnTo>
                        <a:pt x="33" y="42"/>
                      </a:lnTo>
                      <a:lnTo>
                        <a:pt x="38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8" name="Line 787">
                  <a:extLst>
                    <a:ext uri="{FF2B5EF4-FFF2-40B4-BE49-F238E27FC236}">
                      <a16:creationId xmlns:a16="http://schemas.microsoft.com/office/drawing/2014/main" id="{FF2FFCA5-A945-2F57-B3B0-E2E04628E6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8" y="381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9" name="Freeform 788">
                  <a:extLst>
                    <a:ext uri="{FF2B5EF4-FFF2-40B4-BE49-F238E27FC236}">
                      <a16:creationId xmlns:a16="http://schemas.microsoft.com/office/drawing/2014/main" id="{770337BC-92FB-EAC5-F042-AEB077239D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0" y="61"/>
                      </a:moveTo>
                      <a:lnTo>
                        <a:pt x="38" y="98"/>
                      </a:lnTo>
                      <a:lnTo>
                        <a:pt x="76" y="135"/>
                      </a:lnTo>
                      <a:lnTo>
                        <a:pt x="134" y="75"/>
                      </a:ln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0" name="Freeform 789">
                  <a:extLst>
                    <a:ext uri="{FF2B5EF4-FFF2-40B4-BE49-F238E27FC236}">
                      <a16:creationId xmlns:a16="http://schemas.microsoft.com/office/drawing/2014/main" id="{1C563117-B66E-017F-FF7D-320E4B6AA5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0" y="61"/>
                      </a:moveTo>
                      <a:lnTo>
                        <a:pt x="38" y="98"/>
                      </a:lnTo>
                      <a:lnTo>
                        <a:pt x="76" y="135"/>
                      </a:lnTo>
                      <a:lnTo>
                        <a:pt x="134" y="75"/>
                      </a:ln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1" name="Freeform 790">
                  <a:extLst>
                    <a:ext uri="{FF2B5EF4-FFF2-40B4-BE49-F238E27FC236}">
                      <a16:creationId xmlns:a16="http://schemas.microsoft.com/office/drawing/2014/main" id="{D97CDF55-8801-69E9-30F0-CCA20A460E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800"/>
                  <a:ext cx="7" cy="6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0" y="0"/>
                      </a:moveTo>
                      <a:lnTo>
                        <a:pt x="38" y="37"/>
                      </a:lnTo>
                      <a:lnTo>
                        <a:pt x="44" y="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2" name="Line 791">
                  <a:extLst>
                    <a:ext uri="{FF2B5EF4-FFF2-40B4-BE49-F238E27FC236}">
                      <a16:creationId xmlns:a16="http://schemas.microsoft.com/office/drawing/2014/main" id="{61A0636E-68C6-650B-49EB-15419B9E9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19" y="38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3" name="Freeform 792">
                  <a:extLst>
                    <a:ext uri="{FF2B5EF4-FFF2-40B4-BE49-F238E27FC236}">
                      <a16:creationId xmlns:a16="http://schemas.microsoft.com/office/drawing/2014/main" id="{116957BC-5E2E-A828-2E0A-484D3D6B17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0" y="69"/>
                      </a:moveTo>
                      <a:lnTo>
                        <a:pt x="43" y="100"/>
                      </a:lnTo>
                      <a:lnTo>
                        <a:pt x="87" y="130"/>
                      </a:lnTo>
                      <a:lnTo>
                        <a:pt x="135" y="61"/>
                      </a:ln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4" name="Freeform 793">
                  <a:extLst>
                    <a:ext uri="{FF2B5EF4-FFF2-40B4-BE49-F238E27FC236}">
                      <a16:creationId xmlns:a16="http://schemas.microsoft.com/office/drawing/2014/main" id="{E3C37DA2-32A1-10E1-594A-3D0C92EB52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0" y="69"/>
                      </a:moveTo>
                      <a:lnTo>
                        <a:pt x="43" y="100"/>
                      </a:lnTo>
                      <a:lnTo>
                        <a:pt x="87" y="130"/>
                      </a:lnTo>
                      <a:lnTo>
                        <a:pt x="135" y="61"/>
                      </a:ln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5" name="Freeform 794">
                  <a:extLst>
                    <a:ext uri="{FF2B5EF4-FFF2-40B4-BE49-F238E27FC236}">
                      <a16:creationId xmlns:a16="http://schemas.microsoft.com/office/drawing/2014/main" id="{A78F335F-62C6-793F-EEBA-A45C9B0C72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1" y="3788"/>
                  <a:ext cx="8" cy="5"/>
                </a:xfrm>
                <a:custGeom>
                  <a:avLst/>
                  <a:gdLst>
                    <a:gd name="T0" fmla="*/ 0 w 48"/>
                    <a:gd name="T1" fmla="*/ 0 h 30"/>
                    <a:gd name="T2" fmla="*/ 0 w 48"/>
                    <a:gd name="T3" fmla="*/ 0 h 30"/>
                    <a:gd name="T4" fmla="*/ 0 w 48"/>
                    <a:gd name="T5" fmla="*/ 0 h 30"/>
                    <a:gd name="T6" fmla="*/ 0 w 48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0"/>
                    <a:gd name="T14" fmla="*/ 48 w 48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0">
                      <a:moveTo>
                        <a:pt x="0" y="0"/>
                      </a:moveTo>
                      <a:lnTo>
                        <a:pt x="43" y="30"/>
                      </a:lnTo>
                      <a:lnTo>
                        <a:pt x="48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6" name="Line 795">
                  <a:extLst>
                    <a:ext uri="{FF2B5EF4-FFF2-40B4-BE49-F238E27FC236}">
                      <a16:creationId xmlns:a16="http://schemas.microsoft.com/office/drawing/2014/main" id="{69DEC09D-FD87-9E5C-14C6-60033270FA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28" y="37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7" name="Freeform 796">
                  <a:extLst>
                    <a:ext uri="{FF2B5EF4-FFF2-40B4-BE49-F238E27FC236}">
                      <a16:creationId xmlns:a16="http://schemas.microsoft.com/office/drawing/2014/main" id="{7B964115-02DE-8341-E3C7-B06BC0CC74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0" y="75"/>
                      </a:moveTo>
                      <a:lnTo>
                        <a:pt x="48" y="100"/>
                      </a:lnTo>
                      <a:lnTo>
                        <a:pt x="96" y="124"/>
                      </a:lnTo>
                      <a:lnTo>
                        <a:pt x="135" y="49"/>
                      </a:lnTo>
                      <a:lnTo>
                        <a:pt x="87" y="25"/>
                      </a:lnTo>
                      <a:lnTo>
                        <a:pt x="39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8" name="Freeform 797">
                  <a:extLst>
                    <a:ext uri="{FF2B5EF4-FFF2-40B4-BE49-F238E27FC236}">
                      <a16:creationId xmlns:a16="http://schemas.microsoft.com/office/drawing/2014/main" id="{5B277049-5939-2640-014F-01356DFFA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0" y="75"/>
                      </a:moveTo>
                      <a:lnTo>
                        <a:pt x="48" y="100"/>
                      </a:lnTo>
                      <a:lnTo>
                        <a:pt x="96" y="124"/>
                      </a:lnTo>
                      <a:lnTo>
                        <a:pt x="135" y="49"/>
                      </a:lnTo>
                      <a:lnTo>
                        <a:pt x="87" y="25"/>
                      </a:lnTo>
                      <a:lnTo>
                        <a:pt x="39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9" name="Freeform 798">
                  <a:extLst>
                    <a:ext uri="{FF2B5EF4-FFF2-40B4-BE49-F238E27FC236}">
                      <a16:creationId xmlns:a16="http://schemas.microsoft.com/office/drawing/2014/main" id="{987417BA-47F1-C195-3B21-F28A8405F5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7" y="3776"/>
                  <a:ext cx="9" cy="4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0" y="0"/>
                      </a:moveTo>
                      <a:lnTo>
                        <a:pt x="48" y="24"/>
                      </a:lnTo>
                      <a:lnTo>
                        <a:pt x="51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0" name="Line 799">
                  <a:extLst>
                    <a:ext uri="{FF2B5EF4-FFF2-40B4-BE49-F238E27FC236}">
                      <a16:creationId xmlns:a16="http://schemas.microsoft.com/office/drawing/2014/main" id="{6379F305-E1C3-8C9A-C0FA-A88C5BE3D2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3778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1" name="Freeform 800">
                  <a:extLst>
                    <a:ext uri="{FF2B5EF4-FFF2-40B4-BE49-F238E27FC236}">
                      <a16:creationId xmlns:a16="http://schemas.microsoft.com/office/drawing/2014/main" id="{F4AF740D-5B91-8618-9994-BEF1A7C92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0" y="81"/>
                      </a:moveTo>
                      <a:lnTo>
                        <a:pt x="51" y="98"/>
                      </a:lnTo>
                      <a:lnTo>
                        <a:pt x="102" y="114"/>
                      </a:lnTo>
                      <a:lnTo>
                        <a:pt x="128" y="34"/>
                      </a:lnTo>
                      <a:lnTo>
                        <a:pt x="78" y="17"/>
                      </a:lnTo>
                      <a:lnTo>
                        <a:pt x="27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2" name="Freeform 801">
                  <a:extLst>
                    <a:ext uri="{FF2B5EF4-FFF2-40B4-BE49-F238E27FC236}">
                      <a16:creationId xmlns:a16="http://schemas.microsoft.com/office/drawing/2014/main" id="{2D69ADAF-4268-2F90-BEFA-C754C67F88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0" y="81"/>
                      </a:moveTo>
                      <a:lnTo>
                        <a:pt x="51" y="98"/>
                      </a:lnTo>
                      <a:lnTo>
                        <a:pt x="102" y="114"/>
                      </a:lnTo>
                      <a:lnTo>
                        <a:pt x="128" y="34"/>
                      </a:lnTo>
                      <a:lnTo>
                        <a:pt x="78" y="17"/>
                      </a:lnTo>
                      <a:lnTo>
                        <a:pt x="27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3" name="Freeform 802">
                  <a:extLst>
                    <a:ext uri="{FF2B5EF4-FFF2-40B4-BE49-F238E27FC236}">
                      <a16:creationId xmlns:a16="http://schemas.microsoft.com/office/drawing/2014/main" id="{E02FC060-0484-EF7F-0B99-9D21902720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1" y="53"/>
                      </a:moveTo>
                      <a:lnTo>
                        <a:pt x="0" y="36"/>
                      </a:lnTo>
                      <a:lnTo>
                        <a:pt x="5" y="26"/>
                      </a:lnTo>
                      <a:lnTo>
                        <a:pt x="12" y="16"/>
                      </a:lnTo>
                      <a:lnTo>
                        <a:pt x="21" y="9"/>
                      </a:lnTo>
                      <a:lnTo>
                        <a:pt x="31" y="3"/>
                      </a:lnTo>
                      <a:lnTo>
                        <a:pt x="43" y="0"/>
                      </a:lnTo>
                      <a:lnTo>
                        <a:pt x="56" y="0"/>
                      </a:lnTo>
                      <a:lnTo>
                        <a:pt x="67" y="2"/>
                      </a:lnTo>
                      <a:lnTo>
                        <a:pt x="78" y="8"/>
                      </a:lnTo>
                      <a:lnTo>
                        <a:pt x="88" y="15"/>
                      </a:lnTo>
                      <a:lnTo>
                        <a:pt x="95" y="23"/>
                      </a:lnTo>
                      <a:lnTo>
                        <a:pt x="100" y="34"/>
                      </a:lnTo>
                      <a:lnTo>
                        <a:pt x="103" y="46"/>
                      </a:lnTo>
                      <a:lnTo>
                        <a:pt x="103" y="58"/>
                      </a:lnTo>
                      <a:lnTo>
                        <a:pt x="101" y="70"/>
                      </a:lnTo>
                      <a:lnTo>
                        <a:pt x="51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4" name="Freeform 803">
                  <a:extLst>
                    <a:ext uri="{FF2B5EF4-FFF2-40B4-BE49-F238E27FC236}">
                      <a16:creationId xmlns:a16="http://schemas.microsoft.com/office/drawing/2014/main" id="{66333430-1304-73A9-F43E-F55A9F41C6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0" y="36"/>
                      </a:moveTo>
                      <a:lnTo>
                        <a:pt x="5" y="26"/>
                      </a:lnTo>
                      <a:lnTo>
                        <a:pt x="12" y="16"/>
                      </a:lnTo>
                      <a:lnTo>
                        <a:pt x="21" y="9"/>
                      </a:lnTo>
                      <a:lnTo>
                        <a:pt x="31" y="3"/>
                      </a:lnTo>
                      <a:lnTo>
                        <a:pt x="43" y="0"/>
                      </a:lnTo>
                      <a:lnTo>
                        <a:pt x="56" y="0"/>
                      </a:lnTo>
                      <a:lnTo>
                        <a:pt x="67" y="2"/>
                      </a:lnTo>
                      <a:lnTo>
                        <a:pt x="78" y="8"/>
                      </a:lnTo>
                      <a:lnTo>
                        <a:pt x="88" y="15"/>
                      </a:lnTo>
                      <a:lnTo>
                        <a:pt x="95" y="23"/>
                      </a:lnTo>
                      <a:lnTo>
                        <a:pt x="100" y="34"/>
                      </a:lnTo>
                      <a:lnTo>
                        <a:pt x="103" y="46"/>
                      </a:lnTo>
                      <a:lnTo>
                        <a:pt x="103" y="58"/>
                      </a:lnTo>
                      <a:lnTo>
                        <a:pt x="101" y="7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5" name="Freeform 804">
                  <a:extLst>
                    <a:ext uri="{FF2B5EF4-FFF2-40B4-BE49-F238E27FC236}">
                      <a16:creationId xmlns:a16="http://schemas.microsoft.com/office/drawing/2014/main" id="{BD47122E-322C-1AC8-2310-95F41902FC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1" y="17"/>
                      </a:moveTo>
                      <a:lnTo>
                        <a:pt x="101" y="0"/>
                      </a:lnTo>
                      <a:lnTo>
                        <a:pt x="103" y="11"/>
                      </a:lnTo>
                      <a:lnTo>
                        <a:pt x="103" y="24"/>
                      </a:lnTo>
                      <a:lnTo>
                        <a:pt x="100" y="36"/>
                      </a:lnTo>
                      <a:lnTo>
                        <a:pt x="95" y="46"/>
                      </a:lnTo>
                      <a:lnTo>
                        <a:pt x="88" y="55"/>
                      </a:lnTo>
                      <a:lnTo>
                        <a:pt x="78" y="62"/>
                      </a:lnTo>
                      <a:lnTo>
                        <a:pt x="67" y="67"/>
                      </a:lnTo>
                      <a:lnTo>
                        <a:pt x="56" y="70"/>
                      </a:lnTo>
                      <a:lnTo>
                        <a:pt x="43" y="70"/>
                      </a:lnTo>
                      <a:lnTo>
                        <a:pt x="31" y="66"/>
                      </a:lnTo>
                      <a:lnTo>
                        <a:pt x="21" y="61"/>
                      </a:lnTo>
                      <a:lnTo>
                        <a:pt x="12" y="54"/>
                      </a:lnTo>
                      <a:lnTo>
                        <a:pt x="5" y="44"/>
                      </a:lnTo>
                      <a:lnTo>
                        <a:pt x="0" y="34"/>
                      </a:lnTo>
                      <a:lnTo>
                        <a:pt x="51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6" name="Freeform 805">
                  <a:extLst>
                    <a:ext uri="{FF2B5EF4-FFF2-40B4-BE49-F238E27FC236}">
                      <a16:creationId xmlns:a16="http://schemas.microsoft.com/office/drawing/2014/main" id="{46B0E574-BB34-650E-5A39-7951608F83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101" y="0"/>
                      </a:moveTo>
                      <a:lnTo>
                        <a:pt x="103" y="11"/>
                      </a:lnTo>
                      <a:lnTo>
                        <a:pt x="103" y="24"/>
                      </a:lnTo>
                      <a:lnTo>
                        <a:pt x="100" y="36"/>
                      </a:lnTo>
                      <a:lnTo>
                        <a:pt x="95" y="46"/>
                      </a:lnTo>
                      <a:lnTo>
                        <a:pt x="88" y="55"/>
                      </a:lnTo>
                      <a:lnTo>
                        <a:pt x="78" y="62"/>
                      </a:lnTo>
                      <a:lnTo>
                        <a:pt x="67" y="67"/>
                      </a:lnTo>
                      <a:lnTo>
                        <a:pt x="56" y="70"/>
                      </a:lnTo>
                      <a:lnTo>
                        <a:pt x="43" y="70"/>
                      </a:lnTo>
                      <a:lnTo>
                        <a:pt x="31" y="66"/>
                      </a:lnTo>
                      <a:lnTo>
                        <a:pt x="21" y="61"/>
                      </a:lnTo>
                      <a:lnTo>
                        <a:pt x="12" y="54"/>
                      </a:lnTo>
                      <a:lnTo>
                        <a:pt x="5" y="44"/>
                      </a:lnTo>
                      <a:lnTo>
                        <a:pt x="0" y="3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7" name="Freeform 806">
                  <a:extLst>
                    <a:ext uri="{FF2B5EF4-FFF2-40B4-BE49-F238E27FC236}">
                      <a16:creationId xmlns:a16="http://schemas.microsoft.com/office/drawing/2014/main" id="{A8CDF83B-DEA6-C0C5-8C80-B473DCFB8E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7" y="115"/>
                      </a:moveTo>
                      <a:lnTo>
                        <a:pt x="78" y="98"/>
                      </a:lnTo>
                      <a:lnTo>
                        <a:pt x="128" y="81"/>
                      </a:lnTo>
                      <a:lnTo>
                        <a:pt x="102" y="0"/>
                      </a:lnTo>
                      <a:lnTo>
                        <a:pt x="51" y="17"/>
                      </a:lnTo>
                      <a:lnTo>
                        <a:pt x="0" y="34"/>
                      </a:lnTo>
                      <a:lnTo>
                        <a:pt x="27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8" name="Freeform 807">
                  <a:extLst>
                    <a:ext uri="{FF2B5EF4-FFF2-40B4-BE49-F238E27FC236}">
                      <a16:creationId xmlns:a16="http://schemas.microsoft.com/office/drawing/2014/main" id="{FC1EE8D8-3E20-E521-027D-1FA62F0086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7" y="115"/>
                      </a:moveTo>
                      <a:lnTo>
                        <a:pt x="78" y="98"/>
                      </a:lnTo>
                      <a:lnTo>
                        <a:pt x="128" y="81"/>
                      </a:lnTo>
                      <a:lnTo>
                        <a:pt x="102" y="0"/>
                      </a:lnTo>
                      <a:lnTo>
                        <a:pt x="51" y="17"/>
                      </a:lnTo>
                      <a:lnTo>
                        <a:pt x="0" y="34"/>
                      </a:lnTo>
                      <a:lnTo>
                        <a:pt x="27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9" name="Freeform 808">
                  <a:extLst>
                    <a:ext uri="{FF2B5EF4-FFF2-40B4-BE49-F238E27FC236}">
                      <a16:creationId xmlns:a16="http://schemas.microsoft.com/office/drawing/2014/main" id="{59835F0B-C432-F9E8-EE03-15C5BE13EB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7" y="3215"/>
                  <a:ext cx="9" cy="5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0" y="24"/>
                      </a:moveTo>
                      <a:lnTo>
                        <a:pt x="51" y="7"/>
                      </a:lnTo>
                      <a:lnTo>
                        <a:pt x="48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0" name="Line 809">
                  <a:extLst>
                    <a:ext uri="{FF2B5EF4-FFF2-40B4-BE49-F238E27FC236}">
                      <a16:creationId xmlns:a16="http://schemas.microsoft.com/office/drawing/2014/main" id="{B1224453-50D7-6F93-66B7-9058493F3D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35" y="3215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1" name="Freeform 810">
                  <a:extLst>
                    <a:ext uri="{FF2B5EF4-FFF2-40B4-BE49-F238E27FC236}">
                      <a16:creationId xmlns:a16="http://schemas.microsoft.com/office/drawing/2014/main" id="{86FEC229-053D-F8A6-B25F-B219180757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39" y="124"/>
                      </a:moveTo>
                      <a:lnTo>
                        <a:pt x="87" y="99"/>
                      </a:lnTo>
                      <a:lnTo>
                        <a:pt x="135" y="75"/>
                      </a:lnTo>
                      <a:lnTo>
                        <a:pt x="96" y="0"/>
                      </a:lnTo>
                      <a:lnTo>
                        <a:pt x="48" y="24"/>
                      </a:lnTo>
                      <a:lnTo>
                        <a:pt x="0" y="48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2" name="Freeform 811">
                  <a:extLst>
                    <a:ext uri="{FF2B5EF4-FFF2-40B4-BE49-F238E27FC236}">
                      <a16:creationId xmlns:a16="http://schemas.microsoft.com/office/drawing/2014/main" id="{A8D30CCF-BD10-D9A1-E7B5-BAAFAC02DC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39" y="124"/>
                      </a:moveTo>
                      <a:lnTo>
                        <a:pt x="87" y="99"/>
                      </a:lnTo>
                      <a:lnTo>
                        <a:pt x="135" y="75"/>
                      </a:lnTo>
                      <a:lnTo>
                        <a:pt x="96" y="0"/>
                      </a:lnTo>
                      <a:lnTo>
                        <a:pt x="48" y="24"/>
                      </a:lnTo>
                      <a:lnTo>
                        <a:pt x="0" y="48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3" name="Freeform 812">
                  <a:extLst>
                    <a:ext uri="{FF2B5EF4-FFF2-40B4-BE49-F238E27FC236}">
                      <a16:creationId xmlns:a16="http://schemas.microsoft.com/office/drawing/2014/main" id="{0F1FE874-32CE-A75C-EF90-7DEF0BF00A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1" y="3202"/>
                  <a:ext cx="8" cy="5"/>
                </a:xfrm>
                <a:custGeom>
                  <a:avLst/>
                  <a:gdLst>
                    <a:gd name="T0" fmla="*/ 0 w 48"/>
                    <a:gd name="T1" fmla="*/ 0 h 31"/>
                    <a:gd name="T2" fmla="*/ 0 w 48"/>
                    <a:gd name="T3" fmla="*/ 0 h 31"/>
                    <a:gd name="T4" fmla="*/ 0 w 48"/>
                    <a:gd name="T5" fmla="*/ 0 h 31"/>
                    <a:gd name="T6" fmla="*/ 0 w 48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1"/>
                    <a:gd name="T14" fmla="*/ 48 w 48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1">
                      <a:moveTo>
                        <a:pt x="0" y="31"/>
                      </a:moveTo>
                      <a:lnTo>
                        <a:pt x="48" y="7"/>
                      </a:lnTo>
                      <a:lnTo>
                        <a:pt x="43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4" name="Line 813">
                  <a:extLst>
                    <a:ext uri="{FF2B5EF4-FFF2-40B4-BE49-F238E27FC236}">
                      <a16:creationId xmlns:a16="http://schemas.microsoft.com/office/drawing/2014/main" id="{4AA11A19-AACA-9A65-EBFB-7B86E5FA41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28" y="32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5" name="Freeform 814">
                  <a:extLst>
                    <a:ext uri="{FF2B5EF4-FFF2-40B4-BE49-F238E27FC236}">
                      <a16:creationId xmlns:a16="http://schemas.microsoft.com/office/drawing/2014/main" id="{0BBA9D0D-199A-411F-1FA5-A1ADFFDA9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48" y="131"/>
                      </a:move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48" y="1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6" name="Freeform 815">
                  <a:extLst>
                    <a:ext uri="{FF2B5EF4-FFF2-40B4-BE49-F238E27FC236}">
                      <a16:creationId xmlns:a16="http://schemas.microsoft.com/office/drawing/2014/main" id="{2E5D91AD-3DB8-06E9-996A-DFCCED7C8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48" y="131"/>
                      </a:move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48" y="13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7" name="Freeform 816">
                  <a:extLst>
                    <a:ext uri="{FF2B5EF4-FFF2-40B4-BE49-F238E27FC236}">
                      <a16:creationId xmlns:a16="http://schemas.microsoft.com/office/drawing/2014/main" id="{0C0C4B9A-2FDE-50F5-6318-68C1CE4F6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189"/>
                  <a:ext cx="7" cy="7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0" y="37"/>
                      </a:moveTo>
                      <a:lnTo>
                        <a:pt x="44" y="6"/>
                      </a:lnTo>
                      <a:lnTo>
                        <a:pt x="38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8" name="Line 817">
                  <a:extLst>
                    <a:ext uri="{FF2B5EF4-FFF2-40B4-BE49-F238E27FC236}">
                      <a16:creationId xmlns:a16="http://schemas.microsoft.com/office/drawing/2014/main" id="{E0DE9300-31B7-A5B3-1B0D-10E5D4E4D8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19" y="31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9" name="Freeform 818">
                  <a:extLst>
                    <a:ext uri="{FF2B5EF4-FFF2-40B4-BE49-F238E27FC236}">
                      <a16:creationId xmlns:a16="http://schemas.microsoft.com/office/drawing/2014/main" id="{77AE73A1-F68C-4A93-CB63-0EC6894A73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58" y="134"/>
                      </a:moveTo>
                      <a:lnTo>
                        <a:pt x="96" y="97"/>
                      </a:lnTo>
                      <a:lnTo>
                        <a:pt x="134" y="60"/>
                      </a:lnTo>
                      <a:lnTo>
                        <a:pt x="76" y="0"/>
                      </a:lnTo>
                      <a:lnTo>
                        <a:pt x="38" y="37"/>
                      </a:lnTo>
                      <a:lnTo>
                        <a:pt x="0" y="74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0" name="Freeform 819">
                  <a:extLst>
                    <a:ext uri="{FF2B5EF4-FFF2-40B4-BE49-F238E27FC236}">
                      <a16:creationId xmlns:a16="http://schemas.microsoft.com/office/drawing/2014/main" id="{61FA61E3-B3F7-B19A-0F19-D58A7FEB8C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58" y="134"/>
                      </a:moveTo>
                      <a:lnTo>
                        <a:pt x="96" y="97"/>
                      </a:lnTo>
                      <a:lnTo>
                        <a:pt x="134" y="60"/>
                      </a:lnTo>
                      <a:lnTo>
                        <a:pt x="76" y="0"/>
                      </a:lnTo>
                      <a:lnTo>
                        <a:pt x="38" y="37"/>
                      </a:lnTo>
                      <a:lnTo>
                        <a:pt x="0" y="74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1" name="Freeform 820">
                  <a:extLst>
                    <a:ext uri="{FF2B5EF4-FFF2-40B4-BE49-F238E27FC236}">
                      <a16:creationId xmlns:a16="http://schemas.microsoft.com/office/drawing/2014/main" id="{FAC0961E-3ABC-22A2-DA93-8363EB5E12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3" y="317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0" y="43"/>
                      </a:moveTo>
                      <a:lnTo>
                        <a:pt x="38" y="6"/>
                      </a:lnTo>
                      <a:lnTo>
                        <a:pt x="33" y="0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" name="Line 821">
                  <a:extLst>
                    <a:ext uri="{FF2B5EF4-FFF2-40B4-BE49-F238E27FC236}">
                      <a16:creationId xmlns:a16="http://schemas.microsoft.com/office/drawing/2014/main" id="{7FFDA14E-082F-3C6C-6856-6BD4DF79AB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08" y="317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3" name="Freeform 822">
                  <a:extLst>
                    <a:ext uri="{FF2B5EF4-FFF2-40B4-BE49-F238E27FC236}">
                      <a16:creationId xmlns:a16="http://schemas.microsoft.com/office/drawing/2014/main" id="{D40452DD-09D5-D83F-29B5-0BD2E92790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7" y="136"/>
                      </a:move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4" name="Freeform 823">
                  <a:extLst>
                    <a:ext uri="{FF2B5EF4-FFF2-40B4-BE49-F238E27FC236}">
                      <a16:creationId xmlns:a16="http://schemas.microsoft.com/office/drawing/2014/main" id="{D65E31FA-E2AA-DC8C-7485-DD8533E8D2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7" y="136"/>
                      </a:move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5" name="Freeform 824">
                  <a:extLst>
                    <a:ext uri="{FF2B5EF4-FFF2-40B4-BE49-F238E27FC236}">
                      <a16:creationId xmlns:a16="http://schemas.microsoft.com/office/drawing/2014/main" id="{B37297E7-20F7-8866-1992-C3D1EE4C27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2" y="316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0" y="47"/>
                      </a:moveTo>
                      <a:lnTo>
                        <a:pt x="33" y="5"/>
                      </a:lnTo>
                      <a:lnTo>
                        <a:pt x="27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6" name="Line 825">
                  <a:extLst>
                    <a:ext uri="{FF2B5EF4-FFF2-40B4-BE49-F238E27FC236}">
                      <a16:creationId xmlns:a16="http://schemas.microsoft.com/office/drawing/2014/main" id="{CCB7F826-AE5D-9106-BD2A-F0A662C9B2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96" y="31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7" name="Freeform 826">
                  <a:extLst>
                    <a:ext uri="{FF2B5EF4-FFF2-40B4-BE49-F238E27FC236}">
                      <a16:creationId xmlns:a16="http://schemas.microsoft.com/office/drawing/2014/main" id="{A51B31C4-3CDC-E2A3-29A1-9D50FDDBF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74" y="136"/>
                      </a:moveTo>
                      <a:lnTo>
                        <a:pt x="100" y="89"/>
                      </a:lnTo>
                      <a:lnTo>
                        <a:pt x="127" y="42"/>
                      </a:lnTo>
                      <a:lnTo>
                        <a:pt x="53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4" y="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8" name="Freeform 827">
                  <a:extLst>
                    <a:ext uri="{FF2B5EF4-FFF2-40B4-BE49-F238E27FC236}">
                      <a16:creationId xmlns:a16="http://schemas.microsoft.com/office/drawing/2014/main" id="{32CF55F0-23FE-5264-5E8A-AE44317382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74" y="136"/>
                      </a:moveTo>
                      <a:lnTo>
                        <a:pt x="100" y="89"/>
                      </a:lnTo>
                      <a:lnTo>
                        <a:pt x="127" y="42"/>
                      </a:lnTo>
                      <a:lnTo>
                        <a:pt x="53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4" y="13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9" name="Freeform 828">
                  <a:extLst>
                    <a:ext uri="{FF2B5EF4-FFF2-40B4-BE49-F238E27FC236}">
                      <a16:creationId xmlns:a16="http://schemas.microsoft.com/office/drawing/2014/main" id="{668A83EA-6EB3-7AB0-2B08-5BF7653022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9" y="3161"/>
                  <a:ext cx="5" cy="9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0" y="50"/>
                      </a:moveTo>
                      <a:lnTo>
                        <a:pt x="27" y="3"/>
                      </a:lnTo>
                      <a:lnTo>
                        <a:pt x="19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0" name="Line 829">
                  <a:extLst>
                    <a:ext uri="{FF2B5EF4-FFF2-40B4-BE49-F238E27FC236}">
                      <a16:creationId xmlns:a16="http://schemas.microsoft.com/office/drawing/2014/main" id="{EE6E83C0-703F-7400-EFDF-833363F94E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83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1" name="Freeform 830">
                  <a:extLst>
                    <a:ext uri="{FF2B5EF4-FFF2-40B4-BE49-F238E27FC236}">
                      <a16:creationId xmlns:a16="http://schemas.microsoft.com/office/drawing/2014/main" id="{9C804D0C-DC35-4151-2209-22EFA3E08C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78" y="129"/>
                      </a:moveTo>
                      <a:lnTo>
                        <a:pt x="97" y="80"/>
                      </a:lnTo>
                      <a:lnTo>
                        <a:pt x="116" y="30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2" name="Freeform 831">
                  <a:extLst>
                    <a:ext uri="{FF2B5EF4-FFF2-40B4-BE49-F238E27FC236}">
                      <a16:creationId xmlns:a16="http://schemas.microsoft.com/office/drawing/2014/main" id="{42C11577-DF33-2B7C-D6B5-0DF28EBAE6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78" y="129"/>
                      </a:moveTo>
                      <a:lnTo>
                        <a:pt x="97" y="80"/>
                      </a:lnTo>
                      <a:lnTo>
                        <a:pt x="116" y="30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3" name="Freeform 832">
                  <a:extLst>
                    <a:ext uri="{FF2B5EF4-FFF2-40B4-BE49-F238E27FC236}">
                      <a16:creationId xmlns:a16="http://schemas.microsoft.com/office/drawing/2014/main" id="{DEB079F0-BD50-0BDB-EF3E-6D7B370ADB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6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52"/>
                      </a:moveTo>
                      <a:lnTo>
                        <a:pt x="19" y="2"/>
                      </a:lnTo>
                      <a:lnTo>
                        <a:pt x="11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4" name="Line 833">
                  <a:extLst>
                    <a:ext uri="{FF2B5EF4-FFF2-40B4-BE49-F238E27FC236}">
                      <a16:creationId xmlns:a16="http://schemas.microsoft.com/office/drawing/2014/main" id="{B320D4B1-5D03-4BEB-48EC-FD457BBAE5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68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5" name="Freeform 834">
                  <a:extLst>
                    <a:ext uri="{FF2B5EF4-FFF2-40B4-BE49-F238E27FC236}">
                      <a16:creationId xmlns:a16="http://schemas.microsoft.com/office/drawing/2014/main" id="{36000063-8FA3-05F4-A841-F2C8B15EA3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82" y="122"/>
                      </a:move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6" name="Freeform 835">
                  <a:extLst>
                    <a:ext uri="{FF2B5EF4-FFF2-40B4-BE49-F238E27FC236}">
                      <a16:creationId xmlns:a16="http://schemas.microsoft.com/office/drawing/2014/main" id="{47A25833-5502-9F4E-9454-E354FDB7B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82" y="122"/>
                      </a:move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7" name="Freeform 836">
                  <a:extLst>
                    <a:ext uri="{FF2B5EF4-FFF2-40B4-BE49-F238E27FC236}">
                      <a16:creationId xmlns:a16="http://schemas.microsoft.com/office/drawing/2014/main" id="{5E0058E5-4F70-F2B7-1F28-F42378BB68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3" y="315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53"/>
                      </a:moveTo>
                      <a:lnTo>
                        <a:pt x="12" y="1"/>
                      </a:lnTo>
                      <a:lnTo>
                        <a:pt x="4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8" name="Line 837">
                  <a:extLst>
                    <a:ext uri="{FF2B5EF4-FFF2-40B4-BE49-F238E27FC236}">
                      <a16:creationId xmlns:a16="http://schemas.microsoft.com/office/drawing/2014/main" id="{32B8BB70-579E-EB82-8D58-CC13295F43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53" y="315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9" name="Freeform 838">
                  <a:extLst>
                    <a:ext uri="{FF2B5EF4-FFF2-40B4-BE49-F238E27FC236}">
                      <a16:creationId xmlns:a16="http://schemas.microsoft.com/office/drawing/2014/main" id="{B045F638-A36B-8132-A863-598EB8164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152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84" y="112"/>
                      </a:moveTo>
                      <a:lnTo>
                        <a:pt x="88" y="59"/>
                      </a:lnTo>
                      <a:lnTo>
                        <a:pt x="92" y="6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0" name="Freeform 839">
                  <a:extLst>
                    <a:ext uri="{FF2B5EF4-FFF2-40B4-BE49-F238E27FC236}">
                      <a16:creationId xmlns:a16="http://schemas.microsoft.com/office/drawing/2014/main" id="{682D89B7-AE1D-35CE-FB0D-9E638CC34C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152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84" y="112"/>
                      </a:moveTo>
                      <a:lnTo>
                        <a:pt x="88" y="59"/>
                      </a:lnTo>
                      <a:lnTo>
                        <a:pt x="92" y="6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1" name="Freeform 840">
                  <a:extLst>
                    <a:ext uri="{FF2B5EF4-FFF2-40B4-BE49-F238E27FC236}">
                      <a16:creationId xmlns:a16="http://schemas.microsoft.com/office/drawing/2014/main" id="{FE47244F-660C-31DD-694E-3D4F0B22D6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152"/>
                  <a:ext cx="1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5" y="53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2" name="Line 841">
                  <a:extLst>
                    <a:ext uri="{FF2B5EF4-FFF2-40B4-BE49-F238E27FC236}">
                      <a16:creationId xmlns:a16="http://schemas.microsoft.com/office/drawing/2014/main" id="{15DFD00A-9076-1DD5-8E11-DD98465879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38" y="31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3" name="Freeform 842">
                  <a:extLst>
                    <a:ext uri="{FF2B5EF4-FFF2-40B4-BE49-F238E27FC236}">
                      <a16:creationId xmlns:a16="http://schemas.microsoft.com/office/drawing/2014/main" id="{3E7F885C-2BBE-3640-378D-F79FF637AF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152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93" y="106"/>
                      </a:moveTo>
                      <a:lnTo>
                        <a:pt x="89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3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4" name="Freeform 843">
                  <a:extLst>
                    <a:ext uri="{FF2B5EF4-FFF2-40B4-BE49-F238E27FC236}">
                      <a16:creationId xmlns:a16="http://schemas.microsoft.com/office/drawing/2014/main" id="{2816B8CB-8C52-9FD9-BCC5-2C09301507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152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93" y="106"/>
                      </a:moveTo>
                      <a:lnTo>
                        <a:pt x="89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3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5" name="Freeform 844">
                  <a:extLst>
                    <a:ext uri="{FF2B5EF4-FFF2-40B4-BE49-F238E27FC236}">
                      <a16:creationId xmlns:a16="http://schemas.microsoft.com/office/drawing/2014/main" id="{B1522A9F-EFA8-3486-755A-612E8833DB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3" y="315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53"/>
                      </a:moveTo>
                      <a:lnTo>
                        <a:pt x="8" y="0"/>
                      </a:lnTo>
                      <a:lnTo>
                        <a:pt x="0" y="1"/>
                      </a:lnTo>
                      <a:lnTo>
                        <a:pt x="1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6" name="Line 845">
                  <a:extLst>
                    <a:ext uri="{FF2B5EF4-FFF2-40B4-BE49-F238E27FC236}">
                      <a16:creationId xmlns:a16="http://schemas.microsoft.com/office/drawing/2014/main" id="{F21777E1-7714-1218-F0ED-2D81F5350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23" y="315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7" name="Freeform 846">
                  <a:extLst>
                    <a:ext uri="{FF2B5EF4-FFF2-40B4-BE49-F238E27FC236}">
                      <a16:creationId xmlns:a16="http://schemas.microsoft.com/office/drawing/2014/main" id="{C8DD612B-0F58-0527-D30C-52445AAA8D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105" y="104"/>
                      </a:move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8" name="Freeform 847">
                  <a:extLst>
                    <a:ext uri="{FF2B5EF4-FFF2-40B4-BE49-F238E27FC236}">
                      <a16:creationId xmlns:a16="http://schemas.microsoft.com/office/drawing/2014/main" id="{3FE30101-0B0A-7A43-595B-A22D8CD8CF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105" y="104"/>
                      </a:move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9" name="Freeform 848">
                  <a:extLst>
                    <a:ext uri="{FF2B5EF4-FFF2-40B4-BE49-F238E27FC236}">
                      <a16:creationId xmlns:a16="http://schemas.microsoft.com/office/drawing/2014/main" id="{BC76B873-87D0-B5B4-A395-94E2919093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8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52"/>
                      </a:moveTo>
                      <a:lnTo>
                        <a:pt x="8" y="0"/>
                      </a:lnTo>
                      <a:lnTo>
                        <a:pt x="0" y="2"/>
                      </a:lnTo>
                      <a:lnTo>
                        <a:pt x="19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0" name="Line 849">
                  <a:extLst>
                    <a:ext uri="{FF2B5EF4-FFF2-40B4-BE49-F238E27FC236}">
                      <a16:creationId xmlns:a16="http://schemas.microsoft.com/office/drawing/2014/main" id="{2BAB2390-767B-B4B5-8722-3FA1F49376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08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1" name="Freeform 850">
                  <a:extLst>
                    <a:ext uri="{FF2B5EF4-FFF2-40B4-BE49-F238E27FC236}">
                      <a16:creationId xmlns:a16="http://schemas.microsoft.com/office/drawing/2014/main" id="{7F4ACE79-FDAE-DF73-F5E3-1E0880207C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116" y="100"/>
                      </a:move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0"/>
                      </a:lnTo>
                      <a:lnTo>
                        <a:pt x="19" y="80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2" name="Freeform 851">
                  <a:extLst>
                    <a:ext uri="{FF2B5EF4-FFF2-40B4-BE49-F238E27FC236}">
                      <a16:creationId xmlns:a16="http://schemas.microsoft.com/office/drawing/2014/main" id="{1A8AA478-D88E-BD17-9BC1-86AC57963C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116" y="100"/>
                      </a:move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0"/>
                      </a:lnTo>
                      <a:lnTo>
                        <a:pt x="19" y="80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3" name="Freeform 852">
                  <a:extLst>
                    <a:ext uri="{FF2B5EF4-FFF2-40B4-BE49-F238E27FC236}">
                      <a16:creationId xmlns:a16="http://schemas.microsoft.com/office/drawing/2014/main" id="{2343B451-A820-74F2-E757-6378D2C9DF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3" y="3161"/>
                  <a:ext cx="5" cy="9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27" y="50"/>
                      </a:moveTo>
                      <a:lnTo>
                        <a:pt x="8" y="0"/>
                      </a:lnTo>
                      <a:lnTo>
                        <a:pt x="0" y="3"/>
                      </a:lnTo>
                      <a:lnTo>
                        <a:pt x="27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4" name="Line 853">
                  <a:extLst>
                    <a:ext uri="{FF2B5EF4-FFF2-40B4-BE49-F238E27FC236}">
                      <a16:creationId xmlns:a16="http://schemas.microsoft.com/office/drawing/2014/main" id="{61D238B3-3586-2997-9040-22719105D9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93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5" name="Freeform 854">
                  <a:extLst>
                    <a:ext uri="{FF2B5EF4-FFF2-40B4-BE49-F238E27FC236}">
                      <a16:creationId xmlns:a16="http://schemas.microsoft.com/office/drawing/2014/main" id="{AD92DEF8-F9AB-E0E4-CEF4-4007720563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127" y="93"/>
                      </a:moveTo>
                      <a:lnTo>
                        <a:pt x="101" y="47"/>
                      </a:lnTo>
                      <a:lnTo>
                        <a:pt x="74" y="0"/>
                      </a:lnTo>
                      <a:lnTo>
                        <a:pt x="0" y="42"/>
                      </a:lnTo>
                      <a:lnTo>
                        <a:pt x="27" y="89"/>
                      </a:lnTo>
                      <a:lnTo>
                        <a:pt x="53" y="136"/>
                      </a:lnTo>
                      <a:lnTo>
                        <a:pt x="127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6" name="Freeform 855">
                  <a:extLst>
                    <a:ext uri="{FF2B5EF4-FFF2-40B4-BE49-F238E27FC236}">
                      <a16:creationId xmlns:a16="http://schemas.microsoft.com/office/drawing/2014/main" id="{B73DCD58-F3C4-7296-DF43-471F289E3A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127" y="93"/>
                      </a:moveTo>
                      <a:lnTo>
                        <a:pt x="101" y="47"/>
                      </a:lnTo>
                      <a:lnTo>
                        <a:pt x="74" y="0"/>
                      </a:lnTo>
                      <a:lnTo>
                        <a:pt x="0" y="42"/>
                      </a:lnTo>
                      <a:lnTo>
                        <a:pt x="27" y="89"/>
                      </a:lnTo>
                      <a:lnTo>
                        <a:pt x="53" y="136"/>
                      </a:lnTo>
                      <a:lnTo>
                        <a:pt x="127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7" name="Freeform 856">
                  <a:extLst>
                    <a:ext uri="{FF2B5EF4-FFF2-40B4-BE49-F238E27FC236}">
                      <a16:creationId xmlns:a16="http://schemas.microsoft.com/office/drawing/2014/main" id="{ACADDE55-CA07-70DE-322A-8B162DAA66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0" y="316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47"/>
                      </a:moveTo>
                      <a:lnTo>
                        <a:pt x="6" y="0"/>
                      </a:lnTo>
                      <a:lnTo>
                        <a:pt x="0" y="5"/>
                      </a:lnTo>
                      <a:lnTo>
                        <a:pt x="33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8" name="Line 857">
                  <a:extLst>
                    <a:ext uri="{FF2B5EF4-FFF2-40B4-BE49-F238E27FC236}">
                      <a16:creationId xmlns:a16="http://schemas.microsoft.com/office/drawing/2014/main" id="{0CE7EE38-1E4B-B00D-DAA2-EFEC0C0284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80" y="31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9" name="Freeform 858">
                  <a:extLst>
                    <a:ext uri="{FF2B5EF4-FFF2-40B4-BE49-F238E27FC236}">
                      <a16:creationId xmlns:a16="http://schemas.microsoft.com/office/drawing/2014/main" id="{D01937F4-6003-8AE5-8826-2B0F84ABBF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133" y="84"/>
                      </a:move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0" name="Freeform 859">
                  <a:extLst>
                    <a:ext uri="{FF2B5EF4-FFF2-40B4-BE49-F238E27FC236}">
                      <a16:creationId xmlns:a16="http://schemas.microsoft.com/office/drawing/2014/main" id="{75BA5828-D537-64D5-27E0-9453B5820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133" y="84"/>
                      </a:move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1" name="Freeform 860">
                  <a:extLst>
                    <a:ext uri="{FF2B5EF4-FFF2-40B4-BE49-F238E27FC236}">
                      <a16:creationId xmlns:a16="http://schemas.microsoft.com/office/drawing/2014/main" id="{AAF008B5-ABC3-77BF-866E-5EC109B9E1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8" y="317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38" y="43"/>
                      </a:moveTo>
                      <a:lnTo>
                        <a:pt x="5" y="0"/>
                      </a:lnTo>
                      <a:lnTo>
                        <a:pt x="0" y="6"/>
                      </a:lnTo>
                      <a:lnTo>
                        <a:pt x="38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2" name="Line 861">
                  <a:extLst>
                    <a:ext uri="{FF2B5EF4-FFF2-40B4-BE49-F238E27FC236}">
                      <a16:creationId xmlns:a16="http://schemas.microsoft.com/office/drawing/2014/main" id="{1ABC21FF-8063-9398-CB6F-C84A6EB70D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68" y="317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3" name="Freeform 862">
                  <a:extLst>
                    <a:ext uri="{FF2B5EF4-FFF2-40B4-BE49-F238E27FC236}">
                      <a16:creationId xmlns:a16="http://schemas.microsoft.com/office/drawing/2014/main" id="{236A884B-34D3-C61E-7270-876843A99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4"/>
                      </a:moveTo>
                      <a:lnTo>
                        <a:pt x="96" y="37"/>
                      </a:lnTo>
                      <a:lnTo>
                        <a:pt x="58" y="0"/>
                      </a:lnTo>
                      <a:lnTo>
                        <a:pt x="0" y="60"/>
                      </a:lnTo>
                      <a:lnTo>
                        <a:pt x="38" y="97"/>
                      </a:lnTo>
                      <a:lnTo>
                        <a:pt x="76" y="134"/>
                      </a:lnTo>
                      <a:lnTo>
                        <a:pt x="134" y="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4" name="Freeform 863">
                  <a:extLst>
                    <a:ext uri="{FF2B5EF4-FFF2-40B4-BE49-F238E27FC236}">
                      <a16:creationId xmlns:a16="http://schemas.microsoft.com/office/drawing/2014/main" id="{6FA053DB-D9EC-59AC-8429-1BE175ABA5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4"/>
                      </a:moveTo>
                      <a:lnTo>
                        <a:pt x="96" y="37"/>
                      </a:lnTo>
                      <a:lnTo>
                        <a:pt x="58" y="0"/>
                      </a:lnTo>
                      <a:lnTo>
                        <a:pt x="0" y="60"/>
                      </a:lnTo>
                      <a:lnTo>
                        <a:pt x="38" y="97"/>
                      </a:lnTo>
                      <a:lnTo>
                        <a:pt x="76" y="134"/>
                      </a:lnTo>
                      <a:lnTo>
                        <a:pt x="134" y="7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5" name="Freeform 864">
                  <a:extLst>
                    <a:ext uri="{FF2B5EF4-FFF2-40B4-BE49-F238E27FC236}">
                      <a16:creationId xmlns:a16="http://schemas.microsoft.com/office/drawing/2014/main" id="{BC7971D6-7844-B7D4-DBFA-7AEFBDCBE3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7" y="3189"/>
                  <a:ext cx="7" cy="7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44" y="37"/>
                      </a:moveTo>
                      <a:lnTo>
                        <a:pt x="6" y="0"/>
                      </a:lnTo>
                      <a:lnTo>
                        <a:pt x="0" y="6"/>
                      </a:lnTo>
                      <a:lnTo>
                        <a:pt x="44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6" name="Line 865">
                  <a:extLst>
                    <a:ext uri="{FF2B5EF4-FFF2-40B4-BE49-F238E27FC236}">
                      <a16:creationId xmlns:a16="http://schemas.microsoft.com/office/drawing/2014/main" id="{FAC0716E-743B-E814-01D4-6AED79CE61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57" y="31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7" name="Freeform 866">
                  <a:extLst>
                    <a:ext uri="{FF2B5EF4-FFF2-40B4-BE49-F238E27FC236}">
                      <a16:creationId xmlns:a16="http://schemas.microsoft.com/office/drawing/2014/main" id="{A16FA6F4-640A-AECC-8262-7A4EC97B7A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135" y="62"/>
                      </a:move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lnTo>
                        <a:pt x="43" y="100"/>
                      </a:lnTo>
                      <a:lnTo>
                        <a:pt x="87" y="131"/>
                      </a:lnTo>
                      <a:lnTo>
                        <a:pt x="13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8" name="Freeform 867">
                  <a:extLst>
                    <a:ext uri="{FF2B5EF4-FFF2-40B4-BE49-F238E27FC236}">
                      <a16:creationId xmlns:a16="http://schemas.microsoft.com/office/drawing/2014/main" id="{A03328B3-94B0-C6CC-63B0-EC2652D958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135" y="62"/>
                      </a:move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lnTo>
                        <a:pt x="43" y="100"/>
                      </a:lnTo>
                      <a:lnTo>
                        <a:pt x="87" y="131"/>
                      </a:lnTo>
                      <a:lnTo>
                        <a:pt x="135" y="6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9" name="Freeform 868">
                  <a:extLst>
                    <a:ext uri="{FF2B5EF4-FFF2-40B4-BE49-F238E27FC236}">
                      <a16:creationId xmlns:a16="http://schemas.microsoft.com/office/drawing/2014/main" id="{E673891E-C78A-B076-ECFB-7FD2770E26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8" y="3202"/>
                  <a:ext cx="8" cy="5"/>
                </a:xfrm>
                <a:custGeom>
                  <a:avLst/>
                  <a:gdLst>
                    <a:gd name="T0" fmla="*/ 0 w 48"/>
                    <a:gd name="T1" fmla="*/ 0 h 31"/>
                    <a:gd name="T2" fmla="*/ 0 w 48"/>
                    <a:gd name="T3" fmla="*/ 0 h 31"/>
                    <a:gd name="T4" fmla="*/ 0 w 48"/>
                    <a:gd name="T5" fmla="*/ 0 h 31"/>
                    <a:gd name="T6" fmla="*/ 0 w 48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1"/>
                    <a:gd name="T14" fmla="*/ 48 w 48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1">
                      <a:moveTo>
                        <a:pt x="48" y="31"/>
                      </a:moveTo>
                      <a:lnTo>
                        <a:pt x="5" y="0"/>
                      </a:lnTo>
                      <a:lnTo>
                        <a:pt x="0" y="7"/>
                      </a:lnTo>
                      <a:lnTo>
                        <a:pt x="48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0" name="Line 869">
                  <a:extLst>
                    <a:ext uri="{FF2B5EF4-FFF2-40B4-BE49-F238E27FC236}">
                      <a16:creationId xmlns:a16="http://schemas.microsoft.com/office/drawing/2014/main" id="{DA6B0E15-F004-B0EF-297F-EDCE4472B8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48" y="32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1" name="Freeform 870">
                  <a:extLst>
                    <a:ext uri="{FF2B5EF4-FFF2-40B4-BE49-F238E27FC236}">
                      <a16:creationId xmlns:a16="http://schemas.microsoft.com/office/drawing/2014/main" id="{76359C91-B248-7D99-DBAF-D41649B750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135" y="48"/>
                      </a:moveTo>
                      <a:lnTo>
                        <a:pt x="87" y="24"/>
                      </a:lnTo>
                      <a:lnTo>
                        <a:pt x="39" y="0"/>
                      </a:lnTo>
                      <a:lnTo>
                        <a:pt x="0" y="75"/>
                      </a:lnTo>
                      <a:lnTo>
                        <a:pt x="48" y="99"/>
                      </a:lnTo>
                      <a:lnTo>
                        <a:pt x="96" y="124"/>
                      </a:lnTo>
                      <a:lnTo>
                        <a:pt x="135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2" name="Freeform 871">
                  <a:extLst>
                    <a:ext uri="{FF2B5EF4-FFF2-40B4-BE49-F238E27FC236}">
                      <a16:creationId xmlns:a16="http://schemas.microsoft.com/office/drawing/2014/main" id="{B6E198A0-BC46-CD62-866F-D6A698AE4B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135" y="48"/>
                      </a:moveTo>
                      <a:lnTo>
                        <a:pt x="87" y="24"/>
                      </a:lnTo>
                      <a:lnTo>
                        <a:pt x="39" y="0"/>
                      </a:lnTo>
                      <a:lnTo>
                        <a:pt x="0" y="75"/>
                      </a:lnTo>
                      <a:lnTo>
                        <a:pt x="48" y="99"/>
                      </a:lnTo>
                      <a:lnTo>
                        <a:pt x="96" y="124"/>
                      </a:lnTo>
                      <a:lnTo>
                        <a:pt x="135" y="4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3" name="Freeform 872">
                  <a:extLst>
                    <a:ext uri="{FF2B5EF4-FFF2-40B4-BE49-F238E27FC236}">
                      <a16:creationId xmlns:a16="http://schemas.microsoft.com/office/drawing/2014/main" id="{F484D650-6B0D-D0AC-AC2F-2CD08CA255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1" y="3215"/>
                  <a:ext cx="9" cy="5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51" y="24"/>
                      </a:moveTo>
                      <a:lnTo>
                        <a:pt x="3" y="0"/>
                      </a:lnTo>
                      <a:lnTo>
                        <a:pt x="0" y="7"/>
                      </a:lnTo>
                      <a:lnTo>
                        <a:pt x="51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4" name="Line 873">
                  <a:extLst>
                    <a:ext uri="{FF2B5EF4-FFF2-40B4-BE49-F238E27FC236}">
                      <a16:creationId xmlns:a16="http://schemas.microsoft.com/office/drawing/2014/main" id="{0561CFB5-0269-C091-EE1A-D327E49B1F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41" y="3215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5" name="Freeform 874">
                  <a:extLst>
                    <a:ext uri="{FF2B5EF4-FFF2-40B4-BE49-F238E27FC236}">
                      <a16:creationId xmlns:a16="http://schemas.microsoft.com/office/drawing/2014/main" id="{C6F297BC-FDA1-D4B5-0B45-CBE304A066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4"/>
                      </a:moveTo>
                      <a:lnTo>
                        <a:pt x="77" y="17"/>
                      </a:lnTo>
                      <a:lnTo>
                        <a:pt x="26" y="0"/>
                      </a:lnTo>
                      <a:lnTo>
                        <a:pt x="0" y="81"/>
                      </a:lnTo>
                      <a:lnTo>
                        <a:pt x="50" y="98"/>
                      </a:lnTo>
                      <a:lnTo>
                        <a:pt x="101" y="115"/>
                      </a:lnTo>
                      <a:lnTo>
                        <a:pt x="128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6" name="Freeform 875">
                  <a:extLst>
                    <a:ext uri="{FF2B5EF4-FFF2-40B4-BE49-F238E27FC236}">
                      <a16:creationId xmlns:a16="http://schemas.microsoft.com/office/drawing/2014/main" id="{C3AB3394-AD0E-DFDE-E735-0471524503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4"/>
                      </a:moveTo>
                      <a:lnTo>
                        <a:pt x="77" y="17"/>
                      </a:lnTo>
                      <a:lnTo>
                        <a:pt x="26" y="0"/>
                      </a:lnTo>
                      <a:lnTo>
                        <a:pt x="0" y="81"/>
                      </a:lnTo>
                      <a:lnTo>
                        <a:pt x="50" y="98"/>
                      </a:lnTo>
                      <a:lnTo>
                        <a:pt x="101" y="115"/>
                      </a:lnTo>
                      <a:lnTo>
                        <a:pt x="128" y="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7" name="Freeform 876">
                  <a:extLst>
                    <a:ext uri="{FF2B5EF4-FFF2-40B4-BE49-F238E27FC236}">
                      <a16:creationId xmlns:a16="http://schemas.microsoft.com/office/drawing/2014/main" id="{93E54FED-C15B-F88B-335A-3C14F4A26D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2" y="17"/>
                      </a:moveTo>
                      <a:lnTo>
                        <a:pt x="103" y="34"/>
                      </a:lnTo>
                      <a:lnTo>
                        <a:pt x="98" y="44"/>
                      </a:lnTo>
                      <a:lnTo>
                        <a:pt x="91" y="54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70"/>
                      </a:lnTo>
                      <a:lnTo>
                        <a:pt x="47" y="70"/>
                      </a:lnTo>
                      <a:lnTo>
                        <a:pt x="36" y="67"/>
                      </a:lnTo>
                      <a:lnTo>
                        <a:pt x="25" y="62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6"/>
                      </a:lnTo>
                      <a:lnTo>
                        <a:pt x="0" y="24"/>
                      </a:lnTo>
                      <a:lnTo>
                        <a:pt x="0" y="11"/>
                      </a:lnTo>
                      <a:lnTo>
                        <a:pt x="2" y="0"/>
                      </a:lnTo>
                      <a:lnTo>
                        <a:pt x="5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8" name="Freeform 877">
                  <a:extLst>
                    <a:ext uri="{FF2B5EF4-FFF2-40B4-BE49-F238E27FC236}">
                      <a16:creationId xmlns:a16="http://schemas.microsoft.com/office/drawing/2014/main" id="{EC541E63-E9C5-D036-B7C9-F5BACFB63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103" y="34"/>
                      </a:moveTo>
                      <a:lnTo>
                        <a:pt x="98" y="44"/>
                      </a:lnTo>
                      <a:lnTo>
                        <a:pt x="91" y="54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70"/>
                      </a:lnTo>
                      <a:lnTo>
                        <a:pt x="47" y="70"/>
                      </a:lnTo>
                      <a:lnTo>
                        <a:pt x="36" y="67"/>
                      </a:lnTo>
                      <a:lnTo>
                        <a:pt x="25" y="62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6"/>
                      </a:lnTo>
                      <a:lnTo>
                        <a:pt x="0" y="24"/>
                      </a:lnTo>
                      <a:lnTo>
                        <a:pt x="0" y="11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9" name="Line 878">
                  <a:extLst>
                    <a:ext uri="{FF2B5EF4-FFF2-40B4-BE49-F238E27FC236}">
                      <a16:creationId xmlns:a16="http://schemas.microsoft.com/office/drawing/2014/main" id="{60581559-79D0-BC72-A115-85932F1086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4" y="38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0" name="Freeform 879">
                  <a:extLst>
                    <a:ext uri="{FF2B5EF4-FFF2-40B4-BE49-F238E27FC236}">
                      <a16:creationId xmlns:a16="http://schemas.microsoft.com/office/drawing/2014/main" id="{29A12031-BE83-48B1-CCA0-76E773AD7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" name="Freeform 880">
                  <a:extLst>
                    <a:ext uri="{FF2B5EF4-FFF2-40B4-BE49-F238E27FC236}">
                      <a16:creationId xmlns:a16="http://schemas.microsoft.com/office/drawing/2014/main" id="{F4D905C7-F860-16F7-5756-5C783F2D7F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2" name="Freeform 881">
                  <a:extLst>
                    <a:ext uri="{FF2B5EF4-FFF2-40B4-BE49-F238E27FC236}">
                      <a16:creationId xmlns:a16="http://schemas.microsoft.com/office/drawing/2014/main" id="{5284CC07-D5BE-BF2B-A71E-ED61760650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3" name="Freeform 882">
                  <a:extLst>
                    <a:ext uri="{FF2B5EF4-FFF2-40B4-BE49-F238E27FC236}">
                      <a16:creationId xmlns:a16="http://schemas.microsoft.com/office/drawing/2014/main" id="{569419E8-E88E-7F2B-3CFA-E968281FF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4" name="Freeform 883">
                  <a:extLst>
                    <a:ext uri="{FF2B5EF4-FFF2-40B4-BE49-F238E27FC236}">
                      <a16:creationId xmlns:a16="http://schemas.microsoft.com/office/drawing/2014/main" id="{64EB0740-00F8-D241-85C0-4473AAF2B8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5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5" name="Freeform 884">
                  <a:extLst>
                    <a:ext uri="{FF2B5EF4-FFF2-40B4-BE49-F238E27FC236}">
                      <a16:creationId xmlns:a16="http://schemas.microsoft.com/office/drawing/2014/main" id="{A4F18561-74B4-6B0D-FE3F-CE8B50878D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5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6" name="Freeform 885">
                  <a:extLst>
                    <a:ext uri="{FF2B5EF4-FFF2-40B4-BE49-F238E27FC236}">
                      <a16:creationId xmlns:a16="http://schemas.microsoft.com/office/drawing/2014/main" id="{546C4DD3-1B34-3200-E64A-10B927321D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7" name="Freeform 886">
                  <a:extLst>
                    <a:ext uri="{FF2B5EF4-FFF2-40B4-BE49-F238E27FC236}">
                      <a16:creationId xmlns:a16="http://schemas.microsoft.com/office/drawing/2014/main" id="{5DFA6C11-BF4B-BE68-010E-C023DB370E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8" name="Freeform 887">
                  <a:extLst>
                    <a:ext uri="{FF2B5EF4-FFF2-40B4-BE49-F238E27FC236}">
                      <a16:creationId xmlns:a16="http://schemas.microsoft.com/office/drawing/2014/main" id="{2BA2D9EC-6D8F-7FBB-2407-346BB9D027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0" y="901"/>
                      </a:move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9" name="Freeform 888">
                  <a:extLst>
                    <a:ext uri="{FF2B5EF4-FFF2-40B4-BE49-F238E27FC236}">
                      <a16:creationId xmlns:a16="http://schemas.microsoft.com/office/drawing/2014/main" id="{831E700F-630C-D8E0-8791-2FD02E567B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0" y="901"/>
                      </a:move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0" name="Freeform 889">
                  <a:extLst>
                    <a:ext uri="{FF2B5EF4-FFF2-40B4-BE49-F238E27FC236}">
                      <a16:creationId xmlns:a16="http://schemas.microsoft.com/office/drawing/2014/main" id="{7979FF00-62D9-2EED-428B-400A28D01C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5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1" name="Freeform 890">
                  <a:extLst>
                    <a:ext uri="{FF2B5EF4-FFF2-40B4-BE49-F238E27FC236}">
                      <a16:creationId xmlns:a16="http://schemas.microsoft.com/office/drawing/2014/main" id="{EF53EB4D-4965-B001-BE31-8070EBA825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5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2" name="Line 891">
                  <a:extLst>
                    <a:ext uri="{FF2B5EF4-FFF2-40B4-BE49-F238E27FC236}">
                      <a16:creationId xmlns:a16="http://schemas.microsoft.com/office/drawing/2014/main" id="{C46E1E64-FB4F-C753-D868-3E6194E49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290"/>
                  <a:ext cx="1" cy="4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3" name="Line 892">
                  <a:extLst>
                    <a:ext uri="{FF2B5EF4-FFF2-40B4-BE49-F238E27FC236}">
                      <a16:creationId xmlns:a16="http://schemas.microsoft.com/office/drawing/2014/main" id="{AED3453B-FAC4-5207-278D-FC7124B617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360"/>
                  <a:ext cx="1" cy="4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4" name="Line 893">
                  <a:extLst>
                    <a:ext uri="{FF2B5EF4-FFF2-40B4-BE49-F238E27FC236}">
                      <a16:creationId xmlns:a16="http://schemas.microsoft.com/office/drawing/2014/main" id="{5B20BC39-D027-B964-C788-6A2EE36B44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3594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5" name="Line 894">
                  <a:extLst>
                    <a:ext uri="{FF2B5EF4-FFF2-40B4-BE49-F238E27FC236}">
                      <a16:creationId xmlns:a16="http://schemas.microsoft.com/office/drawing/2014/main" id="{083E4D71-79E9-325A-4514-6B08145218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7" y="35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6" name="Line 895">
                  <a:extLst>
                    <a:ext uri="{FF2B5EF4-FFF2-40B4-BE49-F238E27FC236}">
                      <a16:creationId xmlns:a16="http://schemas.microsoft.com/office/drawing/2014/main" id="{CEB2DDE5-B486-A6D1-48FF-04D11DECCB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3" y="35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7" name="Line 896">
                  <a:extLst>
                    <a:ext uri="{FF2B5EF4-FFF2-40B4-BE49-F238E27FC236}">
                      <a16:creationId xmlns:a16="http://schemas.microsoft.com/office/drawing/2014/main" id="{FE72C908-F9DB-E55F-0DD7-53EA6D4797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35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8" name="Line 897">
                  <a:extLst>
                    <a:ext uri="{FF2B5EF4-FFF2-40B4-BE49-F238E27FC236}">
                      <a16:creationId xmlns:a16="http://schemas.microsoft.com/office/drawing/2014/main" id="{2F6EE7AA-E65C-1898-E8AE-BC649DC53D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7" y="3594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9" name="Line 898">
                  <a:extLst>
                    <a:ext uri="{FF2B5EF4-FFF2-40B4-BE49-F238E27FC236}">
                      <a16:creationId xmlns:a16="http://schemas.microsoft.com/office/drawing/2014/main" id="{050A82F1-C25C-FD17-4321-F468F4D19F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3" y="3594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0" name="Line 899">
                  <a:extLst>
                    <a:ext uri="{FF2B5EF4-FFF2-40B4-BE49-F238E27FC236}">
                      <a16:creationId xmlns:a16="http://schemas.microsoft.com/office/drawing/2014/main" id="{AAF760D4-A1AC-5D95-554E-CC5C5EDA2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122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1" name="Freeform 900">
                  <a:extLst>
                    <a:ext uri="{FF2B5EF4-FFF2-40B4-BE49-F238E27FC236}">
                      <a16:creationId xmlns:a16="http://schemas.microsoft.com/office/drawing/2014/main" id="{E5ADE359-D014-E735-5C66-384ECD5A6B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2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2" name="Freeform 901">
                  <a:extLst>
                    <a:ext uri="{FF2B5EF4-FFF2-40B4-BE49-F238E27FC236}">
                      <a16:creationId xmlns:a16="http://schemas.microsoft.com/office/drawing/2014/main" id="{2D9C9A82-5492-CF96-8A6C-686149ECCE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2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3" name="Freeform 902">
                  <a:extLst>
                    <a:ext uri="{FF2B5EF4-FFF2-40B4-BE49-F238E27FC236}">
                      <a16:creationId xmlns:a16="http://schemas.microsoft.com/office/drawing/2014/main" id="{FA85D94B-B6A6-5130-5D05-00FC018868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224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4" name="Freeform 903">
                  <a:extLst>
                    <a:ext uri="{FF2B5EF4-FFF2-40B4-BE49-F238E27FC236}">
                      <a16:creationId xmlns:a16="http://schemas.microsoft.com/office/drawing/2014/main" id="{74D5926B-5DCE-3086-FEAD-C4F2E55889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224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5" name="Freeform 904">
                  <a:extLst>
                    <a:ext uri="{FF2B5EF4-FFF2-40B4-BE49-F238E27FC236}">
                      <a16:creationId xmlns:a16="http://schemas.microsoft.com/office/drawing/2014/main" id="{14F3BFFC-C927-CCCF-6A8F-64A9662D36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6" name="Freeform 905">
                  <a:extLst>
                    <a:ext uri="{FF2B5EF4-FFF2-40B4-BE49-F238E27FC236}">
                      <a16:creationId xmlns:a16="http://schemas.microsoft.com/office/drawing/2014/main" id="{CF8D3921-449E-C7FA-9B82-496154CD6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7" name="Freeform 906">
                  <a:extLst>
                    <a:ext uri="{FF2B5EF4-FFF2-40B4-BE49-F238E27FC236}">
                      <a16:creationId xmlns:a16="http://schemas.microsoft.com/office/drawing/2014/main" id="{701194A1-8298-39B2-E0CE-0F3831F8F8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2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8" name="Freeform 907">
                  <a:extLst>
                    <a:ext uri="{FF2B5EF4-FFF2-40B4-BE49-F238E27FC236}">
                      <a16:creationId xmlns:a16="http://schemas.microsoft.com/office/drawing/2014/main" id="{BCA02287-C1B6-411C-9E76-58C77CCA44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2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9" name="Freeform 908">
                  <a:extLst>
                    <a:ext uri="{FF2B5EF4-FFF2-40B4-BE49-F238E27FC236}">
                      <a16:creationId xmlns:a16="http://schemas.microsoft.com/office/drawing/2014/main" id="{8505324A-1E8C-67C6-72A7-7533666107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753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0" name="Freeform 909">
                  <a:extLst>
                    <a:ext uri="{FF2B5EF4-FFF2-40B4-BE49-F238E27FC236}">
                      <a16:creationId xmlns:a16="http://schemas.microsoft.com/office/drawing/2014/main" id="{7BCE9FF6-662C-51E7-1083-24F5F5C8DB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753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1" name="Freeform 910">
                  <a:extLst>
                    <a:ext uri="{FF2B5EF4-FFF2-40B4-BE49-F238E27FC236}">
                      <a16:creationId xmlns:a16="http://schemas.microsoft.com/office/drawing/2014/main" id="{78AA83FC-6713-2384-DEF5-6DDC4D6477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2" name="Freeform 911">
                  <a:extLst>
                    <a:ext uri="{FF2B5EF4-FFF2-40B4-BE49-F238E27FC236}">
                      <a16:creationId xmlns:a16="http://schemas.microsoft.com/office/drawing/2014/main" id="{A3A14AF3-A446-8127-11DE-906E5B3BB6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3" name="Freeform 912">
                  <a:extLst>
                    <a:ext uri="{FF2B5EF4-FFF2-40B4-BE49-F238E27FC236}">
                      <a16:creationId xmlns:a16="http://schemas.microsoft.com/office/drawing/2014/main" id="{DD3FF873-E2FD-7883-83AE-BC52EEDCC5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24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3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7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4" name="Freeform 913">
                  <a:extLst>
                    <a:ext uri="{FF2B5EF4-FFF2-40B4-BE49-F238E27FC236}">
                      <a16:creationId xmlns:a16="http://schemas.microsoft.com/office/drawing/2014/main" id="{ABD3D564-F911-5E36-176C-20F504FA58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24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3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7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5" name="Freeform 914">
                  <a:extLst>
                    <a:ext uri="{FF2B5EF4-FFF2-40B4-BE49-F238E27FC236}">
                      <a16:creationId xmlns:a16="http://schemas.microsoft.com/office/drawing/2014/main" id="{001C18F6-FD5C-B02A-02FB-095805E907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72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0" y="11"/>
                      </a:moveTo>
                      <a:lnTo>
                        <a:pt x="53" y="8"/>
                      </a:lnTo>
                      <a:lnTo>
                        <a:pt x="52" y="0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6" name="Line 915">
                  <a:extLst>
                    <a:ext uri="{FF2B5EF4-FFF2-40B4-BE49-F238E27FC236}">
                      <a16:creationId xmlns:a16="http://schemas.microsoft.com/office/drawing/2014/main" id="{D108FADD-A75C-49E0-1459-0BB47C2D2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6" y="372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7" name="Freeform 916">
                  <a:extLst>
                    <a:ext uri="{FF2B5EF4-FFF2-40B4-BE49-F238E27FC236}">
                      <a16:creationId xmlns:a16="http://schemas.microsoft.com/office/drawing/2014/main" id="{C43FDC34-60A1-6CA9-03BB-7D9D00901B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09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1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4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8" name="Freeform 917">
                  <a:extLst>
                    <a:ext uri="{FF2B5EF4-FFF2-40B4-BE49-F238E27FC236}">
                      <a16:creationId xmlns:a16="http://schemas.microsoft.com/office/drawing/2014/main" id="{61887EB7-05E3-4E3F-9642-BBF56A3789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09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1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4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9" name="Freeform 918">
                  <a:extLst>
                    <a:ext uri="{FF2B5EF4-FFF2-40B4-BE49-F238E27FC236}">
                      <a16:creationId xmlns:a16="http://schemas.microsoft.com/office/drawing/2014/main" id="{2DE5D29C-93C3-1397-F44A-8A333C47CA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708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19"/>
                      </a:moveTo>
                      <a:lnTo>
                        <a:pt x="52" y="7"/>
                      </a:lnTo>
                      <a:lnTo>
                        <a:pt x="50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0" name="Line 919">
                  <a:extLst>
                    <a:ext uri="{FF2B5EF4-FFF2-40B4-BE49-F238E27FC236}">
                      <a16:creationId xmlns:a16="http://schemas.microsoft.com/office/drawing/2014/main" id="{DC9BB61D-8181-8B56-4963-4ACBBC1C34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2" y="37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1" name="Freeform 920">
                  <a:extLst>
                    <a:ext uri="{FF2B5EF4-FFF2-40B4-BE49-F238E27FC236}">
                      <a16:creationId xmlns:a16="http://schemas.microsoft.com/office/drawing/2014/main" id="{0789DABB-FA3F-B47D-048C-CAE84AFEC0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695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2" name="Freeform 921">
                  <a:extLst>
                    <a:ext uri="{FF2B5EF4-FFF2-40B4-BE49-F238E27FC236}">
                      <a16:creationId xmlns:a16="http://schemas.microsoft.com/office/drawing/2014/main" id="{DCDC3E17-C5AA-AB5D-6B92-5CE7744C30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695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3" name="Freeform 922">
                  <a:extLst>
                    <a:ext uri="{FF2B5EF4-FFF2-40B4-BE49-F238E27FC236}">
                      <a16:creationId xmlns:a16="http://schemas.microsoft.com/office/drawing/2014/main" id="{780F1ACB-C0B8-9493-7519-0E4A84C21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694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0" y="26"/>
                      </a:moveTo>
                      <a:lnTo>
                        <a:pt x="50" y="7"/>
                      </a:lnTo>
                      <a:lnTo>
                        <a:pt x="47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4" name="Line 923">
                  <a:extLst>
                    <a:ext uri="{FF2B5EF4-FFF2-40B4-BE49-F238E27FC236}">
                      <a16:creationId xmlns:a16="http://schemas.microsoft.com/office/drawing/2014/main" id="{6F75B00A-760A-C153-2A68-293FD9DE8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7" y="36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5" name="Freeform 924">
                  <a:extLst>
                    <a:ext uri="{FF2B5EF4-FFF2-40B4-BE49-F238E27FC236}">
                      <a16:creationId xmlns:a16="http://schemas.microsoft.com/office/drawing/2014/main" id="{D1244DC2-C4BE-92A1-9B66-852D10FC56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39" y="123"/>
                      </a:moveTo>
                      <a:lnTo>
                        <a:pt x="85" y="98"/>
                      </a:lnTo>
                      <a:lnTo>
                        <a:pt x="132" y="72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39" y="1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6" name="Freeform 925">
                  <a:extLst>
                    <a:ext uri="{FF2B5EF4-FFF2-40B4-BE49-F238E27FC236}">
                      <a16:creationId xmlns:a16="http://schemas.microsoft.com/office/drawing/2014/main" id="{96DEB455-1AB1-9FF1-E375-4E3A8D756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39" y="123"/>
                      </a:moveTo>
                      <a:lnTo>
                        <a:pt x="85" y="98"/>
                      </a:lnTo>
                      <a:lnTo>
                        <a:pt x="132" y="72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39" y="1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7" name="Freeform 926">
                  <a:extLst>
                    <a:ext uri="{FF2B5EF4-FFF2-40B4-BE49-F238E27FC236}">
                      <a16:creationId xmlns:a16="http://schemas.microsoft.com/office/drawing/2014/main" id="{4BC7BC38-4847-5554-7BCB-F9FB7359E7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681"/>
                  <a:ext cx="8" cy="5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0" y="33"/>
                      </a:moveTo>
                      <a:lnTo>
                        <a:pt x="47" y="7"/>
                      </a:lnTo>
                      <a:lnTo>
                        <a:pt x="43" y="0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8" name="Line 927">
                  <a:extLst>
                    <a:ext uri="{FF2B5EF4-FFF2-40B4-BE49-F238E27FC236}">
                      <a16:creationId xmlns:a16="http://schemas.microsoft.com/office/drawing/2014/main" id="{F4C092CD-1AE6-31A2-5E94-7225D026B3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0" y="36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9" name="Freeform 928">
                  <a:extLst>
                    <a:ext uri="{FF2B5EF4-FFF2-40B4-BE49-F238E27FC236}">
                      <a16:creationId xmlns:a16="http://schemas.microsoft.com/office/drawing/2014/main" id="{4FC42530-F6E5-92DE-2B6F-DCE4A0BB8C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670"/>
                  <a:ext cx="22" cy="22"/>
                </a:xfrm>
                <a:custGeom>
                  <a:avLst/>
                  <a:gdLst>
                    <a:gd name="T0" fmla="*/ 0 w 135"/>
                    <a:gd name="T1" fmla="*/ 0 h 132"/>
                    <a:gd name="T2" fmla="*/ 0 w 135"/>
                    <a:gd name="T3" fmla="*/ 0 h 132"/>
                    <a:gd name="T4" fmla="*/ 0 w 135"/>
                    <a:gd name="T5" fmla="*/ 0 h 132"/>
                    <a:gd name="T6" fmla="*/ 0 w 135"/>
                    <a:gd name="T7" fmla="*/ 0 h 132"/>
                    <a:gd name="T8" fmla="*/ 0 w 135"/>
                    <a:gd name="T9" fmla="*/ 0 h 132"/>
                    <a:gd name="T10" fmla="*/ 0 w 135"/>
                    <a:gd name="T11" fmla="*/ 0 h 132"/>
                    <a:gd name="T12" fmla="*/ 0 w 135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2"/>
                    <a:gd name="T23" fmla="*/ 135 w 135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2">
                      <a:moveTo>
                        <a:pt x="50" y="132"/>
                      </a:moveTo>
                      <a:lnTo>
                        <a:pt x="92" y="99"/>
                      </a:lnTo>
                      <a:lnTo>
                        <a:pt x="135" y="66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6"/>
                      </a:lnTo>
                      <a:lnTo>
                        <a:pt x="50" y="1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0" name="Freeform 929">
                  <a:extLst>
                    <a:ext uri="{FF2B5EF4-FFF2-40B4-BE49-F238E27FC236}">
                      <a16:creationId xmlns:a16="http://schemas.microsoft.com/office/drawing/2014/main" id="{A0B2700E-1341-D556-C18B-D79453FE34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670"/>
                  <a:ext cx="22" cy="22"/>
                </a:xfrm>
                <a:custGeom>
                  <a:avLst/>
                  <a:gdLst>
                    <a:gd name="T0" fmla="*/ 0 w 135"/>
                    <a:gd name="T1" fmla="*/ 0 h 132"/>
                    <a:gd name="T2" fmla="*/ 0 w 135"/>
                    <a:gd name="T3" fmla="*/ 0 h 132"/>
                    <a:gd name="T4" fmla="*/ 0 w 135"/>
                    <a:gd name="T5" fmla="*/ 0 h 132"/>
                    <a:gd name="T6" fmla="*/ 0 w 135"/>
                    <a:gd name="T7" fmla="*/ 0 h 132"/>
                    <a:gd name="T8" fmla="*/ 0 w 135"/>
                    <a:gd name="T9" fmla="*/ 0 h 132"/>
                    <a:gd name="T10" fmla="*/ 0 w 135"/>
                    <a:gd name="T11" fmla="*/ 0 h 132"/>
                    <a:gd name="T12" fmla="*/ 0 w 135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2"/>
                    <a:gd name="T23" fmla="*/ 135 w 135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2">
                      <a:moveTo>
                        <a:pt x="50" y="132"/>
                      </a:moveTo>
                      <a:lnTo>
                        <a:pt x="92" y="99"/>
                      </a:lnTo>
                      <a:lnTo>
                        <a:pt x="135" y="66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6"/>
                      </a:lnTo>
                      <a:lnTo>
                        <a:pt x="50" y="13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1" name="Freeform 930">
                  <a:extLst>
                    <a:ext uri="{FF2B5EF4-FFF2-40B4-BE49-F238E27FC236}">
                      <a16:creationId xmlns:a16="http://schemas.microsoft.com/office/drawing/2014/main" id="{159CABCB-388F-817E-8CBF-ABFCE5685B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669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38"/>
                      </a:moveTo>
                      <a:lnTo>
                        <a:pt x="42" y="5"/>
                      </a:lnTo>
                      <a:lnTo>
                        <a:pt x="38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2" name="Line 931">
                  <a:extLst>
                    <a:ext uri="{FF2B5EF4-FFF2-40B4-BE49-F238E27FC236}">
                      <a16:creationId xmlns:a16="http://schemas.microsoft.com/office/drawing/2014/main" id="{3F449E87-B936-13DC-EB9A-21940DD568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81" y="36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3" name="Freeform 932">
                  <a:extLst>
                    <a:ext uri="{FF2B5EF4-FFF2-40B4-BE49-F238E27FC236}">
                      <a16:creationId xmlns:a16="http://schemas.microsoft.com/office/drawing/2014/main" id="{87A24FE1-DDA1-44C9-C450-44D477298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659"/>
                  <a:ext cx="22" cy="23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58" y="134"/>
                      </a:moveTo>
                      <a:lnTo>
                        <a:pt x="97" y="96"/>
                      </a:lnTo>
                      <a:lnTo>
                        <a:pt x="135" y="58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4" name="Freeform 933">
                  <a:extLst>
                    <a:ext uri="{FF2B5EF4-FFF2-40B4-BE49-F238E27FC236}">
                      <a16:creationId xmlns:a16="http://schemas.microsoft.com/office/drawing/2014/main" id="{97043D71-939D-0D97-2AB4-997B9AC535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659"/>
                  <a:ext cx="22" cy="23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58" y="134"/>
                      </a:moveTo>
                      <a:lnTo>
                        <a:pt x="97" y="96"/>
                      </a:lnTo>
                      <a:lnTo>
                        <a:pt x="135" y="58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5" name="Freeform 934">
                  <a:extLst>
                    <a:ext uri="{FF2B5EF4-FFF2-40B4-BE49-F238E27FC236}">
                      <a16:creationId xmlns:a16="http://schemas.microsoft.com/office/drawing/2014/main" id="{384D6CB4-8194-FF52-8CF5-3A3BD4879B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65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0" y="43"/>
                      </a:moveTo>
                      <a:lnTo>
                        <a:pt x="38" y="5"/>
                      </a:lnTo>
                      <a:lnTo>
                        <a:pt x="33" y="0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6" name="Line 935">
                  <a:extLst>
                    <a:ext uri="{FF2B5EF4-FFF2-40B4-BE49-F238E27FC236}">
                      <a16:creationId xmlns:a16="http://schemas.microsoft.com/office/drawing/2014/main" id="{81B1C610-0957-7F47-9C02-BB769336EE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70" y="36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7" name="Freeform 936">
                  <a:extLst>
                    <a:ext uri="{FF2B5EF4-FFF2-40B4-BE49-F238E27FC236}">
                      <a16:creationId xmlns:a16="http://schemas.microsoft.com/office/drawing/2014/main" id="{984A82E7-9EB8-1556-FE7D-407D6563F2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650"/>
                  <a:ext cx="22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134"/>
                      </a:move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8" name="Freeform 937">
                  <a:extLst>
                    <a:ext uri="{FF2B5EF4-FFF2-40B4-BE49-F238E27FC236}">
                      <a16:creationId xmlns:a16="http://schemas.microsoft.com/office/drawing/2014/main" id="{F1D2960D-7F1D-2A5C-759D-444686CE84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650"/>
                  <a:ext cx="22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134"/>
                      </a:move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9" name="Freeform 938">
                  <a:extLst>
                    <a:ext uri="{FF2B5EF4-FFF2-40B4-BE49-F238E27FC236}">
                      <a16:creationId xmlns:a16="http://schemas.microsoft.com/office/drawing/2014/main" id="{91624C14-A058-CAFA-2946-2B22F1A7A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649"/>
                  <a:ext cx="5" cy="8"/>
                </a:xfrm>
                <a:custGeom>
                  <a:avLst/>
                  <a:gdLst>
                    <a:gd name="T0" fmla="*/ 0 w 32"/>
                    <a:gd name="T1" fmla="*/ 0 h 47"/>
                    <a:gd name="T2" fmla="*/ 0 w 32"/>
                    <a:gd name="T3" fmla="*/ 0 h 47"/>
                    <a:gd name="T4" fmla="*/ 0 w 32"/>
                    <a:gd name="T5" fmla="*/ 0 h 47"/>
                    <a:gd name="T6" fmla="*/ 0 w 32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7"/>
                    <a:gd name="T14" fmla="*/ 32 w 32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7">
                      <a:moveTo>
                        <a:pt x="0" y="47"/>
                      </a:moveTo>
                      <a:lnTo>
                        <a:pt x="32" y="5"/>
                      </a:lnTo>
                      <a:lnTo>
                        <a:pt x="25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0" name="Line 939">
                  <a:extLst>
                    <a:ext uri="{FF2B5EF4-FFF2-40B4-BE49-F238E27FC236}">
                      <a16:creationId xmlns:a16="http://schemas.microsoft.com/office/drawing/2014/main" id="{880F1697-E0C5-CEDB-000D-2080861172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58" y="364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1" name="Freeform 940">
                  <a:extLst>
                    <a:ext uri="{FF2B5EF4-FFF2-40B4-BE49-F238E27FC236}">
                      <a16:creationId xmlns:a16="http://schemas.microsoft.com/office/drawing/2014/main" id="{9520D9CC-0567-85E1-6FB1-F4073F5D5A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643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72" y="133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2" y="1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2" name="Freeform 941">
                  <a:extLst>
                    <a:ext uri="{FF2B5EF4-FFF2-40B4-BE49-F238E27FC236}">
                      <a16:creationId xmlns:a16="http://schemas.microsoft.com/office/drawing/2014/main" id="{FB6D1583-C54A-D006-D90E-B65EE5A634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643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72" y="133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2" y="13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3" name="Freeform 942">
                  <a:extLst>
                    <a:ext uri="{FF2B5EF4-FFF2-40B4-BE49-F238E27FC236}">
                      <a16:creationId xmlns:a16="http://schemas.microsoft.com/office/drawing/2014/main" id="{35440E1C-E132-E48A-D9DA-4103E449C4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642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0" y="50"/>
                      </a:moveTo>
                      <a:lnTo>
                        <a:pt x="25" y="3"/>
                      </a:lnTo>
                      <a:lnTo>
                        <a:pt x="19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4" name="Line 943">
                  <a:extLst>
                    <a:ext uri="{FF2B5EF4-FFF2-40B4-BE49-F238E27FC236}">
                      <a16:creationId xmlns:a16="http://schemas.microsoft.com/office/drawing/2014/main" id="{8899E2A0-EED6-3ABE-8A5B-15E47E3088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45" y="36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5" name="Freeform 944">
                  <a:extLst>
                    <a:ext uri="{FF2B5EF4-FFF2-40B4-BE49-F238E27FC236}">
                      <a16:creationId xmlns:a16="http://schemas.microsoft.com/office/drawing/2014/main" id="{D398CC99-1ACA-108B-1834-CB372FB157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638"/>
                  <a:ext cx="19" cy="21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8"/>
                      </a:lnTo>
                      <a:lnTo>
                        <a:pt x="38" y="0"/>
                      </a:lnTo>
                      <a:lnTo>
                        <a:pt x="19" y="49"/>
                      </a:lnTo>
                      <a:lnTo>
                        <a:pt x="0" y="99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6" name="Freeform 945">
                  <a:extLst>
                    <a:ext uri="{FF2B5EF4-FFF2-40B4-BE49-F238E27FC236}">
                      <a16:creationId xmlns:a16="http://schemas.microsoft.com/office/drawing/2014/main" id="{70B673BE-8A92-D5EC-D128-38A4034204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638"/>
                  <a:ext cx="19" cy="21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8"/>
                      </a:lnTo>
                      <a:lnTo>
                        <a:pt x="38" y="0"/>
                      </a:lnTo>
                      <a:lnTo>
                        <a:pt x="19" y="49"/>
                      </a:lnTo>
                      <a:lnTo>
                        <a:pt x="0" y="99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7" name="Freeform 946">
                  <a:extLst>
                    <a:ext uri="{FF2B5EF4-FFF2-40B4-BE49-F238E27FC236}">
                      <a16:creationId xmlns:a16="http://schemas.microsoft.com/office/drawing/2014/main" id="{67B9E341-1753-0CAC-4268-17484734D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637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52"/>
                      </a:moveTo>
                      <a:lnTo>
                        <a:pt x="19" y="3"/>
                      </a:lnTo>
                      <a:lnTo>
                        <a:pt x="12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8" name="Line 947">
                  <a:extLst>
                    <a:ext uri="{FF2B5EF4-FFF2-40B4-BE49-F238E27FC236}">
                      <a16:creationId xmlns:a16="http://schemas.microsoft.com/office/drawing/2014/main" id="{480173B6-4982-5BD1-01A8-A61593C225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31" y="36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9" name="Freeform 948">
                  <a:extLst>
                    <a:ext uri="{FF2B5EF4-FFF2-40B4-BE49-F238E27FC236}">
                      <a16:creationId xmlns:a16="http://schemas.microsoft.com/office/drawing/2014/main" id="{81E68376-9316-9F0E-3680-69FF5FE710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634"/>
                  <a:ext cx="17" cy="21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0" name="Freeform 949">
                  <a:extLst>
                    <a:ext uri="{FF2B5EF4-FFF2-40B4-BE49-F238E27FC236}">
                      <a16:creationId xmlns:a16="http://schemas.microsoft.com/office/drawing/2014/main" id="{4DFDC557-127C-EE07-CC42-01E56D3E8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634"/>
                  <a:ext cx="17" cy="21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1" name="Freeform 950">
                  <a:extLst>
                    <a:ext uri="{FF2B5EF4-FFF2-40B4-BE49-F238E27FC236}">
                      <a16:creationId xmlns:a16="http://schemas.microsoft.com/office/drawing/2014/main" id="{2C241AD2-D539-698E-0CF8-879BDEE122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634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53"/>
                      </a:moveTo>
                      <a:lnTo>
                        <a:pt x="12" y="1"/>
                      </a:lnTo>
                      <a:lnTo>
                        <a:pt x="4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2" name="Line 951">
                  <a:extLst>
                    <a:ext uri="{FF2B5EF4-FFF2-40B4-BE49-F238E27FC236}">
                      <a16:creationId xmlns:a16="http://schemas.microsoft.com/office/drawing/2014/main" id="{4549AAD5-3C00-85BC-597E-B9DC8B5FF7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16" y="3634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3" name="Freeform 952">
                  <a:extLst>
                    <a:ext uri="{FF2B5EF4-FFF2-40B4-BE49-F238E27FC236}">
                      <a16:creationId xmlns:a16="http://schemas.microsoft.com/office/drawing/2014/main" id="{DA93CD13-BBD3-C483-FFC5-44E49A7AB1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3633"/>
                  <a:ext cx="15" cy="19"/>
                </a:xfrm>
                <a:custGeom>
                  <a:avLst/>
                  <a:gdLst>
                    <a:gd name="T0" fmla="*/ 0 w 90"/>
                    <a:gd name="T1" fmla="*/ 0 h 112"/>
                    <a:gd name="T2" fmla="*/ 0 w 90"/>
                    <a:gd name="T3" fmla="*/ 0 h 112"/>
                    <a:gd name="T4" fmla="*/ 0 w 90"/>
                    <a:gd name="T5" fmla="*/ 0 h 112"/>
                    <a:gd name="T6" fmla="*/ 0 w 90"/>
                    <a:gd name="T7" fmla="*/ 0 h 112"/>
                    <a:gd name="T8" fmla="*/ 0 w 90"/>
                    <a:gd name="T9" fmla="*/ 0 h 112"/>
                    <a:gd name="T10" fmla="*/ 0 w 90"/>
                    <a:gd name="T11" fmla="*/ 0 h 112"/>
                    <a:gd name="T12" fmla="*/ 0 w 90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0"/>
                    <a:gd name="T22" fmla="*/ 0 h 112"/>
                    <a:gd name="T23" fmla="*/ 90 w 90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0" h="112">
                      <a:moveTo>
                        <a:pt x="82" y="112"/>
                      </a:moveTo>
                      <a:lnTo>
                        <a:pt x="86" y="59"/>
                      </a:lnTo>
                      <a:lnTo>
                        <a:pt x="90" y="6"/>
                      </a:lnTo>
                      <a:lnTo>
                        <a:pt x="9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4" name="Freeform 953">
                  <a:extLst>
                    <a:ext uri="{FF2B5EF4-FFF2-40B4-BE49-F238E27FC236}">
                      <a16:creationId xmlns:a16="http://schemas.microsoft.com/office/drawing/2014/main" id="{DEAE10BA-2C52-4062-004B-D0E76B017D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3633"/>
                  <a:ext cx="15" cy="19"/>
                </a:xfrm>
                <a:custGeom>
                  <a:avLst/>
                  <a:gdLst>
                    <a:gd name="T0" fmla="*/ 0 w 90"/>
                    <a:gd name="T1" fmla="*/ 0 h 112"/>
                    <a:gd name="T2" fmla="*/ 0 w 90"/>
                    <a:gd name="T3" fmla="*/ 0 h 112"/>
                    <a:gd name="T4" fmla="*/ 0 w 90"/>
                    <a:gd name="T5" fmla="*/ 0 h 112"/>
                    <a:gd name="T6" fmla="*/ 0 w 90"/>
                    <a:gd name="T7" fmla="*/ 0 h 112"/>
                    <a:gd name="T8" fmla="*/ 0 w 90"/>
                    <a:gd name="T9" fmla="*/ 0 h 112"/>
                    <a:gd name="T10" fmla="*/ 0 w 90"/>
                    <a:gd name="T11" fmla="*/ 0 h 112"/>
                    <a:gd name="T12" fmla="*/ 0 w 90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0"/>
                    <a:gd name="T22" fmla="*/ 0 h 112"/>
                    <a:gd name="T23" fmla="*/ 90 w 90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0" h="112">
                      <a:moveTo>
                        <a:pt x="82" y="112"/>
                      </a:moveTo>
                      <a:lnTo>
                        <a:pt x="86" y="59"/>
                      </a:lnTo>
                      <a:lnTo>
                        <a:pt x="90" y="6"/>
                      </a:lnTo>
                      <a:lnTo>
                        <a:pt x="9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5" name="Freeform 954">
                  <a:extLst>
                    <a:ext uri="{FF2B5EF4-FFF2-40B4-BE49-F238E27FC236}">
                      <a16:creationId xmlns:a16="http://schemas.microsoft.com/office/drawing/2014/main" id="{58C6B57F-4256-DC5F-FF28-C8E31BEDC1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3633"/>
                  <a:ext cx="2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4" y="53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6" name="Line 955">
                  <a:extLst>
                    <a:ext uri="{FF2B5EF4-FFF2-40B4-BE49-F238E27FC236}">
                      <a16:creationId xmlns:a16="http://schemas.microsoft.com/office/drawing/2014/main" id="{3E74524F-3971-288A-89A3-67E3CB6878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01" y="3633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7" name="Freeform 956">
                  <a:extLst>
                    <a:ext uri="{FF2B5EF4-FFF2-40B4-BE49-F238E27FC236}">
                      <a16:creationId xmlns:a16="http://schemas.microsoft.com/office/drawing/2014/main" id="{85C0DE53-42E2-B61E-5691-9E8495C1D6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633"/>
                  <a:ext cx="15" cy="19"/>
                </a:xfrm>
                <a:custGeom>
                  <a:avLst/>
                  <a:gdLst>
                    <a:gd name="T0" fmla="*/ 0 w 91"/>
                    <a:gd name="T1" fmla="*/ 0 h 112"/>
                    <a:gd name="T2" fmla="*/ 0 w 91"/>
                    <a:gd name="T3" fmla="*/ 0 h 112"/>
                    <a:gd name="T4" fmla="*/ 0 w 91"/>
                    <a:gd name="T5" fmla="*/ 0 h 112"/>
                    <a:gd name="T6" fmla="*/ 0 w 91"/>
                    <a:gd name="T7" fmla="*/ 0 h 112"/>
                    <a:gd name="T8" fmla="*/ 0 w 91"/>
                    <a:gd name="T9" fmla="*/ 0 h 112"/>
                    <a:gd name="T10" fmla="*/ 0 w 91"/>
                    <a:gd name="T11" fmla="*/ 0 h 112"/>
                    <a:gd name="T12" fmla="*/ 0 w 9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1"/>
                    <a:gd name="T22" fmla="*/ 0 h 112"/>
                    <a:gd name="T23" fmla="*/ 91 w 9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1" h="112">
                      <a:moveTo>
                        <a:pt x="91" y="106"/>
                      </a:moveTo>
                      <a:lnTo>
                        <a:pt x="86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1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8" name="Freeform 957">
                  <a:extLst>
                    <a:ext uri="{FF2B5EF4-FFF2-40B4-BE49-F238E27FC236}">
                      <a16:creationId xmlns:a16="http://schemas.microsoft.com/office/drawing/2014/main" id="{79A94C34-DF17-3897-B188-C8FA8D00D3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633"/>
                  <a:ext cx="15" cy="19"/>
                </a:xfrm>
                <a:custGeom>
                  <a:avLst/>
                  <a:gdLst>
                    <a:gd name="T0" fmla="*/ 0 w 91"/>
                    <a:gd name="T1" fmla="*/ 0 h 112"/>
                    <a:gd name="T2" fmla="*/ 0 w 91"/>
                    <a:gd name="T3" fmla="*/ 0 h 112"/>
                    <a:gd name="T4" fmla="*/ 0 w 91"/>
                    <a:gd name="T5" fmla="*/ 0 h 112"/>
                    <a:gd name="T6" fmla="*/ 0 w 91"/>
                    <a:gd name="T7" fmla="*/ 0 h 112"/>
                    <a:gd name="T8" fmla="*/ 0 w 91"/>
                    <a:gd name="T9" fmla="*/ 0 h 112"/>
                    <a:gd name="T10" fmla="*/ 0 w 91"/>
                    <a:gd name="T11" fmla="*/ 0 h 112"/>
                    <a:gd name="T12" fmla="*/ 0 w 9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1"/>
                    <a:gd name="T22" fmla="*/ 0 h 112"/>
                    <a:gd name="T23" fmla="*/ 91 w 9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1" h="112">
                      <a:moveTo>
                        <a:pt x="91" y="106"/>
                      </a:moveTo>
                      <a:lnTo>
                        <a:pt x="86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1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9" name="Freeform 958">
                  <a:extLst>
                    <a:ext uri="{FF2B5EF4-FFF2-40B4-BE49-F238E27FC236}">
                      <a16:creationId xmlns:a16="http://schemas.microsoft.com/office/drawing/2014/main" id="{4A77FDF6-2884-E112-2517-AB39CF9818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634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53"/>
                      </a:moveTo>
                      <a:lnTo>
                        <a:pt x="8" y="0"/>
                      </a:lnTo>
                      <a:lnTo>
                        <a:pt x="0" y="1"/>
                      </a:lnTo>
                      <a:lnTo>
                        <a:pt x="1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0" name="Line 959">
                  <a:extLst>
                    <a:ext uri="{FF2B5EF4-FFF2-40B4-BE49-F238E27FC236}">
                      <a16:creationId xmlns:a16="http://schemas.microsoft.com/office/drawing/2014/main" id="{BA46CE68-F3C5-8B96-3809-1A9A88CE08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86" y="3634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1" name="Freeform 960">
                  <a:extLst>
                    <a:ext uri="{FF2B5EF4-FFF2-40B4-BE49-F238E27FC236}">
                      <a16:creationId xmlns:a16="http://schemas.microsoft.com/office/drawing/2014/main" id="{FB7EFC78-8FE6-2C08-BA9F-6C3ACDAFCB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634"/>
                  <a:ext cx="17" cy="21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2" name="Freeform 961">
                  <a:extLst>
                    <a:ext uri="{FF2B5EF4-FFF2-40B4-BE49-F238E27FC236}">
                      <a16:creationId xmlns:a16="http://schemas.microsoft.com/office/drawing/2014/main" id="{CB1A2EB2-A128-C360-5AFD-36AE9DAE55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634"/>
                  <a:ext cx="17" cy="21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3" name="Freeform 962">
                  <a:extLst>
                    <a:ext uri="{FF2B5EF4-FFF2-40B4-BE49-F238E27FC236}">
                      <a16:creationId xmlns:a16="http://schemas.microsoft.com/office/drawing/2014/main" id="{83F272B4-538D-7FB0-56FA-FA5C043D6A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637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52"/>
                      </a:moveTo>
                      <a:lnTo>
                        <a:pt x="8" y="0"/>
                      </a:lnTo>
                      <a:lnTo>
                        <a:pt x="0" y="3"/>
                      </a:lnTo>
                      <a:lnTo>
                        <a:pt x="19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4" name="Line 963">
                  <a:extLst>
                    <a:ext uri="{FF2B5EF4-FFF2-40B4-BE49-F238E27FC236}">
                      <a16:creationId xmlns:a16="http://schemas.microsoft.com/office/drawing/2014/main" id="{689D315D-1EAC-D557-61D8-B77DCD33F5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2" y="36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5" name="Freeform 964">
                  <a:extLst>
                    <a:ext uri="{FF2B5EF4-FFF2-40B4-BE49-F238E27FC236}">
                      <a16:creationId xmlns:a16="http://schemas.microsoft.com/office/drawing/2014/main" id="{588E38E6-23D5-7413-8455-6F8E3C7CFA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638"/>
                  <a:ext cx="19" cy="21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99"/>
                      </a:moveTo>
                      <a:lnTo>
                        <a:pt x="96" y="49"/>
                      </a:lnTo>
                      <a:lnTo>
                        <a:pt x="77" y="0"/>
                      </a:lnTo>
                      <a:lnTo>
                        <a:pt x="0" y="28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6" name="Freeform 965">
                  <a:extLst>
                    <a:ext uri="{FF2B5EF4-FFF2-40B4-BE49-F238E27FC236}">
                      <a16:creationId xmlns:a16="http://schemas.microsoft.com/office/drawing/2014/main" id="{AEF67804-D236-FE26-5EDF-5438FD5D19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638"/>
                  <a:ext cx="19" cy="21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99"/>
                      </a:moveTo>
                      <a:lnTo>
                        <a:pt x="96" y="49"/>
                      </a:lnTo>
                      <a:lnTo>
                        <a:pt x="77" y="0"/>
                      </a:lnTo>
                      <a:lnTo>
                        <a:pt x="0" y="28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9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7" name="Freeform 966">
                  <a:extLst>
                    <a:ext uri="{FF2B5EF4-FFF2-40B4-BE49-F238E27FC236}">
                      <a16:creationId xmlns:a16="http://schemas.microsoft.com/office/drawing/2014/main" id="{9E61CF18-F028-3E53-A55E-5EB19D785F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642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25" y="50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25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8" name="Line 967">
                  <a:extLst>
                    <a:ext uri="{FF2B5EF4-FFF2-40B4-BE49-F238E27FC236}">
                      <a16:creationId xmlns:a16="http://schemas.microsoft.com/office/drawing/2014/main" id="{0716D9D6-E672-F308-375D-EED2EBEE24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58" y="36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9" name="Freeform 968">
                  <a:extLst>
                    <a:ext uri="{FF2B5EF4-FFF2-40B4-BE49-F238E27FC236}">
                      <a16:creationId xmlns:a16="http://schemas.microsoft.com/office/drawing/2014/main" id="{C6871BD4-7B54-CA4C-71A4-B4049A4A8D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643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122" y="93"/>
                      </a:moveTo>
                      <a:lnTo>
                        <a:pt x="97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3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0" name="Freeform 969">
                  <a:extLst>
                    <a:ext uri="{FF2B5EF4-FFF2-40B4-BE49-F238E27FC236}">
                      <a16:creationId xmlns:a16="http://schemas.microsoft.com/office/drawing/2014/main" id="{8D902640-C44B-9235-2A9B-C09DBF4A15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643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122" y="93"/>
                      </a:moveTo>
                      <a:lnTo>
                        <a:pt x="97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3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1" name="Freeform 970">
                  <a:extLst>
                    <a:ext uri="{FF2B5EF4-FFF2-40B4-BE49-F238E27FC236}">
                      <a16:creationId xmlns:a16="http://schemas.microsoft.com/office/drawing/2014/main" id="{3BB11A67-45C3-BE24-6992-C8DCB37C1C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64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47"/>
                      </a:moveTo>
                      <a:lnTo>
                        <a:pt x="8" y="0"/>
                      </a:lnTo>
                      <a:lnTo>
                        <a:pt x="0" y="5"/>
                      </a:lnTo>
                      <a:lnTo>
                        <a:pt x="33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2" name="Line 971">
                  <a:extLst>
                    <a:ext uri="{FF2B5EF4-FFF2-40B4-BE49-F238E27FC236}">
                      <a16:creationId xmlns:a16="http://schemas.microsoft.com/office/drawing/2014/main" id="{57CD0DC3-7ECD-E362-BFAF-74EE812917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5" y="364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3" name="Freeform 972">
                  <a:extLst>
                    <a:ext uri="{FF2B5EF4-FFF2-40B4-BE49-F238E27FC236}">
                      <a16:creationId xmlns:a16="http://schemas.microsoft.com/office/drawing/2014/main" id="{80C40065-CCCD-203D-5D43-6BD3CE72F0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650"/>
                  <a:ext cx="21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131" y="84"/>
                      </a:move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lnTo>
                        <a:pt x="32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4" name="Freeform 973">
                  <a:extLst>
                    <a:ext uri="{FF2B5EF4-FFF2-40B4-BE49-F238E27FC236}">
                      <a16:creationId xmlns:a16="http://schemas.microsoft.com/office/drawing/2014/main" id="{0EF3D350-569C-834E-D384-E3981B8CE0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650"/>
                  <a:ext cx="21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131" y="84"/>
                      </a:move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lnTo>
                        <a:pt x="32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5" name="Freeform 974">
                  <a:extLst>
                    <a:ext uri="{FF2B5EF4-FFF2-40B4-BE49-F238E27FC236}">
                      <a16:creationId xmlns:a16="http://schemas.microsoft.com/office/drawing/2014/main" id="{E48BF904-720E-BFB5-CBDA-AE3173756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65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38" y="43"/>
                      </a:moveTo>
                      <a:lnTo>
                        <a:pt x="6" y="0"/>
                      </a:lnTo>
                      <a:lnTo>
                        <a:pt x="0" y="5"/>
                      </a:lnTo>
                      <a:lnTo>
                        <a:pt x="38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6" name="Line 975">
                  <a:extLst>
                    <a:ext uri="{FF2B5EF4-FFF2-40B4-BE49-F238E27FC236}">
                      <a16:creationId xmlns:a16="http://schemas.microsoft.com/office/drawing/2014/main" id="{594100A1-31CF-98AF-65D9-FC4464DB48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3" y="36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7" name="Freeform 976">
                  <a:extLst>
                    <a:ext uri="{FF2B5EF4-FFF2-40B4-BE49-F238E27FC236}">
                      <a16:creationId xmlns:a16="http://schemas.microsoft.com/office/drawing/2014/main" id="{2476E56B-D216-AE30-D562-796734C666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659"/>
                  <a:ext cx="22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6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4" y="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8" name="Freeform 977">
                  <a:extLst>
                    <a:ext uri="{FF2B5EF4-FFF2-40B4-BE49-F238E27FC236}">
                      <a16:creationId xmlns:a16="http://schemas.microsoft.com/office/drawing/2014/main" id="{4FFF6253-7F34-4EC8-1BBB-C70B372484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659"/>
                  <a:ext cx="22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6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4" y="7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9" name="Freeform 978">
                  <a:extLst>
                    <a:ext uri="{FF2B5EF4-FFF2-40B4-BE49-F238E27FC236}">
                      <a16:creationId xmlns:a16="http://schemas.microsoft.com/office/drawing/2014/main" id="{88FECA46-C2EE-2FAB-0A29-43B3E88B40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669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38"/>
                      </a:move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42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0" name="Line 979">
                  <a:extLst>
                    <a:ext uri="{FF2B5EF4-FFF2-40B4-BE49-F238E27FC236}">
                      <a16:creationId xmlns:a16="http://schemas.microsoft.com/office/drawing/2014/main" id="{7E2E7FE7-51D3-4A48-0509-F43F66873A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2" y="36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1" name="Freeform 980">
                  <a:extLst>
                    <a:ext uri="{FF2B5EF4-FFF2-40B4-BE49-F238E27FC236}">
                      <a16:creationId xmlns:a16="http://schemas.microsoft.com/office/drawing/2014/main" id="{D6668E24-5EEC-A45F-CC38-E71577AF15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670"/>
                  <a:ext cx="22" cy="22"/>
                </a:xfrm>
                <a:custGeom>
                  <a:avLst/>
                  <a:gdLst>
                    <a:gd name="T0" fmla="*/ 0 w 134"/>
                    <a:gd name="T1" fmla="*/ 0 h 132"/>
                    <a:gd name="T2" fmla="*/ 0 w 134"/>
                    <a:gd name="T3" fmla="*/ 0 h 132"/>
                    <a:gd name="T4" fmla="*/ 0 w 134"/>
                    <a:gd name="T5" fmla="*/ 0 h 132"/>
                    <a:gd name="T6" fmla="*/ 0 w 134"/>
                    <a:gd name="T7" fmla="*/ 0 h 132"/>
                    <a:gd name="T8" fmla="*/ 0 w 134"/>
                    <a:gd name="T9" fmla="*/ 0 h 132"/>
                    <a:gd name="T10" fmla="*/ 0 w 134"/>
                    <a:gd name="T11" fmla="*/ 0 h 132"/>
                    <a:gd name="T12" fmla="*/ 0 w 134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2"/>
                    <a:gd name="T23" fmla="*/ 134 w 134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2">
                      <a:moveTo>
                        <a:pt x="134" y="66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lnTo>
                        <a:pt x="42" y="99"/>
                      </a:lnTo>
                      <a:lnTo>
                        <a:pt x="85" y="132"/>
                      </a:lnTo>
                      <a:lnTo>
                        <a:pt x="134" y="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2" name="Freeform 981">
                  <a:extLst>
                    <a:ext uri="{FF2B5EF4-FFF2-40B4-BE49-F238E27FC236}">
                      <a16:creationId xmlns:a16="http://schemas.microsoft.com/office/drawing/2014/main" id="{5E959525-A954-02C9-79F1-DFD35F28F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670"/>
                  <a:ext cx="22" cy="22"/>
                </a:xfrm>
                <a:custGeom>
                  <a:avLst/>
                  <a:gdLst>
                    <a:gd name="T0" fmla="*/ 0 w 134"/>
                    <a:gd name="T1" fmla="*/ 0 h 132"/>
                    <a:gd name="T2" fmla="*/ 0 w 134"/>
                    <a:gd name="T3" fmla="*/ 0 h 132"/>
                    <a:gd name="T4" fmla="*/ 0 w 134"/>
                    <a:gd name="T5" fmla="*/ 0 h 132"/>
                    <a:gd name="T6" fmla="*/ 0 w 134"/>
                    <a:gd name="T7" fmla="*/ 0 h 132"/>
                    <a:gd name="T8" fmla="*/ 0 w 134"/>
                    <a:gd name="T9" fmla="*/ 0 h 132"/>
                    <a:gd name="T10" fmla="*/ 0 w 134"/>
                    <a:gd name="T11" fmla="*/ 0 h 132"/>
                    <a:gd name="T12" fmla="*/ 0 w 134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2"/>
                    <a:gd name="T23" fmla="*/ 134 w 134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2">
                      <a:moveTo>
                        <a:pt x="134" y="66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lnTo>
                        <a:pt x="42" y="99"/>
                      </a:lnTo>
                      <a:lnTo>
                        <a:pt x="85" y="132"/>
                      </a:lnTo>
                      <a:lnTo>
                        <a:pt x="134" y="6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3" name="Freeform 982">
                  <a:extLst>
                    <a:ext uri="{FF2B5EF4-FFF2-40B4-BE49-F238E27FC236}">
                      <a16:creationId xmlns:a16="http://schemas.microsoft.com/office/drawing/2014/main" id="{37489727-21F5-92D3-0521-1499416C3C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681"/>
                  <a:ext cx="8" cy="5"/>
                </a:xfrm>
                <a:custGeom>
                  <a:avLst/>
                  <a:gdLst>
                    <a:gd name="T0" fmla="*/ 0 w 46"/>
                    <a:gd name="T1" fmla="*/ 0 h 33"/>
                    <a:gd name="T2" fmla="*/ 0 w 46"/>
                    <a:gd name="T3" fmla="*/ 0 h 33"/>
                    <a:gd name="T4" fmla="*/ 0 w 46"/>
                    <a:gd name="T5" fmla="*/ 0 h 33"/>
                    <a:gd name="T6" fmla="*/ 0 w 46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3"/>
                    <a:gd name="T14" fmla="*/ 46 w 46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3">
                      <a:moveTo>
                        <a:pt x="46" y="33"/>
                      </a:moveTo>
                      <a:lnTo>
                        <a:pt x="4" y="0"/>
                      </a:lnTo>
                      <a:lnTo>
                        <a:pt x="0" y="7"/>
                      </a:lnTo>
                      <a:lnTo>
                        <a:pt x="46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4" name="Line 983">
                  <a:extLst>
                    <a:ext uri="{FF2B5EF4-FFF2-40B4-BE49-F238E27FC236}">
                      <a16:creationId xmlns:a16="http://schemas.microsoft.com/office/drawing/2014/main" id="{70A4D492-7F4E-B700-C373-D15AA60273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13" y="36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5" name="Freeform 984">
                  <a:extLst>
                    <a:ext uri="{FF2B5EF4-FFF2-40B4-BE49-F238E27FC236}">
                      <a16:creationId xmlns:a16="http://schemas.microsoft.com/office/drawing/2014/main" id="{C3328196-D7B8-2D5F-B88B-B2DD64F576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132" y="51"/>
                      </a:moveTo>
                      <a:lnTo>
                        <a:pt x="85" y="26"/>
                      </a:lnTo>
                      <a:lnTo>
                        <a:pt x="39" y="0"/>
                      </a:lnTo>
                      <a:lnTo>
                        <a:pt x="0" y="72"/>
                      </a:lnTo>
                      <a:lnTo>
                        <a:pt x="46" y="98"/>
                      </a:lnTo>
                      <a:lnTo>
                        <a:pt x="93" y="123"/>
                      </a:lnTo>
                      <a:lnTo>
                        <a:pt x="132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6" name="Freeform 985">
                  <a:extLst>
                    <a:ext uri="{FF2B5EF4-FFF2-40B4-BE49-F238E27FC236}">
                      <a16:creationId xmlns:a16="http://schemas.microsoft.com/office/drawing/2014/main" id="{ED006AB2-879F-E4EA-8758-BCBAFB6607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132" y="51"/>
                      </a:moveTo>
                      <a:lnTo>
                        <a:pt x="85" y="26"/>
                      </a:lnTo>
                      <a:lnTo>
                        <a:pt x="39" y="0"/>
                      </a:lnTo>
                      <a:lnTo>
                        <a:pt x="0" y="72"/>
                      </a:lnTo>
                      <a:lnTo>
                        <a:pt x="46" y="98"/>
                      </a:lnTo>
                      <a:lnTo>
                        <a:pt x="93" y="123"/>
                      </a:lnTo>
                      <a:lnTo>
                        <a:pt x="132" y="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7" name="Freeform 986">
                  <a:extLst>
                    <a:ext uri="{FF2B5EF4-FFF2-40B4-BE49-F238E27FC236}">
                      <a16:creationId xmlns:a16="http://schemas.microsoft.com/office/drawing/2014/main" id="{D198B150-A7D7-56D7-62AD-57C1AA22F1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694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50" y="26"/>
                      </a:moveTo>
                      <a:lnTo>
                        <a:pt x="4" y="0"/>
                      </a:lnTo>
                      <a:lnTo>
                        <a:pt x="0" y="7"/>
                      </a:lnTo>
                      <a:lnTo>
                        <a:pt x="5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8" name="Line 987">
                  <a:extLst>
                    <a:ext uri="{FF2B5EF4-FFF2-40B4-BE49-F238E27FC236}">
                      <a16:creationId xmlns:a16="http://schemas.microsoft.com/office/drawing/2014/main" id="{3C28ABD4-4D14-6A7B-0F0F-1E0BA90F97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6" y="36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9" name="Freeform 988">
                  <a:extLst>
                    <a:ext uri="{FF2B5EF4-FFF2-40B4-BE49-F238E27FC236}">
                      <a16:creationId xmlns:a16="http://schemas.microsoft.com/office/drawing/2014/main" id="{BD83F66B-ABA4-4582-4105-8F41DBF008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695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0" name="Freeform 989">
                  <a:extLst>
                    <a:ext uri="{FF2B5EF4-FFF2-40B4-BE49-F238E27FC236}">
                      <a16:creationId xmlns:a16="http://schemas.microsoft.com/office/drawing/2014/main" id="{6266010F-85BF-FD70-E284-804D87A51E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695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1" name="Freeform 990">
                  <a:extLst>
                    <a:ext uri="{FF2B5EF4-FFF2-40B4-BE49-F238E27FC236}">
                      <a16:creationId xmlns:a16="http://schemas.microsoft.com/office/drawing/2014/main" id="{BD133A43-F8E7-32EC-8434-472208AF7E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08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19"/>
                      </a:moveTo>
                      <a:lnTo>
                        <a:pt x="2" y="0"/>
                      </a:lnTo>
                      <a:lnTo>
                        <a:pt x="0" y="7"/>
                      </a:lnTo>
                      <a:lnTo>
                        <a:pt x="52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2" name="Line 991">
                  <a:extLst>
                    <a:ext uri="{FF2B5EF4-FFF2-40B4-BE49-F238E27FC236}">
                      <a16:creationId xmlns:a16="http://schemas.microsoft.com/office/drawing/2014/main" id="{90F00794-1039-5017-1CB9-9A2F4FE4F9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1" y="37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3" name="Freeform 992">
                  <a:extLst>
                    <a:ext uri="{FF2B5EF4-FFF2-40B4-BE49-F238E27FC236}">
                      <a16:creationId xmlns:a16="http://schemas.microsoft.com/office/drawing/2014/main" id="{FFE72C14-D24A-6D9C-17FF-0E5BA5646A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09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4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1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4" name="Freeform 993">
                  <a:extLst>
                    <a:ext uri="{FF2B5EF4-FFF2-40B4-BE49-F238E27FC236}">
                      <a16:creationId xmlns:a16="http://schemas.microsoft.com/office/drawing/2014/main" id="{5BC1CCA1-472A-DD77-A2CA-A6B78DA410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09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4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1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5" name="Freeform 994">
                  <a:extLst>
                    <a:ext uri="{FF2B5EF4-FFF2-40B4-BE49-F238E27FC236}">
                      <a16:creationId xmlns:a16="http://schemas.microsoft.com/office/drawing/2014/main" id="{D1F48D6E-E456-C457-2EE7-AB2A07A5C3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2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53" y="11"/>
                      </a:moveTo>
                      <a:lnTo>
                        <a:pt x="1" y="0"/>
                      </a:lnTo>
                      <a:lnTo>
                        <a:pt x="0" y="8"/>
                      </a:lnTo>
                      <a:lnTo>
                        <a:pt x="53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6" name="Line 995">
                  <a:extLst>
                    <a:ext uri="{FF2B5EF4-FFF2-40B4-BE49-F238E27FC236}">
                      <a16:creationId xmlns:a16="http://schemas.microsoft.com/office/drawing/2014/main" id="{D62A94DF-5856-FB4A-35FE-6B1149B024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98" y="372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7" name="Freeform 996">
                  <a:extLst>
                    <a:ext uri="{FF2B5EF4-FFF2-40B4-BE49-F238E27FC236}">
                      <a16:creationId xmlns:a16="http://schemas.microsoft.com/office/drawing/2014/main" id="{DA0FE9DD-4B69-79BD-0E78-83EB00F370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24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7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3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8" name="Freeform 997">
                  <a:extLst>
                    <a:ext uri="{FF2B5EF4-FFF2-40B4-BE49-F238E27FC236}">
                      <a16:creationId xmlns:a16="http://schemas.microsoft.com/office/drawing/2014/main" id="{BE1AD4BE-723B-A737-738F-A5C6F1DD59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24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7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3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9" name="Freeform 998">
                  <a:extLst>
                    <a:ext uri="{FF2B5EF4-FFF2-40B4-BE49-F238E27FC236}">
                      <a16:creationId xmlns:a16="http://schemas.microsoft.com/office/drawing/2014/main" id="{281C21CA-D6F0-C64C-83E8-5B8516D4CB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53" y="3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0" name="Line 999">
                  <a:extLst>
                    <a:ext uri="{FF2B5EF4-FFF2-40B4-BE49-F238E27FC236}">
                      <a16:creationId xmlns:a16="http://schemas.microsoft.com/office/drawing/2014/main" id="{E300AD99-779A-5288-F757-653522EB9E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7" y="37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1" name="Freeform 1000">
                  <a:extLst>
                    <a:ext uri="{FF2B5EF4-FFF2-40B4-BE49-F238E27FC236}">
                      <a16:creationId xmlns:a16="http://schemas.microsoft.com/office/drawing/2014/main" id="{9C0E5D09-CB88-FA5B-91ED-F94746C438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38"/>
                  <a:ext cx="19" cy="14"/>
                </a:xfrm>
                <a:custGeom>
                  <a:avLst/>
                  <a:gdLst>
                    <a:gd name="T0" fmla="*/ 0 w 112"/>
                    <a:gd name="T1" fmla="*/ 0 h 88"/>
                    <a:gd name="T2" fmla="*/ 0 w 112"/>
                    <a:gd name="T3" fmla="*/ 0 h 88"/>
                    <a:gd name="T4" fmla="*/ 0 w 112"/>
                    <a:gd name="T5" fmla="*/ 0 h 88"/>
                    <a:gd name="T6" fmla="*/ 0 w 112"/>
                    <a:gd name="T7" fmla="*/ 0 h 88"/>
                    <a:gd name="T8" fmla="*/ 0 w 112"/>
                    <a:gd name="T9" fmla="*/ 0 h 88"/>
                    <a:gd name="T10" fmla="*/ 0 w 112"/>
                    <a:gd name="T11" fmla="*/ 0 h 88"/>
                    <a:gd name="T12" fmla="*/ 0 w 112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8"/>
                    <a:gd name="T23" fmla="*/ 112 w 112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8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88"/>
                      </a:lnTo>
                      <a:lnTo>
                        <a:pt x="59" y="85"/>
                      </a:lnTo>
                      <a:lnTo>
                        <a:pt x="112" y="8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2" name="Freeform 1001">
                  <a:extLst>
                    <a:ext uri="{FF2B5EF4-FFF2-40B4-BE49-F238E27FC236}">
                      <a16:creationId xmlns:a16="http://schemas.microsoft.com/office/drawing/2014/main" id="{B3624544-223B-C15B-9F07-833DE506B2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38"/>
                  <a:ext cx="19" cy="14"/>
                </a:xfrm>
                <a:custGeom>
                  <a:avLst/>
                  <a:gdLst>
                    <a:gd name="T0" fmla="*/ 0 w 112"/>
                    <a:gd name="T1" fmla="*/ 0 h 88"/>
                    <a:gd name="T2" fmla="*/ 0 w 112"/>
                    <a:gd name="T3" fmla="*/ 0 h 88"/>
                    <a:gd name="T4" fmla="*/ 0 w 112"/>
                    <a:gd name="T5" fmla="*/ 0 h 88"/>
                    <a:gd name="T6" fmla="*/ 0 w 112"/>
                    <a:gd name="T7" fmla="*/ 0 h 88"/>
                    <a:gd name="T8" fmla="*/ 0 w 112"/>
                    <a:gd name="T9" fmla="*/ 0 h 88"/>
                    <a:gd name="T10" fmla="*/ 0 w 112"/>
                    <a:gd name="T11" fmla="*/ 0 h 88"/>
                    <a:gd name="T12" fmla="*/ 0 w 112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8"/>
                    <a:gd name="T23" fmla="*/ 112 w 112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8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88"/>
                      </a:lnTo>
                      <a:lnTo>
                        <a:pt x="59" y="85"/>
                      </a:lnTo>
                      <a:lnTo>
                        <a:pt x="112" y="8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3" name="Freeform 1002">
                  <a:extLst>
                    <a:ext uri="{FF2B5EF4-FFF2-40B4-BE49-F238E27FC236}">
                      <a16:creationId xmlns:a16="http://schemas.microsoft.com/office/drawing/2014/main" id="{6C6E3FC9-65D4-5EB1-C7AD-6F983C935C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5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53" y="0"/>
                      </a:moveTo>
                      <a:lnTo>
                        <a:pt x="0" y="3"/>
                      </a:lnTo>
                      <a:lnTo>
                        <a:pt x="1" y="11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4" name="Line 1003">
                  <a:extLst>
                    <a:ext uri="{FF2B5EF4-FFF2-40B4-BE49-F238E27FC236}">
                      <a16:creationId xmlns:a16="http://schemas.microsoft.com/office/drawing/2014/main" id="{516C6CFA-778D-CAB5-64A5-85E9D3387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8" y="375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5" name="Freeform 1004">
                  <a:extLst>
                    <a:ext uri="{FF2B5EF4-FFF2-40B4-BE49-F238E27FC236}">
                      <a16:creationId xmlns:a16="http://schemas.microsoft.com/office/drawing/2014/main" id="{74B1679B-2E9C-6DB1-5EE0-0F2A8F81F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50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03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6" name="Freeform 1005">
                  <a:extLst>
                    <a:ext uri="{FF2B5EF4-FFF2-40B4-BE49-F238E27FC236}">
                      <a16:creationId xmlns:a16="http://schemas.microsoft.com/office/drawing/2014/main" id="{C6CEBD58-A19A-1CDE-A4E0-ADD505A88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50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03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7" name="Freeform 1006">
                  <a:extLst>
                    <a:ext uri="{FF2B5EF4-FFF2-40B4-BE49-F238E27FC236}">
                      <a16:creationId xmlns:a16="http://schemas.microsoft.com/office/drawing/2014/main" id="{9FEB75A4-5D44-5BF5-8DDB-9ACD260B3D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65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0"/>
                      </a:moveTo>
                      <a:lnTo>
                        <a:pt x="0" y="12"/>
                      </a:lnTo>
                      <a:lnTo>
                        <a:pt x="2" y="19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8" name="Line 1007">
                  <a:extLst>
                    <a:ext uri="{FF2B5EF4-FFF2-40B4-BE49-F238E27FC236}">
                      <a16:creationId xmlns:a16="http://schemas.microsoft.com/office/drawing/2014/main" id="{C8242F0B-2A9C-D103-5D69-35C02F5B27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7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9" name="Freeform 1008">
                  <a:extLst>
                    <a:ext uri="{FF2B5EF4-FFF2-40B4-BE49-F238E27FC236}">
                      <a16:creationId xmlns:a16="http://schemas.microsoft.com/office/drawing/2014/main" id="{E1831E6B-8195-8CD9-A42F-9D0B71885A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62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0" name="Freeform 1009">
                  <a:extLst>
                    <a:ext uri="{FF2B5EF4-FFF2-40B4-BE49-F238E27FC236}">
                      <a16:creationId xmlns:a16="http://schemas.microsoft.com/office/drawing/2014/main" id="{459777ED-D23E-6619-E080-28E2BC5A88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62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1" name="Freeform 1010">
                  <a:extLst>
                    <a:ext uri="{FF2B5EF4-FFF2-40B4-BE49-F238E27FC236}">
                      <a16:creationId xmlns:a16="http://schemas.microsoft.com/office/drawing/2014/main" id="{9164AF9E-77CC-2237-2AD3-91F4F5C5B5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778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50" y="0"/>
                      </a:moveTo>
                      <a:lnTo>
                        <a:pt x="0" y="19"/>
                      </a:lnTo>
                      <a:lnTo>
                        <a:pt x="3" y="26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2" name="Line 1011">
                  <a:extLst>
                    <a:ext uri="{FF2B5EF4-FFF2-40B4-BE49-F238E27FC236}">
                      <a16:creationId xmlns:a16="http://schemas.microsoft.com/office/drawing/2014/main" id="{C1CEB0DE-526B-E8D0-6F6E-CE347D27F6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6" y="37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3" name="Freeform 1012">
                  <a:extLst>
                    <a:ext uri="{FF2B5EF4-FFF2-40B4-BE49-F238E27FC236}">
                      <a16:creationId xmlns:a16="http://schemas.microsoft.com/office/drawing/2014/main" id="{6D68A5FF-91E9-BA9D-E6B4-B3E73395F9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95" y="0"/>
                      </a:move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4" name="Freeform 1013">
                  <a:extLst>
                    <a:ext uri="{FF2B5EF4-FFF2-40B4-BE49-F238E27FC236}">
                      <a16:creationId xmlns:a16="http://schemas.microsoft.com/office/drawing/2014/main" id="{EC4500F4-246F-3C16-81EE-0ABF8FA13D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95" y="0"/>
                      </a:move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5" name="Freeform 1014">
                  <a:extLst>
                    <a:ext uri="{FF2B5EF4-FFF2-40B4-BE49-F238E27FC236}">
                      <a16:creationId xmlns:a16="http://schemas.microsoft.com/office/drawing/2014/main" id="{52396573-A9A0-AB8B-D279-6C13C22E67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790"/>
                  <a:ext cx="8" cy="6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" y="33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6" name="Line 1015">
                  <a:extLst>
                    <a:ext uri="{FF2B5EF4-FFF2-40B4-BE49-F238E27FC236}">
                      <a16:creationId xmlns:a16="http://schemas.microsoft.com/office/drawing/2014/main" id="{24D97C4C-2A95-0E7E-9206-834310D17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3" y="3794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7" name="Freeform 1016">
                  <a:extLst>
                    <a:ext uri="{FF2B5EF4-FFF2-40B4-BE49-F238E27FC236}">
                      <a16:creationId xmlns:a16="http://schemas.microsoft.com/office/drawing/2014/main" id="{629C7D64-8705-CEF2-D6A1-35419DEAD3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785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50" y="131"/>
                      </a:lnTo>
                      <a:lnTo>
                        <a:pt x="92" y="98"/>
                      </a:lnTo>
                      <a:lnTo>
                        <a:pt x="134" y="65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8" name="Freeform 1017">
                  <a:extLst>
                    <a:ext uri="{FF2B5EF4-FFF2-40B4-BE49-F238E27FC236}">
                      <a16:creationId xmlns:a16="http://schemas.microsoft.com/office/drawing/2014/main" id="{66C11161-293E-13F2-EF39-315E65CBCA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785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50" y="131"/>
                      </a:lnTo>
                      <a:lnTo>
                        <a:pt x="92" y="98"/>
                      </a:lnTo>
                      <a:lnTo>
                        <a:pt x="134" y="65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9" name="Freeform 1018">
                  <a:extLst>
                    <a:ext uri="{FF2B5EF4-FFF2-40B4-BE49-F238E27FC236}">
                      <a16:creationId xmlns:a16="http://schemas.microsoft.com/office/drawing/2014/main" id="{6FACA5CB-94B6-EC2C-D10A-D9365CD75D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801"/>
                  <a:ext cx="7" cy="7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0"/>
                      </a:moveTo>
                      <a:lnTo>
                        <a:pt x="0" y="33"/>
                      </a:lnTo>
                      <a:lnTo>
                        <a:pt x="4" y="38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0" name="Line 1019">
                  <a:extLst>
                    <a:ext uri="{FF2B5EF4-FFF2-40B4-BE49-F238E27FC236}">
                      <a16:creationId xmlns:a16="http://schemas.microsoft.com/office/drawing/2014/main" id="{FF54068C-D931-6A20-4017-A14B444C0E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2" y="38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1" name="Freeform 1020">
                  <a:extLst>
                    <a:ext uri="{FF2B5EF4-FFF2-40B4-BE49-F238E27FC236}">
                      <a16:creationId xmlns:a16="http://schemas.microsoft.com/office/drawing/2014/main" id="{6F55F3AE-3E17-FCBA-A803-73857E99A6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795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2" name="Freeform 1021">
                  <a:extLst>
                    <a:ext uri="{FF2B5EF4-FFF2-40B4-BE49-F238E27FC236}">
                      <a16:creationId xmlns:a16="http://schemas.microsoft.com/office/drawing/2014/main" id="{C31E995F-C98E-B6E4-5DF4-9705E05F93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795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3" name="Freeform 1022">
                  <a:extLst>
                    <a:ext uri="{FF2B5EF4-FFF2-40B4-BE49-F238E27FC236}">
                      <a16:creationId xmlns:a16="http://schemas.microsoft.com/office/drawing/2014/main" id="{4D6CA1CB-FB72-3A3B-CD3B-E48BBE2711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811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38" y="0"/>
                      </a:moveTo>
                      <a:lnTo>
                        <a:pt x="0" y="38"/>
                      </a:lnTo>
                      <a:lnTo>
                        <a:pt x="6" y="43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4" name="Line 1023">
                  <a:extLst>
                    <a:ext uri="{FF2B5EF4-FFF2-40B4-BE49-F238E27FC236}">
                      <a16:creationId xmlns:a16="http://schemas.microsoft.com/office/drawing/2014/main" id="{12297E4B-D201-CB9E-7391-3080035083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3" y="381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5" name="Freeform 1024">
                  <a:extLst>
                    <a:ext uri="{FF2B5EF4-FFF2-40B4-BE49-F238E27FC236}">
                      <a16:creationId xmlns:a16="http://schemas.microsoft.com/office/drawing/2014/main" id="{72B78BC1-BE60-293D-C28A-B29CB69AA4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804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5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6" name="Freeform 1025">
                  <a:extLst>
                    <a:ext uri="{FF2B5EF4-FFF2-40B4-BE49-F238E27FC236}">
                      <a16:creationId xmlns:a16="http://schemas.microsoft.com/office/drawing/2014/main" id="{D146E321-40E5-C005-F758-61C082268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804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5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7" name="Freeform 1026">
                  <a:extLst>
                    <a:ext uri="{FF2B5EF4-FFF2-40B4-BE49-F238E27FC236}">
                      <a16:creationId xmlns:a16="http://schemas.microsoft.com/office/drawing/2014/main" id="{FC4DF0DB-3385-F35A-B003-6DA0C330BE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81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0"/>
                      </a:moveTo>
                      <a:lnTo>
                        <a:pt x="0" y="42"/>
                      </a:lnTo>
                      <a:lnTo>
                        <a:pt x="8" y="47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8" name="Line 1027">
                  <a:extLst>
                    <a:ext uri="{FF2B5EF4-FFF2-40B4-BE49-F238E27FC236}">
                      <a16:creationId xmlns:a16="http://schemas.microsoft.com/office/drawing/2014/main" id="{29D0A9E8-D786-4969-9E86-4C199E781D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5" y="382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9" name="Freeform 1028">
                  <a:extLst>
                    <a:ext uri="{FF2B5EF4-FFF2-40B4-BE49-F238E27FC236}">
                      <a16:creationId xmlns:a16="http://schemas.microsoft.com/office/drawing/2014/main" id="{6D09E1DB-AEF1-1D10-0AFA-6F7E77CF54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811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4"/>
                      </a:lnTo>
                      <a:lnTo>
                        <a:pt x="72" y="133"/>
                      </a:lnTo>
                      <a:lnTo>
                        <a:pt x="97" y="86"/>
                      </a:lnTo>
                      <a:lnTo>
                        <a:pt x="122" y="4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0" name="Freeform 1029">
                  <a:extLst>
                    <a:ext uri="{FF2B5EF4-FFF2-40B4-BE49-F238E27FC236}">
                      <a16:creationId xmlns:a16="http://schemas.microsoft.com/office/drawing/2014/main" id="{1B088F41-837C-39E8-FDF6-274DB0D6E5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811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4"/>
                      </a:lnTo>
                      <a:lnTo>
                        <a:pt x="72" y="133"/>
                      </a:lnTo>
                      <a:lnTo>
                        <a:pt x="97" y="86"/>
                      </a:lnTo>
                      <a:lnTo>
                        <a:pt x="122" y="4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1" name="Freeform 1030">
                  <a:extLst>
                    <a:ext uri="{FF2B5EF4-FFF2-40B4-BE49-F238E27FC236}">
                      <a16:creationId xmlns:a16="http://schemas.microsoft.com/office/drawing/2014/main" id="{D60FE565-88FA-52A6-15B5-A206367F5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826"/>
                  <a:ext cx="4" cy="8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25" y="0"/>
                      </a:moveTo>
                      <a:lnTo>
                        <a:pt x="0" y="47"/>
                      </a:lnTo>
                      <a:lnTo>
                        <a:pt x="6" y="5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2" name="Line 1031">
                  <a:extLst>
                    <a:ext uri="{FF2B5EF4-FFF2-40B4-BE49-F238E27FC236}">
                      <a16:creationId xmlns:a16="http://schemas.microsoft.com/office/drawing/2014/main" id="{756B5582-EDB5-463B-ECFC-B77DA13676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8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3" name="Freeform 1032">
                  <a:extLst>
                    <a:ext uri="{FF2B5EF4-FFF2-40B4-BE49-F238E27FC236}">
                      <a16:creationId xmlns:a16="http://schemas.microsoft.com/office/drawing/2014/main" id="{D84B8A7D-A084-2BED-3C24-7B0A6356E8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817"/>
                  <a:ext cx="19" cy="22"/>
                </a:xfrm>
                <a:custGeom>
                  <a:avLst/>
                  <a:gdLst>
                    <a:gd name="T0" fmla="*/ 0 w 115"/>
                    <a:gd name="T1" fmla="*/ 0 h 129"/>
                    <a:gd name="T2" fmla="*/ 0 w 115"/>
                    <a:gd name="T3" fmla="*/ 0 h 129"/>
                    <a:gd name="T4" fmla="*/ 0 w 115"/>
                    <a:gd name="T5" fmla="*/ 0 h 129"/>
                    <a:gd name="T6" fmla="*/ 0 w 115"/>
                    <a:gd name="T7" fmla="*/ 0 h 129"/>
                    <a:gd name="T8" fmla="*/ 0 w 115"/>
                    <a:gd name="T9" fmla="*/ 0 h 129"/>
                    <a:gd name="T10" fmla="*/ 0 w 115"/>
                    <a:gd name="T11" fmla="*/ 0 h 129"/>
                    <a:gd name="T12" fmla="*/ 0 w 115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9"/>
                    <a:gd name="T23" fmla="*/ 115 w 115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9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9"/>
                      </a:lnTo>
                      <a:lnTo>
                        <a:pt x="96" y="79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4" name="Freeform 1033">
                  <a:extLst>
                    <a:ext uri="{FF2B5EF4-FFF2-40B4-BE49-F238E27FC236}">
                      <a16:creationId xmlns:a16="http://schemas.microsoft.com/office/drawing/2014/main" id="{794F3150-0D7B-85DB-55EA-4AE71CE0B1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817"/>
                  <a:ext cx="19" cy="22"/>
                </a:xfrm>
                <a:custGeom>
                  <a:avLst/>
                  <a:gdLst>
                    <a:gd name="T0" fmla="*/ 0 w 115"/>
                    <a:gd name="T1" fmla="*/ 0 h 129"/>
                    <a:gd name="T2" fmla="*/ 0 w 115"/>
                    <a:gd name="T3" fmla="*/ 0 h 129"/>
                    <a:gd name="T4" fmla="*/ 0 w 115"/>
                    <a:gd name="T5" fmla="*/ 0 h 129"/>
                    <a:gd name="T6" fmla="*/ 0 w 115"/>
                    <a:gd name="T7" fmla="*/ 0 h 129"/>
                    <a:gd name="T8" fmla="*/ 0 w 115"/>
                    <a:gd name="T9" fmla="*/ 0 h 129"/>
                    <a:gd name="T10" fmla="*/ 0 w 115"/>
                    <a:gd name="T11" fmla="*/ 0 h 129"/>
                    <a:gd name="T12" fmla="*/ 0 w 115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9"/>
                    <a:gd name="T23" fmla="*/ 115 w 115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9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9"/>
                      </a:lnTo>
                      <a:lnTo>
                        <a:pt x="96" y="79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5" name="Freeform 1034">
                  <a:extLst>
                    <a:ext uri="{FF2B5EF4-FFF2-40B4-BE49-F238E27FC236}">
                      <a16:creationId xmlns:a16="http://schemas.microsoft.com/office/drawing/2014/main" id="{3A1013B5-06C7-627F-5815-B603CF08C9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0"/>
                      </a:moveTo>
                      <a:lnTo>
                        <a:pt x="0" y="50"/>
                      </a:lnTo>
                      <a:lnTo>
                        <a:pt x="8" y="52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6" name="Line 1035">
                  <a:extLst>
                    <a:ext uri="{FF2B5EF4-FFF2-40B4-BE49-F238E27FC236}">
                      <a16:creationId xmlns:a16="http://schemas.microsoft.com/office/drawing/2014/main" id="{A5C25A8E-0519-D645-CD7A-F599148C3E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2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7" name="Freeform 1036">
                  <a:extLst>
                    <a:ext uri="{FF2B5EF4-FFF2-40B4-BE49-F238E27FC236}">
                      <a16:creationId xmlns:a16="http://schemas.microsoft.com/office/drawing/2014/main" id="{BD0BC3C2-208E-C0A6-7833-39D6BF765A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822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0" y="122"/>
                      </a:lnTo>
                      <a:lnTo>
                        <a:pt x="92" y="70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8" name="Freeform 1037">
                  <a:extLst>
                    <a:ext uri="{FF2B5EF4-FFF2-40B4-BE49-F238E27FC236}">
                      <a16:creationId xmlns:a16="http://schemas.microsoft.com/office/drawing/2014/main" id="{DEA07DF9-9716-9248-6DE2-29F0D5521D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822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0" y="122"/>
                      </a:lnTo>
                      <a:lnTo>
                        <a:pt x="92" y="70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9" name="Freeform 1038">
                  <a:extLst>
                    <a:ext uri="{FF2B5EF4-FFF2-40B4-BE49-F238E27FC236}">
                      <a16:creationId xmlns:a16="http://schemas.microsoft.com/office/drawing/2014/main" id="{1F6DC4D6-DA2D-2CF8-B0C1-755D1BF60E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83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9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0" name="Line 1039">
                  <a:extLst>
                    <a:ext uri="{FF2B5EF4-FFF2-40B4-BE49-F238E27FC236}">
                      <a16:creationId xmlns:a16="http://schemas.microsoft.com/office/drawing/2014/main" id="{31A57999-A7FE-1D29-7B4E-345AC8F9C5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6" y="3842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1" name="Freeform 1040">
                  <a:extLst>
                    <a:ext uri="{FF2B5EF4-FFF2-40B4-BE49-F238E27FC236}">
                      <a16:creationId xmlns:a16="http://schemas.microsoft.com/office/drawing/2014/main" id="{D6A24B3D-145C-D744-FC5C-674372B86F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825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lnTo>
                        <a:pt x="85" y="58"/>
                      </a:lnTo>
                      <a:lnTo>
                        <a:pt x="89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2" name="Freeform 1041">
                  <a:extLst>
                    <a:ext uri="{FF2B5EF4-FFF2-40B4-BE49-F238E27FC236}">
                      <a16:creationId xmlns:a16="http://schemas.microsoft.com/office/drawing/2014/main" id="{D6BE0A9B-96DF-EA75-AE78-0B1444C566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825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lnTo>
                        <a:pt x="85" y="58"/>
                      </a:lnTo>
                      <a:lnTo>
                        <a:pt x="89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3" name="Freeform 1042">
                  <a:extLst>
                    <a:ext uri="{FF2B5EF4-FFF2-40B4-BE49-F238E27FC236}">
                      <a16:creationId xmlns:a16="http://schemas.microsoft.com/office/drawing/2014/main" id="{CC8AD75F-3E6A-E613-E99E-FA6734354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834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3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4" name="Line 1043">
                  <a:extLst>
                    <a:ext uri="{FF2B5EF4-FFF2-40B4-BE49-F238E27FC236}">
                      <a16:creationId xmlns:a16="http://schemas.microsoft.com/office/drawing/2014/main" id="{29180540-DA0A-52E6-C601-B488D95911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5" name="Freeform 1044">
                  <a:extLst>
                    <a:ext uri="{FF2B5EF4-FFF2-40B4-BE49-F238E27FC236}">
                      <a16:creationId xmlns:a16="http://schemas.microsoft.com/office/drawing/2014/main" id="{E3DF6D62-E993-33BF-DD84-F7279ED85C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825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0" y="5"/>
                      </a:moveTo>
                      <a:lnTo>
                        <a:pt x="3" y="58"/>
                      </a:lnTo>
                      <a:lnTo>
                        <a:pt x="7" y="111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6" name="Freeform 1045">
                  <a:extLst>
                    <a:ext uri="{FF2B5EF4-FFF2-40B4-BE49-F238E27FC236}">
                      <a16:creationId xmlns:a16="http://schemas.microsoft.com/office/drawing/2014/main" id="{2C23A97F-7DB4-E54B-DB1E-E8B6E756CC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825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0" y="5"/>
                      </a:moveTo>
                      <a:lnTo>
                        <a:pt x="3" y="58"/>
                      </a:lnTo>
                      <a:lnTo>
                        <a:pt x="7" y="111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7" name="Freeform 1046">
                  <a:extLst>
                    <a:ext uri="{FF2B5EF4-FFF2-40B4-BE49-F238E27FC236}">
                      <a16:creationId xmlns:a16="http://schemas.microsoft.com/office/drawing/2014/main" id="{F251C129-F3FC-FE11-0AF7-6962348AB3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83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0"/>
                      </a:moveTo>
                      <a:lnTo>
                        <a:pt x="3" y="53"/>
                      </a:lnTo>
                      <a:lnTo>
                        <a:pt x="12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8" name="Line 1047">
                  <a:extLst>
                    <a:ext uri="{FF2B5EF4-FFF2-40B4-BE49-F238E27FC236}">
                      <a16:creationId xmlns:a16="http://schemas.microsoft.com/office/drawing/2014/main" id="{81552B5A-2CEA-A183-3605-DB4E510AEE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16" y="3842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9" name="Freeform 1048">
                  <a:extLst>
                    <a:ext uri="{FF2B5EF4-FFF2-40B4-BE49-F238E27FC236}">
                      <a16:creationId xmlns:a16="http://schemas.microsoft.com/office/drawing/2014/main" id="{3682DE17-27CF-0174-9DC7-A60427BF90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822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0" y="18"/>
                      </a:moveTo>
                      <a:lnTo>
                        <a:pt x="12" y="70"/>
                      </a:lnTo>
                      <a:lnTo>
                        <a:pt x="24" y="122"/>
                      </a:lnTo>
                      <a:lnTo>
                        <a:pt x="104" y="104"/>
                      </a:lnTo>
                      <a:lnTo>
                        <a:pt x="92" y="52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0" name="Freeform 1049">
                  <a:extLst>
                    <a:ext uri="{FF2B5EF4-FFF2-40B4-BE49-F238E27FC236}">
                      <a16:creationId xmlns:a16="http://schemas.microsoft.com/office/drawing/2014/main" id="{1912B2D4-4CCD-D47D-E437-486DF80B90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822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0" y="18"/>
                      </a:moveTo>
                      <a:lnTo>
                        <a:pt x="12" y="70"/>
                      </a:lnTo>
                      <a:lnTo>
                        <a:pt x="24" y="122"/>
                      </a:lnTo>
                      <a:lnTo>
                        <a:pt x="104" y="104"/>
                      </a:lnTo>
                      <a:lnTo>
                        <a:pt x="92" y="52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1" name="Freeform 1050">
                  <a:extLst>
                    <a:ext uri="{FF2B5EF4-FFF2-40B4-BE49-F238E27FC236}">
                      <a16:creationId xmlns:a16="http://schemas.microsoft.com/office/drawing/2014/main" id="{048A0340-FBBB-E8FD-46DB-4378C3940F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0"/>
                      </a:moveTo>
                      <a:lnTo>
                        <a:pt x="12" y="52"/>
                      </a:lnTo>
                      <a:lnTo>
                        <a:pt x="19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2" name="Line 1051">
                  <a:extLst>
                    <a:ext uri="{FF2B5EF4-FFF2-40B4-BE49-F238E27FC236}">
                      <a16:creationId xmlns:a16="http://schemas.microsoft.com/office/drawing/2014/main" id="{E19EF5BA-3BD5-01E3-E33F-A12420464F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31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3" name="Freeform 1052">
                  <a:extLst>
                    <a:ext uri="{FF2B5EF4-FFF2-40B4-BE49-F238E27FC236}">
                      <a16:creationId xmlns:a16="http://schemas.microsoft.com/office/drawing/2014/main" id="{83A8AD26-9321-9B94-BDDA-5B5A7988AB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817"/>
                  <a:ext cx="19" cy="22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0" y="29"/>
                      </a:moveTo>
                      <a:lnTo>
                        <a:pt x="19" y="79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4" name="Freeform 1053">
                  <a:extLst>
                    <a:ext uri="{FF2B5EF4-FFF2-40B4-BE49-F238E27FC236}">
                      <a16:creationId xmlns:a16="http://schemas.microsoft.com/office/drawing/2014/main" id="{B0F256C3-A2CD-FD52-83CE-98F97829FD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817"/>
                  <a:ext cx="19" cy="22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0" y="29"/>
                      </a:moveTo>
                      <a:lnTo>
                        <a:pt x="19" y="79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5" name="Freeform 1054">
                  <a:extLst>
                    <a:ext uri="{FF2B5EF4-FFF2-40B4-BE49-F238E27FC236}">
                      <a16:creationId xmlns:a16="http://schemas.microsoft.com/office/drawing/2014/main" id="{CC461A31-3C31-2A56-DC2E-B3C171E185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826"/>
                  <a:ext cx="4" cy="8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0" y="0"/>
                      </a:moveTo>
                      <a:lnTo>
                        <a:pt x="19" y="50"/>
                      </a:lnTo>
                      <a:lnTo>
                        <a:pt x="25" y="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6" name="Line 1055">
                  <a:extLst>
                    <a:ext uri="{FF2B5EF4-FFF2-40B4-BE49-F238E27FC236}">
                      <a16:creationId xmlns:a16="http://schemas.microsoft.com/office/drawing/2014/main" id="{F5C9DC1F-A368-515A-7769-3B2BBC9514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45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7" name="Freeform 1056">
                  <a:extLst>
                    <a:ext uri="{FF2B5EF4-FFF2-40B4-BE49-F238E27FC236}">
                      <a16:creationId xmlns:a16="http://schemas.microsoft.com/office/drawing/2014/main" id="{EBF4A125-ADF4-0E1F-5FF5-A0BFD024D9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811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0" y="40"/>
                      </a:moveTo>
                      <a:lnTo>
                        <a:pt x="26" y="86"/>
                      </a:lnTo>
                      <a:lnTo>
                        <a:pt x="51" y="133"/>
                      </a:lnTo>
                      <a:lnTo>
                        <a:pt x="123" y="94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8" name="Freeform 1057">
                  <a:extLst>
                    <a:ext uri="{FF2B5EF4-FFF2-40B4-BE49-F238E27FC236}">
                      <a16:creationId xmlns:a16="http://schemas.microsoft.com/office/drawing/2014/main" id="{BF9713FE-3573-D59A-013C-0D70A5DC6B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811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0" y="40"/>
                      </a:moveTo>
                      <a:lnTo>
                        <a:pt x="26" y="86"/>
                      </a:lnTo>
                      <a:lnTo>
                        <a:pt x="51" y="133"/>
                      </a:lnTo>
                      <a:lnTo>
                        <a:pt x="123" y="94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9" name="Freeform 1058">
                  <a:extLst>
                    <a:ext uri="{FF2B5EF4-FFF2-40B4-BE49-F238E27FC236}">
                      <a16:creationId xmlns:a16="http://schemas.microsoft.com/office/drawing/2014/main" id="{E1BA2BFB-8164-95E2-DE4F-B8F28FFE8C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819"/>
                  <a:ext cx="5" cy="8"/>
                </a:xfrm>
                <a:custGeom>
                  <a:avLst/>
                  <a:gdLst>
                    <a:gd name="T0" fmla="*/ 0 w 32"/>
                    <a:gd name="T1" fmla="*/ 0 h 47"/>
                    <a:gd name="T2" fmla="*/ 0 w 32"/>
                    <a:gd name="T3" fmla="*/ 0 h 47"/>
                    <a:gd name="T4" fmla="*/ 0 w 32"/>
                    <a:gd name="T5" fmla="*/ 0 h 47"/>
                    <a:gd name="T6" fmla="*/ 0 w 32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7"/>
                    <a:gd name="T14" fmla="*/ 32 w 32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7">
                      <a:moveTo>
                        <a:pt x="0" y="0"/>
                      </a:moveTo>
                      <a:lnTo>
                        <a:pt x="25" y="47"/>
                      </a:lnTo>
                      <a:lnTo>
                        <a:pt x="32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0" name="Line 1059">
                  <a:extLst>
                    <a:ext uri="{FF2B5EF4-FFF2-40B4-BE49-F238E27FC236}">
                      <a16:creationId xmlns:a16="http://schemas.microsoft.com/office/drawing/2014/main" id="{8B6B8738-6D3D-520A-6A1D-E58C85E86C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8" y="382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1" name="Freeform 1060">
                  <a:extLst>
                    <a:ext uri="{FF2B5EF4-FFF2-40B4-BE49-F238E27FC236}">
                      <a16:creationId xmlns:a16="http://schemas.microsoft.com/office/drawing/2014/main" id="{5DAC260A-0382-3385-57D5-4ECD4C0782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804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50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5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2" name="Freeform 1061">
                  <a:extLst>
                    <a:ext uri="{FF2B5EF4-FFF2-40B4-BE49-F238E27FC236}">
                      <a16:creationId xmlns:a16="http://schemas.microsoft.com/office/drawing/2014/main" id="{07BB99D8-E451-DD2D-6938-0661FBC08E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804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50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5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3" name="Freeform 1062">
                  <a:extLst>
                    <a:ext uri="{FF2B5EF4-FFF2-40B4-BE49-F238E27FC236}">
                      <a16:creationId xmlns:a16="http://schemas.microsoft.com/office/drawing/2014/main" id="{66D47703-EC70-F92F-7E12-7BE3D7CF31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811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0" y="0"/>
                      </a:moveTo>
                      <a:lnTo>
                        <a:pt x="33" y="43"/>
                      </a:lnTo>
                      <a:lnTo>
                        <a:pt x="38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4" name="Line 1063">
                  <a:extLst>
                    <a:ext uri="{FF2B5EF4-FFF2-40B4-BE49-F238E27FC236}">
                      <a16:creationId xmlns:a16="http://schemas.microsoft.com/office/drawing/2014/main" id="{17F5506D-AF4B-270D-DFAC-7B2F6A1B4D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0" y="381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5" name="Freeform 1064">
                  <a:extLst>
                    <a:ext uri="{FF2B5EF4-FFF2-40B4-BE49-F238E27FC236}">
                      <a16:creationId xmlns:a16="http://schemas.microsoft.com/office/drawing/2014/main" id="{417A96EA-AB05-0F3E-A1C9-A2F87EB144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795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6" name="Freeform 1065">
                  <a:extLst>
                    <a:ext uri="{FF2B5EF4-FFF2-40B4-BE49-F238E27FC236}">
                      <a16:creationId xmlns:a16="http://schemas.microsoft.com/office/drawing/2014/main" id="{75F8ECB0-8918-C1A2-A86C-094964FD54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795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7" name="Freeform 1066">
                  <a:extLst>
                    <a:ext uri="{FF2B5EF4-FFF2-40B4-BE49-F238E27FC236}">
                      <a16:creationId xmlns:a16="http://schemas.microsoft.com/office/drawing/2014/main" id="{6B4437CF-B2CC-D6FF-5C9B-858221A03D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801"/>
                  <a:ext cx="7" cy="7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0"/>
                      </a:moveTo>
                      <a:lnTo>
                        <a:pt x="38" y="38"/>
                      </a:lnTo>
                      <a:lnTo>
                        <a:pt x="42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8" name="Line 1067">
                  <a:extLst>
                    <a:ext uri="{FF2B5EF4-FFF2-40B4-BE49-F238E27FC236}">
                      <a16:creationId xmlns:a16="http://schemas.microsoft.com/office/drawing/2014/main" id="{C3EAA6BE-57A4-06A1-2BFE-3A0D8047EE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81" y="38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9" name="Freeform 1068">
                  <a:extLst>
                    <a:ext uri="{FF2B5EF4-FFF2-40B4-BE49-F238E27FC236}">
                      <a16:creationId xmlns:a16="http://schemas.microsoft.com/office/drawing/2014/main" id="{DEC54FC1-2485-A304-2159-BF937FBFDA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785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5"/>
                      </a:moveTo>
                      <a:lnTo>
                        <a:pt x="43" y="98"/>
                      </a:lnTo>
                      <a:lnTo>
                        <a:pt x="85" y="131"/>
                      </a:lnTo>
                      <a:lnTo>
                        <a:pt x="135" y="65"/>
                      </a:lnTo>
                      <a:lnTo>
                        <a:pt x="92" y="32"/>
                      </a:lnTo>
                      <a:lnTo>
                        <a:pt x="50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0" name="Freeform 1069">
                  <a:extLst>
                    <a:ext uri="{FF2B5EF4-FFF2-40B4-BE49-F238E27FC236}">
                      <a16:creationId xmlns:a16="http://schemas.microsoft.com/office/drawing/2014/main" id="{2659FBF1-5475-0A18-2B14-37450D9EB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785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5"/>
                      </a:moveTo>
                      <a:lnTo>
                        <a:pt x="43" y="98"/>
                      </a:lnTo>
                      <a:lnTo>
                        <a:pt x="85" y="131"/>
                      </a:lnTo>
                      <a:lnTo>
                        <a:pt x="135" y="65"/>
                      </a:lnTo>
                      <a:lnTo>
                        <a:pt x="92" y="32"/>
                      </a:lnTo>
                      <a:lnTo>
                        <a:pt x="50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1" name="Freeform 1070">
                  <a:extLst>
                    <a:ext uri="{FF2B5EF4-FFF2-40B4-BE49-F238E27FC236}">
                      <a16:creationId xmlns:a16="http://schemas.microsoft.com/office/drawing/2014/main" id="{CC188889-29E5-6C41-EA9A-EC39E1D60E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790"/>
                  <a:ext cx="8" cy="6"/>
                </a:xfrm>
                <a:custGeom>
                  <a:avLst/>
                  <a:gdLst>
                    <a:gd name="T0" fmla="*/ 0 w 48"/>
                    <a:gd name="T1" fmla="*/ 0 h 33"/>
                    <a:gd name="T2" fmla="*/ 0 w 48"/>
                    <a:gd name="T3" fmla="*/ 0 h 33"/>
                    <a:gd name="T4" fmla="*/ 0 w 48"/>
                    <a:gd name="T5" fmla="*/ 0 h 33"/>
                    <a:gd name="T6" fmla="*/ 0 w 48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3"/>
                    <a:gd name="T14" fmla="*/ 48 w 48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3">
                      <a:moveTo>
                        <a:pt x="0" y="0"/>
                      </a:moveTo>
                      <a:lnTo>
                        <a:pt x="43" y="33"/>
                      </a:lnTo>
                      <a:lnTo>
                        <a:pt x="48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2" name="Line 1071">
                  <a:extLst>
                    <a:ext uri="{FF2B5EF4-FFF2-40B4-BE49-F238E27FC236}">
                      <a16:creationId xmlns:a16="http://schemas.microsoft.com/office/drawing/2014/main" id="{CD11C157-40C8-9B5C-4E5B-B9ADEA8552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0" y="3794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3" name="Freeform 1072">
                  <a:extLst>
                    <a:ext uri="{FF2B5EF4-FFF2-40B4-BE49-F238E27FC236}">
                      <a16:creationId xmlns:a16="http://schemas.microsoft.com/office/drawing/2014/main" id="{D552B7DB-AA6E-DAE1-72F1-6836E28BE5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0" y="73"/>
                      </a:move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4" name="Freeform 1073">
                  <a:extLst>
                    <a:ext uri="{FF2B5EF4-FFF2-40B4-BE49-F238E27FC236}">
                      <a16:creationId xmlns:a16="http://schemas.microsoft.com/office/drawing/2014/main" id="{6A0D611C-D13F-0232-C21E-4A883A6D5D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0" y="73"/>
                      </a:move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5" name="Freeform 1074">
                  <a:extLst>
                    <a:ext uri="{FF2B5EF4-FFF2-40B4-BE49-F238E27FC236}">
                      <a16:creationId xmlns:a16="http://schemas.microsoft.com/office/drawing/2014/main" id="{816A2704-646A-ECB9-0F8A-73981F76D7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78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0" y="0"/>
                      </a:moveTo>
                      <a:lnTo>
                        <a:pt x="48" y="26"/>
                      </a:lnTo>
                      <a:lnTo>
                        <a:pt x="50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6" name="Line 1075">
                  <a:extLst>
                    <a:ext uri="{FF2B5EF4-FFF2-40B4-BE49-F238E27FC236}">
                      <a16:creationId xmlns:a16="http://schemas.microsoft.com/office/drawing/2014/main" id="{1BDD502E-F713-9368-326F-F50433642A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7" y="37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7" name="Freeform 1076">
                  <a:extLst>
                    <a:ext uri="{FF2B5EF4-FFF2-40B4-BE49-F238E27FC236}">
                      <a16:creationId xmlns:a16="http://schemas.microsoft.com/office/drawing/2014/main" id="{4E71BF96-A8B6-F4E1-4102-8B027071C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762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8" name="Freeform 1077">
                  <a:extLst>
                    <a:ext uri="{FF2B5EF4-FFF2-40B4-BE49-F238E27FC236}">
                      <a16:creationId xmlns:a16="http://schemas.microsoft.com/office/drawing/2014/main" id="{11C602C0-AC0C-0C89-354C-CCEFDA3461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762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9" name="Freeform 1078">
                  <a:extLst>
                    <a:ext uri="{FF2B5EF4-FFF2-40B4-BE49-F238E27FC236}">
                      <a16:creationId xmlns:a16="http://schemas.microsoft.com/office/drawing/2014/main" id="{E4E02EB1-79B1-D023-B670-9843A2934D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765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0"/>
                      </a:moveTo>
                      <a:lnTo>
                        <a:pt x="50" y="19"/>
                      </a:lnTo>
                      <a:lnTo>
                        <a:pt x="52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0" name="Line 1079">
                  <a:extLst>
                    <a:ext uri="{FF2B5EF4-FFF2-40B4-BE49-F238E27FC236}">
                      <a16:creationId xmlns:a16="http://schemas.microsoft.com/office/drawing/2014/main" id="{9A007757-EF5D-9E51-2DC9-0DEC91D8B1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2" y="37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" name="Freeform 1080">
                  <a:extLst>
                    <a:ext uri="{FF2B5EF4-FFF2-40B4-BE49-F238E27FC236}">
                      <a16:creationId xmlns:a16="http://schemas.microsoft.com/office/drawing/2014/main" id="{EC29728C-7C86-8E39-226F-3B09F3A401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50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4"/>
                      </a:lnTo>
                      <a:lnTo>
                        <a:pt x="122" y="23"/>
                      </a:ln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2" name="Freeform 1081">
                  <a:extLst>
                    <a:ext uri="{FF2B5EF4-FFF2-40B4-BE49-F238E27FC236}">
                      <a16:creationId xmlns:a16="http://schemas.microsoft.com/office/drawing/2014/main" id="{7906DE0D-2214-2C4E-F871-A164262CA4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50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4"/>
                      </a:lnTo>
                      <a:lnTo>
                        <a:pt x="122" y="23"/>
                      </a:ln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" name="Freeform 1082">
                  <a:extLst>
                    <a:ext uri="{FF2B5EF4-FFF2-40B4-BE49-F238E27FC236}">
                      <a16:creationId xmlns:a16="http://schemas.microsoft.com/office/drawing/2014/main" id="{2752C295-AE4E-E23E-67EA-49A55D4982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75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0" y="0"/>
                      </a:moveTo>
                      <a:lnTo>
                        <a:pt x="52" y="11"/>
                      </a:lnTo>
                      <a:lnTo>
                        <a:pt x="53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4" name="Line 1083">
                  <a:extLst>
                    <a:ext uri="{FF2B5EF4-FFF2-40B4-BE49-F238E27FC236}">
                      <a16:creationId xmlns:a16="http://schemas.microsoft.com/office/drawing/2014/main" id="{55B5F680-BB5C-2541-9EFB-6D69C28B72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6" y="375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5" name="Freeform 1084">
                  <a:extLst>
                    <a:ext uri="{FF2B5EF4-FFF2-40B4-BE49-F238E27FC236}">
                      <a16:creationId xmlns:a16="http://schemas.microsoft.com/office/drawing/2014/main" id="{0450A88D-9CB1-7D94-1FF6-8314790D10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38"/>
                  <a:ext cx="19" cy="14"/>
                </a:xfrm>
                <a:custGeom>
                  <a:avLst/>
                  <a:gdLst>
                    <a:gd name="T0" fmla="*/ 0 w 111"/>
                    <a:gd name="T1" fmla="*/ 0 h 88"/>
                    <a:gd name="T2" fmla="*/ 0 w 111"/>
                    <a:gd name="T3" fmla="*/ 0 h 88"/>
                    <a:gd name="T4" fmla="*/ 0 w 111"/>
                    <a:gd name="T5" fmla="*/ 0 h 88"/>
                    <a:gd name="T6" fmla="*/ 0 w 111"/>
                    <a:gd name="T7" fmla="*/ 0 h 88"/>
                    <a:gd name="T8" fmla="*/ 0 w 111"/>
                    <a:gd name="T9" fmla="*/ 0 h 88"/>
                    <a:gd name="T10" fmla="*/ 0 w 111"/>
                    <a:gd name="T11" fmla="*/ 0 h 88"/>
                    <a:gd name="T12" fmla="*/ 0 w 111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8"/>
                    <a:gd name="T23" fmla="*/ 111 w 111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8">
                      <a:moveTo>
                        <a:pt x="0" y="81"/>
                      </a:moveTo>
                      <a:lnTo>
                        <a:pt x="53" y="85"/>
                      </a:lnTo>
                      <a:lnTo>
                        <a:pt x="106" y="88"/>
                      </a:lnTo>
                      <a:lnTo>
                        <a:pt x="111" y="6"/>
                      </a:ln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6" name="Freeform 1085">
                  <a:extLst>
                    <a:ext uri="{FF2B5EF4-FFF2-40B4-BE49-F238E27FC236}">
                      <a16:creationId xmlns:a16="http://schemas.microsoft.com/office/drawing/2014/main" id="{66E31C98-DEE0-D99D-C4DC-E5EED95011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38"/>
                  <a:ext cx="19" cy="14"/>
                </a:xfrm>
                <a:custGeom>
                  <a:avLst/>
                  <a:gdLst>
                    <a:gd name="T0" fmla="*/ 0 w 111"/>
                    <a:gd name="T1" fmla="*/ 0 h 88"/>
                    <a:gd name="T2" fmla="*/ 0 w 111"/>
                    <a:gd name="T3" fmla="*/ 0 h 88"/>
                    <a:gd name="T4" fmla="*/ 0 w 111"/>
                    <a:gd name="T5" fmla="*/ 0 h 88"/>
                    <a:gd name="T6" fmla="*/ 0 w 111"/>
                    <a:gd name="T7" fmla="*/ 0 h 88"/>
                    <a:gd name="T8" fmla="*/ 0 w 111"/>
                    <a:gd name="T9" fmla="*/ 0 h 88"/>
                    <a:gd name="T10" fmla="*/ 0 w 111"/>
                    <a:gd name="T11" fmla="*/ 0 h 88"/>
                    <a:gd name="T12" fmla="*/ 0 w 111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8"/>
                    <a:gd name="T23" fmla="*/ 111 w 111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8">
                      <a:moveTo>
                        <a:pt x="0" y="81"/>
                      </a:moveTo>
                      <a:lnTo>
                        <a:pt x="53" y="85"/>
                      </a:lnTo>
                      <a:lnTo>
                        <a:pt x="106" y="88"/>
                      </a:lnTo>
                      <a:lnTo>
                        <a:pt x="111" y="6"/>
                      </a:ln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7" name="Freeform 1086">
                  <a:extLst>
                    <a:ext uri="{FF2B5EF4-FFF2-40B4-BE49-F238E27FC236}">
                      <a16:creationId xmlns:a16="http://schemas.microsoft.com/office/drawing/2014/main" id="{07C8CD52-32D1-DFA7-7884-4EB45D7710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7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0" y="3"/>
                      </a:moveTo>
                      <a:lnTo>
                        <a:pt x="53" y="6"/>
                      </a:lnTo>
                      <a:lnTo>
                        <a:pt x="53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8" name="Line 1087">
                  <a:extLst>
                    <a:ext uri="{FF2B5EF4-FFF2-40B4-BE49-F238E27FC236}">
                      <a16:creationId xmlns:a16="http://schemas.microsoft.com/office/drawing/2014/main" id="{8B8A8EF8-EEC4-E8C3-8723-CB2D374261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7" y="37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9" name="Freeform 1088">
                  <a:extLst>
                    <a:ext uri="{FF2B5EF4-FFF2-40B4-BE49-F238E27FC236}">
                      <a16:creationId xmlns:a16="http://schemas.microsoft.com/office/drawing/2014/main" id="{0CC67106-05EC-D11A-F9C1-C45DE0B09C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43"/>
                  <a:ext cx="19" cy="14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2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0" name="Freeform 1089">
                  <a:extLst>
                    <a:ext uri="{FF2B5EF4-FFF2-40B4-BE49-F238E27FC236}">
                      <a16:creationId xmlns:a16="http://schemas.microsoft.com/office/drawing/2014/main" id="{E726EC0C-EA47-BDC0-D32E-BF339397A7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43"/>
                  <a:ext cx="19" cy="14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2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1" name="Freeform 1090">
                  <a:extLst>
                    <a:ext uri="{FF2B5EF4-FFF2-40B4-BE49-F238E27FC236}">
                      <a16:creationId xmlns:a16="http://schemas.microsoft.com/office/drawing/2014/main" id="{602D3ED0-6DD5-CC47-B41F-4AC9CE7B57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24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0" y="12"/>
                      </a:moveTo>
                      <a:lnTo>
                        <a:pt x="53" y="9"/>
                      </a:lnTo>
                      <a:lnTo>
                        <a:pt x="5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2" name="Line 1091">
                  <a:extLst>
                    <a:ext uri="{FF2B5EF4-FFF2-40B4-BE49-F238E27FC236}">
                      <a16:creationId xmlns:a16="http://schemas.microsoft.com/office/drawing/2014/main" id="{05FB14B4-7606-272C-185E-23402B1297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6" y="324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3" name="Freeform 1092">
                  <a:extLst>
                    <a:ext uri="{FF2B5EF4-FFF2-40B4-BE49-F238E27FC236}">
                      <a16:creationId xmlns:a16="http://schemas.microsoft.com/office/drawing/2014/main" id="{EA249924-C110-7D0B-6B0A-A67D9B0578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28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0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4" name="Freeform 1093">
                  <a:extLst>
                    <a:ext uri="{FF2B5EF4-FFF2-40B4-BE49-F238E27FC236}">
                      <a16:creationId xmlns:a16="http://schemas.microsoft.com/office/drawing/2014/main" id="{A76C699F-EB09-200C-B5B3-78EB77FA81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28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0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5" name="Freeform 1094">
                  <a:extLst>
                    <a:ext uri="{FF2B5EF4-FFF2-40B4-BE49-F238E27FC236}">
                      <a16:creationId xmlns:a16="http://schemas.microsoft.com/office/drawing/2014/main" id="{50C44D00-4260-0F18-DF91-EA80700BE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227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19"/>
                      </a:moveTo>
                      <a:lnTo>
                        <a:pt x="52" y="7"/>
                      </a:lnTo>
                      <a:lnTo>
                        <a:pt x="50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6" name="Line 1095">
                  <a:extLst>
                    <a:ext uri="{FF2B5EF4-FFF2-40B4-BE49-F238E27FC236}">
                      <a16:creationId xmlns:a16="http://schemas.microsoft.com/office/drawing/2014/main" id="{A9EB555E-ED24-80D6-5D87-8B553E2CA5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2" y="322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7" name="Freeform 1096">
                  <a:extLst>
                    <a:ext uri="{FF2B5EF4-FFF2-40B4-BE49-F238E27FC236}">
                      <a16:creationId xmlns:a16="http://schemas.microsoft.com/office/drawing/2014/main" id="{B442E8BB-AE7C-A6A0-4674-A2E24CF2BC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14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8" name="Freeform 1097">
                  <a:extLst>
                    <a:ext uri="{FF2B5EF4-FFF2-40B4-BE49-F238E27FC236}">
                      <a16:creationId xmlns:a16="http://schemas.microsoft.com/office/drawing/2014/main" id="{E1F7AD32-25E6-18CD-3DE2-ED93D0E74B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14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9" name="Freeform 1098">
                  <a:extLst>
                    <a:ext uri="{FF2B5EF4-FFF2-40B4-BE49-F238E27FC236}">
                      <a16:creationId xmlns:a16="http://schemas.microsoft.com/office/drawing/2014/main" id="{CA14DC60-B603-8532-D92E-9B81B43304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13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25"/>
                      </a:moveTo>
                      <a:lnTo>
                        <a:pt x="50" y="6"/>
                      </a:lnTo>
                      <a:lnTo>
                        <a:pt x="48" y="0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0" name="Line 1099">
                  <a:extLst>
                    <a:ext uri="{FF2B5EF4-FFF2-40B4-BE49-F238E27FC236}">
                      <a16:creationId xmlns:a16="http://schemas.microsoft.com/office/drawing/2014/main" id="{CB48B99E-EE92-C235-058B-B5CF3A0B3A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7" y="32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1" name="Freeform 1100">
                  <a:extLst>
                    <a:ext uri="{FF2B5EF4-FFF2-40B4-BE49-F238E27FC236}">
                      <a16:creationId xmlns:a16="http://schemas.microsoft.com/office/drawing/2014/main" id="{29643036-C385-0A4C-C173-5867E22F9B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39" y="124"/>
                      </a:move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2" name="Freeform 1101">
                  <a:extLst>
                    <a:ext uri="{FF2B5EF4-FFF2-40B4-BE49-F238E27FC236}">
                      <a16:creationId xmlns:a16="http://schemas.microsoft.com/office/drawing/2014/main" id="{62815F12-4556-8FA2-110C-9C8D46906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39" y="124"/>
                      </a:move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3" name="Freeform 1102">
                  <a:extLst>
                    <a:ext uri="{FF2B5EF4-FFF2-40B4-BE49-F238E27FC236}">
                      <a16:creationId xmlns:a16="http://schemas.microsoft.com/office/drawing/2014/main" id="{1A4F60A2-8CD3-07C6-DCDE-FB0A5FBD2F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199"/>
                  <a:ext cx="8" cy="6"/>
                </a:xfrm>
                <a:custGeom>
                  <a:avLst/>
                  <a:gdLst>
                    <a:gd name="T0" fmla="*/ 0 w 48"/>
                    <a:gd name="T1" fmla="*/ 0 h 33"/>
                    <a:gd name="T2" fmla="*/ 0 w 48"/>
                    <a:gd name="T3" fmla="*/ 0 h 33"/>
                    <a:gd name="T4" fmla="*/ 0 w 48"/>
                    <a:gd name="T5" fmla="*/ 0 h 33"/>
                    <a:gd name="T6" fmla="*/ 0 w 48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3"/>
                    <a:gd name="T14" fmla="*/ 48 w 48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3">
                      <a:moveTo>
                        <a:pt x="0" y="33"/>
                      </a:moveTo>
                      <a:lnTo>
                        <a:pt x="48" y="8"/>
                      </a:lnTo>
                      <a:lnTo>
                        <a:pt x="43" y="0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4" name="Line 1103">
                  <a:extLst>
                    <a:ext uri="{FF2B5EF4-FFF2-40B4-BE49-F238E27FC236}">
                      <a16:creationId xmlns:a16="http://schemas.microsoft.com/office/drawing/2014/main" id="{DA5309EA-CB90-8E49-653F-FD64E8E3C8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0" y="3199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5" name="Freeform 1104">
                  <a:extLst>
                    <a:ext uri="{FF2B5EF4-FFF2-40B4-BE49-F238E27FC236}">
                      <a16:creationId xmlns:a16="http://schemas.microsoft.com/office/drawing/2014/main" id="{429E3D10-9BA7-7A77-24CF-9FCE22A4D3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188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50" y="131"/>
                      </a:moveTo>
                      <a:lnTo>
                        <a:pt x="92" y="98"/>
                      </a:lnTo>
                      <a:lnTo>
                        <a:pt x="135" y="65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5"/>
                      </a:lnTo>
                      <a:lnTo>
                        <a:pt x="50" y="1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6" name="Freeform 1105">
                  <a:extLst>
                    <a:ext uri="{FF2B5EF4-FFF2-40B4-BE49-F238E27FC236}">
                      <a16:creationId xmlns:a16="http://schemas.microsoft.com/office/drawing/2014/main" id="{ED847529-E0EA-0772-178B-3116CFC91D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188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50" y="131"/>
                      </a:moveTo>
                      <a:lnTo>
                        <a:pt x="92" y="98"/>
                      </a:lnTo>
                      <a:lnTo>
                        <a:pt x="135" y="65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5"/>
                      </a:lnTo>
                      <a:lnTo>
                        <a:pt x="50" y="13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7" name="Freeform 1106">
                  <a:extLst>
                    <a:ext uri="{FF2B5EF4-FFF2-40B4-BE49-F238E27FC236}">
                      <a16:creationId xmlns:a16="http://schemas.microsoft.com/office/drawing/2014/main" id="{7823500B-42C3-634F-9789-09C2DD81F3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188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38"/>
                      </a:moveTo>
                      <a:lnTo>
                        <a:pt x="42" y="5"/>
                      </a:lnTo>
                      <a:lnTo>
                        <a:pt x="38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8" name="Line 1107">
                  <a:extLst>
                    <a:ext uri="{FF2B5EF4-FFF2-40B4-BE49-F238E27FC236}">
                      <a16:creationId xmlns:a16="http://schemas.microsoft.com/office/drawing/2014/main" id="{45033699-218A-3FB9-1196-BAB19DBE18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81" y="31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9" name="Freeform 1108">
                  <a:extLst>
                    <a:ext uri="{FF2B5EF4-FFF2-40B4-BE49-F238E27FC236}">
                      <a16:creationId xmlns:a16="http://schemas.microsoft.com/office/drawing/2014/main" id="{B0D1CAB5-69A9-6F51-D618-00ABE6CF7B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178"/>
                  <a:ext cx="22" cy="22"/>
                </a:xfrm>
                <a:custGeom>
                  <a:avLst/>
                  <a:gdLst>
                    <a:gd name="T0" fmla="*/ 0 w 135"/>
                    <a:gd name="T1" fmla="*/ 0 h 135"/>
                    <a:gd name="T2" fmla="*/ 0 w 135"/>
                    <a:gd name="T3" fmla="*/ 0 h 135"/>
                    <a:gd name="T4" fmla="*/ 0 w 135"/>
                    <a:gd name="T5" fmla="*/ 0 h 135"/>
                    <a:gd name="T6" fmla="*/ 0 w 135"/>
                    <a:gd name="T7" fmla="*/ 0 h 135"/>
                    <a:gd name="T8" fmla="*/ 0 w 135"/>
                    <a:gd name="T9" fmla="*/ 0 h 135"/>
                    <a:gd name="T10" fmla="*/ 0 w 135"/>
                    <a:gd name="T11" fmla="*/ 0 h 135"/>
                    <a:gd name="T12" fmla="*/ 0 w 13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5"/>
                    <a:gd name="T23" fmla="*/ 135 w 13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5">
                      <a:moveTo>
                        <a:pt x="58" y="135"/>
                      </a:moveTo>
                      <a:lnTo>
                        <a:pt x="97" y="97"/>
                      </a:lnTo>
                      <a:lnTo>
                        <a:pt x="135" y="59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7"/>
                      </a:lnTo>
                      <a:lnTo>
                        <a:pt x="58" y="1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0" name="Freeform 1109">
                  <a:extLst>
                    <a:ext uri="{FF2B5EF4-FFF2-40B4-BE49-F238E27FC236}">
                      <a16:creationId xmlns:a16="http://schemas.microsoft.com/office/drawing/2014/main" id="{58010D21-7801-EC5E-8519-FCF9A39161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178"/>
                  <a:ext cx="22" cy="22"/>
                </a:xfrm>
                <a:custGeom>
                  <a:avLst/>
                  <a:gdLst>
                    <a:gd name="T0" fmla="*/ 0 w 135"/>
                    <a:gd name="T1" fmla="*/ 0 h 135"/>
                    <a:gd name="T2" fmla="*/ 0 w 135"/>
                    <a:gd name="T3" fmla="*/ 0 h 135"/>
                    <a:gd name="T4" fmla="*/ 0 w 135"/>
                    <a:gd name="T5" fmla="*/ 0 h 135"/>
                    <a:gd name="T6" fmla="*/ 0 w 135"/>
                    <a:gd name="T7" fmla="*/ 0 h 135"/>
                    <a:gd name="T8" fmla="*/ 0 w 135"/>
                    <a:gd name="T9" fmla="*/ 0 h 135"/>
                    <a:gd name="T10" fmla="*/ 0 w 135"/>
                    <a:gd name="T11" fmla="*/ 0 h 135"/>
                    <a:gd name="T12" fmla="*/ 0 w 13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5"/>
                    <a:gd name="T23" fmla="*/ 135 w 13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5">
                      <a:moveTo>
                        <a:pt x="58" y="135"/>
                      </a:moveTo>
                      <a:lnTo>
                        <a:pt x="97" y="97"/>
                      </a:lnTo>
                      <a:lnTo>
                        <a:pt x="135" y="59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7"/>
                      </a:lnTo>
                      <a:lnTo>
                        <a:pt x="58" y="13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1" name="Freeform 1110">
                  <a:extLst>
                    <a:ext uri="{FF2B5EF4-FFF2-40B4-BE49-F238E27FC236}">
                      <a16:creationId xmlns:a16="http://schemas.microsoft.com/office/drawing/2014/main" id="{A3B37508-4A3C-3A10-9535-675DDA8BE3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177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0" y="42"/>
                      </a:moveTo>
                      <a:lnTo>
                        <a:pt x="38" y="4"/>
                      </a:lnTo>
                      <a:lnTo>
                        <a:pt x="33" y="0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2" name="Line 1111">
                  <a:extLst>
                    <a:ext uri="{FF2B5EF4-FFF2-40B4-BE49-F238E27FC236}">
                      <a16:creationId xmlns:a16="http://schemas.microsoft.com/office/drawing/2014/main" id="{1EE14021-3E58-CC0E-32B0-53850ABF23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70" y="31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3" name="Freeform 1112">
                  <a:extLst>
                    <a:ext uri="{FF2B5EF4-FFF2-40B4-BE49-F238E27FC236}">
                      <a16:creationId xmlns:a16="http://schemas.microsoft.com/office/drawing/2014/main" id="{932F3303-A152-B815-63C9-72F215BA8B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169"/>
                  <a:ext cx="22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65" y="135"/>
                      </a:move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lnTo>
                        <a:pt x="33" y="43"/>
                      </a:lnTo>
                      <a:lnTo>
                        <a:pt x="0" y="85"/>
                      </a:lnTo>
                      <a:lnTo>
                        <a:pt x="65" y="1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4" name="Freeform 1113">
                  <a:extLst>
                    <a:ext uri="{FF2B5EF4-FFF2-40B4-BE49-F238E27FC236}">
                      <a16:creationId xmlns:a16="http://schemas.microsoft.com/office/drawing/2014/main" id="{347BF7D7-095E-F9F9-A881-EA4D50EAC3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169"/>
                  <a:ext cx="22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65" y="135"/>
                      </a:move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lnTo>
                        <a:pt x="33" y="43"/>
                      </a:lnTo>
                      <a:lnTo>
                        <a:pt x="0" y="85"/>
                      </a:lnTo>
                      <a:lnTo>
                        <a:pt x="65" y="13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5" name="Freeform 1114">
                  <a:extLst>
                    <a:ext uri="{FF2B5EF4-FFF2-40B4-BE49-F238E27FC236}">
                      <a16:creationId xmlns:a16="http://schemas.microsoft.com/office/drawing/2014/main" id="{1295B83E-0AFB-B225-ADCA-968F1E5EDC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168"/>
                  <a:ext cx="5" cy="8"/>
                </a:xfrm>
                <a:custGeom>
                  <a:avLst/>
                  <a:gdLst>
                    <a:gd name="T0" fmla="*/ 0 w 32"/>
                    <a:gd name="T1" fmla="*/ 0 h 47"/>
                    <a:gd name="T2" fmla="*/ 0 w 32"/>
                    <a:gd name="T3" fmla="*/ 0 h 47"/>
                    <a:gd name="T4" fmla="*/ 0 w 32"/>
                    <a:gd name="T5" fmla="*/ 0 h 47"/>
                    <a:gd name="T6" fmla="*/ 0 w 32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7"/>
                    <a:gd name="T14" fmla="*/ 32 w 32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7">
                      <a:moveTo>
                        <a:pt x="0" y="47"/>
                      </a:moveTo>
                      <a:lnTo>
                        <a:pt x="32" y="4"/>
                      </a:lnTo>
                      <a:lnTo>
                        <a:pt x="25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6" name="Line 1115">
                  <a:extLst>
                    <a:ext uri="{FF2B5EF4-FFF2-40B4-BE49-F238E27FC236}">
                      <a16:creationId xmlns:a16="http://schemas.microsoft.com/office/drawing/2014/main" id="{3BFBD8E7-9345-634E-30BA-7CD9394CA0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58" y="31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7" name="Freeform 1116">
                  <a:extLst>
                    <a:ext uri="{FF2B5EF4-FFF2-40B4-BE49-F238E27FC236}">
                      <a16:creationId xmlns:a16="http://schemas.microsoft.com/office/drawing/2014/main" id="{F0F03501-4EE6-1CA5-8A77-5C00860C68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162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72" y="132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6"/>
                      </a:lnTo>
                      <a:lnTo>
                        <a:pt x="0" y="93"/>
                      </a:lnTo>
                      <a:lnTo>
                        <a:pt x="72" y="1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8" name="Freeform 1117">
                  <a:extLst>
                    <a:ext uri="{FF2B5EF4-FFF2-40B4-BE49-F238E27FC236}">
                      <a16:creationId xmlns:a16="http://schemas.microsoft.com/office/drawing/2014/main" id="{9E99CC39-86B5-5C76-235F-BE6F7539EA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162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72" y="132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6"/>
                      </a:lnTo>
                      <a:lnTo>
                        <a:pt x="0" y="93"/>
                      </a:lnTo>
                      <a:lnTo>
                        <a:pt x="72" y="13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9" name="Freeform 1118">
                  <a:extLst>
                    <a:ext uri="{FF2B5EF4-FFF2-40B4-BE49-F238E27FC236}">
                      <a16:creationId xmlns:a16="http://schemas.microsoft.com/office/drawing/2014/main" id="{7BDA8074-8EB6-F2C6-6349-934FF64B89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161"/>
                  <a:ext cx="4" cy="8"/>
                </a:xfrm>
                <a:custGeom>
                  <a:avLst/>
                  <a:gdLst>
                    <a:gd name="T0" fmla="*/ 0 w 25"/>
                    <a:gd name="T1" fmla="*/ 0 h 49"/>
                    <a:gd name="T2" fmla="*/ 0 w 25"/>
                    <a:gd name="T3" fmla="*/ 0 h 49"/>
                    <a:gd name="T4" fmla="*/ 0 w 25"/>
                    <a:gd name="T5" fmla="*/ 0 h 49"/>
                    <a:gd name="T6" fmla="*/ 0 w 25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49"/>
                    <a:gd name="T14" fmla="*/ 25 w 25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49">
                      <a:moveTo>
                        <a:pt x="0" y="49"/>
                      </a:moveTo>
                      <a:lnTo>
                        <a:pt x="25" y="3"/>
                      </a:lnTo>
                      <a:lnTo>
                        <a:pt x="19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0" name="Line 1119">
                  <a:extLst>
                    <a:ext uri="{FF2B5EF4-FFF2-40B4-BE49-F238E27FC236}">
                      <a16:creationId xmlns:a16="http://schemas.microsoft.com/office/drawing/2014/main" id="{425098F0-C71E-D544-8842-E9D7F39476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45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1" name="Freeform 1120">
                  <a:extLst>
                    <a:ext uri="{FF2B5EF4-FFF2-40B4-BE49-F238E27FC236}">
                      <a16:creationId xmlns:a16="http://schemas.microsoft.com/office/drawing/2014/main" id="{F0EDA441-086D-EF6D-B30D-1D6869E8A4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15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9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2" name="Freeform 1121">
                  <a:extLst>
                    <a:ext uri="{FF2B5EF4-FFF2-40B4-BE49-F238E27FC236}">
                      <a16:creationId xmlns:a16="http://schemas.microsoft.com/office/drawing/2014/main" id="{7F7AC6C4-CA3B-8305-6E49-1FB151E121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15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9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3" name="Freeform 1122">
                  <a:extLst>
                    <a:ext uri="{FF2B5EF4-FFF2-40B4-BE49-F238E27FC236}">
                      <a16:creationId xmlns:a16="http://schemas.microsoft.com/office/drawing/2014/main" id="{A830E06D-407D-6B02-1225-537A6CB217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52"/>
                      </a:moveTo>
                      <a:lnTo>
                        <a:pt x="19" y="2"/>
                      </a:lnTo>
                      <a:lnTo>
                        <a:pt x="12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4" name="Line 1123">
                  <a:extLst>
                    <a:ext uri="{FF2B5EF4-FFF2-40B4-BE49-F238E27FC236}">
                      <a16:creationId xmlns:a16="http://schemas.microsoft.com/office/drawing/2014/main" id="{02B79615-E788-7625-C9B5-467F300F8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31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5" name="Freeform 1124">
                  <a:extLst>
                    <a:ext uri="{FF2B5EF4-FFF2-40B4-BE49-F238E27FC236}">
                      <a16:creationId xmlns:a16="http://schemas.microsoft.com/office/drawing/2014/main" id="{8C62E913-9E2D-C9B6-2B39-308806F134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153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6" name="Freeform 1125">
                  <a:extLst>
                    <a:ext uri="{FF2B5EF4-FFF2-40B4-BE49-F238E27FC236}">
                      <a16:creationId xmlns:a16="http://schemas.microsoft.com/office/drawing/2014/main" id="{9C8F6E65-0C3E-7C91-5D9F-75EBCB7A97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153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7" name="Freeform 1126">
                  <a:extLst>
                    <a:ext uri="{FF2B5EF4-FFF2-40B4-BE49-F238E27FC236}">
                      <a16:creationId xmlns:a16="http://schemas.microsoft.com/office/drawing/2014/main" id="{BE63B8DD-849E-1B8C-3E8E-488C3F27B2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15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53"/>
                      </a:moveTo>
                      <a:lnTo>
                        <a:pt x="12" y="1"/>
                      </a:lnTo>
                      <a:lnTo>
                        <a:pt x="3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8" name="Line 1127">
                  <a:extLst>
                    <a:ext uri="{FF2B5EF4-FFF2-40B4-BE49-F238E27FC236}">
                      <a16:creationId xmlns:a16="http://schemas.microsoft.com/office/drawing/2014/main" id="{F25F65B5-56B3-A76D-5FA5-C8EB0298DD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16" y="3153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9" name="Freeform 1128">
                  <a:extLst>
                    <a:ext uri="{FF2B5EF4-FFF2-40B4-BE49-F238E27FC236}">
                      <a16:creationId xmlns:a16="http://schemas.microsoft.com/office/drawing/2014/main" id="{B652FD33-DEE2-0323-848A-793705B89F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152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82" y="111"/>
                      </a:moveTo>
                      <a:lnTo>
                        <a:pt x="85" y="58"/>
                      </a:lnTo>
                      <a:lnTo>
                        <a:pt x="88" y="5"/>
                      </a:lnTo>
                      <a:lnTo>
                        <a:pt x="7" y="0"/>
                      </a:ln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0" name="Freeform 1129">
                  <a:extLst>
                    <a:ext uri="{FF2B5EF4-FFF2-40B4-BE49-F238E27FC236}">
                      <a16:creationId xmlns:a16="http://schemas.microsoft.com/office/drawing/2014/main" id="{F6DA36EC-6AF1-3BAF-F27A-72E5969A06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152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82" y="111"/>
                      </a:moveTo>
                      <a:lnTo>
                        <a:pt x="85" y="58"/>
                      </a:lnTo>
                      <a:lnTo>
                        <a:pt x="88" y="5"/>
                      </a:lnTo>
                      <a:lnTo>
                        <a:pt x="7" y="0"/>
                      </a:ln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1" name="Freeform 1130">
                  <a:extLst>
                    <a:ext uri="{FF2B5EF4-FFF2-40B4-BE49-F238E27FC236}">
                      <a16:creationId xmlns:a16="http://schemas.microsoft.com/office/drawing/2014/main" id="{EFC4B552-990F-27B9-EA07-E5D2506F0E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152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3" y="53"/>
                      </a:move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2" name="Line 1131">
                  <a:extLst>
                    <a:ext uri="{FF2B5EF4-FFF2-40B4-BE49-F238E27FC236}">
                      <a16:creationId xmlns:a16="http://schemas.microsoft.com/office/drawing/2014/main" id="{A300C484-0B77-7E1D-7B42-3476DEE57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02" y="31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3" name="Freeform 1132">
                  <a:extLst>
                    <a:ext uri="{FF2B5EF4-FFF2-40B4-BE49-F238E27FC236}">
                      <a16:creationId xmlns:a16="http://schemas.microsoft.com/office/drawing/2014/main" id="{8231DEB0-23C9-ECCE-A869-21E67A59E0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152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89" y="106"/>
                      </a:move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89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4" name="Freeform 1133">
                  <a:extLst>
                    <a:ext uri="{FF2B5EF4-FFF2-40B4-BE49-F238E27FC236}">
                      <a16:creationId xmlns:a16="http://schemas.microsoft.com/office/drawing/2014/main" id="{8E90217C-354D-03AE-32CF-EC83360C9F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152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89" y="106"/>
                      </a:move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89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5" name="Freeform 1134">
                  <a:extLst>
                    <a:ext uri="{FF2B5EF4-FFF2-40B4-BE49-F238E27FC236}">
                      <a16:creationId xmlns:a16="http://schemas.microsoft.com/office/drawing/2014/main" id="{F75D7555-738F-A027-AF5E-8A2760ABB1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15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53"/>
                      </a:moveTo>
                      <a:lnTo>
                        <a:pt x="9" y="0"/>
                      </a:lnTo>
                      <a:lnTo>
                        <a:pt x="0" y="1"/>
                      </a:lnTo>
                      <a:lnTo>
                        <a:pt x="1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6" name="Line 1135">
                  <a:extLst>
                    <a:ext uri="{FF2B5EF4-FFF2-40B4-BE49-F238E27FC236}">
                      <a16:creationId xmlns:a16="http://schemas.microsoft.com/office/drawing/2014/main" id="{55118F48-2381-6707-8AE3-4A76FB153A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86" y="3153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7" name="Freeform 1136">
                  <a:extLst>
                    <a:ext uri="{FF2B5EF4-FFF2-40B4-BE49-F238E27FC236}">
                      <a16:creationId xmlns:a16="http://schemas.microsoft.com/office/drawing/2014/main" id="{B98B7AE8-8E2A-DCFF-1D90-A1DFB1CE2A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153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8" name="Freeform 1137">
                  <a:extLst>
                    <a:ext uri="{FF2B5EF4-FFF2-40B4-BE49-F238E27FC236}">
                      <a16:creationId xmlns:a16="http://schemas.microsoft.com/office/drawing/2014/main" id="{0CD94DCA-6C7D-942D-6949-4334B11C99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153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9" name="Freeform 1138">
                  <a:extLst>
                    <a:ext uri="{FF2B5EF4-FFF2-40B4-BE49-F238E27FC236}">
                      <a16:creationId xmlns:a16="http://schemas.microsoft.com/office/drawing/2014/main" id="{93D6B468-2A65-205C-76D9-5F96185A56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52"/>
                      </a:moveTo>
                      <a:lnTo>
                        <a:pt x="8" y="0"/>
                      </a:lnTo>
                      <a:lnTo>
                        <a:pt x="0" y="2"/>
                      </a:lnTo>
                      <a:lnTo>
                        <a:pt x="19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0" name="Line 1139">
                  <a:extLst>
                    <a:ext uri="{FF2B5EF4-FFF2-40B4-BE49-F238E27FC236}">
                      <a16:creationId xmlns:a16="http://schemas.microsoft.com/office/drawing/2014/main" id="{BCDDE6B7-512A-E701-ED1B-2CB3D7D9A0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2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1" name="Freeform 1140">
                  <a:extLst>
                    <a:ext uri="{FF2B5EF4-FFF2-40B4-BE49-F238E27FC236}">
                      <a16:creationId xmlns:a16="http://schemas.microsoft.com/office/drawing/2014/main" id="{2F3354F8-20E3-8AC1-E0B2-41E3CAB10A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15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100"/>
                      </a:moveTo>
                      <a:lnTo>
                        <a:pt x="96" y="50"/>
                      </a:lnTo>
                      <a:lnTo>
                        <a:pt x="77" y="0"/>
                      </a:lnTo>
                      <a:lnTo>
                        <a:pt x="0" y="29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2" name="Freeform 1141">
                  <a:extLst>
                    <a:ext uri="{FF2B5EF4-FFF2-40B4-BE49-F238E27FC236}">
                      <a16:creationId xmlns:a16="http://schemas.microsoft.com/office/drawing/2014/main" id="{0043510F-1E9D-E9EF-82DE-F5BC9C2378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15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100"/>
                      </a:moveTo>
                      <a:lnTo>
                        <a:pt x="96" y="50"/>
                      </a:lnTo>
                      <a:lnTo>
                        <a:pt x="77" y="0"/>
                      </a:lnTo>
                      <a:lnTo>
                        <a:pt x="0" y="29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3" name="Freeform 1142">
                  <a:extLst>
                    <a:ext uri="{FF2B5EF4-FFF2-40B4-BE49-F238E27FC236}">
                      <a16:creationId xmlns:a16="http://schemas.microsoft.com/office/drawing/2014/main" id="{2F6DE281-6F95-BF32-0A5E-87B9C503C9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161"/>
                  <a:ext cx="4" cy="8"/>
                </a:xfrm>
                <a:custGeom>
                  <a:avLst/>
                  <a:gdLst>
                    <a:gd name="T0" fmla="*/ 0 w 25"/>
                    <a:gd name="T1" fmla="*/ 0 h 49"/>
                    <a:gd name="T2" fmla="*/ 0 w 25"/>
                    <a:gd name="T3" fmla="*/ 0 h 49"/>
                    <a:gd name="T4" fmla="*/ 0 w 25"/>
                    <a:gd name="T5" fmla="*/ 0 h 49"/>
                    <a:gd name="T6" fmla="*/ 0 w 25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49"/>
                    <a:gd name="T14" fmla="*/ 25 w 25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49">
                      <a:moveTo>
                        <a:pt x="25" y="49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25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4" name="Line 1143">
                  <a:extLst>
                    <a:ext uri="{FF2B5EF4-FFF2-40B4-BE49-F238E27FC236}">
                      <a16:creationId xmlns:a16="http://schemas.microsoft.com/office/drawing/2014/main" id="{759D2292-D64B-9E51-4B3B-816151B296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58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5" name="Freeform 1144">
                  <a:extLst>
                    <a:ext uri="{FF2B5EF4-FFF2-40B4-BE49-F238E27FC236}">
                      <a16:creationId xmlns:a16="http://schemas.microsoft.com/office/drawing/2014/main" id="{6E849B83-CAE5-08EE-3168-DC5A6E5311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162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122" y="93"/>
                      </a:moveTo>
                      <a:lnTo>
                        <a:pt x="97" y="46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2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6" name="Freeform 1145">
                  <a:extLst>
                    <a:ext uri="{FF2B5EF4-FFF2-40B4-BE49-F238E27FC236}">
                      <a16:creationId xmlns:a16="http://schemas.microsoft.com/office/drawing/2014/main" id="{267C91D4-71A4-2F96-9D40-AE812BAE17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162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122" y="93"/>
                      </a:moveTo>
                      <a:lnTo>
                        <a:pt x="97" y="46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2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7" name="Freeform 1146">
                  <a:extLst>
                    <a:ext uri="{FF2B5EF4-FFF2-40B4-BE49-F238E27FC236}">
                      <a16:creationId xmlns:a16="http://schemas.microsoft.com/office/drawing/2014/main" id="{EEE8A8E5-7047-BEC2-5076-CA6CA3CC92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168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47"/>
                      </a:moveTo>
                      <a:lnTo>
                        <a:pt x="8" y="0"/>
                      </a:lnTo>
                      <a:lnTo>
                        <a:pt x="0" y="4"/>
                      </a:lnTo>
                      <a:lnTo>
                        <a:pt x="33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8" name="Line 1147">
                  <a:extLst>
                    <a:ext uri="{FF2B5EF4-FFF2-40B4-BE49-F238E27FC236}">
                      <a16:creationId xmlns:a16="http://schemas.microsoft.com/office/drawing/2014/main" id="{B3466599-5B46-94CE-BA65-D85B7A6B8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5" y="31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9" name="Freeform 1148">
                  <a:extLst>
                    <a:ext uri="{FF2B5EF4-FFF2-40B4-BE49-F238E27FC236}">
                      <a16:creationId xmlns:a16="http://schemas.microsoft.com/office/drawing/2014/main" id="{46FA9703-9737-4DAF-D53E-877DD569B9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169"/>
                  <a:ext cx="21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131" y="85"/>
                      </a:moveTo>
                      <a:lnTo>
                        <a:pt x="98" y="43"/>
                      </a:lnTo>
                      <a:lnTo>
                        <a:pt x="65" y="0"/>
                      </a:lnTo>
                      <a:lnTo>
                        <a:pt x="0" y="50"/>
                      </a:lnTo>
                      <a:lnTo>
                        <a:pt x="32" y="92"/>
                      </a:lnTo>
                      <a:lnTo>
                        <a:pt x="65" y="135"/>
                      </a:lnTo>
                      <a:lnTo>
                        <a:pt x="131" y="8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0" name="Freeform 1149">
                  <a:extLst>
                    <a:ext uri="{FF2B5EF4-FFF2-40B4-BE49-F238E27FC236}">
                      <a16:creationId xmlns:a16="http://schemas.microsoft.com/office/drawing/2014/main" id="{65431491-E999-0736-4DC1-66CEB90D81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169"/>
                  <a:ext cx="21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131" y="85"/>
                      </a:moveTo>
                      <a:lnTo>
                        <a:pt x="98" y="43"/>
                      </a:lnTo>
                      <a:lnTo>
                        <a:pt x="65" y="0"/>
                      </a:lnTo>
                      <a:lnTo>
                        <a:pt x="0" y="50"/>
                      </a:lnTo>
                      <a:lnTo>
                        <a:pt x="32" y="92"/>
                      </a:lnTo>
                      <a:lnTo>
                        <a:pt x="65" y="135"/>
                      </a:lnTo>
                      <a:lnTo>
                        <a:pt x="131" y="8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1" name="Freeform 1150">
                  <a:extLst>
                    <a:ext uri="{FF2B5EF4-FFF2-40B4-BE49-F238E27FC236}">
                      <a16:creationId xmlns:a16="http://schemas.microsoft.com/office/drawing/2014/main" id="{DE41D22A-8ADC-ABE6-9526-8A31F81BDA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177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38" y="42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8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2" name="Line 1151">
                  <a:extLst>
                    <a:ext uri="{FF2B5EF4-FFF2-40B4-BE49-F238E27FC236}">
                      <a16:creationId xmlns:a16="http://schemas.microsoft.com/office/drawing/2014/main" id="{8F01D3B6-8CD8-8D8F-F6E5-6114EC4684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3" y="31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3" name="Freeform 1152">
                  <a:extLst>
                    <a:ext uri="{FF2B5EF4-FFF2-40B4-BE49-F238E27FC236}">
                      <a16:creationId xmlns:a16="http://schemas.microsoft.com/office/drawing/2014/main" id="{D46B0AB0-892E-9F9F-E92F-8E7FBA0ED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178"/>
                  <a:ext cx="22" cy="22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134" y="77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9"/>
                      </a:lnTo>
                      <a:lnTo>
                        <a:pt x="38" y="97"/>
                      </a:lnTo>
                      <a:lnTo>
                        <a:pt x="76" y="135"/>
                      </a:lnTo>
                      <a:lnTo>
                        <a:pt x="134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4" name="Freeform 1153">
                  <a:extLst>
                    <a:ext uri="{FF2B5EF4-FFF2-40B4-BE49-F238E27FC236}">
                      <a16:creationId xmlns:a16="http://schemas.microsoft.com/office/drawing/2014/main" id="{EA061C6E-8622-A7A4-BF75-5EB01D8B57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178"/>
                  <a:ext cx="22" cy="22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134" y="77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9"/>
                      </a:lnTo>
                      <a:lnTo>
                        <a:pt x="38" y="97"/>
                      </a:lnTo>
                      <a:lnTo>
                        <a:pt x="76" y="135"/>
                      </a:lnTo>
                      <a:lnTo>
                        <a:pt x="134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5" name="Freeform 1154">
                  <a:extLst>
                    <a:ext uri="{FF2B5EF4-FFF2-40B4-BE49-F238E27FC236}">
                      <a16:creationId xmlns:a16="http://schemas.microsoft.com/office/drawing/2014/main" id="{89A9E666-2456-087A-3646-CF54382FFF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188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38"/>
                      </a:move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42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6" name="Line 1155">
                  <a:extLst>
                    <a:ext uri="{FF2B5EF4-FFF2-40B4-BE49-F238E27FC236}">
                      <a16:creationId xmlns:a16="http://schemas.microsoft.com/office/drawing/2014/main" id="{60E9385E-BB33-6DD9-FFBD-0A588751B4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2" y="31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7" name="Freeform 1156">
                  <a:extLst>
                    <a:ext uri="{FF2B5EF4-FFF2-40B4-BE49-F238E27FC236}">
                      <a16:creationId xmlns:a16="http://schemas.microsoft.com/office/drawing/2014/main" id="{A2879A45-822C-37F4-A875-0D9A28EED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188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134" y="65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5"/>
                      </a:lnTo>
                      <a:lnTo>
                        <a:pt x="42" y="98"/>
                      </a:lnTo>
                      <a:lnTo>
                        <a:pt x="85" y="131"/>
                      </a:lnTo>
                      <a:lnTo>
                        <a:pt x="134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8" name="Freeform 1157">
                  <a:extLst>
                    <a:ext uri="{FF2B5EF4-FFF2-40B4-BE49-F238E27FC236}">
                      <a16:creationId xmlns:a16="http://schemas.microsoft.com/office/drawing/2014/main" id="{86E442CA-B10D-CB32-396A-4068F5DAD8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188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134" y="65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5"/>
                      </a:lnTo>
                      <a:lnTo>
                        <a:pt x="42" y="98"/>
                      </a:lnTo>
                      <a:lnTo>
                        <a:pt x="85" y="131"/>
                      </a:lnTo>
                      <a:lnTo>
                        <a:pt x="134" y="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9" name="Freeform 1158">
                  <a:extLst>
                    <a:ext uri="{FF2B5EF4-FFF2-40B4-BE49-F238E27FC236}">
                      <a16:creationId xmlns:a16="http://schemas.microsoft.com/office/drawing/2014/main" id="{C5A1BC16-3F29-E00D-5E4D-FF9C8A69E2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199"/>
                  <a:ext cx="8" cy="6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47" y="33"/>
                      </a:moveTo>
                      <a:lnTo>
                        <a:pt x="5" y="0"/>
                      </a:lnTo>
                      <a:lnTo>
                        <a:pt x="0" y="8"/>
                      </a:lnTo>
                      <a:lnTo>
                        <a:pt x="47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0" name="Line 1159">
                  <a:extLst>
                    <a:ext uri="{FF2B5EF4-FFF2-40B4-BE49-F238E27FC236}">
                      <a16:creationId xmlns:a16="http://schemas.microsoft.com/office/drawing/2014/main" id="{F75CBCCF-6591-41DE-46A2-49987BF08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13" y="3199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1" name="Freeform 1160">
                  <a:extLst>
                    <a:ext uri="{FF2B5EF4-FFF2-40B4-BE49-F238E27FC236}">
                      <a16:creationId xmlns:a16="http://schemas.microsoft.com/office/drawing/2014/main" id="{21DEEC9B-03DB-CD2A-17C6-635200F680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134" y="51"/>
                      </a:move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2" name="Freeform 1161">
                  <a:extLst>
                    <a:ext uri="{FF2B5EF4-FFF2-40B4-BE49-F238E27FC236}">
                      <a16:creationId xmlns:a16="http://schemas.microsoft.com/office/drawing/2014/main" id="{B9216E16-8F5B-8BCB-1749-2DB7FE966E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134" y="51"/>
                      </a:move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3" name="Freeform 1162">
                  <a:extLst>
                    <a:ext uri="{FF2B5EF4-FFF2-40B4-BE49-F238E27FC236}">
                      <a16:creationId xmlns:a16="http://schemas.microsoft.com/office/drawing/2014/main" id="{E1389979-E31F-6ED2-59AE-C98145E51E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213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50" y="25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5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4" name="Line 1163">
                  <a:extLst>
                    <a:ext uri="{FF2B5EF4-FFF2-40B4-BE49-F238E27FC236}">
                      <a16:creationId xmlns:a16="http://schemas.microsoft.com/office/drawing/2014/main" id="{11BE3524-FCCF-E313-05C3-6DC8EE4510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6" y="32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5" name="Freeform 1164">
                  <a:extLst>
                    <a:ext uri="{FF2B5EF4-FFF2-40B4-BE49-F238E27FC236}">
                      <a16:creationId xmlns:a16="http://schemas.microsoft.com/office/drawing/2014/main" id="{9F5C5E3B-92F1-9ECB-E6F0-9E4B02EB69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14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6" name="Freeform 1165">
                  <a:extLst>
                    <a:ext uri="{FF2B5EF4-FFF2-40B4-BE49-F238E27FC236}">
                      <a16:creationId xmlns:a16="http://schemas.microsoft.com/office/drawing/2014/main" id="{D2FFAF6F-4869-E4A4-40EA-7714142C26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14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7" name="Freeform 1166">
                  <a:extLst>
                    <a:ext uri="{FF2B5EF4-FFF2-40B4-BE49-F238E27FC236}">
                      <a16:creationId xmlns:a16="http://schemas.microsoft.com/office/drawing/2014/main" id="{07C0A07F-8C3E-A9D6-33F5-DAC30BD919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27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19"/>
                      </a:moveTo>
                      <a:lnTo>
                        <a:pt x="2" y="0"/>
                      </a:lnTo>
                      <a:lnTo>
                        <a:pt x="0" y="7"/>
                      </a:lnTo>
                      <a:lnTo>
                        <a:pt x="52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8" name="Line 1167">
                  <a:extLst>
                    <a:ext uri="{FF2B5EF4-FFF2-40B4-BE49-F238E27FC236}">
                      <a16:creationId xmlns:a16="http://schemas.microsoft.com/office/drawing/2014/main" id="{E25E1806-0780-1B1C-2CE0-77D854ED07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1" y="322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9" name="Freeform 1168">
                  <a:extLst>
                    <a:ext uri="{FF2B5EF4-FFF2-40B4-BE49-F238E27FC236}">
                      <a16:creationId xmlns:a16="http://schemas.microsoft.com/office/drawing/2014/main" id="{90B2A478-0A0F-CAA4-5026-77D08A02F9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28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3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0" name="Freeform 1169">
                  <a:extLst>
                    <a:ext uri="{FF2B5EF4-FFF2-40B4-BE49-F238E27FC236}">
                      <a16:creationId xmlns:a16="http://schemas.microsoft.com/office/drawing/2014/main" id="{3F81F7DE-2885-B017-18D4-EBAA0FCBB8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28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3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1" name="Freeform 1170">
                  <a:extLst>
                    <a:ext uri="{FF2B5EF4-FFF2-40B4-BE49-F238E27FC236}">
                      <a16:creationId xmlns:a16="http://schemas.microsoft.com/office/drawing/2014/main" id="{17F38829-036B-631C-5B88-88F3BA7FB6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4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53" y="12"/>
                      </a:moveTo>
                      <a:lnTo>
                        <a:pt x="1" y="0"/>
                      </a:lnTo>
                      <a:lnTo>
                        <a:pt x="0" y="9"/>
                      </a:lnTo>
                      <a:lnTo>
                        <a:pt x="53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2" name="Line 1171">
                  <a:extLst>
                    <a:ext uri="{FF2B5EF4-FFF2-40B4-BE49-F238E27FC236}">
                      <a16:creationId xmlns:a16="http://schemas.microsoft.com/office/drawing/2014/main" id="{E967EE7B-5E84-6C25-6D8C-4CFE6360C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98" y="324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3" name="Freeform 1172">
                  <a:extLst>
                    <a:ext uri="{FF2B5EF4-FFF2-40B4-BE49-F238E27FC236}">
                      <a16:creationId xmlns:a16="http://schemas.microsoft.com/office/drawing/2014/main" id="{5B950E71-A69A-2356-B9F3-3EDCD53796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43"/>
                  <a:ext cx="19" cy="14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2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4" name="Freeform 1173">
                  <a:extLst>
                    <a:ext uri="{FF2B5EF4-FFF2-40B4-BE49-F238E27FC236}">
                      <a16:creationId xmlns:a16="http://schemas.microsoft.com/office/drawing/2014/main" id="{10202061-6956-CF67-69CB-B358D4F1D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43"/>
                  <a:ext cx="19" cy="14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2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5" name="Freeform 1174">
                  <a:extLst>
                    <a:ext uri="{FF2B5EF4-FFF2-40B4-BE49-F238E27FC236}">
                      <a16:creationId xmlns:a16="http://schemas.microsoft.com/office/drawing/2014/main" id="{94434B84-DD2C-96FB-1F75-909475856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56"/>
                  <a:ext cx="9" cy="1"/>
                </a:xfrm>
                <a:custGeom>
                  <a:avLst/>
                  <a:gdLst>
                    <a:gd name="T0" fmla="*/ 0 w 53"/>
                    <a:gd name="T1" fmla="*/ 0 h 7"/>
                    <a:gd name="T2" fmla="*/ 0 w 53"/>
                    <a:gd name="T3" fmla="*/ 0 h 7"/>
                    <a:gd name="T4" fmla="*/ 0 w 53"/>
                    <a:gd name="T5" fmla="*/ 0 h 7"/>
                    <a:gd name="T6" fmla="*/ 0 w 53"/>
                    <a:gd name="T7" fmla="*/ 0 h 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7"/>
                    <a:gd name="T14" fmla="*/ 53 w 53"/>
                    <a:gd name="T15" fmla="*/ 7 h 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7">
                      <a:moveTo>
                        <a:pt x="53" y="4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5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6" name="Line 1175">
                  <a:extLst>
                    <a:ext uri="{FF2B5EF4-FFF2-40B4-BE49-F238E27FC236}">
                      <a16:creationId xmlns:a16="http://schemas.microsoft.com/office/drawing/2014/main" id="{54E75262-A65E-76B0-354A-EC27606D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7" y="32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7" name="Freeform 1176">
                  <a:extLst>
                    <a:ext uri="{FF2B5EF4-FFF2-40B4-BE49-F238E27FC236}">
                      <a16:creationId xmlns:a16="http://schemas.microsoft.com/office/drawing/2014/main" id="{97A2D9EF-1A89-A091-BBA1-3D99D9C5C6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56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06" y="0"/>
                      </a:moveTo>
                      <a:lnTo>
                        <a:pt x="53" y="4"/>
                      </a:lnTo>
                      <a:lnTo>
                        <a:pt x="0" y="7"/>
                      </a:lnTo>
                      <a:lnTo>
                        <a:pt x="6" y="89"/>
                      </a:lnTo>
                      <a:lnTo>
                        <a:pt x="59" y="86"/>
                      </a:lnTo>
                      <a:lnTo>
                        <a:pt x="112" y="83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8" name="Freeform 1177">
                  <a:extLst>
                    <a:ext uri="{FF2B5EF4-FFF2-40B4-BE49-F238E27FC236}">
                      <a16:creationId xmlns:a16="http://schemas.microsoft.com/office/drawing/2014/main" id="{B0AF82EA-3024-91F4-3CD9-E563AFB874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56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06" y="0"/>
                      </a:moveTo>
                      <a:lnTo>
                        <a:pt x="53" y="4"/>
                      </a:lnTo>
                      <a:lnTo>
                        <a:pt x="0" y="7"/>
                      </a:lnTo>
                      <a:lnTo>
                        <a:pt x="6" y="89"/>
                      </a:lnTo>
                      <a:lnTo>
                        <a:pt x="59" y="86"/>
                      </a:lnTo>
                      <a:lnTo>
                        <a:pt x="112" y="83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9" name="Freeform 1178">
                  <a:extLst>
                    <a:ext uri="{FF2B5EF4-FFF2-40B4-BE49-F238E27FC236}">
                      <a16:creationId xmlns:a16="http://schemas.microsoft.com/office/drawing/2014/main" id="{A4B4E5A5-F095-5D04-2B01-71D0264E0D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7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53" y="0"/>
                      </a:moveTo>
                      <a:lnTo>
                        <a:pt x="0" y="3"/>
                      </a:lnTo>
                      <a:lnTo>
                        <a:pt x="1" y="12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0" name="Line 1179">
                  <a:extLst>
                    <a:ext uri="{FF2B5EF4-FFF2-40B4-BE49-F238E27FC236}">
                      <a16:creationId xmlns:a16="http://schemas.microsoft.com/office/drawing/2014/main" id="{6B6D9799-EEAD-4DFC-10E3-30D5929DE3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8" y="327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1" name="Freeform 1180">
                  <a:extLst>
                    <a:ext uri="{FF2B5EF4-FFF2-40B4-BE49-F238E27FC236}">
                      <a16:creationId xmlns:a16="http://schemas.microsoft.com/office/drawing/2014/main" id="{65F00A88-CAE6-7FE4-0D5F-1548A47625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69"/>
                  <a:ext cx="20" cy="17"/>
                </a:xfrm>
                <a:custGeom>
                  <a:avLst/>
                  <a:gdLst>
                    <a:gd name="T0" fmla="*/ 0 w 121"/>
                    <a:gd name="T1" fmla="*/ 0 h 103"/>
                    <a:gd name="T2" fmla="*/ 0 w 121"/>
                    <a:gd name="T3" fmla="*/ 0 h 103"/>
                    <a:gd name="T4" fmla="*/ 0 w 121"/>
                    <a:gd name="T5" fmla="*/ 0 h 103"/>
                    <a:gd name="T6" fmla="*/ 0 w 121"/>
                    <a:gd name="T7" fmla="*/ 0 h 103"/>
                    <a:gd name="T8" fmla="*/ 0 w 121"/>
                    <a:gd name="T9" fmla="*/ 0 h 103"/>
                    <a:gd name="T10" fmla="*/ 0 w 121"/>
                    <a:gd name="T11" fmla="*/ 0 h 103"/>
                    <a:gd name="T12" fmla="*/ 0 w 12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3"/>
                    <a:gd name="T23" fmla="*/ 121 w 12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3">
                      <a:moveTo>
                        <a:pt x="103" y="0"/>
                      </a:moveTo>
                      <a:lnTo>
                        <a:pt x="52" y="11"/>
                      </a:lnTo>
                      <a:lnTo>
                        <a:pt x="0" y="23"/>
                      </a:lnTo>
                      <a:lnTo>
                        <a:pt x="18" y="103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2" name="Freeform 1181">
                  <a:extLst>
                    <a:ext uri="{FF2B5EF4-FFF2-40B4-BE49-F238E27FC236}">
                      <a16:creationId xmlns:a16="http://schemas.microsoft.com/office/drawing/2014/main" id="{D5693C81-ACCC-96EA-A6DD-9B9A24D5D9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69"/>
                  <a:ext cx="20" cy="17"/>
                </a:xfrm>
                <a:custGeom>
                  <a:avLst/>
                  <a:gdLst>
                    <a:gd name="T0" fmla="*/ 0 w 121"/>
                    <a:gd name="T1" fmla="*/ 0 h 103"/>
                    <a:gd name="T2" fmla="*/ 0 w 121"/>
                    <a:gd name="T3" fmla="*/ 0 h 103"/>
                    <a:gd name="T4" fmla="*/ 0 w 121"/>
                    <a:gd name="T5" fmla="*/ 0 h 103"/>
                    <a:gd name="T6" fmla="*/ 0 w 121"/>
                    <a:gd name="T7" fmla="*/ 0 h 103"/>
                    <a:gd name="T8" fmla="*/ 0 w 121"/>
                    <a:gd name="T9" fmla="*/ 0 h 103"/>
                    <a:gd name="T10" fmla="*/ 0 w 121"/>
                    <a:gd name="T11" fmla="*/ 0 h 103"/>
                    <a:gd name="T12" fmla="*/ 0 w 12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3"/>
                    <a:gd name="T23" fmla="*/ 121 w 12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3">
                      <a:moveTo>
                        <a:pt x="103" y="0"/>
                      </a:moveTo>
                      <a:lnTo>
                        <a:pt x="52" y="11"/>
                      </a:lnTo>
                      <a:lnTo>
                        <a:pt x="0" y="23"/>
                      </a:lnTo>
                      <a:lnTo>
                        <a:pt x="18" y="103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" name="Freeform 1182">
                  <a:extLst>
                    <a:ext uri="{FF2B5EF4-FFF2-40B4-BE49-F238E27FC236}">
                      <a16:creationId xmlns:a16="http://schemas.microsoft.com/office/drawing/2014/main" id="{759D7ED7-230F-9277-48D1-DC414F175A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84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0"/>
                      </a:moveTo>
                      <a:lnTo>
                        <a:pt x="0" y="11"/>
                      </a:lnTo>
                      <a:lnTo>
                        <a:pt x="2" y="19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4" name="Line 1183">
                  <a:extLst>
                    <a:ext uri="{FF2B5EF4-FFF2-40B4-BE49-F238E27FC236}">
                      <a16:creationId xmlns:a16="http://schemas.microsoft.com/office/drawing/2014/main" id="{98019107-0633-4CB1-4F82-AAF812EB0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2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5" name="Freeform 1184">
                  <a:extLst>
                    <a:ext uri="{FF2B5EF4-FFF2-40B4-BE49-F238E27FC236}">
                      <a16:creationId xmlns:a16="http://schemas.microsoft.com/office/drawing/2014/main" id="{0CFF8618-0AB3-E5E6-12BE-6B0389D2D4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81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6" name="Freeform 1185">
                  <a:extLst>
                    <a:ext uri="{FF2B5EF4-FFF2-40B4-BE49-F238E27FC236}">
                      <a16:creationId xmlns:a16="http://schemas.microsoft.com/office/drawing/2014/main" id="{FD51F42F-A5BA-11ED-9B9C-474D6A7D67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81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7" name="Freeform 1186">
                  <a:extLst>
                    <a:ext uri="{FF2B5EF4-FFF2-40B4-BE49-F238E27FC236}">
                      <a16:creationId xmlns:a16="http://schemas.microsoft.com/office/drawing/2014/main" id="{30AEE6C8-ADD4-DAF3-07C0-93ECDE3113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297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50" y="0"/>
                      </a:moveTo>
                      <a:lnTo>
                        <a:pt x="0" y="19"/>
                      </a:lnTo>
                      <a:lnTo>
                        <a:pt x="4" y="25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8" name="Line 1187">
                  <a:extLst>
                    <a:ext uri="{FF2B5EF4-FFF2-40B4-BE49-F238E27FC236}">
                      <a16:creationId xmlns:a16="http://schemas.microsoft.com/office/drawing/2014/main" id="{BD7441A3-46B4-96CF-FE01-D6A37B55C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6" y="33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9" name="Freeform 1188">
                  <a:extLst>
                    <a:ext uri="{FF2B5EF4-FFF2-40B4-BE49-F238E27FC236}">
                      <a16:creationId xmlns:a16="http://schemas.microsoft.com/office/drawing/2014/main" id="{C56B92A8-D5AC-EDC2-60B3-1B96984F1B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93" y="0"/>
                      </a:moveTo>
                      <a:lnTo>
                        <a:pt x="46" y="25"/>
                      </a:lnTo>
                      <a:lnTo>
                        <a:pt x="0" y="50"/>
                      </a:lnTo>
                      <a:lnTo>
                        <a:pt x="39" y="122"/>
                      </a:lnTo>
                      <a:lnTo>
                        <a:pt x="85" y="97"/>
                      </a:lnTo>
                      <a:lnTo>
                        <a:pt x="132" y="7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0" name="Freeform 1189">
                  <a:extLst>
                    <a:ext uri="{FF2B5EF4-FFF2-40B4-BE49-F238E27FC236}">
                      <a16:creationId xmlns:a16="http://schemas.microsoft.com/office/drawing/2014/main" id="{F98F2346-26B0-93DF-7084-F62835EFA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93" y="0"/>
                      </a:moveTo>
                      <a:lnTo>
                        <a:pt x="46" y="25"/>
                      </a:lnTo>
                      <a:lnTo>
                        <a:pt x="0" y="50"/>
                      </a:lnTo>
                      <a:lnTo>
                        <a:pt x="39" y="122"/>
                      </a:lnTo>
                      <a:lnTo>
                        <a:pt x="85" y="97"/>
                      </a:lnTo>
                      <a:lnTo>
                        <a:pt x="132" y="7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1" name="Freeform 1190">
                  <a:extLst>
                    <a:ext uri="{FF2B5EF4-FFF2-40B4-BE49-F238E27FC236}">
                      <a16:creationId xmlns:a16="http://schemas.microsoft.com/office/drawing/2014/main" id="{84958237-142C-3356-E2E3-E645F7F429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309"/>
                  <a:ext cx="8" cy="5"/>
                </a:xfrm>
                <a:custGeom>
                  <a:avLst/>
                  <a:gdLst>
                    <a:gd name="T0" fmla="*/ 0 w 46"/>
                    <a:gd name="T1" fmla="*/ 0 h 33"/>
                    <a:gd name="T2" fmla="*/ 0 w 46"/>
                    <a:gd name="T3" fmla="*/ 0 h 33"/>
                    <a:gd name="T4" fmla="*/ 0 w 46"/>
                    <a:gd name="T5" fmla="*/ 0 h 33"/>
                    <a:gd name="T6" fmla="*/ 0 w 46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3"/>
                    <a:gd name="T14" fmla="*/ 46 w 46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3">
                      <a:moveTo>
                        <a:pt x="46" y="0"/>
                      </a:moveTo>
                      <a:lnTo>
                        <a:pt x="0" y="25"/>
                      </a:lnTo>
                      <a:lnTo>
                        <a:pt x="4" y="33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2" name="Line 1191">
                  <a:extLst>
                    <a:ext uri="{FF2B5EF4-FFF2-40B4-BE49-F238E27FC236}">
                      <a16:creationId xmlns:a16="http://schemas.microsoft.com/office/drawing/2014/main" id="{E0380F80-5B89-AA72-50A3-7B155E372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3" y="33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3" name="Freeform 1192">
                  <a:extLst>
                    <a:ext uri="{FF2B5EF4-FFF2-40B4-BE49-F238E27FC236}">
                      <a16:creationId xmlns:a16="http://schemas.microsoft.com/office/drawing/2014/main" id="{2FB3A36F-A172-B678-E7B2-64C788DF74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304"/>
                  <a:ext cx="22" cy="21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3"/>
                      </a:lnTo>
                      <a:lnTo>
                        <a:pt x="0" y="66"/>
                      </a:lnTo>
                      <a:lnTo>
                        <a:pt x="50" y="131"/>
                      </a:lnTo>
                      <a:lnTo>
                        <a:pt x="92" y="99"/>
                      </a:lnTo>
                      <a:lnTo>
                        <a:pt x="134" y="66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4" name="Freeform 1193">
                  <a:extLst>
                    <a:ext uri="{FF2B5EF4-FFF2-40B4-BE49-F238E27FC236}">
                      <a16:creationId xmlns:a16="http://schemas.microsoft.com/office/drawing/2014/main" id="{36DB42F4-686D-21ED-3091-363470039D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304"/>
                  <a:ext cx="22" cy="21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3"/>
                      </a:lnTo>
                      <a:lnTo>
                        <a:pt x="0" y="66"/>
                      </a:lnTo>
                      <a:lnTo>
                        <a:pt x="50" y="131"/>
                      </a:lnTo>
                      <a:lnTo>
                        <a:pt x="92" y="99"/>
                      </a:lnTo>
                      <a:lnTo>
                        <a:pt x="134" y="66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5" name="Freeform 1194">
                  <a:extLst>
                    <a:ext uri="{FF2B5EF4-FFF2-40B4-BE49-F238E27FC236}">
                      <a16:creationId xmlns:a16="http://schemas.microsoft.com/office/drawing/2014/main" id="{DA9BCC2D-F2CF-3C19-2E6E-DF0F088168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320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0"/>
                      </a:moveTo>
                      <a:lnTo>
                        <a:pt x="0" y="32"/>
                      </a:lnTo>
                      <a:lnTo>
                        <a:pt x="4" y="38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6" name="Line 1195">
                  <a:extLst>
                    <a:ext uri="{FF2B5EF4-FFF2-40B4-BE49-F238E27FC236}">
                      <a16:creationId xmlns:a16="http://schemas.microsoft.com/office/drawing/2014/main" id="{79FC8F82-E107-706F-FD59-DAF5A406F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2" y="33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7" name="Freeform 1196">
                  <a:extLst>
                    <a:ext uri="{FF2B5EF4-FFF2-40B4-BE49-F238E27FC236}">
                      <a16:creationId xmlns:a16="http://schemas.microsoft.com/office/drawing/2014/main" id="{64B657E0-DE32-7C29-5590-4796CAEA6E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314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8" name="Freeform 1197">
                  <a:extLst>
                    <a:ext uri="{FF2B5EF4-FFF2-40B4-BE49-F238E27FC236}">
                      <a16:creationId xmlns:a16="http://schemas.microsoft.com/office/drawing/2014/main" id="{EC9FBDAE-D3E2-4764-E67C-7F761D5995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314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9" name="Freeform 1198">
                  <a:extLst>
                    <a:ext uri="{FF2B5EF4-FFF2-40B4-BE49-F238E27FC236}">
                      <a16:creationId xmlns:a16="http://schemas.microsoft.com/office/drawing/2014/main" id="{58250826-1011-D576-AC1D-CDD59AB3FA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33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38" y="0"/>
                      </a:moveTo>
                      <a:lnTo>
                        <a:pt x="0" y="38"/>
                      </a:lnTo>
                      <a:lnTo>
                        <a:pt x="6" y="42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0" name="Line 1199">
                  <a:extLst>
                    <a:ext uri="{FF2B5EF4-FFF2-40B4-BE49-F238E27FC236}">
                      <a16:creationId xmlns:a16="http://schemas.microsoft.com/office/drawing/2014/main" id="{26EF1471-26FA-6A4A-E6E4-535E4A8489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3" y="333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1" name="Freeform 1200">
                  <a:extLst>
                    <a:ext uri="{FF2B5EF4-FFF2-40B4-BE49-F238E27FC236}">
                      <a16:creationId xmlns:a16="http://schemas.microsoft.com/office/drawing/2014/main" id="{B369A5C2-03D9-9C4F-8DC4-9825F1F206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323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2" name="Freeform 1201">
                  <a:extLst>
                    <a:ext uri="{FF2B5EF4-FFF2-40B4-BE49-F238E27FC236}">
                      <a16:creationId xmlns:a16="http://schemas.microsoft.com/office/drawing/2014/main" id="{435A0DF3-E63F-9A42-5F7A-BD1E2E4AF1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323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3" name="Freeform 1202">
                  <a:extLst>
                    <a:ext uri="{FF2B5EF4-FFF2-40B4-BE49-F238E27FC236}">
                      <a16:creationId xmlns:a16="http://schemas.microsoft.com/office/drawing/2014/main" id="{0BBBE730-3269-2176-F3CC-ED82344166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338"/>
                  <a:ext cx="5" cy="8"/>
                </a:xfrm>
                <a:custGeom>
                  <a:avLst/>
                  <a:gdLst>
                    <a:gd name="T0" fmla="*/ 0 w 33"/>
                    <a:gd name="T1" fmla="*/ 0 h 46"/>
                    <a:gd name="T2" fmla="*/ 0 w 33"/>
                    <a:gd name="T3" fmla="*/ 0 h 46"/>
                    <a:gd name="T4" fmla="*/ 0 w 33"/>
                    <a:gd name="T5" fmla="*/ 0 h 46"/>
                    <a:gd name="T6" fmla="*/ 0 w 33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6"/>
                    <a:gd name="T14" fmla="*/ 33 w 3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6">
                      <a:moveTo>
                        <a:pt x="33" y="0"/>
                      </a:moveTo>
                      <a:lnTo>
                        <a:pt x="0" y="42"/>
                      </a:lnTo>
                      <a:lnTo>
                        <a:pt x="8" y="4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4" name="Line 1203">
                  <a:extLst>
                    <a:ext uri="{FF2B5EF4-FFF2-40B4-BE49-F238E27FC236}">
                      <a16:creationId xmlns:a16="http://schemas.microsoft.com/office/drawing/2014/main" id="{30BCEA7D-2FBF-2C17-375B-B90555D166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5" y="33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5" name="Freeform 1204">
                  <a:extLst>
                    <a:ext uri="{FF2B5EF4-FFF2-40B4-BE49-F238E27FC236}">
                      <a16:creationId xmlns:a16="http://schemas.microsoft.com/office/drawing/2014/main" id="{1C08B748-3D9F-9548-686F-33BE67CFE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330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72" y="132"/>
                      </a:lnTo>
                      <a:lnTo>
                        <a:pt x="97" y="86"/>
                      </a:lnTo>
                      <a:lnTo>
                        <a:pt x="122" y="39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6" name="Freeform 1205">
                  <a:extLst>
                    <a:ext uri="{FF2B5EF4-FFF2-40B4-BE49-F238E27FC236}">
                      <a16:creationId xmlns:a16="http://schemas.microsoft.com/office/drawing/2014/main" id="{3837C519-CFFA-A543-3216-DA07BC3779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330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72" y="132"/>
                      </a:lnTo>
                      <a:lnTo>
                        <a:pt x="97" y="86"/>
                      </a:lnTo>
                      <a:lnTo>
                        <a:pt x="122" y="39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7" name="Freeform 1206">
                  <a:extLst>
                    <a:ext uri="{FF2B5EF4-FFF2-40B4-BE49-F238E27FC236}">
                      <a16:creationId xmlns:a16="http://schemas.microsoft.com/office/drawing/2014/main" id="{D3129623-5EB7-CDD2-5EAF-271F4B57B3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344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25" y="0"/>
                      </a:moveTo>
                      <a:lnTo>
                        <a:pt x="0" y="46"/>
                      </a:lnTo>
                      <a:lnTo>
                        <a:pt x="6" y="5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8" name="Line 1207">
                  <a:extLst>
                    <a:ext uri="{FF2B5EF4-FFF2-40B4-BE49-F238E27FC236}">
                      <a16:creationId xmlns:a16="http://schemas.microsoft.com/office/drawing/2014/main" id="{DA75C8CE-096E-F4EF-067C-A94F936781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8" y="33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9" name="Freeform 1208">
                  <a:extLst>
                    <a:ext uri="{FF2B5EF4-FFF2-40B4-BE49-F238E27FC236}">
                      <a16:creationId xmlns:a16="http://schemas.microsoft.com/office/drawing/2014/main" id="{83BADDA1-AEF6-6F14-1AC6-196F3FCF5B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33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8"/>
                      </a:lnTo>
                      <a:lnTo>
                        <a:pt x="96" y="78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0" name="Freeform 1209">
                  <a:extLst>
                    <a:ext uri="{FF2B5EF4-FFF2-40B4-BE49-F238E27FC236}">
                      <a16:creationId xmlns:a16="http://schemas.microsoft.com/office/drawing/2014/main" id="{48EC4A22-BA07-DD4B-6B4F-EA3658C227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33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8"/>
                      </a:lnTo>
                      <a:lnTo>
                        <a:pt x="96" y="78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1" name="Freeform 1210">
                  <a:extLst>
                    <a:ext uri="{FF2B5EF4-FFF2-40B4-BE49-F238E27FC236}">
                      <a16:creationId xmlns:a16="http://schemas.microsoft.com/office/drawing/2014/main" id="{9B463441-B455-43EC-6434-98E0D9B5F2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349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0"/>
                      </a:moveTo>
                      <a:lnTo>
                        <a:pt x="0" y="50"/>
                      </a:lnTo>
                      <a:lnTo>
                        <a:pt x="8" y="52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2" name="Line 1211">
                  <a:extLst>
                    <a:ext uri="{FF2B5EF4-FFF2-40B4-BE49-F238E27FC236}">
                      <a16:creationId xmlns:a16="http://schemas.microsoft.com/office/drawing/2014/main" id="{C77BD137-CEB6-A0EB-1EA1-87E28591D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2" y="33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3" name="Freeform 1212">
                  <a:extLst>
                    <a:ext uri="{FF2B5EF4-FFF2-40B4-BE49-F238E27FC236}">
                      <a16:creationId xmlns:a16="http://schemas.microsoft.com/office/drawing/2014/main" id="{22960047-8490-3CFE-1B2B-52D15A8B8F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341"/>
                  <a:ext cx="17" cy="20"/>
                </a:xfrm>
                <a:custGeom>
                  <a:avLst/>
                  <a:gdLst>
                    <a:gd name="T0" fmla="*/ 0 w 103"/>
                    <a:gd name="T1" fmla="*/ 0 h 121"/>
                    <a:gd name="T2" fmla="*/ 0 w 103"/>
                    <a:gd name="T3" fmla="*/ 0 h 121"/>
                    <a:gd name="T4" fmla="*/ 0 w 103"/>
                    <a:gd name="T5" fmla="*/ 0 h 121"/>
                    <a:gd name="T6" fmla="*/ 0 w 103"/>
                    <a:gd name="T7" fmla="*/ 0 h 121"/>
                    <a:gd name="T8" fmla="*/ 0 w 103"/>
                    <a:gd name="T9" fmla="*/ 0 h 121"/>
                    <a:gd name="T10" fmla="*/ 0 w 103"/>
                    <a:gd name="T11" fmla="*/ 0 h 121"/>
                    <a:gd name="T12" fmla="*/ 0 w 103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1"/>
                    <a:gd name="T23" fmla="*/ 103 w 103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1">
                      <a:moveTo>
                        <a:pt x="23" y="0"/>
                      </a:moveTo>
                      <a:lnTo>
                        <a:pt x="11" y="51"/>
                      </a:lnTo>
                      <a:lnTo>
                        <a:pt x="0" y="103"/>
                      </a:lnTo>
                      <a:lnTo>
                        <a:pt x="80" y="121"/>
                      </a:lnTo>
                      <a:lnTo>
                        <a:pt x="92" y="69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4" name="Freeform 1213">
                  <a:extLst>
                    <a:ext uri="{FF2B5EF4-FFF2-40B4-BE49-F238E27FC236}">
                      <a16:creationId xmlns:a16="http://schemas.microsoft.com/office/drawing/2014/main" id="{AFE0208A-4C5E-278B-C4EC-F92F6A8F1F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341"/>
                  <a:ext cx="17" cy="20"/>
                </a:xfrm>
                <a:custGeom>
                  <a:avLst/>
                  <a:gdLst>
                    <a:gd name="T0" fmla="*/ 0 w 103"/>
                    <a:gd name="T1" fmla="*/ 0 h 121"/>
                    <a:gd name="T2" fmla="*/ 0 w 103"/>
                    <a:gd name="T3" fmla="*/ 0 h 121"/>
                    <a:gd name="T4" fmla="*/ 0 w 103"/>
                    <a:gd name="T5" fmla="*/ 0 h 121"/>
                    <a:gd name="T6" fmla="*/ 0 w 103"/>
                    <a:gd name="T7" fmla="*/ 0 h 121"/>
                    <a:gd name="T8" fmla="*/ 0 w 103"/>
                    <a:gd name="T9" fmla="*/ 0 h 121"/>
                    <a:gd name="T10" fmla="*/ 0 w 103"/>
                    <a:gd name="T11" fmla="*/ 0 h 121"/>
                    <a:gd name="T12" fmla="*/ 0 w 103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1"/>
                    <a:gd name="T23" fmla="*/ 103 w 103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1">
                      <a:moveTo>
                        <a:pt x="23" y="0"/>
                      </a:moveTo>
                      <a:lnTo>
                        <a:pt x="11" y="51"/>
                      </a:lnTo>
                      <a:lnTo>
                        <a:pt x="0" y="103"/>
                      </a:lnTo>
                      <a:lnTo>
                        <a:pt x="80" y="121"/>
                      </a:lnTo>
                      <a:lnTo>
                        <a:pt x="92" y="69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5" name="Freeform 1214">
                  <a:extLst>
                    <a:ext uri="{FF2B5EF4-FFF2-40B4-BE49-F238E27FC236}">
                      <a16:creationId xmlns:a16="http://schemas.microsoft.com/office/drawing/2014/main" id="{DC5D2374-F01A-5EA8-D9C1-B8C711259F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352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9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6" name="Line 1215">
                  <a:extLst>
                    <a:ext uri="{FF2B5EF4-FFF2-40B4-BE49-F238E27FC236}">
                      <a16:creationId xmlns:a16="http://schemas.microsoft.com/office/drawing/2014/main" id="{D6A312A0-EBF0-6AF7-5A5C-57FE7E000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6" y="3361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7" name="Freeform 1216">
                  <a:extLst>
                    <a:ext uri="{FF2B5EF4-FFF2-40B4-BE49-F238E27FC236}">
                      <a16:creationId xmlns:a16="http://schemas.microsoft.com/office/drawing/2014/main" id="{B201EAB9-C9EB-548C-1A63-FD711C3EC8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343"/>
                  <a:ext cx="15" cy="19"/>
                </a:xfrm>
                <a:custGeom>
                  <a:avLst/>
                  <a:gdLst>
                    <a:gd name="T0" fmla="*/ 0 w 89"/>
                    <a:gd name="T1" fmla="*/ 0 h 112"/>
                    <a:gd name="T2" fmla="*/ 0 w 89"/>
                    <a:gd name="T3" fmla="*/ 0 h 112"/>
                    <a:gd name="T4" fmla="*/ 0 w 89"/>
                    <a:gd name="T5" fmla="*/ 0 h 112"/>
                    <a:gd name="T6" fmla="*/ 0 w 89"/>
                    <a:gd name="T7" fmla="*/ 0 h 112"/>
                    <a:gd name="T8" fmla="*/ 0 w 89"/>
                    <a:gd name="T9" fmla="*/ 0 h 112"/>
                    <a:gd name="T10" fmla="*/ 0 w 89"/>
                    <a:gd name="T11" fmla="*/ 0 h 112"/>
                    <a:gd name="T12" fmla="*/ 0 w 89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2"/>
                    <a:gd name="T23" fmla="*/ 89 w 89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2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lnTo>
                        <a:pt x="85" y="59"/>
                      </a:lnTo>
                      <a:lnTo>
                        <a:pt x="89" y="6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8" name="Freeform 1217">
                  <a:extLst>
                    <a:ext uri="{FF2B5EF4-FFF2-40B4-BE49-F238E27FC236}">
                      <a16:creationId xmlns:a16="http://schemas.microsoft.com/office/drawing/2014/main" id="{84E7AC15-C95B-3FA0-C218-B6E813E713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343"/>
                  <a:ext cx="15" cy="19"/>
                </a:xfrm>
                <a:custGeom>
                  <a:avLst/>
                  <a:gdLst>
                    <a:gd name="T0" fmla="*/ 0 w 89"/>
                    <a:gd name="T1" fmla="*/ 0 h 112"/>
                    <a:gd name="T2" fmla="*/ 0 w 89"/>
                    <a:gd name="T3" fmla="*/ 0 h 112"/>
                    <a:gd name="T4" fmla="*/ 0 w 89"/>
                    <a:gd name="T5" fmla="*/ 0 h 112"/>
                    <a:gd name="T6" fmla="*/ 0 w 89"/>
                    <a:gd name="T7" fmla="*/ 0 h 112"/>
                    <a:gd name="T8" fmla="*/ 0 w 89"/>
                    <a:gd name="T9" fmla="*/ 0 h 112"/>
                    <a:gd name="T10" fmla="*/ 0 w 89"/>
                    <a:gd name="T11" fmla="*/ 0 h 112"/>
                    <a:gd name="T12" fmla="*/ 0 w 89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2"/>
                    <a:gd name="T23" fmla="*/ 89 w 89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2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lnTo>
                        <a:pt x="85" y="59"/>
                      </a:lnTo>
                      <a:lnTo>
                        <a:pt x="89" y="6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9" name="Freeform 1218">
                  <a:extLst>
                    <a:ext uri="{FF2B5EF4-FFF2-40B4-BE49-F238E27FC236}">
                      <a16:creationId xmlns:a16="http://schemas.microsoft.com/office/drawing/2014/main" id="{E8B7A3DF-D0D7-3ED7-261F-0A753DE789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353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3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0" name="Line 1219">
                  <a:extLst>
                    <a:ext uri="{FF2B5EF4-FFF2-40B4-BE49-F238E27FC236}">
                      <a16:creationId xmlns:a16="http://schemas.microsoft.com/office/drawing/2014/main" id="{9C1C4ECA-BDEA-092B-5B2F-B90F1A9A32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36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1" name="Freeform 1220">
                  <a:extLst>
                    <a:ext uri="{FF2B5EF4-FFF2-40B4-BE49-F238E27FC236}">
                      <a16:creationId xmlns:a16="http://schemas.microsoft.com/office/drawing/2014/main" id="{78F2165A-651E-3AB5-685F-518D3FDA7C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343"/>
                  <a:ext cx="14" cy="19"/>
                </a:xfrm>
                <a:custGeom>
                  <a:avLst/>
                  <a:gdLst>
                    <a:gd name="T0" fmla="*/ 0 w 88"/>
                    <a:gd name="T1" fmla="*/ 0 h 112"/>
                    <a:gd name="T2" fmla="*/ 0 w 88"/>
                    <a:gd name="T3" fmla="*/ 0 h 112"/>
                    <a:gd name="T4" fmla="*/ 0 w 88"/>
                    <a:gd name="T5" fmla="*/ 0 h 112"/>
                    <a:gd name="T6" fmla="*/ 0 w 88"/>
                    <a:gd name="T7" fmla="*/ 0 h 112"/>
                    <a:gd name="T8" fmla="*/ 0 w 88"/>
                    <a:gd name="T9" fmla="*/ 0 h 112"/>
                    <a:gd name="T10" fmla="*/ 0 w 88"/>
                    <a:gd name="T11" fmla="*/ 0 h 112"/>
                    <a:gd name="T12" fmla="*/ 0 w 88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2"/>
                    <a:gd name="T23" fmla="*/ 88 w 88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2">
                      <a:moveTo>
                        <a:pt x="0" y="6"/>
                      </a:moveTo>
                      <a:lnTo>
                        <a:pt x="3" y="59"/>
                      </a:lnTo>
                      <a:lnTo>
                        <a:pt x="7" y="112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2" name="Freeform 1221">
                  <a:extLst>
                    <a:ext uri="{FF2B5EF4-FFF2-40B4-BE49-F238E27FC236}">
                      <a16:creationId xmlns:a16="http://schemas.microsoft.com/office/drawing/2014/main" id="{663E773F-F161-D17C-BE98-470C6E490E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343"/>
                  <a:ext cx="14" cy="19"/>
                </a:xfrm>
                <a:custGeom>
                  <a:avLst/>
                  <a:gdLst>
                    <a:gd name="T0" fmla="*/ 0 w 88"/>
                    <a:gd name="T1" fmla="*/ 0 h 112"/>
                    <a:gd name="T2" fmla="*/ 0 w 88"/>
                    <a:gd name="T3" fmla="*/ 0 h 112"/>
                    <a:gd name="T4" fmla="*/ 0 w 88"/>
                    <a:gd name="T5" fmla="*/ 0 h 112"/>
                    <a:gd name="T6" fmla="*/ 0 w 88"/>
                    <a:gd name="T7" fmla="*/ 0 h 112"/>
                    <a:gd name="T8" fmla="*/ 0 w 88"/>
                    <a:gd name="T9" fmla="*/ 0 h 112"/>
                    <a:gd name="T10" fmla="*/ 0 w 88"/>
                    <a:gd name="T11" fmla="*/ 0 h 112"/>
                    <a:gd name="T12" fmla="*/ 0 w 88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2"/>
                    <a:gd name="T23" fmla="*/ 88 w 88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2">
                      <a:moveTo>
                        <a:pt x="0" y="6"/>
                      </a:moveTo>
                      <a:lnTo>
                        <a:pt x="3" y="59"/>
                      </a:lnTo>
                      <a:lnTo>
                        <a:pt x="7" y="112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3" name="Freeform 1222">
                  <a:extLst>
                    <a:ext uri="{FF2B5EF4-FFF2-40B4-BE49-F238E27FC236}">
                      <a16:creationId xmlns:a16="http://schemas.microsoft.com/office/drawing/2014/main" id="{1C0ED126-0880-9078-CBAA-6CBFE0A5BF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352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0"/>
                      </a:moveTo>
                      <a:lnTo>
                        <a:pt x="3" y="53"/>
                      </a:lnTo>
                      <a:lnTo>
                        <a:pt x="12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4" name="Line 1223">
                  <a:extLst>
                    <a:ext uri="{FF2B5EF4-FFF2-40B4-BE49-F238E27FC236}">
                      <a16:creationId xmlns:a16="http://schemas.microsoft.com/office/drawing/2014/main" id="{2EEE4ED1-4027-0B28-3C14-4391D14B1B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16" y="3361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5" name="Freeform 1224">
                  <a:extLst>
                    <a:ext uri="{FF2B5EF4-FFF2-40B4-BE49-F238E27FC236}">
                      <a16:creationId xmlns:a16="http://schemas.microsoft.com/office/drawing/2014/main" id="{6E1C4401-E616-65B1-34E8-915366CA15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341"/>
                  <a:ext cx="17" cy="20"/>
                </a:xfrm>
                <a:custGeom>
                  <a:avLst/>
                  <a:gdLst>
                    <a:gd name="T0" fmla="*/ 0 w 104"/>
                    <a:gd name="T1" fmla="*/ 0 h 121"/>
                    <a:gd name="T2" fmla="*/ 0 w 104"/>
                    <a:gd name="T3" fmla="*/ 0 h 121"/>
                    <a:gd name="T4" fmla="*/ 0 w 104"/>
                    <a:gd name="T5" fmla="*/ 0 h 121"/>
                    <a:gd name="T6" fmla="*/ 0 w 104"/>
                    <a:gd name="T7" fmla="*/ 0 h 121"/>
                    <a:gd name="T8" fmla="*/ 0 w 104"/>
                    <a:gd name="T9" fmla="*/ 0 h 121"/>
                    <a:gd name="T10" fmla="*/ 0 w 104"/>
                    <a:gd name="T11" fmla="*/ 0 h 121"/>
                    <a:gd name="T12" fmla="*/ 0 w 104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1"/>
                    <a:gd name="T23" fmla="*/ 104 w 104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1">
                      <a:moveTo>
                        <a:pt x="0" y="18"/>
                      </a:moveTo>
                      <a:lnTo>
                        <a:pt x="12" y="69"/>
                      </a:lnTo>
                      <a:lnTo>
                        <a:pt x="24" y="121"/>
                      </a:lnTo>
                      <a:lnTo>
                        <a:pt x="104" y="103"/>
                      </a:lnTo>
                      <a:lnTo>
                        <a:pt x="92" y="51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6" name="Freeform 1225">
                  <a:extLst>
                    <a:ext uri="{FF2B5EF4-FFF2-40B4-BE49-F238E27FC236}">
                      <a16:creationId xmlns:a16="http://schemas.microsoft.com/office/drawing/2014/main" id="{23F6C049-BBD4-98D0-9699-FF9D1156C6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341"/>
                  <a:ext cx="17" cy="20"/>
                </a:xfrm>
                <a:custGeom>
                  <a:avLst/>
                  <a:gdLst>
                    <a:gd name="T0" fmla="*/ 0 w 104"/>
                    <a:gd name="T1" fmla="*/ 0 h 121"/>
                    <a:gd name="T2" fmla="*/ 0 w 104"/>
                    <a:gd name="T3" fmla="*/ 0 h 121"/>
                    <a:gd name="T4" fmla="*/ 0 w 104"/>
                    <a:gd name="T5" fmla="*/ 0 h 121"/>
                    <a:gd name="T6" fmla="*/ 0 w 104"/>
                    <a:gd name="T7" fmla="*/ 0 h 121"/>
                    <a:gd name="T8" fmla="*/ 0 w 104"/>
                    <a:gd name="T9" fmla="*/ 0 h 121"/>
                    <a:gd name="T10" fmla="*/ 0 w 104"/>
                    <a:gd name="T11" fmla="*/ 0 h 121"/>
                    <a:gd name="T12" fmla="*/ 0 w 104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1"/>
                    <a:gd name="T23" fmla="*/ 104 w 104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1">
                      <a:moveTo>
                        <a:pt x="0" y="18"/>
                      </a:moveTo>
                      <a:lnTo>
                        <a:pt x="12" y="69"/>
                      </a:lnTo>
                      <a:lnTo>
                        <a:pt x="24" y="121"/>
                      </a:lnTo>
                      <a:lnTo>
                        <a:pt x="104" y="103"/>
                      </a:lnTo>
                      <a:lnTo>
                        <a:pt x="92" y="51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7" name="Freeform 1226">
                  <a:extLst>
                    <a:ext uri="{FF2B5EF4-FFF2-40B4-BE49-F238E27FC236}">
                      <a16:creationId xmlns:a16="http://schemas.microsoft.com/office/drawing/2014/main" id="{EA2F9811-5C2D-09CF-1CAF-E07161C672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349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0"/>
                      </a:moveTo>
                      <a:lnTo>
                        <a:pt x="12" y="52"/>
                      </a:lnTo>
                      <a:lnTo>
                        <a:pt x="19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8" name="Line 1227">
                  <a:extLst>
                    <a:ext uri="{FF2B5EF4-FFF2-40B4-BE49-F238E27FC236}">
                      <a16:creationId xmlns:a16="http://schemas.microsoft.com/office/drawing/2014/main" id="{4ACF1DE7-AF3B-9D47-8437-C17A2D2AE1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31" y="33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9" name="Freeform 1228">
                  <a:extLst>
                    <a:ext uri="{FF2B5EF4-FFF2-40B4-BE49-F238E27FC236}">
                      <a16:creationId xmlns:a16="http://schemas.microsoft.com/office/drawing/2014/main" id="{15B1C198-E83C-A3FB-0BF6-FC41F8E174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33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0" y="29"/>
                      </a:move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0" name="Freeform 1229">
                  <a:extLst>
                    <a:ext uri="{FF2B5EF4-FFF2-40B4-BE49-F238E27FC236}">
                      <a16:creationId xmlns:a16="http://schemas.microsoft.com/office/drawing/2014/main" id="{A3AD8D16-E66B-6808-8B4A-9E5866D515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33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0" y="29"/>
                      </a:move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1" name="Freeform 1230">
                  <a:extLst>
                    <a:ext uri="{FF2B5EF4-FFF2-40B4-BE49-F238E27FC236}">
                      <a16:creationId xmlns:a16="http://schemas.microsoft.com/office/drawing/2014/main" id="{B3252212-9C08-B741-2031-E73241E3C0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344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0" y="0"/>
                      </a:moveTo>
                      <a:lnTo>
                        <a:pt x="19" y="50"/>
                      </a:lnTo>
                      <a:lnTo>
                        <a:pt x="25" y="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2" name="Line 1231">
                  <a:extLst>
                    <a:ext uri="{FF2B5EF4-FFF2-40B4-BE49-F238E27FC236}">
                      <a16:creationId xmlns:a16="http://schemas.microsoft.com/office/drawing/2014/main" id="{F533601F-52E5-3AAE-6808-61E7D8496F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45" y="33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3" name="Freeform 1232">
                  <a:extLst>
                    <a:ext uri="{FF2B5EF4-FFF2-40B4-BE49-F238E27FC236}">
                      <a16:creationId xmlns:a16="http://schemas.microsoft.com/office/drawing/2014/main" id="{7AC6BC0E-74B6-A1B4-1316-BDA09C23A3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330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0" y="39"/>
                      </a:moveTo>
                      <a:lnTo>
                        <a:pt x="26" y="86"/>
                      </a:lnTo>
                      <a:lnTo>
                        <a:pt x="51" y="132"/>
                      </a:lnTo>
                      <a:lnTo>
                        <a:pt x="123" y="93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4" name="Freeform 1233">
                  <a:extLst>
                    <a:ext uri="{FF2B5EF4-FFF2-40B4-BE49-F238E27FC236}">
                      <a16:creationId xmlns:a16="http://schemas.microsoft.com/office/drawing/2014/main" id="{CD216FCD-1A92-DB48-FB7A-FC178D7573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330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0" y="39"/>
                      </a:moveTo>
                      <a:lnTo>
                        <a:pt x="26" y="86"/>
                      </a:lnTo>
                      <a:lnTo>
                        <a:pt x="51" y="132"/>
                      </a:lnTo>
                      <a:lnTo>
                        <a:pt x="123" y="93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5" name="Freeform 1234">
                  <a:extLst>
                    <a:ext uri="{FF2B5EF4-FFF2-40B4-BE49-F238E27FC236}">
                      <a16:creationId xmlns:a16="http://schemas.microsoft.com/office/drawing/2014/main" id="{87564F93-64CF-D93C-ACFE-0F3A77B869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338"/>
                  <a:ext cx="5" cy="8"/>
                </a:xfrm>
                <a:custGeom>
                  <a:avLst/>
                  <a:gdLst>
                    <a:gd name="T0" fmla="*/ 0 w 32"/>
                    <a:gd name="T1" fmla="*/ 0 h 46"/>
                    <a:gd name="T2" fmla="*/ 0 w 32"/>
                    <a:gd name="T3" fmla="*/ 0 h 46"/>
                    <a:gd name="T4" fmla="*/ 0 w 32"/>
                    <a:gd name="T5" fmla="*/ 0 h 46"/>
                    <a:gd name="T6" fmla="*/ 0 w 32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6"/>
                    <a:gd name="T14" fmla="*/ 32 w 32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6">
                      <a:moveTo>
                        <a:pt x="0" y="0"/>
                      </a:moveTo>
                      <a:lnTo>
                        <a:pt x="25" y="46"/>
                      </a:lnTo>
                      <a:lnTo>
                        <a:pt x="32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6" name="Line 1235">
                  <a:extLst>
                    <a:ext uri="{FF2B5EF4-FFF2-40B4-BE49-F238E27FC236}">
                      <a16:creationId xmlns:a16="http://schemas.microsoft.com/office/drawing/2014/main" id="{88419952-8B6A-927B-021C-A3C067C6D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8" y="33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7" name="Freeform 1236">
                  <a:extLst>
                    <a:ext uri="{FF2B5EF4-FFF2-40B4-BE49-F238E27FC236}">
                      <a16:creationId xmlns:a16="http://schemas.microsoft.com/office/drawing/2014/main" id="{1F58DA06-D174-5A25-9D91-589B08E7A5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323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49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8" name="Freeform 1237">
                  <a:extLst>
                    <a:ext uri="{FF2B5EF4-FFF2-40B4-BE49-F238E27FC236}">
                      <a16:creationId xmlns:a16="http://schemas.microsoft.com/office/drawing/2014/main" id="{CBC2C2A5-C3C5-63B6-3B3C-F1807D73B9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323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49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9" name="Freeform 1238">
                  <a:extLst>
                    <a:ext uri="{FF2B5EF4-FFF2-40B4-BE49-F238E27FC236}">
                      <a16:creationId xmlns:a16="http://schemas.microsoft.com/office/drawing/2014/main" id="{454362F1-8A22-FB51-243F-2E291263D5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33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0" y="0"/>
                      </a:moveTo>
                      <a:lnTo>
                        <a:pt x="33" y="42"/>
                      </a:lnTo>
                      <a:lnTo>
                        <a:pt x="38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0" name="Line 1239">
                  <a:extLst>
                    <a:ext uri="{FF2B5EF4-FFF2-40B4-BE49-F238E27FC236}">
                      <a16:creationId xmlns:a16="http://schemas.microsoft.com/office/drawing/2014/main" id="{4025EA8E-A203-8646-7482-FDB0FFA38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0" y="333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1" name="Freeform 1240">
                  <a:extLst>
                    <a:ext uri="{FF2B5EF4-FFF2-40B4-BE49-F238E27FC236}">
                      <a16:creationId xmlns:a16="http://schemas.microsoft.com/office/drawing/2014/main" id="{2AB6E002-D892-C769-4D7C-B691DFE966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314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2" name="Freeform 1241">
                  <a:extLst>
                    <a:ext uri="{FF2B5EF4-FFF2-40B4-BE49-F238E27FC236}">
                      <a16:creationId xmlns:a16="http://schemas.microsoft.com/office/drawing/2014/main" id="{3296A74B-E20C-2828-92F4-FB6DC1B2F1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314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3" name="Freeform 1242">
                  <a:extLst>
                    <a:ext uri="{FF2B5EF4-FFF2-40B4-BE49-F238E27FC236}">
                      <a16:creationId xmlns:a16="http://schemas.microsoft.com/office/drawing/2014/main" id="{3755EC82-048F-0FFD-0DA5-52963F8BBE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320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0"/>
                      </a:moveTo>
                      <a:lnTo>
                        <a:pt x="38" y="38"/>
                      </a:lnTo>
                      <a:lnTo>
                        <a:pt x="42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4" name="Line 1243">
                  <a:extLst>
                    <a:ext uri="{FF2B5EF4-FFF2-40B4-BE49-F238E27FC236}">
                      <a16:creationId xmlns:a16="http://schemas.microsoft.com/office/drawing/2014/main" id="{AE5E8F39-C7BA-F16C-534A-223D8335FC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81" y="33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5" name="Freeform 1244">
                  <a:extLst>
                    <a:ext uri="{FF2B5EF4-FFF2-40B4-BE49-F238E27FC236}">
                      <a16:creationId xmlns:a16="http://schemas.microsoft.com/office/drawing/2014/main" id="{9E6751F2-873E-9BEA-2AD7-CC06F5BC85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304"/>
                  <a:ext cx="22" cy="21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6"/>
                      </a:moveTo>
                      <a:lnTo>
                        <a:pt x="43" y="99"/>
                      </a:lnTo>
                      <a:lnTo>
                        <a:pt x="85" y="131"/>
                      </a:lnTo>
                      <a:lnTo>
                        <a:pt x="135" y="66"/>
                      </a:ln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6" name="Freeform 1245">
                  <a:extLst>
                    <a:ext uri="{FF2B5EF4-FFF2-40B4-BE49-F238E27FC236}">
                      <a16:creationId xmlns:a16="http://schemas.microsoft.com/office/drawing/2014/main" id="{930101BF-5D0E-7A92-82B9-0307FB407E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304"/>
                  <a:ext cx="22" cy="21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6"/>
                      </a:moveTo>
                      <a:lnTo>
                        <a:pt x="43" y="99"/>
                      </a:lnTo>
                      <a:lnTo>
                        <a:pt x="85" y="131"/>
                      </a:lnTo>
                      <a:lnTo>
                        <a:pt x="135" y="66"/>
                      </a:ln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7" name="Freeform 1246">
                  <a:extLst>
                    <a:ext uri="{FF2B5EF4-FFF2-40B4-BE49-F238E27FC236}">
                      <a16:creationId xmlns:a16="http://schemas.microsoft.com/office/drawing/2014/main" id="{6B9CFE76-C57F-A45B-E94A-D402E24273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309"/>
                  <a:ext cx="8" cy="5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0" y="0"/>
                      </a:moveTo>
                      <a:lnTo>
                        <a:pt x="43" y="33"/>
                      </a:lnTo>
                      <a:lnTo>
                        <a:pt x="47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8" name="Line 1247">
                  <a:extLst>
                    <a:ext uri="{FF2B5EF4-FFF2-40B4-BE49-F238E27FC236}">
                      <a16:creationId xmlns:a16="http://schemas.microsoft.com/office/drawing/2014/main" id="{FD9B70C4-E843-6118-1B17-98F0DDB719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0" y="33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9" name="Freeform 1248">
                  <a:extLst>
                    <a:ext uri="{FF2B5EF4-FFF2-40B4-BE49-F238E27FC236}">
                      <a16:creationId xmlns:a16="http://schemas.microsoft.com/office/drawing/2014/main" id="{5A3B7F91-4AC3-0F53-9DD2-1A00058690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0" y="72"/>
                      </a:moveTo>
                      <a:lnTo>
                        <a:pt x="46" y="97"/>
                      </a:lnTo>
                      <a:lnTo>
                        <a:pt x="93" y="122"/>
                      </a:lnTo>
                      <a:lnTo>
                        <a:pt x="132" y="50"/>
                      </a:lnTo>
                      <a:lnTo>
                        <a:pt x="85" y="25"/>
                      </a:lnTo>
                      <a:lnTo>
                        <a:pt x="39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0" name="Freeform 1249">
                  <a:extLst>
                    <a:ext uri="{FF2B5EF4-FFF2-40B4-BE49-F238E27FC236}">
                      <a16:creationId xmlns:a16="http://schemas.microsoft.com/office/drawing/2014/main" id="{DECC1760-F7BF-66A1-C9F3-DCFE5AA0F4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0" y="72"/>
                      </a:moveTo>
                      <a:lnTo>
                        <a:pt x="46" y="97"/>
                      </a:lnTo>
                      <a:lnTo>
                        <a:pt x="93" y="122"/>
                      </a:lnTo>
                      <a:lnTo>
                        <a:pt x="132" y="50"/>
                      </a:lnTo>
                      <a:lnTo>
                        <a:pt x="85" y="25"/>
                      </a:lnTo>
                      <a:lnTo>
                        <a:pt x="39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1" name="Freeform 1250">
                  <a:extLst>
                    <a:ext uri="{FF2B5EF4-FFF2-40B4-BE49-F238E27FC236}">
                      <a16:creationId xmlns:a16="http://schemas.microsoft.com/office/drawing/2014/main" id="{5EB8ADC3-CB4D-D4A5-D282-C3A8F00677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97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0"/>
                      </a:moveTo>
                      <a:lnTo>
                        <a:pt x="47" y="25"/>
                      </a:lnTo>
                      <a:lnTo>
                        <a:pt x="50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2" name="Line 1251">
                  <a:extLst>
                    <a:ext uri="{FF2B5EF4-FFF2-40B4-BE49-F238E27FC236}">
                      <a16:creationId xmlns:a16="http://schemas.microsoft.com/office/drawing/2014/main" id="{DF9BAF98-55B8-9CFF-04F3-7B973E4EF6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7" y="33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3" name="Freeform 1252">
                  <a:extLst>
                    <a:ext uri="{FF2B5EF4-FFF2-40B4-BE49-F238E27FC236}">
                      <a16:creationId xmlns:a16="http://schemas.microsoft.com/office/drawing/2014/main" id="{81DD92A9-58F3-0BA1-8BB6-B08E595DF1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81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4" name="Freeform 1253">
                  <a:extLst>
                    <a:ext uri="{FF2B5EF4-FFF2-40B4-BE49-F238E27FC236}">
                      <a16:creationId xmlns:a16="http://schemas.microsoft.com/office/drawing/2014/main" id="{591C63FE-CCAC-CAA7-A08F-7871FC6489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81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5" name="Freeform 1254">
                  <a:extLst>
                    <a:ext uri="{FF2B5EF4-FFF2-40B4-BE49-F238E27FC236}">
                      <a16:creationId xmlns:a16="http://schemas.microsoft.com/office/drawing/2014/main" id="{31C8934D-97E4-9904-C2C6-EF671C2598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284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0"/>
                      </a:moveTo>
                      <a:lnTo>
                        <a:pt x="50" y="19"/>
                      </a:lnTo>
                      <a:lnTo>
                        <a:pt x="52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6" name="Line 1255">
                  <a:extLst>
                    <a:ext uri="{FF2B5EF4-FFF2-40B4-BE49-F238E27FC236}">
                      <a16:creationId xmlns:a16="http://schemas.microsoft.com/office/drawing/2014/main" id="{2098F052-9013-E56C-B8EB-B6F93CDAF2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2" y="32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7" name="Freeform 1256">
                  <a:extLst>
                    <a:ext uri="{FF2B5EF4-FFF2-40B4-BE49-F238E27FC236}">
                      <a16:creationId xmlns:a16="http://schemas.microsoft.com/office/drawing/2014/main" id="{9111D4C8-D382-3231-175D-FFAAC772F6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69"/>
                  <a:ext cx="20" cy="17"/>
                </a:xfrm>
                <a:custGeom>
                  <a:avLst/>
                  <a:gdLst>
                    <a:gd name="T0" fmla="*/ 0 w 122"/>
                    <a:gd name="T1" fmla="*/ 0 h 103"/>
                    <a:gd name="T2" fmla="*/ 0 w 122"/>
                    <a:gd name="T3" fmla="*/ 0 h 103"/>
                    <a:gd name="T4" fmla="*/ 0 w 122"/>
                    <a:gd name="T5" fmla="*/ 0 h 103"/>
                    <a:gd name="T6" fmla="*/ 0 w 122"/>
                    <a:gd name="T7" fmla="*/ 0 h 103"/>
                    <a:gd name="T8" fmla="*/ 0 w 122"/>
                    <a:gd name="T9" fmla="*/ 0 h 103"/>
                    <a:gd name="T10" fmla="*/ 0 w 122"/>
                    <a:gd name="T11" fmla="*/ 0 h 103"/>
                    <a:gd name="T12" fmla="*/ 0 w 12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3"/>
                    <a:gd name="T23" fmla="*/ 122 w 12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3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3"/>
                      </a:lnTo>
                      <a:lnTo>
                        <a:pt x="122" y="23"/>
                      </a:lnTo>
                      <a:lnTo>
                        <a:pt x="70" y="11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8" name="Freeform 1257">
                  <a:extLst>
                    <a:ext uri="{FF2B5EF4-FFF2-40B4-BE49-F238E27FC236}">
                      <a16:creationId xmlns:a16="http://schemas.microsoft.com/office/drawing/2014/main" id="{8A6887E6-7819-C742-9D4A-AA3EFD1D8D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69"/>
                  <a:ext cx="20" cy="17"/>
                </a:xfrm>
                <a:custGeom>
                  <a:avLst/>
                  <a:gdLst>
                    <a:gd name="T0" fmla="*/ 0 w 122"/>
                    <a:gd name="T1" fmla="*/ 0 h 103"/>
                    <a:gd name="T2" fmla="*/ 0 w 122"/>
                    <a:gd name="T3" fmla="*/ 0 h 103"/>
                    <a:gd name="T4" fmla="*/ 0 w 122"/>
                    <a:gd name="T5" fmla="*/ 0 h 103"/>
                    <a:gd name="T6" fmla="*/ 0 w 122"/>
                    <a:gd name="T7" fmla="*/ 0 h 103"/>
                    <a:gd name="T8" fmla="*/ 0 w 122"/>
                    <a:gd name="T9" fmla="*/ 0 h 103"/>
                    <a:gd name="T10" fmla="*/ 0 w 122"/>
                    <a:gd name="T11" fmla="*/ 0 h 103"/>
                    <a:gd name="T12" fmla="*/ 0 w 12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3"/>
                    <a:gd name="T23" fmla="*/ 122 w 12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3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3"/>
                      </a:lnTo>
                      <a:lnTo>
                        <a:pt x="122" y="23"/>
                      </a:lnTo>
                      <a:lnTo>
                        <a:pt x="70" y="11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9" name="Freeform 1258">
                  <a:extLst>
                    <a:ext uri="{FF2B5EF4-FFF2-40B4-BE49-F238E27FC236}">
                      <a16:creationId xmlns:a16="http://schemas.microsoft.com/office/drawing/2014/main" id="{C6E66EE1-4786-5C88-3863-51A1EDACE5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27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0" y="0"/>
                      </a:moveTo>
                      <a:lnTo>
                        <a:pt x="52" y="12"/>
                      </a:lnTo>
                      <a:lnTo>
                        <a:pt x="53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0" name="Line 1259">
                  <a:extLst>
                    <a:ext uri="{FF2B5EF4-FFF2-40B4-BE49-F238E27FC236}">
                      <a16:creationId xmlns:a16="http://schemas.microsoft.com/office/drawing/2014/main" id="{D8FE0499-B47C-C854-EB7B-C2D3344DD1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6" y="327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1" name="Freeform 1260">
                  <a:extLst>
                    <a:ext uri="{FF2B5EF4-FFF2-40B4-BE49-F238E27FC236}">
                      <a16:creationId xmlns:a16="http://schemas.microsoft.com/office/drawing/2014/main" id="{0E5AAC55-855A-3746-236F-64DC1AF85F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56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0" y="83"/>
                      </a:move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1" y="7"/>
                      </a:lnTo>
                      <a:lnTo>
                        <a:pt x="58" y="4"/>
                      </a:lnTo>
                      <a:lnTo>
                        <a:pt x="5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2" name="Freeform 1261">
                  <a:extLst>
                    <a:ext uri="{FF2B5EF4-FFF2-40B4-BE49-F238E27FC236}">
                      <a16:creationId xmlns:a16="http://schemas.microsoft.com/office/drawing/2014/main" id="{A8366EC9-4982-B445-C6A1-C597EDD7FC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56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0" y="83"/>
                      </a:move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1" y="7"/>
                      </a:lnTo>
                      <a:lnTo>
                        <a:pt x="58" y="4"/>
                      </a:lnTo>
                      <a:lnTo>
                        <a:pt x="5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3" name="Freeform 1262">
                  <a:extLst>
                    <a:ext uri="{FF2B5EF4-FFF2-40B4-BE49-F238E27FC236}">
                      <a16:creationId xmlns:a16="http://schemas.microsoft.com/office/drawing/2014/main" id="{07D4E3F8-99BB-2596-30D1-2A8BB789A9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256"/>
                  <a:ext cx="9" cy="1"/>
                </a:xfrm>
                <a:custGeom>
                  <a:avLst/>
                  <a:gdLst>
                    <a:gd name="T0" fmla="*/ 0 w 53"/>
                    <a:gd name="T1" fmla="*/ 0 h 7"/>
                    <a:gd name="T2" fmla="*/ 0 w 53"/>
                    <a:gd name="T3" fmla="*/ 0 h 7"/>
                    <a:gd name="T4" fmla="*/ 0 w 53"/>
                    <a:gd name="T5" fmla="*/ 0 h 7"/>
                    <a:gd name="T6" fmla="*/ 0 w 53"/>
                    <a:gd name="T7" fmla="*/ 0 h 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7"/>
                    <a:gd name="T14" fmla="*/ 53 w 53"/>
                    <a:gd name="T15" fmla="*/ 7 h 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7">
                      <a:moveTo>
                        <a:pt x="0" y="4"/>
                      </a:moveTo>
                      <a:lnTo>
                        <a:pt x="53" y="7"/>
                      </a:lnTo>
                      <a:lnTo>
                        <a:pt x="53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4" name="Line 1263">
                  <a:extLst>
                    <a:ext uri="{FF2B5EF4-FFF2-40B4-BE49-F238E27FC236}">
                      <a16:creationId xmlns:a16="http://schemas.microsoft.com/office/drawing/2014/main" id="{69AFC48A-81EB-46CA-69F9-E4A2665BE8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7" y="32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5" name="Freeform 1264">
                  <a:extLst>
                    <a:ext uri="{FF2B5EF4-FFF2-40B4-BE49-F238E27FC236}">
                      <a16:creationId xmlns:a16="http://schemas.microsoft.com/office/drawing/2014/main" id="{5DF228F6-49D8-ADEF-064D-13A71F1522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6" name="Freeform 1265">
                  <a:extLst>
                    <a:ext uri="{FF2B5EF4-FFF2-40B4-BE49-F238E27FC236}">
                      <a16:creationId xmlns:a16="http://schemas.microsoft.com/office/drawing/2014/main" id="{11E65792-5C7B-C35F-4F61-549077E2BD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7" name="Freeform 1266">
                  <a:extLst>
                    <a:ext uri="{FF2B5EF4-FFF2-40B4-BE49-F238E27FC236}">
                      <a16:creationId xmlns:a16="http://schemas.microsoft.com/office/drawing/2014/main" id="{7CEC475F-03BE-A161-16DE-9C166B7259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8" name="Freeform 1267">
                  <a:extLst>
                    <a:ext uri="{FF2B5EF4-FFF2-40B4-BE49-F238E27FC236}">
                      <a16:creationId xmlns:a16="http://schemas.microsoft.com/office/drawing/2014/main" id="{139C8A13-D2BE-51E8-633E-F3FE5B593B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9" name="Freeform 1268">
                  <a:extLst>
                    <a:ext uri="{FF2B5EF4-FFF2-40B4-BE49-F238E27FC236}">
                      <a16:creationId xmlns:a16="http://schemas.microsoft.com/office/drawing/2014/main" id="{3AEC2D31-3B7C-9BB4-37A8-D66F7EDE76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0" name="Freeform 1269">
                  <a:extLst>
                    <a:ext uri="{FF2B5EF4-FFF2-40B4-BE49-F238E27FC236}">
                      <a16:creationId xmlns:a16="http://schemas.microsoft.com/office/drawing/2014/main" id="{0DA30060-7741-4B8B-7383-FB20460E12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1" name="Line 1270">
                  <a:extLst>
                    <a:ext uri="{FF2B5EF4-FFF2-40B4-BE49-F238E27FC236}">
                      <a16:creationId xmlns:a16="http://schemas.microsoft.com/office/drawing/2014/main" id="{25431D0D-C424-7F42-E5BD-6E734142DB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7" y="3257"/>
                  <a:ext cx="27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2" name="Freeform 1271">
                  <a:extLst>
                    <a:ext uri="{FF2B5EF4-FFF2-40B4-BE49-F238E27FC236}">
                      <a16:creationId xmlns:a16="http://schemas.microsoft.com/office/drawing/2014/main" id="{4F56BE6D-14AB-625F-D6B8-22C9CFB9BA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3" name="Freeform 1272">
                  <a:extLst>
                    <a:ext uri="{FF2B5EF4-FFF2-40B4-BE49-F238E27FC236}">
                      <a16:creationId xmlns:a16="http://schemas.microsoft.com/office/drawing/2014/main" id="{EF70FB3E-A6B0-DC0B-1184-FD09A565A3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4" name="Freeform 1273">
                  <a:extLst>
                    <a:ext uri="{FF2B5EF4-FFF2-40B4-BE49-F238E27FC236}">
                      <a16:creationId xmlns:a16="http://schemas.microsoft.com/office/drawing/2014/main" id="{27FF34BB-5971-4415-6E8D-210924967F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5" name="Freeform 1274">
                  <a:extLst>
                    <a:ext uri="{FF2B5EF4-FFF2-40B4-BE49-F238E27FC236}">
                      <a16:creationId xmlns:a16="http://schemas.microsoft.com/office/drawing/2014/main" id="{EF65CD2B-B0B1-251E-49B0-2AE82F6882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6" name="Freeform 1275">
                  <a:extLst>
                    <a:ext uri="{FF2B5EF4-FFF2-40B4-BE49-F238E27FC236}">
                      <a16:creationId xmlns:a16="http://schemas.microsoft.com/office/drawing/2014/main" id="{8E39C406-71E2-BFF5-0C77-78BC636057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7" name="Freeform 1276">
                  <a:extLst>
                    <a:ext uri="{FF2B5EF4-FFF2-40B4-BE49-F238E27FC236}">
                      <a16:creationId xmlns:a16="http://schemas.microsoft.com/office/drawing/2014/main" id="{6A61E641-7FE8-8935-43FE-F0C1CF5034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8" name="Freeform 1277">
                  <a:extLst>
                    <a:ext uri="{FF2B5EF4-FFF2-40B4-BE49-F238E27FC236}">
                      <a16:creationId xmlns:a16="http://schemas.microsoft.com/office/drawing/2014/main" id="{6829155B-8A30-9B39-774E-7E7CA92D76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9" name="Freeform 1278">
                  <a:extLst>
                    <a:ext uri="{FF2B5EF4-FFF2-40B4-BE49-F238E27FC236}">
                      <a16:creationId xmlns:a16="http://schemas.microsoft.com/office/drawing/2014/main" id="{2645F4FB-DB2A-5560-66F8-48937E25B6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0" name="Freeform 1279">
                  <a:extLst>
                    <a:ext uri="{FF2B5EF4-FFF2-40B4-BE49-F238E27FC236}">
                      <a16:creationId xmlns:a16="http://schemas.microsoft.com/office/drawing/2014/main" id="{A7F78DFB-D256-B9B4-1994-AFF3723B9B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1" name="Freeform 1280">
                  <a:extLst>
                    <a:ext uri="{FF2B5EF4-FFF2-40B4-BE49-F238E27FC236}">
                      <a16:creationId xmlns:a16="http://schemas.microsoft.com/office/drawing/2014/main" id="{76D4D4D2-911D-CA9E-E4B3-293C71BEB7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2" name="Freeform 1281">
                  <a:extLst>
                    <a:ext uri="{FF2B5EF4-FFF2-40B4-BE49-F238E27FC236}">
                      <a16:creationId xmlns:a16="http://schemas.microsoft.com/office/drawing/2014/main" id="{ABA56FA9-B99E-188F-4865-3B73927E71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3" name="Freeform 1282">
                  <a:extLst>
                    <a:ext uri="{FF2B5EF4-FFF2-40B4-BE49-F238E27FC236}">
                      <a16:creationId xmlns:a16="http://schemas.microsoft.com/office/drawing/2014/main" id="{BDAFE2E1-C000-F8A1-5A10-DA4071828D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4" name="Line 1283">
                  <a:extLst>
                    <a:ext uri="{FF2B5EF4-FFF2-40B4-BE49-F238E27FC236}">
                      <a16:creationId xmlns:a16="http://schemas.microsoft.com/office/drawing/2014/main" id="{6E55ABE5-062F-4342-1064-434B105AF6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290"/>
                  <a:ext cx="1" cy="65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5" name="Line 1284">
                  <a:extLst>
                    <a:ext uri="{FF2B5EF4-FFF2-40B4-BE49-F238E27FC236}">
                      <a16:creationId xmlns:a16="http://schemas.microsoft.com/office/drawing/2014/main" id="{E63F3622-657E-5C18-1498-154BB59D3D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384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" name="Line 1285">
                  <a:extLst>
                    <a:ext uri="{FF2B5EF4-FFF2-40B4-BE49-F238E27FC236}">
                      <a16:creationId xmlns:a16="http://schemas.microsoft.com/office/drawing/2014/main" id="{A8711F89-6EA4-7A5F-9C3D-E4A7FC10EB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471"/>
                  <a:ext cx="1" cy="5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" name="Line 1286">
                  <a:extLst>
                    <a:ext uri="{FF2B5EF4-FFF2-40B4-BE49-F238E27FC236}">
                      <a16:creationId xmlns:a16="http://schemas.microsoft.com/office/drawing/2014/main" id="{A6704E46-76DF-968E-30B9-C91E0D9EF5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557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" name="Line 1287">
                  <a:extLst>
                    <a:ext uri="{FF2B5EF4-FFF2-40B4-BE49-F238E27FC236}">
                      <a16:creationId xmlns:a16="http://schemas.microsoft.com/office/drawing/2014/main" id="{487B3134-0A9C-3EDD-CC49-AA2D105497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644"/>
                  <a:ext cx="1" cy="65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" name="Line 1288">
                  <a:extLst>
                    <a:ext uri="{FF2B5EF4-FFF2-40B4-BE49-F238E27FC236}">
                      <a16:creationId xmlns:a16="http://schemas.microsoft.com/office/drawing/2014/main" id="{5C10B229-0ADC-B0F0-7DC7-B776BCEDE7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594"/>
                  <a:ext cx="1" cy="4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0" name="Line 1289">
                  <a:extLst>
                    <a:ext uri="{FF2B5EF4-FFF2-40B4-BE49-F238E27FC236}">
                      <a16:creationId xmlns:a16="http://schemas.microsoft.com/office/drawing/2014/main" id="{CE745B45-6364-6362-C2DD-9540B2FD34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666"/>
                  <a:ext cx="1" cy="4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1" name="Freeform 1290">
                  <a:extLst>
                    <a:ext uri="{FF2B5EF4-FFF2-40B4-BE49-F238E27FC236}">
                      <a16:creationId xmlns:a16="http://schemas.microsoft.com/office/drawing/2014/main" id="{B907B46A-CCC9-6D90-43E1-0E70DA91B0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2" name="Freeform 1291">
                  <a:extLst>
                    <a:ext uri="{FF2B5EF4-FFF2-40B4-BE49-F238E27FC236}">
                      <a16:creationId xmlns:a16="http://schemas.microsoft.com/office/drawing/2014/main" id="{053C611F-F3BE-BA2C-11F7-81BCFB3EEE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3" name="Freeform 1292">
                  <a:extLst>
                    <a:ext uri="{FF2B5EF4-FFF2-40B4-BE49-F238E27FC236}">
                      <a16:creationId xmlns:a16="http://schemas.microsoft.com/office/drawing/2014/main" id="{A7F2CF5D-DD8D-3122-5488-DDA21885B1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4" name="Freeform 1293">
                  <a:extLst>
                    <a:ext uri="{FF2B5EF4-FFF2-40B4-BE49-F238E27FC236}">
                      <a16:creationId xmlns:a16="http://schemas.microsoft.com/office/drawing/2014/main" id="{82660060-D411-E325-D1E2-210D743A94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5" name="Freeform 1294">
                  <a:extLst>
                    <a:ext uri="{FF2B5EF4-FFF2-40B4-BE49-F238E27FC236}">
                      <a16:creationId xmlns:a16="http://schemas.microsoft.com/office/drawing/2014/main" id="{70AB28FF-A0CC-F402-FEC3-19C1300DD7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6" name="Freeform 1295">
                  <a:extLst>
                    <a:ext uri="{FF2B5EF4-FFF2-40B4-BE49-F238E27FC236}">
                      <a16:creationId xmlns:a16="http://schemas.microsoft.com/office/drawing/2014/main" id="{A43F8B64-BF77-6B29-89AA-7B399C4A50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7" name="Line 1296">
                  <a:extLst>
                    <a:ext uri="{FF2B5EF4-FFF2-40B4-BE49-F238E27FC236}">
                      <a16:creationId xmlns:a16="http://schemas.microsoft.com/office/drawing/2014/main" id="{376323D5-9937-D3F5-0523-F3CA4DE9DE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335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8" name="Line 1297">
                  <a:extLst>
                    <a:ext uri="{FF2B5EF4-FFF2-40B4-BE49-F238E27FC236}">
                      <a16:creationId xmlns:a16="http://schemas.microsoft.com/office/drawing/2014/main" id="{987E8419-38CF-7CAB-8243-0E83AE1942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9" name="Line 1298">
                  <a:extLst>
                    <a:ext uri="{FF2B5EF4-FFF2-40B4-BE49-F238E27FC236}">
                      <a16:creationId xmlns:a16="http://schemas.microsoft.com/office/drawing/2014/main" id="{F98F73AE-771D-DDA8-6926-F530A1BF39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353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0" name="Line 1299">
                  <a:extLst>
                    <a:ext uri="{FF2B5EF4-FFF2-40B4-BE49-F238E27FC236}">
                      <a16:creationId xmlns:a16="http://schemas.microsoft.com/office/drawing/2014/main" id="{A374AF87-7032-EA65-8AE7-E20482EAD8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1" name="Line 1300">
                  <a:extLst>
                    <a:ext uri="{FF2B5EF4-FFF2-40B4-BE49-F238E27FC236}">
                      <a16:creationId xmlns:a16="http://schemas.microsoft.com/office/drawing/2014/main" id="{E68350BD-5AEF-9013-DD78-B38FB8C728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2" name="Line 1301">
                  <a:extLst>
                    <a:ext uri="{FF2B5EF4-FFF2-40B4-BE49-F238E27FC236}">
                      <a16:creationId xmlns:a16="http://schemas.microsoft.com/office/drawing/2014/main" id="{0BDE276C-F2D4-DC09-0F61-61D06A9BD8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3" name="Line 1302">
                  <a:extLst>
                    <a:ext uri="{FF2B5EF4-FFF2-40B4-BE49-F238E27FC236}">
                      <a16:creationId xmlns:a16="http://schemas.microsoft.com/office/drawing/2014/main" id="{045861F3-4E48-5770-0060-575999DEB0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4" name="Line 1303">
                  <a:extLst>
                    <a:ext uri="{FF2B5EF4-FFF2-40B4-BE49-F238E27FC236}">
                      <a16:creationId xmlns:a16="http://schemas.microsoft.com/office/drawing/2014/main" id="{F0C9D19C-7237-78E1-72B8-4225076ACB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" name="Line 1304">
                  <a:extLst>
                    <a:ext uri="{FF2B5EF4-FFF2-40B4-BE49-F238E27FC236}">
                      <a16:creationId xmlns:a16="http://schemas.microsoft.com/office/drawing/2014/main" id="{19C37CE6-688F-054E-C978-4B7CAE99F9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335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" name="Line 1305">
                  <a:extLst>
                    <a:ext uri="{FF2B5EF4-FFF2-40B4-BE49-F238E27FC236}">
                      <a16:creationId xmlns:a16="http://schemas.microsoft.com/office/drawing/2014/main" id="{98C11ABA-5EFA-6F31-95F4-D0A50BD7EC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3401"/>
                  <a:ext cx="1" cy="3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" name="Line 1306">
                  <a:extLst>
                    <a:ext uri="{FF2B5EF4-FFF2-40B4-BE49-F238E27FC236}">
                      <a16:creationId xmlns:a16="http://schemas.microsoft.com/office/drawing/2014/main" id="{E11507BF-E245-1A14-EBEF-37B2333869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3469"/>
                  <a:ext cx="1" cy="5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" name="Line 1307">
                  <a:extLst>
                    <a:ext uri="{FF2B5EF4-FFF2-40B4-BE49-F238E27FC236}">
                      <a16:creationId xmlns:a16="http://schemas.microsoft.com/office/drawing/2014/main" id="{EA80DA87-7D8D-80FD-257D-F30B6D8BF8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3555"/>
                  <a:ext cx="1" cy="3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" name="Freeform 1308">
                  <a:extLst>
                    <a:ext uri="{FF2B5EF4-FFF2-40B4-BE49-F238E27FC236}">
                      <a16:creationId xmlns:a16="http://schemas.microsoft.com/office/drawing/2014/main" id="{D7F5D3C7-4BD2-9066-249C-A0FFB31F32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" name="Freeform 1309">
                  <a:extLst>
                    <a:ext uri="{FF2B5EF4-FFF2-40B4-BE49-F238E27FC236}">
                      <a16:creationId xmlns:a16="http://schemas.microsoft.com/office/drawing/2014/main" id="{ABE1E6D6-3861-CF36-E5FD-9F79D2293C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" name="Freeform 1310">
                  <a:extLst>
                    <a:ext uri="{FF2B5EF4-FFF2-40B4-BE49-F238E27FC236}">
                      <a16:creationId xmlns:a16="http://schemas.microsoft.com/office/drawing/2014/main" id="{E596BC8B-0E53-8FE4-0040-C826749BCF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" name="Freeform 1311">
                  <a:extLst>
                    <a:ext uri="{FF2B5EF4-FFF2-40B4-BE49-F238E27FC236}">
                      <a16:creationId xmlns:a16="http://schemas.microsoft.com/office/drawing/2014/main" id="{CC1B0607-DA62-275A-7AFB-01FB1E5ADF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" name="Freeform 1312">
                  <a:extLst>
                    <a:ext uri="{FF2B5EF4-FFF2-40B4-BE49-F238E27FC236}">
                      <a16:creationId xmlns:a16="http://schemas.microsoft.com/office/drawing/2014/main" id="{A339CA9A-B570-C268-0418-BB74C4059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4" name="Freeform 1313">
                  <a:extLst>
                    <a:ext uri="{FF2B5EF4-FFF2-40B4-BE49-F238E27FC236}">
                      <a16:creationId xmlns:a16="http://schemas.microsoft.com/office/drawing/2014/main" id="{770E9BBA-16D3-FF9A-B94C-A2E3F34555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5" name="Line 1314">
                  <a:extLst>
                    <a:ext uri="{FF2B5EF4-FFF2-40B4-BE49-F238E27FC236}">
                      <a16:creationId xmlns:a16="http://schemas.microsoft.com/office/drawing/2014/main" id="{2134B91C-7BE2-4D6C-32DE-61D6FA0D0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08" y="3497"/>
                  <a:ext cx="15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" name="Line 1315">
                  <a:extLst>
                    <a:ext uri="{FF2B5EF4-FFF2-40B4-BE49-F238E27FC236}">
                      <a16:creationId xmlns:a16="http://schemas.microsoft.com/office/drawing/2014/main" id="{8E082247-C6E2-2F1A-10D0-1D13C4382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56" y="3497"/>
                  <a:ext cx="2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" name="Line 1316">
                  <a:extLst>
                    <a:ext uri="{FF2B5EF4-FFF2-40B4-BE49-F238E27FC236}">
                      <a16:creationId xmlns:a16="http://schemas.microsoft.com/office/drawing/2014/main" id="{AB8B3BA9-F6D1-7E7A-C6D0-33BF0E65C6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53" y="3497"/>
                  <a:ext cx="27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" name="Line 1317">
                  <a:extLst>
                    <a:ext uri="{FF2B5EF4-FFF2-40B4-BE49-F238E27FC236}">
                      <a16:creationId xmlns:a16="http://schemas.microsoft.com/office/drawing/2014/main" id="{36333440-1264-2B38-CBF5-303545E4D3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02" y="3497"/>
                  <a:ext cx="25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" name="Line 1318">
                  <a:extLst>
                    <a:ext uri="{FF2B5EF4-FFF2-40B4-BE49-F238E27FC236}">
                      <a16:creationId xmlns:a16="http://schemas.microsoft.com/office/drawing/2014/main" id="{545E13D6-B644-ECAA-754B-93B08A5A21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99" y="3497"/>
                  <a:ext cx="27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" name="Line 1319">
                  <a:extLst>
                    <a:ext uri="{FF2B5EF4-FFF2-40B4-BE49-F238E27FC236}">
                      <a16:creationId xmlns:a16="http://schemas.microsoft.com/office/drawing/2014/main" id="{40AD9AB6-9DCB-E066-CEB5-81F98AC443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7" y="3497"/>
                  <a:ext cx="2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" name="Line 1320">
                  <a:extLst>
                    <a:ext uri="{FF2B5EF4-FFF2-40B4-BE49-F238E27FC236}">
                      <a16:creationId xmlns:a16="http://schemas.microsoft.com/office/drawing/2014/main" id="{DFBE1569-2061-AC29-19C3-30C83A5B9A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1" y="3497"/>
                  <a:ext cx="15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" name="Freeform 1321">
                  <a:extLst>
                    <a:ext uri="{FF2B5EF4-FFF2-40B4-BE49-F238E27FC236}">
                      <a16:creationId xmlns:a16="http://schemas.microsoft.com/office/drawing/2014/main" id="{EEB0AA68-00E3-402A-8FA9-96B6C9DA76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392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" name="Freeform 1322">
                  <a:extLst>
                    <a:ext uri="{FF2B5EF4-FFF2-40B4-BE49-F238E27FC236}">
                      <a16:creationId xmlns:a16="http://schemas.microsoft.com/office/drawing/2014/main" id="{19B9C08C-ECBD-350B-4394-A075527AE5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392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" name="Freeform 1323">
                  <a:extLst>
                    <a:ext uri="{FF2B5EF4-FFF2-40B4-BE49-F238E27FC236}">
                      <a16:creationId xmlns:a16="http://schemas.microsoft.com/office/drawing/2014/main" id="{01DA07C8-7B30-ADBB-D11F-62B0DFF4CE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392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" name="Freeform 1324">
                  <a:extLst>
                    <a:ext uri="{FF2B5EF4-FFF2-40B4-BE49-F238E27FC236}">
                      <a16:creationId xmlns:a16="http://schemas.microsoft.com/office/drawing/2014/main" id="{C09C5B35-9D6B-51FC-5A56-ADFBEBEE88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392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6" name="Freeform 1325">
                  <a:extLst>
                    <a:ext uri="{FF2B5EF4-FFF2-40B4-BE49-F238E27FC236}">
                      <a16:creationId xmlns:a16="http://schemas.microsoft.com/office/drawing/2014/main" id="{D23ED1B2-DBDE-8502-0D34-F6FA68CBA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392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2"/>
                      </a:lnTo>
                      <a:lnTo>
                        <a:pt x="42" y="21"/>
                      </a:lnTo>
                      <a:lnTo>
                        <a:pt x="48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1"/>
                      </a:lnTo>
                      <a:lnTo>
                        <a:pt x="12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7" name="Freeform 1326">
                  <a:extLst>
                    <a:ext uri="{FF2B5EF4-FFF2-40B4-BE49-F238E27FC236}">
                      <a16:creationId xmlns:a16="http://schemas.microsoft.com/office/drawing/2014/main" id="{D89C082C-ADC0-010F-0A19-A0B71F0E35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392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2"/>
                      </a:lnTo>
                      <a:lnTo>
                        <a:pt x="42" y="21"/>
                      </a:lnTo>
                      <a:lnTo>
                        <a:pt x="48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1"/>
                      </a:lnTo>
                      <a:lnTo>
                        <a:pt x="12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8" name="Freeform 1327">
                  <a:extLst>
                    <a:ext uri="{FF2B5EF4-FFF2-40B4-BE49-F238E27FC236}">
                      <a16:creationId xmlns:a16="http://schemas.microsoft.com/office/drawing/2014/main" id="{AF97E2DD-8555-255A-BE3B-3CB67965D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104"/>
                  <a:ext cx="10" cy="17"/>
                </a:xfrm>
                <a:custGeom>
                  <a:avLst/>
                  <a:gdLst>
                    <a:gd name="T0" fmla="*/ 0 w 56"/>
                    <a:gd name="T1" fmla="*/ 0 h 105"/>
                    <a:gd name="T2" fmla="*/ 0 w 56"/>
                    <a:gd name="T3" fmla="*/ 0 h 105"/>
                    <a:gd name="T4" fmla="*/ 0 w 56"/>
                    <a:gd name="T5" fmla="*/ 0 h 105"/>
                    <a:gd name="T6" fmla="*/ 0 w 56"/>
                    <a:gd name="T7" fmla="*/ 0 h 105"/>
                    <a:gd name="T8" fmla="*/ 0 w 56"/>
                    <a:gd name="T9" fmla="*/ 0 h 105"/>
                    <a:gd name="T10" fmla="*/ 0 w 56"/>
                    <a:gd name="T11" fmla="*/ 0 h 105"/>
                    <a:gd name="T12" fmla="*/ 0 w 56"/>
                    <a:gd name="T13" fmla="*/ 0 h 105"/>
                    <a:gd name="T14" fmla="*/ 0 w 56"/>
                    <a:gd name="T15" fmla="*/ 0 h 105"/>
                    <a:gd name="T16" fmla="*/ 0 w 56"/>
                    <a:gd name="T17" fmla="*/ 0 h 105"/>
                    <a:gd name="T18" fmla="*/ 0 w 56"/>
                    <a:gd name="T19" fmla="*/ 0 h 105"/>
                    <a:gd name="T20" fmla="*/ 0 w 56"/>
                    <a:gd name="T21" fmla="*/ 0 h 105"/>
                    <a:gd name="T22" fmla="*/ 0 w 56"/>
                    <a:gd name="T23" fmla="*/ 0 h 105"/>
                    <a:gd name="T24" fmla="*/ 0 w 56"/>
                    <a:gd name="T25" fmla="*/ 0 h 105"/>
                    <a:gd name="T26" fmla="*/ 0 w 56"/>
                    <a:gd name="T27" fmla="*/ 0 h 105"/>
                    <a:gd name="T28" fmla="*/ 0 w 56"/>
                    <a:gd name="T29" fmla="*/ 0 h 105"/>
                    <a:gd name="T30" fmla="*/ 0 w 56"/>
                    <a:gd name="T31" fmla="*/ 0 h 105"/>
                    <a:gd name="T32" fmla="*/ 0 w 56"/>
                    <a:gd name="T33" fmla="*/ 0 h 10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05"/>
                    <a:gd name="T53" fmla="*/ 56 w 56"/>
                    <a:gd name="T54" fmla="*/ 105 h 10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05">
                      <a:moveTo>
                        <a:pt x="3" y="53"/>
                      </a:moveTo>
                      <a:lnTo>
                        <a:pt x="0" y="0"/>
                      </a:lnTo>
                      <a:lnTo>
                        <a:pt x="13" y="0"/>
                      </a:lnTo>
                      <a:lnTo>
                        <a:pt x="23" y="3"/>
                      </a:lnTo>
                      <a:lnTo>
                        <a:pt x="34" y="9"/>
                      </a:lnTo>
                      <a:lnTo>
                        <a:pt x="44" y="17"/>
                      </a:lnTo>
                      <a:lnTo>
                        <a:pt x="50" y="27"/>
                      </a:lnTo>
                      <a:lnTo>
                        <a:pt x="55" y="38"/>
                      </a:lnTo>
                      <a:lnTo>
                        <a:pt x="56" y="49"/>
                      </a:lnTo>
                      <a:lnTo>
                        <a:pt x="56" y="62"/>
                      </a:lnTo>
                      <a:lnTo>
                        <a:pt x="53" y="73"/>
                      </a:lnTo>
                      <a:lnTo>
                        <a:pt x="47" y="83"/>
                      </a:lnTo>
                      <a:lnTo>
                        <a:pt x="39" y="93"/>
                      </a:lnTo>
                      <a:lnTo>
                        <a:pt x="29" y="99"/>
                      </a:lnTo>
                      <a:lnTo>
                        <a:pt x="18" y="104"/>
                      </a:lnTo>
                      <a:lnTo>
                        <a:pt x="6" y="105"/>
                      </a:lnTo>
                      <a:lnTo>
                        <a:pt x="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9" name="Freeform 1328">
                  <a:extLst>
                    <a:ext uri="{FF2B5EF4-FFF2-40B4-BE49-F238E27FC236}">
                      <a16:creationId xmlns:a16="http://schemas.microsoft.com/office/drawing/2014/main" id="{49C92B41-9CA9-F729-71BF-11C19E1E2D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104"/>
                  <a:ext cx="10" cy="17"/>
                </a:xfrm>
                <a:custGeom>
                  <a:avLst/>
                  <a:gdLst>
                    <a:gd name="T0" fmla="*/ 0 w 56"/>
                    <a:gd name="T1" fmla="*/ 0 h 105"/>
                    <a:gd name="T2" fmla="*/ 0 w 56"/>
                    <a:gd name="T3" fmla="*/ 0 h 105"/>
                    <a:gd name="T4" fmla="*/ 0 w 56"/>
                    <a:gd name="T5" fmla="*/ 0 h 105"/>
                    <a:gd name="T6" fmla="*/ 0 w 56"/>
                    <a:gd name="T7" fmla="*/ 0 h 105"/>
                    <a:gd name="T8" fmla="*/ 0 w 56"/>
                    <a:gd name="T9" fmla="*/ 0 h 105"/>
                    <a:gd name="T10" fmla="*/ 0 w 56"/>
                    <a:gd name="T11" fmla="*/ 0 h 105"/>
                    <a:gd name="T12" fmla="*/ 0 w 56"/>
                    <a:gd name="T13" fmla="*/ 0 h 105"/>
                    <a:gd name="T14" fmla="*/ 0 w 56"/>
                    <a:gd name="T15" fmla="*/ 0 h 105"/>
                    <a:gd name="T16" fmla="*/ 0 w 56"/>
                    <a:gd name="T17" fmla="*/ 0 h 105"/>
                    <a:gd name="T18" fmla="*/ 0 w 56"/>
                    <a:gd name="T19" fmla="*/ 0 h 105"/>
                    <a:gd name="T20" fmla="*/ 0 w 56"/>
                    <a:gd name="T21" fmla="*/ 0 h 105"/>
                    <a:gd name="T22" fmla="*/ 0 w 56"/>
                    <a:gd name="T23" fmla="*/ 0 h 105"/>
                    <a:gd name="T24" fmla="*/ 0 w 56"/>
                    <a:gd name="T25" fmla="*/ 0 h 105"/>
                    <a:gd name="T26" fmla="*/ 0 w 56"/>
                    <a:gd name="T27" fmla="*/ 0 h 105"/>
                    <a:gd name="T28" fmla="*/ 0 w 56"/>
                    <a:gd name="T29" fmla="*/ 0 h 10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05"/>
                    <a:gd name="T47" fmla="*/ 56 w 56"/>
                    <a:gd name="T48" fmla="*/ 105 h 10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05">
                      <a:moveTo>
                        <a:pt x="0" y="0"/>
                      </a:moveTo>
                      <a:lnTo>
                        <a:pt x="13" y="0"/>
                      </a:lnTo>
                      <a:lnTo>
                        <a:pt x="23" y="3"/>
                      </a:lnTo>
                      <a:lnTo>
                        <a:pt x="34" y="9"/>
                      </a:lnTo>
                      <a:lnTo>
                        <a:pt x="44" y="17"/>
                      </a:lnTo>
                      <a:lnTo>
                        <a:pt x="50" y="27"/>
                      </a:lnTo>
                      <a:lnTo>
                        <a:pt x="55" y="38"/>
                      </a:lnTo>
                      <a:lnTo>
                        <a:pt x="56" y="49"/>
                      </a:lnTo>
                      <a:lnTo>
                        <a:pt x="56" y="62"/>
                      </a:lnTo>
                      <a:lnTo>
                        <a:pt x="53" y="73"/>
                      </a:lnTo>
                      <a:lnTo>
                        <a:pt x="47" y="83"/>
                      </a:lnTo>
                      <a:lnTo>
                        <a:pt x="39" y="93"/>
                      </a:lnTo>
                      <a:lnTo>
                        <a:pt x="29" y="99"/>
                      </a:lnTo>
                      <a:lnTo>
                        <a:pt x="18" y="104"/>
                      </a:lnTo>
                      <a:lnTo>
                        <a:pt x="6" y="10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0" name="Freeform 1329">
                  <a:extLst>
                    <a:ext uri="{FF2B5EF4-FFF2-40B4-BE49-F238E27FC236}">
                      <a16:creationId xmlns:a16="http://schemas.microsoft.com/office/drawing/2014/main" id="{6B38DC4A-54F6-D952-75FD-AC1FB084C4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104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102" y="105"/>
                      </a:moveTo>
                      <a:lnTo>
                        <a:pt x="99" y="53"/>
                      </a:lnTo>
                      <a:lnTo>
                        <a:pt x="96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2" y="1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1" name="Freeform 1330">
                  <a:extLst>
                    <a:ext uri="{FF2B5EF4-FFF2-40B4-BE49-F238E27FC236}">
                      <a16:creationId xmlns:a16="http://schemas.microsoft.com/office/drawing/2014/main" id="{2E98E246-34D4-8DFA-6FB4-73637278C7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104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102" y="105"/>
                      </a:moveTo>
                      <a:lnTo>
                        <a:pt x="99" y="53"/>
                      </a:lnTo>
                      <a:lnTo>
                        <a:pt x="96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2" y="10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" name="Freeform 1331">
                  <a:extLst>
                    <a:ext uri="{FF2B5EF4-FFF2-40B4-BE49-F238E27FC236}">
                      <a16:creationId xmlns:a16="http://schemas.microsoft.com/office/drawing/2014/main" id="{3725B572-74BA-BF23-1A08-AE637C9242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6" y="3105"/>
                  <a:ext cx="2" cy="8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10" y="53"/>
                      </a:move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1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" name="Line 1332">
                  <a:extLst>
                    <a:ext uri="{FF2B5EF4-FFF2-40B4-BE49-F238E27FC236}">
                      <a16:creationId xmlns:a16="http://schemas.microsoft.com/office/drawing/2014/main" id="{72605493-6FDB-B509-0456-BCB143A8C2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6" y="31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" name="Freeform 1333">
                  <a:extLst>
                    <a:ext uri="{FF2B5EF4-FFF2-40B4-BE49-F238E27FC236}">
                      <a16:creationId xmlns:a16="http://schemas.microsoft.com/office/drawing/2014/main" id="{AB383E9C-CB3B-3274-F31D-79080809D4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105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15" y="106"/>
                      </a:moveTo>
                      <a:lnTo>
                        <a:pt x="106" y="53"/>
                      </a:lnTo>
                      <a:lnTo>
                        <a:pt x="96" y="0"/>
                      </a:lnTo>
                      <a:lnTo>
                        <a:pt x="0" y="17"/>
                      </a:lnTo>
                      <a:lnTo>
                        <a:pt x="10" y="70"/>
                      </a:lnTo>
                      <a:lnTo>
                        <a:pt x="19" y="123"/>
                      </a:lnTo>
                      <a:lnTo>
                        <a:pt x="115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" name="Freeform 1334">
                  <a:extLst>
                    <a:ext uri="{FF2B5EF4-FFF2-40B4-BE49-F238E27FC236}">
                      <a16:creationId xmlns:a16="http://schemas.microsoft.com/office/drawing/2014/main" id="{B3B29A6C-379A-C7F3-8F51-67DB0B7093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105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15" y="106"/>
                      </a:moveTo>
                      <a:lnTo>
                        <a:pt x="106" y="53"/>
                      </a:lnTo>
                      <a:lnTo>
                        <a:pt x="96" y="0"/>
                      </a:lnTo>
                      <a:lnTo>
                        <a:pt x="0" y="17"/>
                      </a:lnTo>
                      <a:lnTo>
                        <a:pt x="10" y="70"/>
                      </a:lnTo>
                      <a:lnTo>
                        <a:pt x="19" y="123"/>
                      </a:lnTo>
                      <a:lnTo>
                        <a:pt x="115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" name="Freeform 1335">
                  <a:extLst>
                    <a:ext uri="{FF2B5EF4-FFF2-40B4-BE49-F238E27FC236}">
                      <a16:creationId xmlns:a16="http://schemas.microsoft.com/office/drawing/2014/main" id="{8EE4CCFA-19C8-0175-E32F-82B298DA10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9" y="3107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53"/>
                      </a:moveTo>
                      <a:lnTo>
                        <a:pt x="5" y="0"/>
                      </a:lnTo>
                      <a:lnTo>
                        <a:pt x="0" y="1"/>
                      </a:lnTo>
                      <a:lnTo>
                        <a:pt x="1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" name="Line 1336">
                  <a:extLst>
                    <a:ext uri="{FF2B5EF4-FFF2-40B4-BE49-F238E27FC236}">
                      <a16:creationId xmlns:a16="http://schemas.microsoft.com/office/drawing/2014/main" id="{A1AA0EFE-BDFF-0410-E674-84E1A3B0D6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19" y="31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" name="Freeform 1337">
                  <a:extLst>
                    <a:ext uri="{FF2B5EF4-FFF2-40B4-BE49-F238E27FC236}">
                      <a16:creationId xmlns:a16="http://schemas.microsoft.com/office/drawing/2014/main" id="{486B1601-2E80-A24A-D56F-28DD9FB46B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108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122" y="104"/>
                      </a:move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9" name="Freeform 1338">
                  <a:extLst>
                    <a:ext uri="{FF2B5EF4-FFF2-40B4-BE49-F238E27FC236}">
                      <a16:creationId xmlns:a16="http://schemas.microsoft.com/office/drawing/2014/main" id="{7AE8FDDD-2E9F-D145-B748-963808EE40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108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122" y="104"/>
                      </a:move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" name="Freeform 1339">
                  <a:extLst>
                    <a:ext uri="{FF2B5EF4-FFF2-40B4-BE49-F238E27FC236}">
                      <a16:creationId xmlns:a16="http://schemas.microsoft.com/office/drawing/2014/main" id="{CC8D6388-ACA1-93EE-EE49-D7165F46EC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3" y="3112"/>
                  <a:ext cx="3" cy="9"/>
                </a:xfrm>
                <a:custGeom>
                  <a:avLst/>
                  <a:gdLst>
                    <a:gd name="T0" fmla="*/ 0 w 20"/>
                    <a:gd name="T1" fmla="*/ 0 h 52"/>
                    <a:gd name="T2" fmla="*/ 0 w 20"/>
                    <a:gd name="T3" fmla="*/ 0 h 52"/>
                    <a:gd name="T4" fmla="*/ 0 w 20"/>
                    <a:gd name="T5" fmla="*/ 0 h 52"/>
                    <a:gd name="T6" fmla="*/ 0 w 20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2"/>
                    <a:gd name="T14" fmla="*/ 20 w 20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2">
                      <a:moveTo>
                        <a:pt x="20" y="52"/>
                      </a:moveTo>
                      <a:lnTo>
                        <a:pt x="6" y="0"/>
                      </a:lnTo>
                      <a:lnTo>
                        <a:pt x="0" y="2"/>
                      </a:lnTo>
                      <a:lnTo>
                        <a:pt x="2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" name="Line 1340">
                  <a:extLst>
                    <a:ext uri="{FF2B5EF4-FFF2-40B4-BE49-F238E27FC236}">
                      <a16:creationId xmlns:a16="http://schemas.microsoft.com/office/drawing/2014/main" id="{EDD90D4D-BD92-CCF8-E2A0-9BA14A65E2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3" y="311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" name="Freeform 1341">
                  <a:extLst>
                    <a:ext uri="{FF2B5EF4-FFF2-40B4-BE49-F238E27FC236}">
                      <a16:creationId xmlns:a16="http://schemas.microsoft.com/office/drawing/2014/main" id="{E1A3945D-1161-9CE6-7352-39C4652972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112"/>
                  <a:ext cx="22" cy="23"/>
                </a:xfrm>
                <a:custGeom>
                  <a:avLst/>
                  <a:gdLst>
                    <a:gd name="T0" fmla="*/ 0 w 131"/>
                    <a:gd name="T1" fmla="*/ 0 h 137"/>
                    <a:gd name="T2" fmla="*/ 0 w 131"/>
                    <a:gd name="T3" fmla="*/ 0 h 137"/>
                    <a:gd name="T4" fmla="*/ 0 w 131"/>
                    <a:gd name="T5" fmla="*/ 0 h 137"/>
                    <a:gd name="T6" fmla="*/ 0 w 131"/>
                    <a:gd name="T7" fmla="*/ 0 h 137"/>
                    <a:gd name="T8" fmla="*/ 0 w 131"/>
                    <a:gd name="T9" fmla="*/ 0 h 137"/>
                    <a:gd name="T10" fmla="*/ 0 w 131"/>
                    <a:gd name="T11" fmla="*/ 0 h 137"/>
                    <a:gd name="T12" fmla="*/ 0 w 13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7"/>
                    <a:gd name="T23" fmla="*/ 131 w 13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7">
                      <a:moveTo>
                        <a:pt x="131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8"/>
                      </a:lnTo>
                      <a:lnTo>
                        <a:pt x="20" y="87"/>
                      </a:lnTo>
                      <a:lnTo>
                        <a:pt x="41" y="137"/>
                      </a:lnTo>
                      <a:lnTo>
                        <a:pt x="131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" name="Freeform 1342">
                  <a:extLst>
                    <a:ext uri="{FF2B5EF4-FFF2-40B4-BE49-F238E27FC236}">
                      <a16:creationId xmlns:a16="http://schemas.microsoft.com/office/drawing/2014/main" id="{03127A38-5F63-DDC3-DB05-42760C3DE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112"/>
                  <a:ext cx="22" cy="23"/>
                </a:xfrm>
                <a:custGeom>
                  <a:avLst/>
                  <a:gdLst>
                    <a:gd name="T0" fmla="*/ 0 w 131"/>
                    <a:gd name="T1" fmla="*/ 0 h 137"/>
                    <a:gd name="T2" fmla="*/ 0 w 131"/>
                    <a:gd name="T3" fmla="*/ 0 h 137"/>
                    <a:gd name="T4" fmla="*/ 0 w 131"/>
                    <a:gd name="T5" fmla="*/ 0 h 137"/>
                    <a:gd name="T6" fmla="*/ 0 w 131"/>
                    <a:gd name="T7" fmla="*/ 0 h 137"/>
                    <a:gd name="T8" fmla="*/ 0 w 131"/>
                    <a:gd name="T9" fmla="*/ 0 h 137"/>
                    <a:gd name="T10" fmla="*/ 0 w 131"/>
                    <a:gd name="T11" fmla="*/ 0 h 137"/>
                    <a:gd name="T12" fmla="*/ 0 w 13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7"/>
                    <a:gd name="T23" fmla="*/ 131 w 13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7">
                      <a:moveTo>
                        <a:pt x="131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8"/>
                      </a:lnTo>
                      <a:lnTo>
                        <a:pt x="20" y="87"/>
                      </a:lnTo>
                      <a:lnTo>
                        <a:pt x="41" y="137"/>
                      </a:lnTo>
                      <a:lnTo>
                        <a:pt x="131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" name="Freeform 1343">
                  <a:extLst>
                    <a:ext uri="{FF2B5EF4-FFF2-40B4-BE49-F238E27FC236}">
                      <a16:creationId xmlns:a16="http://schemas.microsoft.com/office/drawing/2014/main" id="{FCD99F61-0E71-1C92-E440-4D756627D3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7" y="3119"/>
                  <a:ext cx="4" cy="8"/>
                </a:xfrm>
                <a:custGeom>
                  <a:avLst/>
                  <a:gdLst>
                    <a:gd name="T0" fmla="*/ 0 w 25"/>
                    <a:gd name="T1" fmla="*/ 0 h 49"/>
                    <a:gd name="T2" fmla="*/ 0 w 25"/>
                    <a:gd name="T3" fmla="*/ 0 h 49"/>
                    <a:gd name="T4" fmla="*/ 0 w 25"/>
                    <a:gd name="T5" fmla="*/ 0 h 49"/>
                    <a:gd name="T6" fmla="*/ 0 w 25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49"/>
                    <a:gd name="T14" fmla="*/ 25 w 25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49">
                      <a:moveTo>
                        <a:pt x="25" y="49"/>
                      </a:moveTo>
                      <a:lnTo>
                        <a:pt x="5" y="0"/>
                      </a:lnTo>
                      <a:lnTo>
                        <a:pt x="0" y="3"/>
                      </a:lnTo>
                      <a:lnTo>
                        <a:pt x="25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" name="Line 1344">
                  <a:extLst>
                    <a:ext uri="{FF2B5EF4-FFF2-40B4-BE49-F238E27FC236}">
                      <a16:creationId xmlns:a16="http://schemas.microsoft.com/office/drawing/2014/main" id="{AF2EB0E5-7F1B-CE7E-20C8-C02D26036E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87" y="311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" name="Freeform 1345">
                  <a:extLst>
                    <a:ext uri="{FF2B5EF4-FFF2-40B4-BE49-F238E27FC236}">
                      <a16:creationId xmlns:a16="http://schemas.microsoft.com/office/drawing/2014/main" id="{4A3C6413-A5CF-F1E7-F134-520AA2ABBF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119"/>
                  <a:ext cx="22" cy="23"/>
                </a:xfrm>
                <a:custGeom>
                  <a:avLst/>
                  <a:gdLst>
                    <a:gd name="T0" fmla="*/ 0 w 136"/>
                    <a:gd name="T1" fmla="*/ 0 h 139"/>
                    <a:gd name="T2" fmla="*/ 0 w 136"/>
                    <a:gd name="T3" fmla="*/ 0 h 139"/>
                    <a:gd name="T4" fmla="*/ 0 w 136"/>
                    <a:gd name="T5" fmla="*/ 0 h 139"/>
                    <a:gd name="T6" fmla="*/ 0 w 136"/>
                    <a:gd name="T7" fmla="*/ 0 h 139"/>
                    <a:gd name="T8" fmla="*/ 0 w 136"/>
                    <a:gd name="T9" fmla="*/ 0 h 139"/>
                    <a:gd name="T10" fmla="*/ 0 w 136"/>
                    <a:gd name="T11" fmla="*/ 0 h 139"/>
                    <a:gd name="T12" fmla="*/ 0 w 136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139"/>
                    <a:gd name="T23" fmla="*/ 136 w 136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139">
                      <a:moveTo>
                        <a:pt x="136" y="93"/>
                      </a:moveTo>
                      <a:lnTo>
                        <a:pt x="110" y="46"/>
                      </a:lnTo>
                      <a:lnTo>
                        <a:pt x="85" y="0"/>
                      </a:lnTo>
                      <a:lnTo>
                        <a:pt x="0" y="46"/>
                      </a:lnTo>
                      <a:lnTo>
                        <a:pt x="26" y="93"/>
                      </a:lnTo>
                      <a:lnTo>
                        <a:pt x="51" y="139"/>
                      </a:lnTo>
                      <a:lnTo>
                        <a:pt x="136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7" name="Freeform 1346">
                  <a:extLst>
                    <a:ext uri="{FF2B5EF4-FFF2-40B4-BE49-F238E27FC236}">
                      <a16:creationId xmlns:a16="http://schemas.microsoft.com/office/drawing/2014/main" id="{8A84156D-3FC0-D3CB-26F4-4F7F343128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119"/>
                  <a:ext cx="22" cy="23"/>
                </a:xfrm>
                <a:custGeom>
                  <a:avLst/>
                  <a:gdLst>
                    <a:gd name="T0" fmla="*/ 0 w 136"/>
                    <a:gd name="T1" fmla="*/ 0 h 139"/>
                    <a:gd name="T2" fmla="*/ 0 w 136"/>
                    <a:gd name="T3" fmla="*/ 0 h 139"/>
                    <a:gd name="T4" fmla="*/ 0 w 136"/>
                    <a:gd name="T5" fmla="*/ 0 h 139"/>
                    <a:gd name="T6" fmla="*/ 0 w 136"/>
                    <a:gd name="T7" fmla="*/ 0 h 139"/>
                    <a:gd name="T8" fmla="*/ 0 w 136"/>
                    <a:gd name="T9" fmla="*/ 0 h 139"/>
                    <a:gd name="T10" fmla="*/ 0 w 136"/>
                    <a:gd name="T11" fmla="*/ 0 h 139"/>
                    <a:gd name="T12" fmla="*/ 0 w 136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139"/>
                    <a:gd name="T23" fmla="*/ 136 w 136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139">
                      <a:moveTo>
                        <a:pt x="136" y="93"/>
                      </a:moveTo>
                      <a:lnTo>
                        <a:pt x="110" y="46"/>
                      </a:lnTo>
                      <a:lnTo>
                        <a:pt x="85" y="0"/>
                      </a:lnTo>
                      <a:lnTo>
                        <a:pt x="0" y="46"/>
                      </a:lnTo>
                      <a:lnTo>
                        <a:pt x="26" y="93"/>
                      </a:lnTo>
                      <a:lnTo>
                        <a:pt x="51" y="139"/>
                      </a:lnTo>
                      <a:lnTo>
                        <a:pt x="136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8" name="Freeform 1347">
                  <a:extLst>
                    <a:ext uri="{FF2B5EF4-FFF2-40B4-BE49-F238E27FC236}">
                      <a16:creationId xmlns:a16="http://schemas.microsoft.com/office/drawing/2014/main" id="{49DCEC7F-B227-A9E2-EC67-003992F9C6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2" y="3127"/>
                  <a:ext cx="5" cy="8"/>
                </a:xfrm>
                <a:custGeom>
                  <a:avLst/>
                  <a:gdLst>
                    <a:gd name="T0" fmla="*/ 0 w 31"/>
                    <a:gd name="T1" fmla="*/ 0 h 47"/>
                    <a:gd name="T2" fmla="*/ 0 w 31"/>
                    <a:gd name="T3" fmla="*/ 0 h 47"/>
                    <a:gd name="T4" fmla="*/ 0 w 31"/>
                    <a:gd name="T5" fmla="*/ 0 h 47"/>
                    <a:gd name="T6" fmla="*/ 0 w 31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7"/>
                    <a:gd name="T14" fmla="*/ 31 w 31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7">
                      <a:moveTo>
                        <a:pt x="31" y="47"/>
                      </a:moveTo>
                      <a:lnTo>
                        <a:pt x="5" y="0"/>
                      </a:lnTo>
                      <a:lnTo>
                        <a:pt x="0" y="3"/>
                      </a:lnTo>
                      <a:lnTo>
                        <a:pt x="31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9" name="Line 1348">
                  <a:extLst>
                    <a:ext uri="{FF2B5EF4-FFF2-40B4-BE49-F238E27FC236}">
                      <a16:creationId xmlns:a16="http://schemas.microsoft.com/office/drawing/2014/main" id="{8BE13A2C-13B8-3BDF-4CD9-A3571C5FA0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72" y="312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0" name="Freeform 1349">
                  <a:extLst>
                    <a:ext uri="{FF2B5EF4-FFF2-40B4-BE49-F238E27FC236}">
                      <a16:creationId xmlns:a16="http://schemas.microsoft.com/office/drawing/2014/main" id="{AF46A4E3-3BAC-54E9-BF28-D805D9FD3F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127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139" y="87"/>
                      </a:move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7"/>
                      </a:ln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1" name="Freeform 1350">
                  <a:extLst>
                    <a:ext uri="{FF2B5EF4-FFF2-40B4-BE49-F238E27FC236}">
                      <a16:creationId xmlns:a16="http://schemas.microsoft.com/office/drawing/2014/main" id="{89B85E5A-50E9-AD2D-E3DB-902831E69A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127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139" y="87"/>
                      </a:move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7"/>
                      </a:ln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2" name="Freeform 1351">
                  <a:extLst>
                    <a:ext uri="{FF2B5EF4-FFF2-40B4-BE49-F238E27FC236}">
                      <a16:creationId xmlns:a16="http://schemas.microsoft.com/office/drawing/2014/main" id="{9A1E1CFE-7D2C-6A13-22EF-B472ACD72D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8" y="3137"/>
                  <a:ext cx="6" cy="7"/>
                </a:xfrm>
                <a:custGeom>
                  <a:avLst/>
                  <a:gdLst>
                    <a:gd name="T0" fmla="*/ 0 w 36"/>
                    <a:gd name="T1" fmla="*/ 0 h 43"/>
                    <a:gd name="T2" fmla="*/ 0 w 36"/>
                    <a:gd name="T3" fmla="*/ 0 h 43"/>
                    <a:gd name="T4" fmla="*/ 0 w 36"/>
                    <a:gd name="T5" fmla="*/ 0 h 43"/>
                    <a:gd name="T6" fmla="*/ 0 w 36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3"/>
                    <a:gd name="T14" fmla="*/ 36 w 36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3">
                      <a:moveTo>
                        <a:pt x="36" y="43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36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" name="Line 1352">
                  <a:extLst>
                    <a:ext uri="{FF2B5EF4-FFF2-40B4-BE49-F238E27FC236}">
                      <a16:creationId xmlns:a16="http://schemas.microsoft.com/office/drawing/2014/main" id="{FA84604D-A00C-15F5-D181-F81E035002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58" y="31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" name="Freeform 1353">
                  <a:extLst>
                    <a:ext uri="{FF2B5EF4-FFF2-40B4-BE49-F238E27FC236}">
                      <a16:creationId xmlns:a16="http://schemas.microsoft.com/office/drawing/2014/main" id="{18BEE4D1-3E3E-BE98-C462-44D13366FC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137"/>
                  <a:ext cx="24" cy="25"/>
                </a:xfrm>
                <a:custGeom>
                  <a:avLst/>
                  <a:gdLst>
                    <a:gd name="T0" fmla="*/ 0 w 145"/>
                    <a:gd name="T1" fmla="*/ 0 h 146"/>
                    <a:gd name="T2" fmla="*/ 0 w 145"/>
                    <a:gd name="T3" fmla="*/ 0 h 146"/>
                    <a:gd name="T4" fmla="*/ 0 w 145"/>
                    <a:gd name="T5" fmla="*/ 0 h 146"/>
                    <a:gd name="T6" fmla="*/ 0 w 145"/>
                    <a:gd name="T7" fmla="*/ 0 h 146"/>
                    <a:gd name="T8" fmla="*/ 0 w 145"/>
                    <a:gd name="T9" fmla="*/ 0 h 146"/>
                    <a:gd name="T10" fmla="*/ 0 w 145"/>
                    <a:gd name="T11" fmla="*/ 0 h 146"/>
                    <a:gd name="T12" fmla="*/ 0 w 145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6"/>
                    <a:gd name="T23" fmla="*/ 145 w 145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6">
                      <a:moveTo>
                        <a:pt x="145" y="80"/>
                      </a:moveTo>
                      <a:lnTo>
                        <a:pt x="109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lnTo>
                        <a:pt x="36" y="106"/>
                      </a:lnTo>
                      <a:lnTo>
                        <a:pt x="72" y="146"/>
                      </a:lnTo>
                      <a:lnTo>
                        <a:pt x="145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" name="Freeform 1354">
                  <a:extLst>
                    <a:ext uri="{FF2B5EF4-FFF2-40B4-BE49-F238E27FC236}">
                      <a16:creationId xmlns:a16="http://schemas.microsoft.com/office/drawing/2014/main" id="{1C8BBF38-A4A7-A430-BA8D-683FCF146F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137"/>
                  <a:ext cx="24" cy="25"/>
                </a:xfrm>
                <a:custGeom>
                  <a:avLst/>
                  <a:gdLst>
                    <a:gd name="T0" fmla="*/ 0 w 145"/>
                    <a:gd name="T1" fmla="*/ 0 h 146"/>
                    <a:gd name="T2" fmla="*/ 0 w 145"/>
                    <a:gd name="T3" fmla="*/ 0 h 146"/>
                    <a:gd name="T4" fmla="*/ 0 w 145"/>
                    <a:gd name="T5" fmla="*/ 0 h 146"/>
                    <a:gd name="T6" fmla="*/ 0 w 145"/>
                    <a:gd name="T7" fmla="*/ 0 h 146"/>
                    <a:gd name="T8" fmla="*/ 0 w 145"/>
                    <a:gd name="T9" fmla="*/ 0 h 146"/>
                    <a:gd name="T10" fmla="*/ 0 w 145"/>
                    <a:gd name="T11" fmla="*/ 0 h 146"/>
                    <a:gd name="T12" fmla="*/ 0 w 145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6"/>
                    <a:gd name="T23" fmla="*/ 145 w 145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6">
                      <a:moveTo>
                        <a:pt x="145" y="80"/>
                      </a:moveTo>
                      <a:lnTo>
                        <a:pt x="109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lnTo>
                        <a:pt x="36" y="106"/>
                      </a:lnTo>
                      <a:lnTo>
                        <a:pt x="72" y="146"/>
                      </a:lnTo>
                      <a:lnTo>
                        <a:pt x="145" y="8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" name="Freeform 1355">
                  <a:extLst>
                    <a:ext uri="{FF2B5EF4-FFF2-40B4-BE49-F238E27FC236}">
                      <a16:creationId xmlns:a16="http://schemas.microsoft.com/office/drawing/2014/main" id="{2D3EDDF9-2105-362A-3C9D-DC22D7CEC5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5" y="3148"/>
                  <a:ext cx="7" cy="7"/>
                </a:xfrm>
                <a:custGeom>
                  <a:avLst/>
                  <a:gdLst>
                    <a:gd name="T0" fmla="*/ 0 w 40"/>
                    <a:gd name="T1" fmla="*/ 0 h 41"/>
                    <a:gd name="T2" fmla="*/ 0 w 40"/>
                    <a:gd name="T3" fmla="*/ 0 h 41"/>
                    <a:gd name="T4" fmla="*/ 0 w 40"/>
                    <a:gd name="T5" fmla="*/ 0 h 41"/>
                    <a:gd name="T6" fmla="*/ 0 w 40"/>
                    <a:gd name="T7" fmla="*/ 0 h 4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1"/>
                    <a:gd name="T14" fmla="*/ 40 w 40"/>
                    <a:gd name="T15" fmla="*/ 41 h 4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1">
                      <a:moveTo>
                        <a:pt x="40" y="41"/>
                      </a:move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40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" name="Line 1356">
                  <a:extLst>
                    <a:ext uri="{FF2B5EF4-FFF2-40B4-BE49-F238E27FC236}">
                      <a16:creationId xmlns:a16="http://schemas.microsoft.com/office/drawing/2014/main" id="{36D585E1-0AD0-A49E-73A0-6FD5E6F147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45" y="314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" name="Freeform 1357">
                  <a:extLst>
                    <a:ext uri="{FF2B5EF4-FFF2-40B4-BE49-F238E27FC236}">
                      <a16:creationId xmlns:a16="http://schemas.microsoft.com/office/drawing/2014/main" id="{3CD030FF-0361-471F-5297-3CF334BB87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149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146" y="72"/>
                      </a:move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6" y="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" name="Freeform 1358">
                  <a:extLst>
                    <a:ext uri="{FF2B5EF4-FFF2-40B4-BE49-F238E27FC236}">
                      <a16:creationId xmlns:a16="http://schemas.microsoft.com/office/drawing/2014/main" id="{40EB62BC-65DE-432A-7145-C72A57C99C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149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146" y="72"/>
                      </a:move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6" y="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" name="Freeform 1359">
                  <a:extLst>
                    <a:ext uri="{FF2B5EF4-FFF2-40B4-BE49-F238E27FC236}">
                      <a16:creationId xmlns:a16="http://schemas.microsoft.com/office/drawing/2014/main" id="{30C80B8D-F181-C300-9C71-501E25FD1D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161"/>
                  <a:ext cx="7" cy="6"/>
                </a:xfrm>
                <a:custGeom>
                  <a:avLst/>
                  <a:gdLst>
                    <a:gd name="T0" fmla="*/ 0 w 44"/>
                    <a:gd name="T1" fmla="*/ 0 h 36"/>
                    <a:gd name="T2" fmla="*/ 0 w 44"/>
                    <a:gd name="T3" fmla="*/ 0 h 36"/>
                    <a:gd name="T4" fmla="*/ 0 w 44"/>
                    <a:gd name="T5" fmla="*/ 0 h 36"/>
                    <a:gd name="T6" fmla="*/ 0 w 4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6"/>
                    <a:gd name="T14" fmla="*/ 44 w 4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6">
                      <a:moveTo>
                        <a:pt x="44" y="36"/>
                      </a:moveTo>
                      <a:lnTo>
                        <a:pt x="3" y="0"/>
                      </a:lnTo>
                      <a:lnTo>
                        <a:pt x="0" y="5"/>
                      </a:lnTo>
                      <a:lnTo>
                        <a:pt x="44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" name="Line 1360">
                  <a:extLst>
                    <a:ext uri="{FF2B5EF4-FFF2-40B4-BE49-F238E27FC236}">
                      <a16:creationId xmlns:a16="http://schemas.microsoft.com/office/drawing/2014/main" id="{DAA72B90-4531-E038-D6E3-C88FCEA958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34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" name="Freeform 1361">
                  <a:extLst>
                    <a:ext uri="{FF2B5EF4-FFF2-40B4-BE49-F238E27FC236}">
                      <a16:creationId xmlns:a16="http://schemas.microsoft.com/office/drawing/2014/main" id="{E46180E8-2890-F0BF-2DC2-D944C847B4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162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143" y="61"/>
                      </a:moveTo>
                      <a:lnTo>
                        <a:pt x="100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lnTo>
                        <a:pt x="44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" name="Freeform 1362">
                  <a:extLst>
                    <a:ext uri="{FF2B5EF4-FFF2-40B4-BE49-F238E27FC236}">
                      <a16:creationId xmlns:a16="http://schemas.microsoft.com/office/drawing/2014/main" id="{F291A369-16E1-11D9-323D-8FA309C4C8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162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143" y="61"/>
                      </a:moveTo>
                      <a:lnTo>
                        <a:pt x="100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lnTo>
                        <a:pt x="44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4" name="Freeform 1363">
                  <a:extLst>
                    <a:ext uri="{FF2B5EF4-FFF2-40B4-BE49-F238E27FC236}">
                      <a16:creationId xmlns:a16="http://schemas.microsoft.com/office/drawing/2014/main" id="{3D7C7302-7184-5637-764E-314AE17EE7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4" y="3175"/>
                  <a:ext cx="8" cy="5"/>
                </a:xfrm>
                <a:custGeom>
                  <a:avLst/>
                  <a:gdLst>
                    <a:gd name="T0" fmla="*/ 0 w 47"/>
                    <a:gd name="T1" fmla="*/ 0 h 31"/>
                    <a:gd name="T2" fmla="*/ 0 w 47"/>
                    <a:gd name="T3" fmla="*/ 0 h 31"/>
                    <a:gd name="T4" fmla="*/ 0 w 47"/>
                    <a:gd name="T5" fmla="*/ 0 h 31"/>
                    <a:gd name="T6" fmla="*/ 0 w 47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1"/>
                    <a:gd name="T14" fmla="*/ 47 w 47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1">
                      <a:moveTo>
                        <a:pt x="47" y="31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47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5" name="Line 1364">
                  <a:extLst>
                    <a:ext uri="{FF2B5EF4-FFF2-40B4-BE49-F238E27FC236}">
                      <a16:creationId xmlns:a16="http://schemas.microsoft.com/office/drawing/2014/main" id="{A861B947-3F31-C318-1248-FE9FE9F59E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24" y="317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6" name="Freeform 1365">
                  <a:extLst>
                    <a:ext uri="{FF2B5EF4-FFF2-40B4-BE49-F238E27FC236}">
                      <a16:creationId xmlns:a16="http://schemas.microsoft.com/office/drawing/2014/main" id="{B67ED9C2-935E-DCC9-8EFF-96A39C65E4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176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140" y="50"/>
                      </a:moveTo>
                      <a:lnTo>
                        <a:pt x="94" y="25"/>
                      </a:lnTo>
                      <a:lnTo>
                        <a:pt x="47" y="0"/>
                      </a:lnTo>
                      <a:lnTo>
                        <a:pt x="0" y="84"/>
                      </a:lnTo>
                      <a:lnTo>
                        <a:pt x="47" y="110"/>
                      </a:lnTo>
                      <a:lnTo>
                        <a:pt x="94" y="135"/>
                      </a:lnTo>
                      <a:lnTo>
                        <a:pt x="14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7" name="Freeform 1366">
                  <a:extLst>
                    <a:ext uri="{FF2B5EF4-FFF2-40B4-BE49-F238E27FC236}">
                      <a16:creationId xmlns:a16="http://schemas.microsoft.com/office/drawing/2014/main" id="{AA6154D1-587F-8D60-693D-36B76E14CB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176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140" y="50"/>
                      </a:moveTo>
                      <a:lnTo>
                        <a:pt x="94" y="25"/>
                      </a:lnTo>
                      <a:lnTo>
                        <a:pt x="47" y="0"/>
                      </a:lnTo>
                      <a:lnTo>
                        <a:pt x="0" y="84"/>
                      </a:lnTo>
                      <a:lnTo>
                        <a:pt x="47" y="110"/>
                      </a:lnTo>
                      <a:lnTo>
                        <a:pt x="94" y="135"/>
                      </a:lnTo>
                      <a:lnTo>
                        <a:pt x="140" y="5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8" name="Freeform 1367">
                  <a:extLst>
                    <a:ext uri="{FF2B5EF4-FFF2-40B4-BE49-F238E27FC236}">
                      <a16:creationId xmlns:a16="http://schemas.microsoft.com/office/drawing/2014/main" id="{517A7765-0417-8042-08E2-9D3EE576A7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190"/>
                  <a:ext cx="8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50" y="26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5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9" name="Line 1368">
                  <a:extLst>
                    <a:ext uri="{FF2B5EF4-FFF2-40B4-BE49-F238E27FC236}">
                      <a16:creationId xmlns:a16="http://schemas.microsoft.com/office/drawing/2014/main" id="{BE1E5B5C-D5D7-B02A-79AB-8642FBC0C1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16" y="319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0" name="Freeform 1369">
                  <a:extLst>
                    <a:ext uri="{FF2B5EF4-FFF2-40B4-BE49-F238E27FC236}">
                      <a16:creationId xmlns:a16="http://schemas.microsoft.com/office/drawing/2014/main" id="{44B96DFB-29CC-5085-2269-90B66B7DD4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191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1" name="Freeform 1370">
                  <a:extLst>
                    <a:ext uri="{FF2B5EF4-FFF2-40B4-BE49-F238E27FC236}">
                      <a16:creationId xmlns:a16="http://schemas.microsoft.com/office/drawing/2014/main" id="{628BB9F0-1A5E-68F8-866C-2DEEC9AD3B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191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2" name="Freeform 1371">
                  <a:extLst>
                    <a:ext uri="{FF2B5EF4-FFF2-40B4-BE49-F238E27FC236}">
                      <a16:creationId xmlns:a16="http://schemas.microsoft.com/office/drawing/2014/main" id="{5AFC81F0-5FF4-5FDF-D5E4-2EEDBA6B62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9" y="3206"/>
                  <a:ext cx="9" cy="3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51" y="20"/>
                      </a:moveTo>
                      <a:lnTo>
                        <a:pt x="1" y="0"/>
                      </a:lnTo>
                      <a:lnTo>
                        <a:pt x="0" y="5"/>
                      </a:lnTo>
                      <a:lnTo>
                        <a:pt x="51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3" name="Line 1372">
                  <a:extLst>
                    <a:ext uri="{FF2B5EF4-FFF2-40B4-BE49-F238E27FC236}">
                      <a16:creationId xmlns:a16="http://schemas.microsoft.com/office/drawing/2014/main" id="{823B8774-EFCD-2A4E-31DE-EBFC8136F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09" y="320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" name="Freeform 1373">
                  <a:extLst>
                    <a:ext uri="{FF2B5EF4-FFF2-40B4-BE49-F238E27FC236}">
                      <a16:creationId xmlns:a16="http://schemas.microsoft.com/office/drawing/2014/main" id="{9784043B-1995-FFB9-2F8D-F285A5C20A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207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29" y="30"/>
                      </a:moveTo>
                      <a:lnTo>
                        <a:pt x="78" y="15"/>
                      </a:lnTo>
                      <a:lnTo>
                        <a:pt x="27" y="0"/>
                      </a:lnTo>
                      <a:lnTo>
                        <a:pt x="0" y="93"/>
                      </a:lnTo>
                      <a:lnTo>
                        <a:pt x="50" y="108"/>
                      </a:lnTo>
                      <a:lnTo>
                        <a:pt x="101" y="123"/>
                      </a:lnTo>
                      <a:lnTo>
                        <a:pt x="129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" name="Freeform 1374">
                  <a:extLst>
                    <a:ext uri="{FF2B5EF4-FFF2-40B4-BE49-F238E27FC236}">
                      <a16:creationId xmlns:a16="http://schemas.microsoft.com/office/drawing/2014/main" id="{A59018C5-1A53-F60C-41A1-7CD48DDE91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207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29" y="30"/>
                      </a:moveTo>
                      <a:lnTo>
                        <a:pt x="78" y="15"/>
                      </a:lnTo>
                      <a:lnTo>
                        <a:pt x="27" y="0"/>
                      </a:lnTo>
                      <a:lnTo>
                        <a:pt x="0" y="93"/>
                      </a:lnTo>
                      <a:lnTo>
                        <a:pt x="50" y="108"/>
                      </a:lnTo>
                      <a:lnTo>
                        <a:pt x="101" y="123"/>
                      </a:lnTo>
                      <a:lnTo>
                        <a:pt x="129" y="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6" name="Freeform 1375">
                  <a:extLst>
                    <a:ext uri="{FF2B5EF4-FFF2-40B4-BE49-F238E27FC236}">
                      <a16:creationId xmlns:a16="http://schemas.microsoft.com/office/drawing/2014/main" id="{211A26FE-987E-E0F0-2648-77DBD2C6C8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4" y="3222"/>
                  <a:ext cx="9" cy="3"/>
                </a:xfrm>
                <a:custGeom>
                  <a:avLst/>
                  <a:gdLst>
                    <a:gd name="T0" fmla="*/ 0 w 53"/>
                    <a:gd name="T1" fmla="*/ 0 h 15"/>
                    <a:gd name="T2" fmla="*/ 0 w 53"/>
                    <a:gd name="T3" fmla="*/ 0 h 15"/>
                    <a:gd name="T4" fmla="*/ 0 w 53"/>
                    <a:gd name="T5" fmla="*/ 0 h 15"/>
                    <a:gd name="T6" fmla="*/ 0 w 53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5"/>
                    <a:gd name="T14" fmla="*/ 53 w 53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5">
                      <a:moveTo>
                        <a:pt x="53" y="15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53" y="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7" name="Line 1376">
                  <a:extLst>
                    <a:ext uri="{FF2B5EF4-FFF2-40B4-BE49-F238E27FC236}">
                      <a16:creationId xmlns:a16="http://schemas.microsoft.com/office/drawing/2014/main" id="{D24BC941-A940-D67C-B064-3BD47CA90F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04" y="322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8" name="Freeform 1377">
                  <a:extLst>
                    <a:ext uri="{FF2B5EF4-FFF2-40B4-BE49-F238E27FC236}">
                      <a16:creationId xmlns:a16="http://schemas.microsoft.com/office/drawing/2014/main" id="{E2665C05-E660-5AC3-A230-7A98A796D3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22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21" y="17"/>
                      </a:move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lnTo>
                        <a:pt x="53" y="104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9" name="Freeform 1378">
                  <a:extLst>
                    <a:ext uri="{FF2B5EF4-FFF2-40B4-BE49-F238E27FC236}">
                      <a16:creationId xmlns:a16="http://schemas.microsoft.com/office/drawing/2014/main" id="{7ACDC198-DFE4-9B50-B335-EA452E7448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22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21" y="17"/>
                      </a:move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lnTo>
                        <a:pt x="53" y="104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0" name="Freeform 1379">
                  <a:extLst>
                    <a:ext uri="{FF2B5EF4-FFF2-40B4-BE49-F238E27FC236}">
                      <a16:creationId xmlns:a16="http://schemas.microsoft.com/office/drawing/2014/main" id="{0E2366A6-7966-0392-4A82-B92526AB20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239"/>
                  <a:ext cx="9" cy="2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53" y="8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1" name="Line 1380">
                  <a:extLst>
                    <a:ext uri="{FF2B5EF4-FFF2-40B4-BE49-F238E27FC236}">
                      <a16:creationId xmlns:a16="http://schemas.microsoft.com/office/drawing/2014/main" id="{4C5C1B80-0D54-C570-62F0-A342EEADD0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" y="32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2" name="Freeform 1381">
                  <a:extLst>
                    <a:ext uri="{FF2B5EF4-FFF2-40B4-BE49-F238E27FC236}">
                      <a16:creationId xmlns:a16="http://schemas.microsoft.com/office/drawing/2014/main" id="{2B1C8BCF-DF7C-735C-B195-888EAECDDB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0"/>
                  <a:ext cx="18" cy="17"/>
                </a:xfrm>
                <a:custGeom>
                  <a:avLst/>
                  <a:gdLst>
                    <a:gd name="T0" fmla="*/ 0 w 111"/>
                    <a:gd name="T1" fmla="*/ 0 h 104"/>
                    <a:gd name="T2" fmla="*/ 0 w 111"/>
                    <a:gd name="T3" fmla="*/ 0 h 104"/>
                    <a:gd name="T4" fmla="*/ 0 w 111"/>
                    <a:gd name="T5" fmla="*/ 0 h 104"/>
                    <a:gd name="T6" fmla="*/ 0 w 111"/>
                    <a:gd name="T7" fmla="*/ 0 h 104"/>
                    <a:gd name="T8" fmla="*/ 0 w 111"/>
                    <a:gd name="T9" fmla="*/ 0 h 104"/>
                    <a:gd name="T10" fmla="*/ 0 w 111"/>
                    <a:gd name="T11" fmla="*/ 0 h 104"/>
                    <a:gd name="T12" fmla="*/ 0 w 11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4"/>
                    <a:gd name="T23" fmla="*/ 111 w 11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4">
                      <a:moveTo>
                        <a:pt x="111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7"/>
                      </a:lnTo>
                      <a:lnTo>
                        <a:pt x="53" y="101"/>
                      </a:lnTo>
                      <a:lnTo>
                        <a:pt x="106" y="104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3" name="Freeform 1382">
                  <a:extLst>
                    <a:ext uri="{FF2B5EF4-FFF2-40B4-BE49-F238E27FC236}">
                      <a16:creationId xmlns:a16="http://schemas.microsoft.com/office/drawing/2014/main" id="{AA1D8C24-B6A2-DB50-334F-1EDEFB0CD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0"/>
                  <a:ext cx="18" cy="17"/>
                </a:xfrm>
                <a:custGeom>
                  <a:avLst/>
                  <a:gdLst>
                    <a:gd name="T0" fmla="*/ 0 w 111"/>
                    <a:gd name="T1" fmla="*/ 0 h 104"/>
                    <a:gd name="T2" fmla="*/ 0 w 111"/>
                    <a:gd name="T3" fmla="*/ 0 h 104"/>
                    <a:gd name="T4" fmla="*/ 0 w 111"/>
                    <a:gd name="T5" fmla="*/ 0 h 104"/>
                    <a:gd name="T6" fmla="*/ 0 w 111"/>
                    <a:gd name="T7" fmla="*/ 0 h 104"/>
                    <a:gd name="T8" fmla="*/ 0 w 111"/>
                    <a:gd name="T9" fmla="*/ 0 h 104"/>
                    <a:gd name="T10" fmla="*/ 0 w 111"/>
                    <a:gd name="T11" fmla="*/ 0 h 104"/>
                    <a:gd name="T12" fmla="*/ 0 w 11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4"/>
                    <a:gd name="T23" fmla="*/ 111 w 11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4">
                      <a:moveTo>
                        <a:pt x="111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7"/>
                      </a:lnTo>
                      <a:lnTo>
                        <a:pt x="53" y="101"/>
                      </a:lnTo>
                      <a:lnTo>
                        <a:pt x="106" y="104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4" name="Freeform 1383">
                  <a:extLst>
                    <a:ext uri="{FF2B5EF4-FFF2-40B4-BE49-F238E27FC236}">
                      <a16:creationId xmlns:a16="http://schemas.microsoft.com/office/drawing/2014/main" id="{ED6E2146-F0AF-AA07-734E-8AD468F9A4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6"/>
                  <a:ext cx="18" cy="10"/>
                </a:xfrm>
                <a:custGeom>
                  <a:avLst/>
                  <a:gdLst>
                    <a:gd name="T0" fmla="*/ 0 w 106"/>
                    <a:gd name="T1" fmla="*/ 0 h 57"/>
                    <a:gd name="T2" fmla="*/ 0 w 106"/>
                    <a:gd name="T3" fmla="*/ 0 h 57"/>
                    <a:gd name="T4" fmla="*/ 0 w 106"/>
                    <a:gd name="T5" fmla="*/ 0 h 57"/>
                    <a:gd name="T6" fmla="*/ 0 w 106"/>
                    <a:gd name="T7" fmla="*/ 0 h 57"/>
                    <a:gd name="T8" fmla="*/ 0 w 106"/>
                    <a:gd name="T9" fmla="*/ 0 h 57"/>
                    <a:gd name="T10" fmla="*/ 0 w 106"/>
                    <a:gd name="T11" fmla="*/ 0 h 57"/>
                    <a:gd name="T12" fmla="*/ 0 w 106"/>
                    <a:gd name="T13" fmla="*/ 0 h 57"/>
                    <a:gd name="T14" fmla="*/ 0 w 106"/>
                    <a:gd name="T15" fmla="*/ 0 h 57"/>
                    <a:gd name="T16" fmla="*/ 0 w 106"/>
                    <a:gd name="T17" fmla="*/ 0 h 57"/>
                    <a:gd name="T18" fmla="*/ 0 w 106"/>
                    <a:gd name="T19" fmla="*/ 0 h 57"/>
                    <a:gd name="T20" fmla="*/ 0 w 106"/>
                    <a:gd name="T21" fmla="*/ 0 h 57"/>
                    <a:gd name="T22" fmla="*/ 0 w 106"/>
                    <a:gd name="T23" fmla="*/ 0 h 57"/>
                    <a:gd name="T24" fmla="*/ 0 w 106"/>
                    <a:gd name="T25" fmla="*/ 0 h 57"/>
                    <a:gd name="T26" fmla="*/ 0 w 106"/>
                    <a:gd name="T27" fmla="*/ 0 h 57"/>
                    <a:gd name="T28" fmla="*/ 0 w 106"/>
                    <a:gd name="T29" fmla="*/ 0 h 57"/>
                    <a:gd name="T30" fmla="*/ 0 w 106"/>
                    <a:gd name="T31" fmla="*/ 0 h 57"/>
                    <a:gd name="T32" fmla="*/ 0 w 106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6"/>
                    <a:gd name="T52" fmla="*/ 0 h 57"/>
                    <a:gd name="T53" fmla="*/ 106 w 106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6" h="57">
                      <a:moveTo>
                        <a:pt x="53" y="4"/>
                      </a:moveTo>
                      <a:lnTo>
                        <a:pt x="106" y="7"/>
                      </a:lnTo>
                      <a:lnTo>
                        <a:pt x="105" y="18"/>
                      </a:lnTo>
                      <a:lnTo>
                        <a:pt x="100" y="29"/>
                      </a:lnTo>
                      <a:lnTo>
                        <a:pt x="93" y="40"/>
                      </a:lnTo>
                      <a:lnTo>
                        <a:pt x="84" y="47"/>
                      </a:lnTo>
                      <a:lnTo>
                        <a:pt x="73" y="53"/>
                      </a:lnTo>
                      <a:lnTo>
                        <a:pt x="63" y="57"/>
                      </a:lnTo>
                      <a:lnTo>
                        <a:pt x="50" y="57"/>
                      </a:lnTo>
                      <a:lnTo>
                        <a:pt x="38" y="56"/>
                      </a:lnTo>
                      <a:lnTo>
                        <a:pt x="28" y="50"/>
                      </a:lnTo>
                      <a:lnTo>
                        <a:pt x="17" y="44"/>
                      </a:lnTo>
                      <a:lnTo>
                        <a:pt x="10" y="34"/>
                      </a:lnTo>
                      <a:lnTo>
                        <a:pt x="3" y="24"/>
                      </a:lnTo>
                      <a:lnTo>
                        <a:pt x="0" y="13"/>
                      </a:lnTo>
                      <a:lnTo>
                        <a:pt x="0" y="0"/>
                      </a:lnTo>
                      <a:lnTo>
                        <a:pt x="5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5" name="Freeform 1384">
                  <a:extLst>
                    <a:ext uri="{FF2B5EF4-FFF2-40B4-BE49-F238E27FC236}">
                      <a16:creationId xmlns:a16="http://schemas.microsoft.com/office/drawing/2014/main" id="{501A0D12-5236-0A23-2127-EC7F352E0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6"/>
                  <a:ext cx="18" cy="10"/>
                </a:xfrm>
                <a:custGeom>
                  <a:avLst/>
                  <a:gdLst>
                    <a:gd name="T0" fmla="*/ 0 w 106"/>
                    <a:gd name="T1" fmla="*/ 0 h 57"/>
                    <a:gd name="T2" fmla="*/ 0 w 106"/>
                    <a:gd name="T3" fmla="*/ 0 h 57"/>
                    <a:gd name="T4" fmla="*/ 0 w 106"/>
                    <a:gd name="T5" fmla="*/ 0 h 57"/>
                    <a:gd name="T6" fmla="*/ 0 w 106"/>
                    <a:gd name="T7" fmla="*/ 0 h 57"/>
                    <a:gd name="T8" fmla="*/ 0 w 106"/>
                    <a:gd name="T9" fmla="*/ 0 h 57"/>
                    <a:gd name="T10" fmla="*/ 0 w 106"/>
                    <a:gd name="T11" fmla="*/ 0 h 57"/>
                    <a:gd name="T12" fmla="*/ 0 w 106"/>
                    <a:gd name="T13" fmla="*/ 0 h 57"/>
                    <a:gd name="T14" fmla="*/ 0 w 106"/>
                    <a:gd name="T15" fmla="*/ 0 h 57"/>
                    <a:gd name="T16" fmla="*/ 0 w 106"/>
                    <a:gd name="T17" fmla="*/ 0 h 57"/>
                    <a:gd name="T18" fmla="*/ 0 w 106"/>
                    <a:gd name="T19" fmla="*/ 0 h 57"/>
                    <a:gd name="T20" fmla="*/ 0 w 106"/>
                    <a:gd name="T21" fmla="*/ 0 h 57"/>
                    <a:gd name="T22" fmla="*/ 0 w 106"/>
                    <a:gd name="T23" fmla="*/ 0 h 57"/>
                    <a:gd name="T24" fmla="*/ 0 w 106"/>
                    <a:gd name="T25" fmla="*/ 0 h 57"/>
                    <a:gd name="T26" fmla="*/ 0 w 106"/>
                    <a:gd name="T27" fmla="*/ 0 h 57"/>
                    <a:gd name="T28" fmla="*/ 0 w 106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6"/>
                    <a:gd name="T46" fmla="*/ 0 h 57"/>
                    <a:gd name="T47" fmla="*/ 106 w 106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6" h="57">
                      <a:moveTo>
                        <a:pt x="106" y="7"/>
                      </a:moveTo>
                      <a:lnTo>
                        <a:pt x="105" y="18"/>
                      </a:lnTo>
                      <a:lnTo>
                        <a:pt x="100" y="29"/>
                      </a:lnTo>
                      <a:lnTo>
                        <a:pt x="93" y="40"/>
                      </a:lnTo>
                      <a:lnTo>
                        <a:pt x="84" y="47"/>
                      </a:lnTo>
                      <a:lnTo>
                        <a:pt x="73" y="53"/>
                      </a:lnTo>
                      <a:lnTo>
                        <a:pt x="63" y="57"/>
                      </a:lnTo>
                      <a:lnTo>
                        <a:pt x="50" y="57"/>
                      </a:lnTo>
                      <a:lnTo>
                        <a:pt x="38" y="56"/>
                      </a:lnTo>
                      <a:lnTo>
                        <a:pt x="28" y="50"/>
                      </a:lnTo>
                      <a:lnTo>
                        <a:pt x="17" y="44"/>
                      </a:lnTo>
                      <a:lnTo>
                        <a:pt x="10" y="34"/>
                      </a:lnTo>
                      <a:lnTo>
                        <a:pt x="3" y="24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6" name="Line 1385">
                  <a:extLst>
                    <a:ext uri="{FF2B5EF4-FFF2-40B4-BE49-F238E27FC236}">
                      <a16:creationId xmlns:a16="http://schemas.microsoft.com/office/drawing/2014/main" id="{60C2DF96-1F03-6A97-0D8D-F933E7F606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3642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7" name="Line 1386">
                  <a:extLst>
                    <a:ext uri="{FF2B5EF4-FFF2-40B4-BE49-F238E27FC236}">
                      <a16:creationId xmlns:a16="http://schemas.microsoft.com/office/drawing/2014/main" id="{212393F4-7526-2330-7DD3-704AE656B1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8" name="Line 1387">
                  <a:extLst>
                    <a:ext uri="{FF2B5EF4-FFF2-40B4-BE49-F238E27FC236}">
                      <a16:creationId xmlns:a16="http://schemas.microsoft.com/office/drawing/2014/main" id="{8499B62A-E540-313F-08EA-3B7C846A6A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642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" name="Line 1388">
                  <a:extLst>
                    <a:ext uri="{FF2B5EF4-FFF2-40B4-BE49-F238E27FC236}">
                      <a16:creationId xmlns:a16="http://schemas.microsoft.com/office/drawing/2014/main" id="{33E7A57F-9B3F-3835-794D-10FC3B88A3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" name="Line 1389">
                  <a:extLst>
                    <a:ext uri="{FF2B5EF4-FFF2-40B4-BE49-F238E27FC236}">
                      <a16:creationId xmlns:a16="http://schemas.microsoft.com/office/drawing/2014/main" id="{578C3A8B-1C5D-3C98-A9C2-93FD282364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1" name="Line 1390">
                  <a:extLst>
                    <a:ext uri="{FF2B5EF4-FFF2-40B4-BE49-F238E27FC236}">
                      <a16:creationId xmlns:a16="http://schemas.microsoft.com/office/drawing/2014/main" id="{235869B8-3602-2521-FC75-F591B4A4AE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" name="Line 1391">
                  <a:extLst>
                    <a:ext uri="{FF2B5EF4-FFF2-40B4-BE49-F238E27FC236}">
                      <a16:creationId xmlns:a16="http://schemas.microsoft.com/office/drawing/2014/main" id="{09F31B6E-077E-7FBE-D507-939580B4AB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3" name="Line 1392">
                  <a:extLst>
                    <a:ext uri="{FF2B5EF4-FFF2-40B4-BE49-F238E27FC236}">
                      <a16:creationId xmlns:a16="http://schemas.microsoft.com/office/drawing/2014/main" id="{298E1BCB-ABDF-11A1-B3E8-48D2969AD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4" name="Line 1393">
                  <a:extLst>
                    <a:ext uri="{FF2B5EF4-FFF2-40B4-BE49-F238E27FC236}">
                      <a16:creationId xmlns:a16="http://schemas.microsoft.com/office/drawing/2014/main" id="{96A68F24-33F8-BDEC-D92C-4C17768B5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3642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5" name="Freeform 1394">
                  <a:extLst>
                    <a:ext uri="{FF2B5EF4-FFF2-40B4-BE49-F238E27FC236}">
                      <a16:creationId xmlns:a16="http://schemas.microsoft.com/office/drawing/2014/main" id="{9E5EC52B-B423-86E2-E9E1-E20649BC36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58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6" name="Freeform 1395">
                  <a:extLst>
                    <a:ext uri="{FF2B5EF4-FFF2-40B4-BE49-F238E27FC236}">
                      <a16:creationId xmlns:a16="http://schemas.microsoft.com/office/drawing/2014/main" id="{C3615BC0-5330-E594-9CC5-29D3A25C66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58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" name="Freeform 1396">
                  <a:extLst>
                    <a:ext uri="{FF2B5EF4-FFF2-40B4-BE49-F238E27FC236}">
                      <a16:creationId xmlns:a16="http://schemas.microsoft.com/office/drawing/2014/main" id="{649DD20B-6A6A-6AB2-697D-0ACE7E9D34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585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8" name="Freeform 1397">
                  <a:extLst>
                    <a:ext uri="{FF2B5EF4-FFF2-40B4-BE49-F238E27FC236}">
                      <a16:creationId xmlns:a16="http://schemas.microsoft.com/office/drawing/2014/main" id="{707023AF-0F49-4BD1-65FA-BC97E6EA39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585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9" name="Freeform 1398">
                  <a:extLst>
                    <a:ext uri="{FF2B5EF4-FFF2-40B4-BE49-F238E27FC236}">
                      <a16:creationId xmlns:a16="http://schemas.microsoft.com/office/drawing/2014/main" id="{2957C919-7D14-6ADE-FBCB-4FB2A92475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58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3"/>
                      </a:lnTo>
                      <a:lnTo>
                        <a:pt x="42" y="21"/>
                      </a:lnTo>
                      <a:lnTo>
                        <a:pt x="48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0" name="Freeform 1399">
                  <a:extLst>
                    <a:ext uri="{FF2B5EF4-FFF2-40B4-BE49-F238E27FC236}">
                      <a16:creationId xmlns:a16="http://schemas.microsoft.com/office/drawing/2014/main" id="{7F0990E5-4730-4864-47A9-62DB32E793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58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3"/>
                      </a:lnTo>
                      <a:lnTo>
                        <a:pt x="42" y="21"/>
                      </a:lnTo>
                      <a:lnTo>
                        <a:pt x="48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1" name="Freeform 1400">
                  <a:extLst>
                    <a:ext uri="{FF2B5EF4-FFF2-40B4-BE49-F238E27FC236}">
                      <a16:creationId xmlns:a16="http://schemas.microsoft.com/office/drawing/2014/main" id="{41CFC153-40D0-776C-6F0A-E7A51034A5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29"/>
                  <a:ext cx="18" cy="10"/>
                </a:xfrm>
                <a:custGeom>
                  <a:avLst/>
                  <a:gdLst>
                    <a:gd name="T0" fmla="*/ 0 w 106"/>
                    <a:gd name="T1" fmla="*/ 0 h 56"/>
                    <a:gd name="T2" fmla="*/ 0 w 106"/>
                    <a:gd name="T3" fmla="*/ 0 h 56"/>
                    <a:gd name="T4" fmla="*/ 0 w 106"/>
                    <a:gd name="T5" fmla="*/ 0 h 56"/>
                    <a:gd name="T6" fmla="*/ 0 w 106"/>
                    <a:gd name="T7" fmla="*/ 0 h 56"/>
                    <a:gd name="T8" fmla="*/ 0 w 106"/>
                    <a:gd name="T9" fmla="*/ 0 h 56"/>
                    <a:gd name="T10" fmla="*/ 0 w 106"/>
                    <a:gd name="T11" fmla="*/ 0 h 56"/>
                    <a:gd name="T12" fmla="*/ 0 w 106"/>
                    <a:gd name="T13" fmla="*/ 0 h 56"/>
                    <a:gd name="T14" fmla="*/ 0 w 106"/>
                    <a:gd name="T15" fmla="*/ 0 h 56"/>
                    <a:gd name="T16" fmla="*/ 0 w 106"/>
                    <a:gd name="T17" fmla="*/ 0 h 56"/>
                    <a:gd name="T18" fmla="*/ 0 w 106"/>
                    <a:gd name="T19" fmla="*/ 0 h 56"/>
                    <a:gd name="T20" fmla="*/ 0 w 106"/>
                    <a:gd name="T21" fmla="*/ 0 h 56"/>
                    <a:gd name="T22" fmla="*/ 0 w 106"/>
                    <a:gd name="T23" fmla="*/ 0 h 56"/>
                    <a:gd name="T24" fmla="*/ 0 w 106"/>
                    <a:gd name="T25" fmla="*/ 0 h 56"/>
                    <a:gd name="T26" fmla="*/ 0 w 106"/>
                    <a:gd name="T27" fmla="*/ 0 h 56"/>
                    <a:gd name="T28" fmla="*/ 0 w 106"/>
                    <a:gd name="T29" fmla="*/ 0 h 56"/>
                    <a:gd name="T30" fmla="*/ 0 w 106"/>
                    <a:gd name="T31" fmla="*/ 0 h 56"/>
                    <a:gd name="T32" fmla="*/ 0 w 106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6"/>
                    <a:gd name="T52" fmla="*/ 0 h 56"/>
                    <a:gd name="T53" fmla="*/ 106 w 106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6" h="56">
                      <a:moveTo>
                        <a:pt x="53" y="53"/>
                      </a:moveTo>
                      <a:lnTo>
                        <a:pt x="0" y="56"/>
                      </a:lnTo>
                      <a:lnTo>
                        <a:pt x="0" y="44"/>
                      </a:ln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3"/>
                      </a:lnTo>
                      <a:lnTo>
                        <a:pt x="28" y="6"/>
                      </a:lnTo>
                      <a:lnTo>
                        <a:pt x="38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3" y="3"/>
                      </a:lnTo>
                      <a:lnTo>
                        <a:pt x="84" y="10"/>
                      </a:lnTo>
                      <a:lnTo>
                        <a:pt x="93" y="17"/>
                      </a:lnTo>
                      <a:lnTo>
                        <a:pt x="100" y="28"/>
                      </a:lnTo>
                      <a:lnTo>
                        <a:pt x="105" y="38"/>
                      </a:lnTo>
                      <a:lnTo>
                        <a:pt x="106" y="50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2" name="Freeform 1401">
                  <a:extLst>
                    <a:ext uri="{FF2B5EF4-FFF2-40B4-BE49-F238E27FC236}">
                      <a16:creationId xmlns:a16="http://schemas.microsoft.com/office/drawing/2014/main" id="{65900FE2-25B9-406E-DE80-816A71BEBD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29"/>
                  <a:ext cx="18" cy="10"/>
                </a:xfrm>
                <a:custGeom>
                  <a:avLst/>
                  <a:gdLst>
                    <a:gd name="T0" fmla="*/ 0 w 106"/>
                    <a:gd name="T1" fmla="*/ 0 h 56"/>
                    <a:gd name="T2" fmla="*/ 0 w 106"/>
                    <a:gd name="T3" fmla="*/ 0 h 56"/>
                    <a:gd name="T4" fmla="*/ 0 w 106"/>
                    <a:gd name="T5" fmla="*/ 0 h 56"/>
                    <a:gd name="T6" fmla="*/ 0 w 106"/>
                    <a:gd name="T7" fmla="*/ 0 h 56"/>
                    <a:gd name="T8" fmla="*/ 0 w 106"/>
                    <a:gd name="T9" fmla="*/ 0 h 56"/>
                    <a:gd name="T10" fmla="*/ 0 w 106"/>
                    <a:gd name="T11" fmla="*/ 0 h 56"/>
                    <a:gd name="T12" fmla="*/ 0 w 106"/>
                    <a:gd name="T13" fmla="*/ 0 h 56"/>
                    <a:gd name="T14" fmla="*/ 0 w 106"/>
                    <a:gd name="T15" fmla="*/ 0 h 56"/>
                    <a:gd name="T16" fmla="*/ 0 w 106"/>
                    <a:gd name="T17" fmla="*/ 0 h 56"/>
                    <a:gd name="T18" fmla="*/ 0 w 106"/>
                    <a:gd name="T19" fmla="*/ 0 h 56"/>
                    <a:gd name="T20" fmla="*/ 0 w 106"/>
                    <a:gd name="T21" fmla="*/ 0 h 56"/>
                    <a:gd name="T22" fmla="*/ 0 w 106"/>
                    <a:gd name="T23" fmla="*/ 0 h 56"/>
                    <a:gd name="T24" fmla="*/ 0 w 106"/>
                    <a:gd name="T25" fmla="*/ 0 h 56"/>
                    <a:gd name="T26" fmla="*/ 0 w 106"/>
                    <a:gd name="T27" fmla="*/ 0 h 56"/>
                    <a:gd name="T28" fmla="*/ 0 w 106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6"/>
                    <a:gd name="T46" fmla="*/ 0 h 56"/>
                    <a:gd name="T47" fmla="*/ 106 w 106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6" h="56">
                      <a:moveTo>
                        <a:pt x="0" y="56"/>
                      </a:moveTo>
                      <a:lnTo>
                        <a:pt x="0" y="44"/>
                      </a:ln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3"/>
                      </a:lnTo>
                      <a:lnTo>
                        <a:pt x="28" y="6"/>
                      </a:lnTo>
                      <a:lnTo>
                        <a:pt x="38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3" y="3"/>
                      </a:lnTo>
                      <a:lnTo>
                        <a:pt x="84" y="10"/>
                      </a:lnTo>
                      <a:lnTo>
                        <a:pt x="93" y="17"/>
                      </a:lnTo>
                      <a:lnTo>
                        <a:pt x="100" y="28"/>
                      </a:lnTo>
                      <a:lnTo>
                        <a:pt x="105" y="38"/>
                      </a:lnTo>
                      <a:lnTo>
                        <a:pt x="106" y="5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3" name="Freeform 1402">
                  <a:extLst>
                    <a:ext uri="{FF2B5EF4-FFF2-40B4-BE49-F238E27FC236}">
                      <a16:creationId xmlns:a16="http://schemas.microsoft.com/office/drawing/2014/main" id="{2145D3EC-01F1-B2FC-D0DA-299C2C080A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lnTo>
                        <a:pt x="59" y="99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4" name="Freeform 1403">
                  <a:extLst>
                    <a:ext uri="{FF2B5EF4-FFF2-40B4-BE49-F238E27FC236}">
                      <a16:creationId xmlns:a16="http://schemas.microsoft.com/office/drawing/2014/main" id="{60E6CBAD-8805-F1D9-2AB7-4786FABF54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lnTo>
                        <a:pt x="59" y="99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5" name="Freeform 1404">
                  <a:extLst>
                    <a:ext uri="{FF2B5EF4-FFF2-40B4-BE49-F238E27FC236}">
                      <a16:creationId xmlns:a16="http://schemas.microsoft.com/office/drawing/2014/main" id="{9BEE33F4-C55C-F3C4-D31A-A6C7270769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754"/>
                  <a:ext cx="9" cy="2"/>
                </a:xfrm>
                <a:custGeom>
                  <a:avLst/>
                  <a:gdLst>
                    <a:gd name="T0" fmla="*/ 0 w 53"/>
                    <a:gd name="T1" fmla="*/ 0 h 9"/>
                    <a:gd name="T2" fmla="*/ 0 w 53"/>
                    <a:gd name="T3" fmla="*/ 0 h 9"/>
                    <a:gd name="T4" fmla="*/ 0 w 53"/>
                    <a:gd name="T5" fmla="*/ 0 h 9"/>
                    <a:gd name="T6" fmla="*/ 0 w 53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9"/>
                    <a:gd name="T14" fmla="*/ 53 w 53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9">
                      <a:moveTo>
                        <a:pt x="53" y="0"/>
                      </a:moveTo>
                      <a:lnTo>
                        <a:pt x="0" y="4"/>
                      </a:lnTo>
                      <a:lnTo>
                        <a:pt x="0" y="9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6" name="Line 1405">
                  <a:extLst>
                    <a:ext uri="{FF2B5EF4-FFF2-40B4-BE49-F238E27FC236}">
                      <a16:creationId xmlns:a16="http://schemas.microsoft.com/office/drawing/2014/main" id="{4E8D67F4-D11D-1596-3F4E-4FF230CC1A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" y="375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7" name="Freeform 1406">
                  <a:extLst>
                    <a:ext uri="{FF2B5EF4-FFF2-40B4-BE49-F238E27FC236}">
                      <a16:creationId xmlns:a16="http://schemas.microsoft.com/office/drawing/2014/main" id="{098B2EE0-D8F1-F039-9DD0-91A9046995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7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05" y="0"/>
                      </a:move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3"/>
                      </a:lnTo>
                      <a:lnTo>
                        <a:pt x="68" y="105"/>
                      </a:lnTo>
                      <a:lnTo>
                        <a:pt x="121" y="96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8" name="Freeform 1407">
                  <a:extLst>
                    <a:ext uri="{FF2B5EF4-FFF2-40B4-BE49-F238E27FC236}">
                      <a16:creationId xmlns:a16="http://schemas.microsoft.com/office/drawing/2014/main" id="{CB2A52A4-0B54-A29D-CC07-16F01B84A6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7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05" y="0"/>
                      </a:move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3"/>
                      </a:lnTo>
                      <a:lnTo>
                        <a:pt x="68" y="105"/>
                      </a:lnTo>
                      <a:lnTo>
                        <a:pt x="121" y="96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9" name="Freeform 1408">
                  <a:extLst>
                    <a:ext uri="{FF2B5EF4-FFF2-40B4-BE49-F238E27FC236}">
                      <a16:creationId xmlns:a16="http://schemas.microsoft.com/office/drawing/2014/main" id="{553E15EF-ED48-5C1E-4E3F-DB54801A6B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4" y="3770"/>
                  <a:ext cx="9" cy="3"/>
                </a:xfrm>
                <a:custGeom>
                  <a:avLst/>
                  <a:gdLst>
                    <a:gd name="T0" fmla="*/ 0 w 53"/>
                    <a:gd name="T1" fmla="*/ 0 h 15"/>
                    <a:gd name="T2" fmla="*/ 0 w 53"/>
                    <a:gd name="T3" fmla="*/ 0 h 15"/>
                    <a:gd name="T4" fmla="*/ 0 w 53"/>
                    <a:gd name="T5" fmla="*/ 0 h 15"/>
                    <a:gd name="T6" fmla="*/ 0 w 53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5"/>
                    <a:gd name="T14" fmla="*/ 53 w 53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5">
                      <a:moveTo>
                        <a:pt x="53" y="0"/>
                      </a:moveTo>
                      <a:lnTo>
                        <a:pt x="0" y="8"/>
                      </a:lnTo>
                      <a:lnTo>
                        <a:pt x="3" y="1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0" name="Line 1409">
                  <a:extLst>
                    <a:ext uri="{FF2B5EF4-FFF2-40B4-BE49-F238E27FC236}">
                      <a16:creationId xmlns:a16="http://schemas.microsoft.com/office/drawing/2014/main" id="{B33B40B4-AE9B-1D5D-75DF-5CDBE70EFD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4" y="37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1" name="Freeform 1410">
                  <a:extLst>
                    <a:ext uri="{FF2B5EF4-FFF2-40B4-BE49-F238E27FC236}">
                      <a16:creationId xmlns:a16="http://schemas.microsoft.com/office/drawing/2014/main" id="{71B3FCBE-485C-17F0-7D5A-A62A08698C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768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01" y="0"/>
                      </a:moveTo>
                      <a:lnTo>
                        <a:pt x="50" y="15"/>
                      </a:lnTo>
                      <a:lnTo>
                        <a:pt x="0" y="30"/>
                      </a:lnTo>
                      <a:lnTo>
                        <a:pt x="27" y="123"/>
                      </a:lnTo>
                      <a:lnTo>
                        <a:pt x="78" y="108"/>
                      </a:lnTo>
                      <a:lnTo>
                        <a:pt x="129" y="93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2" name="Freeform 1411">
                  <a:extLst>
                    <a:ext uri="{FF2B5EF4-FFF2-40B4-BE49-F238E27FC236}">
                      <a16:creationId xmlns:a16="http://schemas.microsoft.com/office/drawing/2014/main" id="{A936ACE8-B96E-F658-AC34-97BE1EE22F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768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01" y="0"/>
                      </a:moveTo>
                      <a:lnTo>
                        <a:pt x="50" y="15"/>
                      </a:lnTo>
                      <a:lnTo>
                        <a:pt x="0" y="30"/>
                      </a:lnTo>
                      <a:lnTo>
                        <a:pt x="27" y="123"/>
                      </a:lnTo>
                      <a:lnTo>
                        <a:pt x="78" y="108"/>
                      </a:lnTo>
                      <a:lnTo>
                        <a:pt x="129" y="93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3" name="Freeform 1412">
                  <a:extLst>
                    <a:ext uri="{FF2B5EF4-FFF2-40B4-BE49-F238E27FC236}">
                      <a16:creationId xmlns:a16="http://schemas.microsoft.com/office/drawing/2014/main" id="{3BC32D96-A4B4-63A1-DEE6-CDBE4E530B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9" y="3786"/>
                  <a:ext cx="9" cy="3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51" y="0"/>
                      </a:moveTo>
                      <a:lnTo>
                        <a:pt x="0" y="15"/>
                      </a:lnTo>
                      <a:lnTo>
                        <a:pt x="1" y="20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4" name="Line 1413">
                  <a:extLst>
                    <a:ext uri="{FF2B5EF4-FFF2-40B4-BE49-F238E27FC236}">
                      <a16:creationId xmlns:a16="http://schemas.microsoft.com/office/drawing/2014/main" id="{08D68B82-556B-B77D-3FE4-CBFC083A68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9" y="37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5" name="Freeform 1414">
                  <a:extLst>
                    <a:ext uri="{FF2B5EF4-FFF2-40B4-BE49-F238E27FC236}">
                      <a16:creationId xmlns:a16="http://schemas.microsoft.com/office/drawing/2014/main" id="{8F4F9462-CF55-87DF-D00C-8FC39C65AB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782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6" name="Freeform 1415">
                  <a:extLst>
                    <a:ext uri="{FF2B5EF4-FFF2-40B4-BE49-F238E27FC236}">
                      <a16:creationId xmlns:a16="http://schemas.microsoft.com/office/drawing/2014/main" id="{74842981-B565-B238-B346-343AB07BFB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782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7" name="Freeform 1416">
                  <a:extLst>
                    <a:ext uri="{FF2B5EF4-FFF2-40B4-BE49-F238E27FC236}">
                      <a16:creationId xmlns:a16="http://schemas.microsoft.com/office/drawing/2014/main" id="{D4E6E1E6-516F-CC44-2FFB-58249328DE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801"/>
                  <a:ext cx="8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50" y="0"/>
                      </a:moveTo>
                      <a:lnTo>
                        <a:pt x="0" y="20"/>
                      </a:lnTo>
                      <a:lnTo>
                        <a:pt x="3" y="25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8" name="Line 1417">
                  <a:extLst>
                    <a:ext uri="{FF2B5EF4-FFF2-40B4-BE49-F238E27FC236}">
                      <a16:creationId xmlns:a16="http://schemas.microsoft.com/office/drawing/2014/main" id="{23B5FAB5-4AD4-7704-0C28-116A4D3340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38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9" name="Freeform 1418">
                  <a:extLst>
                    <a:ext uri="{FF2B5EF4-FFF2-40B4-BE49-F238E27FC236}">
                      <a16:creationId xmlns:a16="http://schemas.microsoft.com/office/drawing/2014/main" id="{06794348-4C56-277B-8D65-24192D40B9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797"/>
                  <a:ext cx="24" cy="22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94" y="0"/>
                      </a:moveTo>
                      <a:lnTo>
                        <a:pt x="47" y="25"/>
                      </a:lnTo>
                      <a:lnTo>
                        <a:pt x="0" y="50"/>
                      </a:lnTo>
                      <a:lnTo>
                        <a:pt x="47" y="135"/>
                      </a:lnTo>
                      <a:lnTo>
                        <a:pt x="94" y="110"/>
                      </a:lnTo>
                      <a:lnTo>
                        <a:pt x="140" y="84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0" name="Freeform 1419">
                  <a:extLst>
                    <a:ext uri="{FF2B5EF4-FFF2-40B4-BE49-F238E27FC236}">
                      <a16:creationId xmlns:a16="http://schemas.microsoft.com/office/drawing/2014/main" id="{F77DB89B-72E3-B1F0-24BB-BC8BCE9B4F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797"/>
                  <a:ext cx="24" cy="22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94" y="0"/>
                      </a:moveTo>
                      <a:lnTo>
                        <a:pt x="47" y="25"/>
                      </a:lnTo>
                      <a:lnTo>
                        <a:pt x="0" y="50"/>
                      </a:lnTo>
                      <a:lnTo>
                        <a:pt x="47" y="135"/>
                      </a:lnTo>
                      <a:lnTo>
                        <a:pt x="94" y="110"/>
                      </a:lnTo>
                      <a:lnTo>
                        <a:pt x="140" y="84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1" name="Freeform 1420">
                  <a:extLst>
                    <a:ext uri="{FF2B5EF4-FFF2-40B4-BE49-F238E27FC236}">
                      <a16:creationId xmlns:a16="http://schemas.microsoft.com/office/drawing/2014/main" id="{B8FC0285-B2A8-27FC-184D-113BFDD5C4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4" y="3815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47" y="0"/>
                      </a:moveTo>
                      <a:lnTo>
                        <a:pt x="0" y="25"/>
                      </a:lnTo>
                      <a:lnTo>
                        <a:pt x="3" y="3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2" name="Line 1421">
                  <a:extLst>
                    <a:ext uri="{FF2B5EF4-FFF2-40B4-BE49-F238E27FC236}">
                      <a16:creationId xmlns:a16="http://schemas.microsoft.com/office/drawing/2014/main" id="{8390963D-F7E1-BF3C-AF13-DA4DB593EF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24" y="381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3" name="Freeform 1422">
                  <a:extLst>
                    <a:ext uri="{FF2B5EF4-FFF2-40B4-BE49-F238E27FC236}">
                      <a16:creationId xmlns:a16="http://schemas.microsoft.com/office/drawing/2014/main" id="{A3CF1216-DECA-2012-4F2A-C5B9FB9178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810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87" y="0"/>
                      </a:moveTo>
                      <a:lnTo>
                        <a:pt x="44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100" y="110"/>
                      </a:lnTo>
                      <a:lnTo>
                        <a:pt x="143" y="7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4" name="Freeform 1423">
                  <a:extLst>
                    <a:ext uri="{FF2B5EF4-FFF2-40B4-BE49-F238E27FC236}">
                      <a16:creationId xmlns:a16="http://schemas.microsoft.com/office/drawing/2014/main" id="{9BA376E2-F63D-122D-6C6F-9F54A9355F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810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87" y="0"/>
                      </a:moveTo>
                      <a:lnTo>
                        <a:pt x="44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100" y="110"/>
                      </a:lnTo>
                      <a:lnTo>
                        <a:pt x="143" y="7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5" name="Freeform 1424">
                  <a:extLst>
                    <a:ext uri="{FF2B5EF4-FFF2-40B4-BE49-F238E27FC236}">
                      <a16:creationId xmlns:a16="http://schemas.microsoft.com/office/drawing/2014/main" id="{C839C279-C96B-5AE7-FDA2-138858C8F3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828"/>
                  <a:ext cx="7" cy="6"/>
                </a:xfrm>
                <a:custGeom>
                  <a:avLst/>
                  <a:gdLst>
                    <a:gd name="T0" fmla="*/ 0 w 44"/>
                    <a:gd name="T1" fmla="*/ 0 h 36"/>
                    <a:gd name="T2" fmla="*/ 0 w 44"/>
                    <a:gd name="T3" fmla="*/ 0 h 36"/>
                    <a:gd name="T4" fmla="*/ 0 w 44"/>
                    <a:gd name="T5" fmla="*/ 0 h 36"/>
                    <a:gd name="T6" fmla="*/ 0 w 4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6"/>
                    <a:gd name="T14" fmla="*/ 44 w 4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6">
                      <a:moveTo>
                        <a:pt x="44" y="0"/>
                      </a:moveTo>
                      <a:lnTo>
                        <a:pt x="0" y="31"/>
                      </a:lnTo>
                      <a:lnTo>
                        <a:pt x="3" y="36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6" name="Line 1425">
                  <a:extLst>
                    <a:ext uri="{FF2B5EF4-FFF2-40B4-BE49-F238E27FC236}">
                      <a16:creationId xmlns:a16="http://schemas.microsoft.com/office/drawing/2014/main" id="{96C6A0CC-C8BF-FFCC-F247-1C559A877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4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7" name="Freeform 1426">
                  <a:extLst>
                    <a:ext uri="{FF2B5EF4-FFF2-40B4-BE49-F238E27FC236}">
                      <a16:creationId xmlns:a16="http://schemas.microsoft.com/office/drawing/2014/main" id="{94A28C68-91CE-0668-C8F1-04DBA72172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822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81" y="0"/>
                      </a:moveTo>
                      <a:lnTo>
                        <a:pt x="41" y="36"/>
                      </a:lnTo>
                      <a:lnTo>
                        <a:pt x="0" y="72"/>
                      </a:lnTo>
                      <a:lnTo>
                        <a:pt x="65" y="144"/>
                      </a:lnTo>
                      <a:lnTo>
                        <a:pt x="105" y="108"/>
                      </a:lnTo>
                      <a:lnTo>
                        <a:pt x="146" y="7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8" name="Freeform 1427">
                  <a:extLst>
                    <a:ext uri="{FF2B5EF4-FFF2-40B4-BE49-F238E27FC236}">
                      <a16:creationId xmlns:a16="http://schemas.microsoft.com/office/drawing/2014/main" id="{C3792029-2AB2-B206-4FB7-58FB79F6B9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822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81" y="0"/>
                      </a:moveTo>
                      <a:lnTo>
                        <a:pt x="41" y="36"/>
                      </a:lnTo>
                      <a:lnTo>
                        <a:pt x="0" y="72"/>
                      </a:lnTo>
                      <a:lnTo>
                        <a:pt x="65" y="144"/>
                      </a:lnTo>
                      <a:lnTo>
                        <a:pt x="105" y="108"/>
                      </a:lnTo>
                      <a:lnTo>
                        <a:pt x="146" y="7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9" name="Freeform 1428">
                  <a:extLst>
                    <a:ext uri="{FF2B5EF4-FFF2-40B4-BE49-F238E27FC236}">
                      <a16:creationId xmlns:a16="http://schemas.microsoft.com/office/drawing/2014/main" id="{0E6E086A-1BE5-D38F-5B40-0908961E7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5" y="3840"/>
                  <a:ext cx="7" cy="7"/>
                </a:xfrm>
                <a:custGeom>
                  <a:avLst/>
                  <a:gdLst>
                    <a:gd name="T0" fmla="*/ 0 w 40"/>
                    <a:gd name="T1" fmla="*/ 0 h 40"/>
                    <a:gd name="T2" fmla="*/ 0 w 40"/>
                    <a:gd name="T3" fmla="*/ 0 h 40"/>
                    <a:gd name="T4" fmla="*/ 0 w 40"/>
                    <a:gd name="T5" fmla="*/ 0 h 40"/>
                    <a:gd name="T6" fmla="*/ 0 w 40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0"/>
                    <a:gd name="T14" fmla="*/ 40 w 40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0">
                      <a:moveTo>
                        <a:pt x="40" y="0"/>
                      </a:moveTo>
                      <a:lnTo>
                        <a:pt x="0" y="36"/>
                      </a:lnTo>
                      <a:lnTo>
                        <a:pt x="5" y="40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0" name="Line 1429">
                  <a:extLst>
                    <a:ext uri="{FF2B5EF4-FFF2-40B4-BE49-F238E27FC236}">
                      <a16:creationId xmlns:a16="http://schemas.microsoft.com/office/drawing/2014/main" id="{C147D677-DF0C-8C1A-68AC-599DFA00BC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384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1" name="Freeform 1430">
                  <a:extLst>
                    <a:ext uri="{FF2B5EF4-FFF2-40B4-BE49-F238E27FC236}">
                      <a16:creationId xmlns:a16="http://schemas.microsoft.com/office/drawing/2014/main" id="{6EE2B288-DBE1-B02F-2CE2-7CB1B3F1FF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833"/>
                  <a:ext cx="24" cy="25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73" y="145"/>
                      </a:lnTo>
                      <a:lnTo>
                        <a:pt x="108" y="105"/>
                      </a:lnTo>
                      <a:lnTo>
                        <a:pt x="143" y="6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2" name="Freeform 1431">
                  <a:extLst>
                    <a:ext uri="{FF2B5EF4-FFF2-40B4-BE49-F238E27FC236}">
                      <a16:creationId xmlns:a16="http://schemas.microsoft.com/office/drawing/2014/main" id="{4F728150-AD0B-E2B7-79C3-816ED6D700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833"/>
                  <a:ext cx="24" cy="25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73" y="145"/>
                      </a:lnTo>
                      <a:lnTo>
                        <a:pt x="108" y="105"/>
                      </a:lnTo>
                      <a:lnTo>
                        <a:pt x="143" y="6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3" name="Freeform 1432">
                  <a:extLst>
                    <a:ext uri="{FF2B5EF4-FFF2-40B4-BE49-F238E27FC236}">
                      <a16:creationId xmlns:a16="http://schemas.microsoft.com/office/drawing/2014/main" id="{ED3594C9-CFDA-6AF4-9C78-D434D6F178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8" y="3851"/>
                  <a:ext cx="6" cy="7"/>
                </a:xfrm>
                <a:custGeom>
                  <a:avLst/>
                  <a:gdLst>
                    <a:gd name="T0" fmla="*/ 0 w 35"/>
                    <a:gd name="T1" fmla="*/ 0 h 43"/>
                    <a:gd name="T2" fmla="*/ 0 w 35"/>
                    <a:gd name="T3" fmla="*/ 0 h 43"/>
                    <a:gd name="T4" fmla="*/ 0 w 35"/>
                    <a:gd name="T5" fmla="*/ 0 h 43"/>
                    <a:gd name="T6" fmla="*/ 0 w 35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3"/>
                    <a:gd name="T14" fmla="*/ 35 w 35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3">
                      <a:moveTo>
                        <a:pt x="35" y="0"/>
                      </a:moveTo>
                      <a:lnTo>
                        <a:pt x="0" y="40"/>
                      </a:lnTo>
                      <a:lnTo>
                        <a:pt x="5" y="43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4" name="Line 1433">
                  <a:extLst>
                    <a:ext uri="{FF2B5EF4-FFF2-40B4-BE49-F238E27FC236}">
                      <a16:creationId xmlns:a16="http://schemas.microsoft.com/office/drawing/2014/main" id="{06E79DA9-8063-BFF1-0A48-0BEDFC24C5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58" y="38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5" name="Freeform 1434">
                  <a:extLst>
                    <a:ext uri="{FF2B5EF4-FFF2-40B4-BE49-F238E27FC236}">
                      <a16:creationId xmlns:a16="http://schemas.microsoft.com/office/drawing/2014/main" id="{60397D39-AF1C-8735-7765-29B94E0028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8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61" y="0"/>
                      </a:moveTo>
                      <a:lnTo>
                        <a:pt x="30" y="44"/>
                      </a:lnTo>
                      <a:lnTo>
                        <a:pt x="0" y="87"/>
                      </a:lnTo>
                      <a:lnTo>
                        <a:pt x="78" y="143"/>
                      </a:ln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6" name="Freeform 1435">
                  <a:extLst>
                    <a:ext uri="{FF2B5EF4-FFF2-40B4-BE49-F238E27FC236}">
                      <a16:creationId xmlns:a16="http://schemas.microsoft.com/office/drawing/2014/main" id="{62DB8C1B-21BF-6211-7DA3-EA835F1588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8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61" y="0"/>
                      </a:moveTo>
                      <a:lnTo>
                        <a:pt x="30" y="44"/>
                      </a:lnTo>
                      <a:lnTo>
                        <a:pt x="0" y="87"/>
                      </a:lnTo>
                      <a:lnTo>
                        <a:pt x="78" y="143"/>
                      </a:ln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7" name="Freeform 1436">
                  <a:extLst>
                    <a:ext uri="{FF2B5EF4-FFF2-40B4-BE49-F238E27FC236}">
                      <a16:creationId xmlns:a16="http://schemas.microsoft.com/office/drawing/2014/main" id="{D32BAB9C-36E8-99E9-0140-F12B08E355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2" y="3860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0"/>
                      </a:moveTo>
                      <a:lnTo>
                        <a:pt x="0" y="43"/>
                      </a:lnTo>
                      <a:lnTo>
                        <a:pt x="4" y="46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8" name="Line 1437">
                  <a:extLst>
                    <a:ext uri="{FF2B5EF4-FFF2-40B4-BE49-F238E27FC236}">
                      <a16:creationId xmlns:a16="http://schemas.microsoft.com/office/drawing/2014/main" id="{48766A7F-F4B6-2306-4FCC-D0CCF52FC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2" y="38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9" name="Freeform 1438">
                  <a:extLst>
                    <a:ext uri="{FF2B5EF4-FFF2-40B4-BE49-F238E27FC236}">
                      <a16:creationId xmlns:a16="http://schemas.microsoft.com/office/drawing/2014/main" id="{D973CEE1-2653-F5AF-140A-ECB993F238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853"/>
                  <a:ext cx="23" cy="23"/>
                </a:xfrm>
                <a:custGeom>
                  <a:avLst/>
                  <a:gdLst>
                    <a:gd name="T0" fmla="*/ 0 w 138"/>
                    <a:gd name="T1" fmla="*/ 0 h 141"/>
                    <a:gd name="T2" fmla="*/ 0 w 138"/>
                    <a:gd name="T3" fmla="*/ 0 h 141"/>
                    <a:gd name="T4" fmla="*/ 0 w 138"/>
                    <a:gd name="T5" fmla="*/ 0 h 141"/>
                    <a:gd name="T6" fmla="*/ 0 w 138"/>
                    <a:gd name="T7" fmla="*/ 0 h 141"/>
                    <a:gd name="T8" fmla="*/ 0 w 138"/>
                    <a:gd name="T9" fmla="*/ 0 h 141"/>
                    <a:gd name="T10" fmla="*/ 0 w 138"/>
                    <a:gd name="T11" fmla="*/ 0 h 141"/>
                    <a:gd name="T12" fmla="*/ 0 w 138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41"/>
                    <a:gd name="T23" fmla="*/ 138 w 138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41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85" y="141"/>
                      </a:lnTo>
                      <a:lnTo>
                        <a:pt x="111" y="94"/>
                      </a:lnTo>
                      <a:lnTo>
                        <a:pt x="138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0" name="Freeform 1439">
                  <a:extLst>
                    <a:ext uri="{FF2B5EF4-FFF2-40B4-BE49-F238E27FC236}">
                      <a16:creationId xmlns:a16="http://schemas.microsoft.com/office/drawing/2014/main" id="{037ED3DA-145F-7BCD-D17D-F61ABC5EC8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853"/>
                  <a:ext cx="23" cy="23"/>
                </a:xfrm>
                <a:custGeom>
                  <a:avLst/>
                  <a:gdLst>
                    <a:gd name="T0" fmla="*/ 0 w 138"/>
                    <a:gd name="T1" fmla="*/ 0 h 141"/>
                    <a:gd name="T2" fmla="*/ 0 w 138"/>
                    <a:gd name="T3" fmla="*/ 0 h 141"/>
                    <a:gd name="T4" fmla="*/ 0 w 138"/>
                    <a:gd name="T5" fmla="*/ 0 h 141"/>
                    <a:gd name="T6" fmla="*/ 0 w 138"/>
                    <a:gd name="T7" fmla="*/ 0 h 141"/>
                    <a:gd name="T8" fmla="*/ 0 w 138"/>
                    <a:gd name="T9" fmla="*/ 0 h 141"/>
                    <a:gd name="T10" fmla="*/ 0 w 138"/>
                    <a:gd name="T11" fmla="*/ 0 h 141"/>
                    <a:gd name="T12" fmla="*/ 0 w 138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41"/>
                    <a:gd name="T23" fmla="*/ 138 w 138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41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85" y="141"/>
                      </a:lnTo>
                      <a:lnTo>
                        <a:pt x="111" y="94"/>
                      </a:lnTo>
                      <a:lnTo>
                        <a:pt x="138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1" name="Freeform 1440">
                  <a:extLst>
                    <a:ext uri="{FF2B5EF4-FFF2-40B4-BE49-F238E27FC236}">
                      <a16:creationId xmlns:a16="http://schemas.microsoft.com/office/drawing/2014/main" id="{2C2DE042-06F7-8637-F8D9-5D7602309A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7" y="3868"/>
                  <a:ext cx="4" cy="9"/>
                </a:xfrm>
                <a:custGeom>
                  <a:avLst/>
                  <a:gdLst>
                    <a:gd name="T0" fmla="*/ 0 w 26"/>
                    <a:gd name="T1" fmla="*/ 0 h 50"/>
                    <a:gd name="T2" fmla="*/ 0 w 26"/>
                    <a:gd name="T3" fmla="*/ 0 h 50"/>
                    <a:gd name="T4" fmla="*/ 0 w 26"/>
                    <a:gd name="T5" fmla="*/ 0 h 50"/>
                    <a:gd name="T6" fmla="*/ 0 w 26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50"/>
                    <a:gd name="T14" fmla="*/ 26 w 26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50">
                      <a:moveTo>
                        <a:pt x="26" y="0"/>
                      </a:moveTo>
                      <a:lnTo>
                        <a:pt x="0" y="47"/>
                      </a:lnTo>
                      <a:lnTo>
                        <a:pt x="6" y="5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2" name="Line 1441">
                  <a:extLst>
                    <a:ext uri="{FF2B5EF4-FFF2-40B4-BE49-F238E27FC236}">
                      <a16:creationId xmlns:a16="http://schemas.microsoft.com/office/drawing/2014/main" id="{BBCC83FF-5F9A-D496-4921-DF6B2A83AD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87" y="38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3" name="Freeform 1442">
                  <a:extLst>
                    <a:ext uri="{FF2B5EF4-FFF2-40B4-BE49-F238E27FC236}">
                      <a16:creationId xmlns:a16="http://schemas.microsoft.com/office/drawing/2014/main" id="{4B6CDE74-2E07-E80F-3DE3-2C6B68E40A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860"/>
                  <a:ext cx="22" cy="23"/>
                </a:xfrm>
                <a:custGeom>
                  <a:avLst/>
                  <a:gdLst>
                    <a:gd name="T0" fmla="*/ 0 w 131"/>
                    <a:gd name="T1" fmla="*/ 0 h 136"/>
                    <a:gd name="T2" fmla="*/ 0 w 131"/>
                    <a:gd name="T3" fmla="*/ 0 h 136"/>
                    <a:gd name="T4" fmla="*/ 0 w 131"/>
                    <a:gd name="T5" fmla="*/ 0 h 136"/>
                    <a:gd name="T6" fmla="*/ 0 w 131"/>
                    <a:gd name="T7" fmla="*/ 0 h 136"/>
                    <a:gd name="T8" fmla="*/ 0 w 131"/>
                    <a:gd name="T9" fmla="*/ 0 h 136"/>
                    <a:gd name="T10" fmla="*/ 0 w 131"/>
                    <a:gd name="T11" fmla="*/ 0 h 136"/>
                    <a:gd name="T12" fmla="*/ 0 w 131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6"/>
                    <a:gd name="T23" fmla="*/ 131 w 131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6">
                      <a:moveTo>
                        <a:pt x="41" y="0"/>
                      </a:moveTo>
                      <a:lnTo>
                        <a:pt x="20" y="49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6"/>
                      </a:lnTo>
                      <a:lnTo>
                        <a:pt x="131" y="37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4" name="Freeform 1443">
                  <a:extLst>
                    <a:ext uri="{FF2B5EF4-FFF2-40B4-BE49-F238E27FC236}">
                      <a16:creationId xmlns:a16="http://schemas.microsoft.com/office/drawing/2014/main" id="{964F97B2-5421-0143-F505-5596AF784B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860"/>
                  <a:ext cx="22" cy="23"/>
                </a:xfrm>
                <a:custGeom>
                  <a:avLst/>
                  <a:gdLst>
                    <a:gd name="T0" fmla="*/ 0 w 131"/>
                    <a:gd name="T1" fmla="*/ 0 h 136"/>
                    <a:gd name="T2" fmla="*/ 0 w 131"/>
                    <a:gd name="T3" fmla="*/ 0 h 136"/>
                    <a:gd name="T4" fmla="*/ 0 w 131"/>
                    <a:gd name="T5" fmla="*/ 0 h 136"/>
                    <a:gd name="T6" fmla="*/ 0 w 131"/>
                    <a:gd name="T7" fmla="*/ 0 h 136"/>
                    <a:gd name="T8" fmla="*/ 0 w 131"/>
                    <a:gd name="T9" fmla="*/ 0 h 136"/>
                    <a:gd name="T10" fmla="*/ 0 w 131"/>
                    <a:gd name="T11" fmla="*/ 0 h 136"/>
                    <a:gd name="T12" fmla="*/ 0 w 131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6"/>
                    <a:gd name="T23" fmla="*/ 131 w 131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6">
                      <a:moveTo>
                        <a:pt x="41" y="0"/>
                      </a:moveTo>
                      <a:lnTo>
                        <a:pt x="20" y="49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6"/>
                      </a:lnTo>
                      <a:lnTo>
                        <a:pt x="131" y="37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5" name="Freeform 1444">
                  <a:extLst>
                    <a:ext uri="{FF2B5EF4-FFF2-40B4-BE49-F238E27FC236}">
                      <a16:creationId xmlns:a16="http://schemas.microsoft.com/office/drawing/2014/main" id="{219B82CC-89ED-6F90-9AB4-7694DA8FC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3" y="3874"/>
                  <a:ext cx="3" cy="9"/>
                </a:xfrm>
                <a:custGeom>
                  <a:avLst/>
                  <a:gdLst>
                    <a:gd name="T0" fmla="*/ 0 w 20"/>
                    <a:gd name="T1" fmla="*/ 0 h 52"/>
                    <a:gd name="T2" fmla="*/ 0 w 20"/>
                    <a:gd name="T3" fmla="*/ 0 h 52"/>
                    <a:gd name="T4" fmla="*/ 0 w 20"/>
                    <a:gd name="T5" fmla="*/ 0 h 52"/>
                    <a:gd name="T6" fmla="*/ 0 w 20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2"/>
                    <a:gd name="T14" fmla="*/ 20 w 20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2">
                      <a:moveTo>
                        <a:pt x="20" y="0"/>
                      </a:moveTo>
                      <a:lnTo>
                        <a:pt x="0" y="50"/>
                      </a:lnTo>
                      <a:lnTo>
                        <a:pt x="6" y="5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6" name="Line 1445">
                  <a:extLst>
                    <a:ext uri="{FF2B5EF4-FFF2-40B4-BE49-F238E27FC236}">
                      <a16:creationId xmlns:a16="http://schemas.microsoft.com/office/drawing/2014/main" id="{D510B405-242C-EAC6-FE3F-2F61116322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3" y="38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7" name="Freeform 1446">
                  <a:extLst>
                    <a:ext uri="{FF2B5EF4-FFF2-40B4-BE49-F238E27FC236}">
                      <a16:creationId xmlns:a16="http://schemas.microsoft.com/office/drawing/2014/main" id="{F00DDA55-B443-A101-A6CB-0A8AC85193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866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29" y="0"/>
                      </a:moveTo>
                      <a:lnTo>
                        <a:pt x="14" y="51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2" y="26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8" name="Freeform 1447">
                  <a:extLst>
                    <a:ext uri="{FF2B5EF4-FFF2-40B4-BE49-F238E27FC236}">
                      <a16:creationId xmlns:a16="http://schemas.microsoft.com/office/drawing/2014/main" id="{EFD844ED-B1A2-8652-1F92-1975F010E6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866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29" y="0"/>
                      </a:moveTo>
                      <a:lnTo>
                        <a:pt x="14" y="51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2" y="26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9" name="Freeform 1448">
                  <a:extLst>
                    <a:ext uri="{FF2B5EF4-FFF2-40B4-BE49-F238E27FC236}">
                      <a16:creationId xmlns:a16="http://schemas.microsoft.com/office/drawing/2014/main" id="{E0BC36C6-75C6-36AB-0507-7486CD9ECA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9" y="387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0"/>
                      </a:moveTo>
                      <a:lnTo>
                        <a:pt x="0" y="52"/>
                      </a:lnTo>
                      <a:lnTo>
                        <a:pt x="5" y="5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0" name="Line 1449">
                  <a:extLst>
                    <a:ext uri="{FF2B5EF4-FFF2-40B4-BE49-F238E27FC236}">
                      <a16:creationId xmlns:a16="http://schemas.microsoft.com/office/drawing/2014/main" id="{94D4A801-36B9-EBBA-DCB8-E554ACB8DC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9" y="388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1" name="Freeform 1450">
                  <a:extLst>
                    <a:ext uri="{FF2B5EF4-FFF2-40B4-BE49-F238E27FC236}">
                      <a16:creationId xmlns:a16="http://schemas.microsoft.com/office/drawing/2014/main" id="{26DA21F5-0E2D-603F-D01B-AF1E97590F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870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6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2" name="Freeform 1451">
                  <a:extLst>
                    <a:ext uri="{FF2B5EF4-FFF2-40B4-BE49-F238E27FC236}">
                      <a16:creationId xmlns:a16="http://schemas.microsoft.com/office/drawing/2014/main" id="{C0561C6D-C9AD-6B25-A1DD-C3B2E997B9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870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6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3" name="Freeform 1452">
                  <a:extLst>
                    <a:ext uri="{FF2B5EF4-FFF2-40B4-BE49-F238E27FC236}">
                      <a16:creationId xmlns:a16="http://schemas.microsoft.com/office/drawing/2014/main" id="{0D13B224-CB89-08F1-0435-752B50A06C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6" y="3882"/>
                  <a:ext cx="2" cy="8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10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4" name="Line 1453">
                  <a:extLst>
                    <a:ext uri="{FF2B5EF4-FFF2-40B4-BE49-F238E27FC236}">
                      <a16:creationId xmlns:a16="http://schemas.microsoft.com/office/drawing/2014/main" id="{48DCA553-E136-A275-72C6-58088B0E48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6" y="389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5" name="Freeform 1454">
                  <a:extLst>
                    <a:ext uri="{FF2B5EF4-FFF2-40B4-BE49-F238E27FC236}">
                      <a16:creationId xmlns:a16="http://schemas.microsoft.com/office/drawing/2014/main" id="{211EABEB-4606-100F-CFEA-AD70986393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873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6" y="111"/>
                      </a:lnTo>
                      <a:lnTo>
                        <a:pt x="99" y="58"/>
                      </a:lnTo>
                      <a:lnTo>
                        <a:pt x="102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6" name="Freeform 1455">
                  <a:extLst>
                    <a:ext uri="{FF2B5EF4-FFF2-40B4-BE49-F238E27FC236}">
                      <a16:creationId xmlns:a16="http://schemas.microsoft.com/office/drawing/2014/main" id="{4C37C7BF-5A91-A79E-A4DD-933E813DB6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873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6" y="111"/>
                      </a:lnTo>
                      <a:lnTo>
                        <a:pt x="99" y="58"/>
                      </a:lnTo>
                      <a:lnTo>
                        <a:pt x="102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7" name="Freeform 1456">
                  <a:extLst>
                    <a:ext uri="{FF2B5EF4-FFF2-40B4-BE49-F238E27FC236}">
                      <a16:creationId xmlns:a16="http://schemas.microsoft.com/office/drawing/2014/main" id="{C32C0F7C-5783-714E-F53D-A90591E147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874"/>
                  <a:ext cx="10" cy="17"/>
                </a:xfrm>
                <a:custGeom>
                  <a:avLst/>
                  <a:gdLst>
                    <a:gd name="T0" fmla="*/ 0 w 56"/>
                    <a:gd name="T1" fmla="*/ 0 h 106"/>
                    <a:gd name="T2" fmla="*/ 0 w 56"/>
                    <a:gd name="T3" fmla="*/ 0 h 106"/>
                    <a:gd name="T4" fmla="*/ 0 w 56"/>
                    <a:gd name="T5" fmla="*/ 0 h 106"/>
                    <a:gd name="T6" fmla="*/ 0 w 56"/>
                    <a:gd name="T7" fmla="*/ 0 h 106"/>
                    <a:gd name="T8" fmla="*/ 0 w 56"/>
                    <a:gd name="T9" fmla="*/ 0 h 106"/>
                    <a:gd name="T10" fmla="*/ 0 w 56"/>
                    <a:gd name="T11" fmla="*/ 0 h 106"/>
                    <a:gd name="T12" fmla="*/ 0 w 56"/>
                    <a:gd name="T13" fmla="*/ 0 h 106"/>
                    <a:gd name="T14" fmla="*/ 0 w 56"/>
                    <a:gd name="T15" fmla="*/ 0 h 106"/>
                    <a:gd name="T16" fmla="*/ 0 w 56"/>
                    <a:gd name="T17" fmla="*/ 0 h 106"/>
                    <a:gd name="T18" fmla="*/ 0 w 56"/>
                    <a:gd name="T19" fmla="*/ 0 h 106"/>
                    <a:gd name="T20" fmla="*/ 0 w 56"/>
                    <a:gd name="T21" fmla="*/ 0 h 106"/>
                    <a:gd name="T22" fmla="*/ 0 w 56"/>
                    <a:gd name="T23" fmla="*/ 0 h 106"/>
                    <a:gd name="T24" fmla="*/ 0 w 56"/>
                    <a:gd name="T25" fmla="*/ 0 h 106"/>
                    <a:gd name="T26" fmla="*/ 0 w 56"/>
                    <a:gd name="T27" fmla="*/ 0 h 106"/>
                    <a:gd name="T28" fmla="*/ 0 w 56"/>
                    <a:gd name="T29" fmla="*/ 0 h 106"/>
                    <a:gd name="T30" fmla="*/ 0 w 56"/>
                    <a:gd name="T31" fmla="*/ 0 h 106"/>
                    <a:gd name="T32" fmla="*/ 0 w 56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06"/>
                    <a:gd name="T53" fmla="*/ 56 w 56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06">
                      <a:moveTo>
                        <a:pt x="3" y="53"/>
                      </a:moveTo>
                      <a:lnTo>
                        <a:pt x="6" y="0"/>
                      </a:lnTo>
                      <a:lnTo>
                        <a:pt x="18" y="1"/>
                      </a:lnTo>
                      <a:lnTo>
                        <a:pt x="29" y="7"/>
                      </a:lnTo>
                      <a:lnTo>
                        <a:pt x="39" y="13"/>
                      </a:lnTo>
                      <a:lnTo>
                        <a:pt x="47" y="22"/>
                      </a:lnTo>
                      <a:lnTo>
                        <a:pt x="53" y="33"/>
                      </a:lnTo>
                      <a:lnTo>
                        <a:pt x="56" y="44"/>
                      </a:lnTo>
                      <a:lnTo>
                        <a:pt x="56" y="56"/>
                      </a:lnTo>
                      <a:lnTo>
                        <a:pt x="55" y="68"/>
                      </a:lnTo>
                      <a:lnTo>
                        <a:pt x="50" y="79"/>
                      </a:lnTo>
                      <a:lnTo>
                        <a:pt x="44" y="89"/>
                      </a:lnTo>
                      <a:lnTo>
                        <a:pt x="34" y="97"/>
                      </a:lnTo>
                      <a:lnTo>
                        <a:pt x="23" y="103"/>
                      </a:lnTo>
                      <a:lnTo>
                        <a:pt x="13" y="106"/>
                      </a:lnTo>
                      <a:lnTo>
                        <a:pt x="0" y="106"/>
                      </a:lnTo>
                      <a:lnTo>
                        <a:pt x="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8" name="Freeform 1457">
                  <a:extLst>
                    <a:ext uri="{FF2B5EF4-FFF2-40B4-BE49-F238E27FC236}">
                      <a16:creationId xmlns:a16="http://schemas.microsoft.com/office/drawing/2014/main" id="{33681059-85DC-3C67-8CED-0690A288C0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874"/>
                  <a:ext cx="10" cy="17"/>
                </a:xfrm>
                <a:custGeom>
                  <a:avLst/>
                  <a:gdLst>
                    <a:gd name="T0" fmla="*/ 0 w 56"/>
                    <a:gd name="T1" fmla="*/ 0 h 106"/>
                    <a:gd name="T2" fmla="*/ 0 w 56"/>
                    <a:gd name="T3" fmla="*/ 0 h 106"/>
                    <a:gd name="T4" fmla="*/ 0 w 56"/>
                    <a:gd name="T5" fmla="*/ 0 h 106"/>
                    <a:gd name="T6" fmla="*/ 0 w 56"/>
                    <a:gd name="T7" fmla="*/ 0 h 106"/>
                    <a:gd name="T8" fmla="*/ 0 w 56"/>
                    <a:gd name="T9" fmla="*/ 0 h 106"/>
                    <a:gd name="T10" fmla="*/ 0 w 56"/>
                    <a:gd name="T11" fmla="*/ 0 h 106"/>
                    <a:gd name="T12" fmla="*/ 0 w 56"/>
                    <a:gd name="T13" fmla="*/ 0 h 106"/>
                    <a:gd name="T14" fmla="*/ 0 w 56"/>
                    <a:gd name="T15" fmla="*/ 0 h 106"/>
                    <a:gd name="T16" fmla="*/ 0 w 56"/>
                    <a:gd name="T17" fmla="*/ 0 h 106"/>
                    <a:gd name="T18" fmla="*/ 0 w 56"/>
                    <a:gd name="T19" fmla="*/ 0 h 106"/>
                    <a:gd name="T20" fmla="*/ 0 w 56"/>
                    <a:gd name="T21" fmla="*/ 0 h 106"/>
                    <a:gd name="T22" fmla="*/ 0 w 56"/>
                    <a:gd name="T23" fmla="*/ 0 h 106"/>
                    <a:gd name="T24" fmla="*/ 0 w 56"/>
                    <a:gd name="T25" fmla="*/ 0 h 106"/>
                    <a:gd name="T26" fmla="*/ 0 w 56"/>
                    <a:gd name="T27" fmla="*/ 0 h 106"/>
                    <a:gd name="T28" fmla="*/ 0 w 56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06"/>
                    <a:gd name="T47" fmla="*/ 56 w 56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06">
                      <a:moveTo>
                        <a:pt x="6" y="0"/>
                      </a:moveTo>
                      <a:lnTo>
                        <a:pt x="18" y="1"/>
                      </a:lnTo>
                      <a:lnTo>
                        <a:pt x="29" y="7"/>
                      </a:lnTo>
                      <a:lnTo>
                        <a:pt x="39" y="13"/>
                      </a:lnTo>
                      <a:lnTo>
                        <a:pt x="47" y="22"/>
                      </a:lnTo>
                      <a:lnTo>
                        <a:pt x="53" y="33"/>
                      </a:lnTo>
                      <a:lnTo>
                        <a:pt x="56" y="44"/>
                      </a:lnTo>
                      <a:lnTo>
                        <a:pt x="56" y="56"/>
                      </a:lnTo>
                      <a:lnTo>
                        <a:pt x="55" y="68"/>
                      </a:lnTo>
                      <a:lnTo>
                        <a:pt x="50" y="79"/>
                      </a:lnTo>
                      <a:lnTo>
                        <a:pt x="44" y="89"/>
                      </a:lnTo>
                      <a:lnTo>
                        <a:pt x="34" y="97"/>
                      </a:lnTo>
                      <a:lnTo>
                        <a:pt x="23" y="103"/>
                      </a:lnTo>
                      <a:lnTo>
                        <a:pt x="13" y="106"/>
                      </a:lnTo>
                      <a:lnTo>
                        <a:pt x="0" y="10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9" name="Freeform 1458">
                  <a:extLst>
                    <a:ext uri="{FF2B5EF4-FFF2-40B4-BE49-F238E27FC236}">
                      <a16:creationId xmlns:a16="http://schemas.microsoft.com/office/drawing/2014/main" id="{90DF60F5-6060-AE29-FBDB-1B94DD42AC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0" name="Freeform 1459">
                  <a:extLst>
                    <a:ext uri="{FF2B5EF4-FFF2-40B4-BE49-F238E27FC236}">
                      <a16:creationId xmlns:a16="http://schemas.microsoft.com/office/drawing/2014/main" id="{C1D42C4D-C476-9FCD-919E-72FA8892DB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1" name="Freeform 1460">
                  <a:extLst>
                    <a:ext uri="{FF2B5EF4-FFF2-40B4-BE49-F238E27FC236}">
                      <a16:creationId xmlns:a16="http://schemas.microsoft.com/office/drawing/2014/main" id="{89699735-9AD4-EC08-5A38-B333489AD6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7"/>
                  <a:ext cx="18" cy="481"/>
                </a:xfrm>
                <a:custGeom>
                  <a:avLst/>
                  <a:gdLst>
                    <a:gd name="T0" fmla="*/ 0 w 107"/>
                    <a:gd name="T1" fmla="*/ 0 h 2887"/>
                    <a:gd name="T2" fmla="*/ 0 w 107"/>
                    <a:gd name="T3" fmla="*/ 0 h 2887"/>
                    <a:gd name="T4" fmla="*/ 0 w 107"/>
                    <a:gd name="T5" fmla="*/ 0 h 2887"/>
                    <a:gd name="T6" fmla="*/ 0 w 107"/>
                    <a:gd name="T7" fmla="*/ 0 h 2887"/>
                    <a:gd name="T8" fmla="*/ 0 w 107"/>
                    <a:gd name="T9" fmla="*/ 0 h 2887"/>
                    <a:gd name="T10" fmla="*/ 0 w 107"/>
                    <a:gd name="T11" fmla="*/ 0 h 2887"/>
                    <a:gd name="T12" fmla="*/ 0 w 107"/>
                    <a:gd name="T13" fmla="*/ 0 h 28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2887"/>
                    <a:gd name="T23" fmla="*/ 107 w 107"/>
                    <a:gd name="T24" fmla="*/ 2887 h 28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28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87"/>
                      </a:lnTo>
                      <a:lnTo>
                        <a:pt x="53" y="2887"/>
                      </a:lnTo>
                      <a:lnTo>
                        <a:pt x="107" y="28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2" name="Freeform 1461">
                  <a:extLst>
                    <a:ext uri="{FF2B5EF4-FFF2-40B4-BE49-F238E27FC236}">
                      <a16:creationId xmlns:a16="http://schemas.microsoft.com/office/drawing/2014/main" id="{A0D92E68-86FC-13EE-F53A-B1115114C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7"/>
                  <a:ext cx="18" cy="481"/>
                </a:xfrm>
                <a:custGeom>
                  <a:avLst/>
                  <a:gdLst>
                    <a:gd name="T0" fmla="*/ 0 w 107"/>
                    <a:gd name="T1" fmla="*/ 0 h 2887"/>
                    <a:gd name="T2" fmla="*/ 0 w 107"/>
                    <a:gd name="T3" fmla="*/ 0 h 2887"/>
                    <a:gd name="T4" fmla="*/ 0 w 107"/>
                    <a:gd name="T5" fmla="*/ 0 h 2887"/>
                    <a:gd name="T6" fmla="*/ 0 w 107"/>
                    <a:gd name="T7" fmla="*/ 0 h 2887"/>
                    <a:gd name="T8" fmla="*/ 0 w 107"/>
                    <a:gd name="T9" fmla="*/ 0 h 2887"/>
                    <a:gd name="T10" fmla="*/ 0 w 107"/>
                    <a:gd name="T11" fmla="*/ 0 h 2887"/>
                    <a:gd name="T12" fmla="*/ 0 w 107"/>
                    <a:gd name="T13" fmla="*/ 0 h 28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2887"/>
                    <a:gd name="T23" fmla="*/ 107 w 107"/>
                    <a:gd name="T24" fmla="*/ 2887 h 28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28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87"/>
                      </a:lnTo>
                      <a:lnTo>
                        <a:pt x="53" y="2887"/>
                      </a:lnTo>
                      <a:lnTo>
                        <a:pt x="107" y="28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3" name="Freeform 1462">
                  <a:extLst>
                    <a:ext uri="{FF2B5EF4-FFF2-40B4-BE49-F238E27FC236}">
                      <a16:creationId xmlns:a16="http://schemas.microsoft.com/office/drawing/2014/main" id="{6108C9D1-7969-23B1-B0BA-EC274AA931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4" name="Freeform 1463">
                  <a:extLst>
                    <a:ext uri="{FF2B5EF4-FFF2-40B4-BE49-F238E27FC236}">
                      <a16:creationId xmlns:a16="http://schemas.microsoft.com/office/drawing/2014/main" id="{80B87319-39EB-8BB9-09BD-575D4BC087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5" name="Freeform 1464">
                  <a:extLst>
                    <a:ext uri="{FF2B5EF4-FFF2-40B4-BE49-F238E27FC236}">
                      <a16:creationId xmlns:a16="http://schemas.microsoft.com/office/drawing/2014/main" id="{4FF6C1CA-0ED0-FD61-13F5-C4601608CB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6" name="Freeform 1465">
                  <a:extLst>
                    <a:ext uri="{FF2B5EF4-FFF2-40B4-BE49-F238E27FC236}">
                      <a16:creationId xmlns:a16="http://schemas.microsoft.com/office/drawing/2014/main" id="{A650B321-27D5-2332-3C25-E625C6EB51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7" name="Freeform 1466">
                  <a:extLst>
                    <a:ext uri="{FF2B5EF4-FFF2-40B4-BE49-F238E27FC236}">
                      <a16:creationId xmlns:a16="http://schemas.microsoft.com/office/drawing/2014/main" id="{C94BF315-88BA-8169-AFCC-C317F6A898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8" name="Freeform 1467">
                  <a:extLst>
                    <a:ext uri="{FF2B5EF4-FFF2-40B4-BE49-F238E27FC236}">
                      <a16:creationId xmlns:a16="http://schemas.microsoft.com/office/drawing/2014/main" id="{98E14837-28B6-D458-DD92-28F8CCB2A8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9" name="Freeform 1468">
                  <a:extLst>
                    <a:ext uri="{FF2B5EF4-FFF2-40B4-BE49-F238E27FC236}">
                      <a16:creationId xmlns:a16="http://schemas.microsoft.com/office/drawing/2014/main" id="{13523C87-C7C9-B959-0EF7-63A7754603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0" name="Freeform 1469">
                  <a:extLst>
                    <a:ext uri="{FF2B5EF4-FFF2-40B4-BE49-F238E27FC236}">
                      <a16:creationId xmlns:a16="http://schemas.microsoft.com/office/drawing/2014/main" id="{F74BABE5-56AB-D462-C825-F904D14DC7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1" name="Freeform 1470">
                  <a:extLst>
                    <a:ext uri="{FF2B5EF4-FFF2-40B4-BE49-F238E27FC236}">
                      <a16:creationId xmlns:a16="http://schemas.microsoft.com/office/drawing/2014/main" id="{D42A7098-E4A0-1AC3-795D-18CC5406F9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874"/>
                  <a:ext cx="9" cy="17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2" name="Freeform 1471">
                  <a:extLst>
                    <a:ext uri="{FF2B5EF4-FFF2-40B4-BE49-F238E27FC236}">
                      <a16:creationId xmlns:a16="http://schemas.microsoft.com/office/drawing/2014/main" id="{CCEAF156-FD35-44CE-C50C-2F161663F1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874"/>
                  <a:ext cx="9" cy="17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3" name="Freeform 1472">
                  <a:extLst>
                    <a:ext uri="{FF2B5EF4-FFF2-40B4-BE49-F238E27FC236}">
                      <a16:creationId xmlns:a16="http://schemas.microsoft.com/office/drawing/2014/main" id="{BAEB6B96-BE1B-0218-5243-3DCB82CB3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874"/>
                  <a:ext cx="817" cy="17"/>
                </a:xfrm>
                <a:custGeom>
                  <a:avLst/>
                  <a:gdLst>
                    <a:gd name="T0" fmla="*/ 0 w 4904"/>
                    <a:gd name="T1" fmla="*/ 0 h 107"/>
                    <a:gd name="T2" fmla="*/ 0 w 4904"/>
                    <a:gd name="T3" fmla="*/ 0 h 107"/>
                    <a:gd name="T4" fmla="*/ 0 w 4904"/>
                    <a:gd name="T5" fmla="*/ 0 h 107"/>
                    <a:gd name="T6" fmla="*/ 0 w 4904"/>
                    <a:gd name="T7" fmla="*/ 0 h 107"/>
                    <a:gd name="T8" fmla="*/ 0 w 4904"/>
                    <a:gd name="T9" fmla="*/ 0 h 107"/>
                    <a:gd name="T10" fmla="*/ 0 w 4904"/>
                    <a:gd name="T11" fmla="*/ 0 h 107"/>
                    <a:gd name="T12" fmla="*/ 0 w 490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7"/>
                    <a:gd name="T23" fmla="*/ 4904 w 490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904" y="107"/>
                      </a:ln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4" name="Freeform 1473">
                  <a:extLst>
                    <a:ext uri="{FF2B5EF4-FFF2-40B4-BE49-F238E27FC236}">
                      <a16:creationId xmlns:a16="http://schemas.microsoft.com/office/drawing/2014/main" id="{41AE8FD0-336D-7890-76F2-F7DEE7DEF9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874"/>
                  <a:ext cx="817" cy="17"/>
                </a:xfrm>
                <a:custGeom>
                  <a:avLst/>
                  <a:gdLst>
                    <a:gd name="T0" fmla="*/ 0 w 4904"/>
                    <a:gd name="T1" fmla="*/ 0 h 107"/>
                    <a:gd name="T2" fmla="*/ 0 w 4904"/>
                    <a:gd name="T3" fmla="*/ 0 h 107"/>
                    <a:gd name="T4" fmla="*/ 0 w 4904"/>
                    <a:gd name="T5" fmla="*/ 0 h 107"/>
                    <a:gd name="T6" fmla="*/ 0 w 4904"/>
                    <a:gd name="T7" fmla="*/ 0 h 107"/>
                    <a:gd name="T8" fmla="*/ 0 w 4904"/>
                    <a:gd name="T9" fmla="*/ 0 h 107"/>
                    <a:gd name="T10" fmla="*/ 0 w 4904"/>
                    <a:gd name="T11" fmla="*/ 0 h 107"/>
                    <a:gd name="T12" fmla="*/ 0 w 490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7"/>
                    <a:gd name="T23" fmla="*/ 4904 w 490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904" y="107"/>
                      </a:ln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5" name="Freeform 1474">
                  <a:extLst>
                    <a:ext uri="{FF2B5EF4-FFF2-40B4-BE49-F238E27FC236}">
                      <a16:creationId xmlns:a16="http://schemas.microsoft.com/office/drawing/2014/main" id="{3B4BAE0D-8512-0D88-67AF-03B51F578A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874"/>
                  <a:ext cx="9" cy="17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6" name="Freeform 1475">
                  <a:extLst>
                    <a:ext uri="{FF2B5EF4-FFF2-40B4-BE49-F238E27FC236}">
                      <a16:creationId xmlns:a16="http://schemas.microsoft.com/office/drawing/2014/main" id="{252A073C-1C16-AD8F-CE33-A25D657AD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874"/>
                  <a:ext cx="9" cy="17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7" name="Freeform 1476">
                  <a:extLst>
                    <a:ext uri="{FF2B5EF4-FFF2-40B4-BE49-F238E27FC236}">
                      <a16:creationId xmlns:a16="http://schemas.microsoft.com/office/drawing/2014/main" id="{0742D892-9B4B-6092-EBD4-F90DB8AF44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104"/>
                  <a:ext cx="9" cy="17"/>
                </a:xfrm>
                <a:custGeom>
                  <a:avLst/>
                  <a:gdLst>
                    <a:gd name="T0" fmla="*/ 0 w 54"/>
                    <a:gd name="T1" fmla="*/ 0 h 106"/>
                    <a:gd name="T2" fmla="*/ 0 w 54"/>
                    <a:gd name="T3" fmla="*/ 0 h 106"/>
                    <a:gd name="T4" fmla="*/ 0 w 54"/>
                    <a:gd name="T5" fmla="*/ 0 h 106"/>
                    <a:gd name="T6" fmla="*/ 0 w 54"/>
                    <a:gd name="T7" fmla="*/ 0 h 106"/>
                    <a:gd name="T8" fmla="*/ 0 w 54"/>
                    <a:gd name="T9" fmla="*/ 0 h 106"/>
                    <a:gd name="T10" fmla="*/ 0 w 54"/>
                    <a:gd name="T11" fmla="*/ 0 h 106"/>
                    <a:gd name="T12" fmla="*/ 0 w 54"/>
                    <a:gd name="T13" fmla="*/ 0 h 106"/>
                    <a:gd name="T14" fmla="*/ 0 w 54"/>
                    <a:gd name="T15" fmla="*/ 0 h 106"/>
                    <a:gd name="T16" fmla="*/ 0 w 54"/>
                    <a:gd name="T17" fmla="*/ 0 h 106"/>
                    <a:gd name="T18" fmla="*/ 0 w 54"/>
                    <a:gd name="T19" fmla="*/ 0 h 106"/>
                    <a:gd name="T20" fmla="*/ 0 w 54"/>
                    <a:gd name="T21" fmla="*/ 0 h 106"/>
                    <a:gd name="T22" fmla="*/ 0 w 54"/>
                    <a:gd name="T23" fmla="*/ 0 h 106"/>
                    <a:gd name="T24" fmla="*/ 0 w 54"/>
                    <a:gd name="T25" fmla="*/ 0 h 106"/>
                    <a:gd name="T26" fmla="*/ 0 w 54"/>
                    <a:gd name="T27" fmla="*/ 0 h 106"/>
                    <a:gd name="T28" fmla="*/ 0 w 54"/>
                    <a:gd name="T29" fmla="*/ 0 h 106"/>
                    <a:gd name="T30" fmla="*/ 0 w 54"/>
                    <a:gd name="T31" fmla="*/ 0 h 106"/>
                    <a:gd name="T32" fmla="*/ 0 w 54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6"/>
                    <a:gd name="T53" fmla="*/ 54 w 54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6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8" name="Freeform 1477">
                  <a:extLst>
                    <a:ext uri="{FF2B5EF4-FFF2-40B4-BE49-F238E27FC236}">
                      <a16:creationId xmlns:a16="http://schemas.microsoft.com/office/drawing/2014/main" id="{FB1B0A60-A48B-2CBD-7162-CACDB04213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104"/>
                  <a:ext cx="9" cy="17"/>
                </a:xfrm>
                <a:custGeom>
                  <a:avLst/>
                  <a:gdLst>
                    <a:gd name="T0" fmla="*/ 0 w 54"/>
                    <a:gd name="T1" fmla="*/ 0 h 106"/>
                    <a:gd name="T2" fmla="*/ 0 w 54"/>
                    <a:gd name="T3" fmla="*/ 0 h 106"/>
                    <a:gd name="T4" fmla="*/ 0 w 54"/>
                    <a:gd name="T5" fmla="*/ 0 h 106"/>
                    <a:gd name="T6" fmla="*/ 0 w 54"/>
                    <a:gd name="T7" fmla="*/ 0 h 106"/>
                    <a:gd name="T8" fmla="*/ 0 w 54"/>
                    <a:gd name="T9" fmla="*/ 0 h 106"/>
                    <a:gd name="T10" fmla="*/ 0 w 54"/>
                    <a:gd name="T11" fmla="*/ 0 h 106"/>
                    <a:gd name="T12" fmla="*/ 0 w 54"/>
                    <a:gd name="T13" fmla="*/ 0 h 106"/>
                    <a:gd name="T14" fmla="*/ 0 w 54"/>
                    <a:gd name="T15" fmla="*/ 0 h 106"/>
                    <a:gd name="T16" fmla="*/ 0 w 54"/>
                    <a:gd name="T17" fmla="*/ 0 h 106"/>
                    <a:gd name="T18" fmla="*/ 0 w 54"/>
                    <a:gd name="T19" fmla="*/ 0 h 106"/>
                    <a:gd name="T20" fmla="*/ 0 w 54"/>
                    <a:gd name="T21" fmla="*/ 0 h 106"/>
                    <a:gd name="T22" fmla="*/ 0 w 54"/>
                    <a:gd name="T23" fmla="*/ 0 h 106"/>
                    <a:gd name="T24" fmla="*/ 0 w 54"/>
                    <a:gd name="T25" fmla="*/ 0 h 106"/>
                    <a:gd name="T26" fmla="*/ 0 w 54"/>
                    <a:gd name="T27" fmla="*/ 0 h 106"/>
                    <a:gd name="T28" fmla="*/ 0 w 54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6"/>
                    <a:gd name="T47" fmla="*/ 54 w 54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6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9" name="Freeform 1478">
                  <a:extLst>
                    <a:ext uri="{FF2B5EF4-FFF2-40B4-BE49-F238E27FC236}">
                      <a16:creationId xmlns:a16="http://schemas.microsoft.com/office/drawing/2014/main" id="{292A5074-351D-9285-EA78-C65CE65C22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104"/>
                  <a:ext cx="817" cy="17"/>
                </a:xfrm>
                <a:custGeom>
                  <a:avLst/>
                  <a:gdLst>
                    <a:gd name="T0" fmla="*/ 0 w 4904"/>
                    <a:gd name="T1" fmla="*/ 0 h 106"/>
                    <a:gd name="T2" fmla="*/ 0 w 4904"/>
                    <a:gd name="T3" fmla="*/ 0 h 106"/>
                    <a:gd name="T4" fmla="*/ 0 w 4904"/>
                    <a:gd name="T5" fmla="*/ 0 h 106"/>
                    <a:gd name="T6" fmla="*/ 0 w 4904"/>
                    <a:gd name="T7" fmla="*/ 0 h 106"/>
                    <a:gd name="T8" fmla="*/ 0 w 4904"/>
                    <a:gd name="T9" fmla="*/ 0 h 106"/>
                    <a:gd name="T10" fmla="*/ 0 w 4904"/>
                    <a:gd name="T11" fmla="*/ 0 h 106"/>
                    <a:gd name="T12" fmla="*/ 0 w 4904"/>
                    <a:gd name="T13" fmla="*/ 0 h 10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6"/>
                    <a:gd name="T23" fmla="*/ 4904 w 4904"/>
                    <a:gd name="T24" fmla="*/ 106 h 10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6">
                      <a:moveTo>
                        <a:pt x="4904" y="106"/>
                      </a:move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6"/>
                      </a:lnTo>
                      <a:lnTo>
                        <a:pt x="4904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0" name="Freeform 1479">
                  <a:extLst>
                    <a:ext uri="{FF2B5EF4-FFF2-40B4-BE49-F238E27FC236}">
                      <a16:creationId xmlns:a16="http://schemas.microsoft.com/office/drawing/2014/main" id="{C15D4C13-E428-AB5C-C525-77B32A65ED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104"/>
                  <a:ext cx="817" cy="17"/>
                </a:xfrm>
                <a:custGeom>
                  <a:avLst/>
                  <a:gdLst>
                    <a:gd name="T0" fmla="*/ 0 w 4904"/>
                    <a:gd name="T1" fmla="*/ 0 h 106"/>
                    <a:gd name="T2" fmla="*/ 0 w 4904"/>
                    <a:gd name="T3" fmla="*/ 0 h 106"/>
                    <a:gd name="T4" fmla="*/ 0 w 4904"/>
                    <a:gd name="T5" fmla="*/ 0 h 106"/>
                    <a:gd name="T6" fmla="*/ 0 w 4904"/>
                    <a:gd name="T7" fmla="*/ 0 h 106"/>
                    <a:gd name="T8" fmla="*/ 0 w 4904"/>
                    <a:gd name="T9" fmla="*/ 0 h 106"/>
                    <a:gd name="T10" fmla="*/ 0 w 4904"/>
                    <a:gd name="T11" fmla="*/ 0 h 106"/>
                    <a:gd name="T12" fmla="*/ 0 w 4904"/>
                    <a:gd name="T13" fmla="*/ 0 h 10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6"/>
                    <a:gd name="T23" fmla="*/ 4904 w 4904"/>
                    <a:gd name="T24" fmla="*/ 106 h 10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6">
                      <a:moveTo>
                        <a:pt x="4904" y="106"/>
                      </a:move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6"/>
                      </a:lnTo>
                      <a:lnTo>
                        <a:pt x="4904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1" name="Freeform 1480">
                  <a:extLst>
                    <a:ext uri="{FF2B5EF4-FFF2-40B4-BE49-F238E27FC236}">
                      <a16:creationId xmlns:a16="http://schemas.microsoft.com/office/drawing/2014/main" id="{5AD8F2DA-F959-7EF7-5C68-B73A3040B4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104"/>
                  <a:ext cx="9" cy="17"/>
                </a:xfrm>
                <a:custGeom>
                  <a:avLst/>
                  <a:gdLst>
                    <a:gd name="T0" fmla="*/ 0 w 53"/>
                    <a:gd name="T1" fmla="*/ 0 h 106"/>
                    <a:gd name="T2" fmla="*/ 0 w 53"/>
                    <a:gd name="T3" fmla="*/ 0 h 106"/>
                    <a:gd name="T4" fmla="*/ 0 w 53"/>
                    <a:gd name="T5" fmla="*/ 0 h 106"/>
                    <a:gd name="T6" fmla="*/ 0 w 53"/>
                    <a:gd name="T7" fmla="*/ 0 h 106"/>
                    <a:gd name="T8" fmla="*/ 0 w 53"/>
                    <a:gd name="T9" fmla="*/ 0 h 106"/>
                    <a:gd name="T10" fmla="*/ 0 w 53"/>
                    <a:gd name="T11" fmla="*/ 0 h 106"/>
                    <a:gd name="T12" fmla="*/ 0 w 53"/>
                    <a:gd name="T13" fmla="*/ 0 h 106"/>
                    <a:gd name="T14" fmla="*/ 0 w 53"/>
                    <a:gd name="T15" fmla="*/ 0 h 106"/>
                    <a:gd name="T16" fmla="*/ 0 w 53"/>
                    <a:gd name="T17" fmla="*/ 0 h 106"/>
                    <a:gd name="T18" fmla="*/ 0 w 53"/>
                    <a:gd name="T19" fmla="*/ 0 h 106"/>
                    <a:gd name="T20" fmla="*/ 0 w 53"/>
                    <a:gd name="T21" fmla="*/ 0 h 106"/>
                    <a:gd name="T22" fmla="*/ 0 w 53"/>
                    <a:gd name="T23" fmla="*/ 0 h 106"/>
                    <a:gd name="T24" fmla="*/ 0 w 53"/>
                    <a:gd name="T25" fmla="*/ 0 h 106"/>
                    <a:gd name="T26" fmla="*/ 0 w 53"/>
                    <a:gd name="T27" fmla="*/ 0 h 106"/>
                    <a:gd name="T28" fmla="*/ 0 w 53"/>
                    <a:gd name="T29" fmla="*/ 0 h 106"/>
                    <a:gd name="T30" fmla="*/ 0 w 53"/>
                    <a:gd name="T31" fmla="*/ 0 h 106"/>
                    <a:gd name="T32" fmla="*/ 0 w 53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6"/>
                    <a:gd name="T53" fmla="*/ 53 w 53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6">
                      <a:moveTo>
                        <a:pt x="53" y="54"/>
                      </a:moveTo>
                      <a:lnTo>
                        <a:pt x="53" y="106"/>
                      </a:ln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2" name="Freeform 1481">
                  <a:extLst>
                    <a:ext uri="{FF2B5EF4-FFF2-40B4-BE49-F238E27FC236}">
                      <a16:creationId xmlns:a16="http://schemas.microsoft.com/office/drawing/2014/main" id="{3F47D519-FE4D-C511-A622-ED9BB79A3D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104"/>
                  <a:ext cx="9" cy="17"/>
                </a:xfrm>
                <a:custGeom>
                  <a:avLst/>
                  <a:gdLst>
                    <a:gd name="T0" fmla="*/ 0 w 53"/>
                    <a:gd name="T1" fmla="*/ 0 h 106"/>
                    <a:gd name="T2" fmla="*/ 0 w 53"/>
                    <a:gd name="T3" fmla="*/ 0 h 106"/>
                    <a:gd name="T4" fmla="*/ 0 w 53"/>
                    <a:gd name="T5" fmla="*/ 0 h 106"/>
                    <a:gd name="T6" fmla="*/ 0 w 53"/>
                    <a:gd name="T7" fmla="*/ 0 h 106"/>
                    <a:gd name="T8" fmla="*/ 0 w 53"/>
                    <a:gd name="T9" fmla="*/ 0 h 106"/>
                    <a:gd name="T10" fmla="*/ 0 w 53"/>
                    <a:gd name="T11" fmla="*/ 0 h 106"/>
                    <a:gd name="T12" fmla="*/ 0 w 53"/>
                    <a:gd name="T13" fmla="*/ 0 h 106"/>
                    <a:gd name="T14" fmla="*/ 0 w 53"/>
                    <a:gd name="T15" fmla="*/ 0 h 106"/>
                    <a:gd name="T16" fmla="*/ 0 w 53"/>
                    <a:gd name="T17" fmla="*/ 0 h 106"/>
                    <a:gd name="T18" fmla="*/ 0 w 53"/>
                    <a:gd name="T19" fmla="*/ 0 h 106"/>
                    <a:gd name="T20" fmla="*/ 0 w 53"/>
                    <a:gd name="T21" fmla="*/ 0 h 106"/>
                    <a:gd name="T22" fmla="*/ 0 w 53"/>
                    <a:gd name="T23" fmla="*/ 0 h 106"/>
                    <a:gd name="T24" fmla="*/ 0 w 53"/>
                    <a:gd name="T25" fmla="*/ 0 h 106"/>
                    <a:gd name="T26" fmla="*/ 0 w 53"/>
                    <a:gd name="T27" fmla="*/ 0 h 106"/>
                    <a:gd name="T28" fmla="*/ 0 w 53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6"/>
                    <a:gd name="T47" fmla="*/ 53 w 53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6">
                      <a:moveTo>
                        <a:pt x="53" y="106"/>
                      </a:move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3" name="Freeform 1482">
                  <a:extLst>
                    <a:ext uri="{FF2B5EF4-FFF2-40B4-BE49-F238E27FC236}">
                      <a16:creationId xmlns:a16="http://schemas.microsoft.com/office/drawing/2014/main" id="{9E7AF479-E728-8AC7-0681-C8DF58A63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4" name="Freeform 1483">
                  <a:extLst>
                    <a:ext uri="{FF2B5EF4-FFF2-40B4-BE49-F238E27FC236}">
                      <a16:creationId xmlns:a16="http://schemas.microsoft.com/office/drawing/2014/main" id="{451855D3-6040-4E9D-85F3-DF6A2FB79C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5" name="Freeform 1484">
                  <a:extLst>
                    <a:ext uri="{FF2B5EF4-FFF2-40B4-BE49-F238E27FC236}">
                      <a16:creationId xmlns:a16="http://schemas.microsoft.com/office/drawing/2014/main" id="{9DFE47FC-55A7-1E04-477D-471191498E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753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6" name="Freeform 1485">
                  <a:extLst>
                    <a:ext uri="{FF2B5EF4-FFF2-40B4-BE49-F238E27FC236}">
                      <a16:creationId xmlns:a16="http://schemas.microsoft.com/office/drawing/2014/main" id="{B4ED0F62-D0C6-EAC9-0DEA-3C1AD360B8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753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7" name="Freeform 1486">
                  <a:extLst>
                    <a:ext uri="{FF2B5EF4-FFF2-40B4-BE49-F238E27FC236}">
                      <a16:creationId xmlns:a16="http://schemas.microsoft.com/office/drawing/2014/main" id="{0B3D134B-89F4-EEC8-8A2D-28B7EEA288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5"/>
                      </a:lnTo>
                      <a:lnTo>
                        <a:pt x="11" y="87"/>
                      </a:lnTo>
                      <a:lnTo>
                        <a:pt x="5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8" name="Freeform 1487">
                  <a:extLst>
                    <a:ext uri="{FF2B5EF4-FFF2-40B4-BE49-F238E27FC236}">
                      <a16:creationId xmlns:a16="http://schemas.microsoft.com/office/drawing/2014/main" id="{FEE5BBC9-D4CB-5717-3BD5-600DAD412E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5"/>
                      </a:lnTo>
                      <a:lnTo>
                        <a:pt x="11" y="87"/>
                      </a:lnTo>
                      <a:lnTo>
                        <a:pt x="5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9" name="Freeform 1488">
                  <a:extLst>
                    <a:ext uri="{FF2B5EF4-FFF2-40B4-BE49-F238E27FC236}">
                      <a16:creationId xmlns:a16="http://schemas.microsoft.com/office/drawing/2014/main" id="{86137951-B78F-D79B-22D6-E63296A88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0" name="Freeform 1489">
                  <a:extLst>
                    <a:ext uri="{FF2B5EF4-FFF2-40B4-BE49-F238E27FC236}">
                      <a16:creationId xmlns:a16="http://schemas.microsoft.com/office/drawing/2014/main" id="{54D71AA3-28E3-630B-3944-E523CF8151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1" name="Freeform 1490">
                  <a:extLst>
                    <a:ext uri="{FF2B5EF4-FFF2-40B4-BE49-F238E27FC236}">
                      <a16:creationId xmlns:a16="http://schemas.microsoft.com/office/drawing/2014/main" id="{FD2DDFD2-544A-5D7F-6927-740330AAA9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22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2" name="Freeform 1491">
                  <a:extLst>
                    <a:ext uri="{FF2B5EF4-FFF2-40B4-BE49-F238E27FC236}">
                      <a16:creationId xmlns:a16="http://schemas.microsoft.com/office/drawing/2014/main" id="{E878A1B9-B46B-8E54-1E03-2494A38033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22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3" name="Freeform 1492">
                  <a:extLst>
                    <a:ext uri="{FF2B5EF4-FFF2-40B4-BE49-F238E27FC236}">
                      <a16:creationId xmlns:a16="http://schemas.microsoft.com/office/drawing/2014/main" id="{51B49E62-314E-E65B-AAF4-A38E9E5488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1"/>
                      </a:lnTo>
                      <a:lnTo>
                        <a:pt x="20" y="95"/>
                      </a:lnTo>
                      <a:lnTo>
                        <a:pt x="11" y="86"/>
                      </a:lnTo>
                      <a:lnTo>
                        <a:pt x="5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4" name="Freeform 1493">
                  <a:extLst>
                    <a:ext uri="{FF2B5EF4-FFF2-40B4-BE49-F238E27FC236}">
                      <a16:creationId xmlns:a16="http://schemas.microsoft.com/office/drawing/2014/main" id="{AB3A16CC-BE22-740F-3AE9-9FAB47BE2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1"/>
                      </a:lnTo>
                      <a:lnTo>
                        <a:pt x="20" y="95"/>
                      </a:lnTo>
                      <a:lnTo>
                        <a:pt x="11" y="86"/>
                      </a:lnTo>
                      <a:lnTo>
                        <a:pt x="5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5" name="Line 1494">
                  <a:extLst>
                    <a:ext uri="{FF2B5EF4-FFF2-40B4-BE49-F238E27FC236}">
                      <a16:creationId xmlns:a16="http://schemas.microsoft.com/office/drawing/2014/main" id="{1B67332D-81C0-806F-9DE6-A546594202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603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" name="Line 1495">
                  <a:extLst>
                    <a:ext uri="{FF2B5EF4-FFF2-40B4-BE49-F238E27FC236}">
                      <a16:creationId xmlns:a16="http://schemas.microsoft.com/office/drawing/2014/main" id="{6FD93728-8BD1-2D2B-DCFA-9661DDB150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7" y="3738"/>
                  <a:ext cx="27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7" name="Line 1496">
                  <a:extLst>
                    <a:ext uri="{FF2B5EF4-FFF2-40B4-BE49-F238E27FC236}">
                      <a16:creationId xmlns:a16="http://schemas.microsoft.com/office/drawing/2014/main" id="{C551E9E8-DF00-E567-87C9-2216252149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9" y="3603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8" name="Line 1497">
                  <a:extLst>
                    <a:ext uri="{FF2B5EF4-FFF2-40B4-BE49-F238E27FC236}">
                      <a16:creationId xmlns:a16="http://schemas.microsoft.com/office/drawing/2014/main" id="{12FACD22-7AD5-BF61-767C-4A1035500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4" y="3738"/>
                  <a:ext cx="26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9" name="Line 1498">
                  <a:extLst>
                    <a:ext uri="{FF2B5EF4-FFF2-40B4-BE49-F238E27FC236}">
                      <a16:creationId xmlns:a16="http://schemas.microsoft.com/office/drawing/2014/main" id="{8B4495D9-7E95-0D92-B2F5-C0BAE58C2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9" y="3122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0" name="Line 1499">
                  <a:extLst>
                    <a:ext uri="{FF2B5EF4-FFF2-40B4-BE49-F238E27FC236}">
                      <a16:creationId xmlns:a16="http://schemas.microsoft.com/office/drawing/2014/main" id="{96C34185-DD3E-D6DC-23C4-E2AF19AF10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4" y="3257"/>
                  <a:ext cx="26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1" name="Freeform 1500">
                  <a:extLst>
                    <a:ext uri="{FF2B5EF4-FFF2-40B4-BE49-F238E27FC236}">
                      <a16:creationId xmlns:a16="http://schemas.microsoft.com/office/drawing/2014/main" id="{DE2F95AE-18CC-6EED-701E-4D8EABF61C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1" y="3689"/>
                  <a:ext cx="14" cy="52"/>
                </a:xfrm>
                <a:custGeom>
                  <a:avLst/>
                  <a:gdLst>
                    <a:gd name="T0" fmla="*/ 0 w 81"/>
                    <a:gd name="T1" fmla="*/ 0 h 312"/>
                    <a:gd name="T2" fmla="*/ 0 w 81"/>
                    <a:gd name="T3" fmla="*/ 0 h 312"/>
                    <a:gd name="T4" fmla="*/ 0 w 81"/>
                    <a:gd name="T5" fmla="*/ 0 h 312"/>
                    <a:gd name="T6" fmla="*/ 0 w 81"/>
                    <a:gd name="T7" fmla="*/ 0 h 312"/>
                    <a:gd name="T8" fmla="*/ 0 w 81"/>
                    <a:gd name="T9" fmla="*/ 0 h 312"/>
                    <a:gd name="T10" fmla="*/ 0 w 81"/>
                    <a:gd name="T11" fmla="*/ 0 h 31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"/>
                    <a:gd name="T19" fmla="*/ 0 h 312"/>
                    <a:gd name="T20" fmla="*/ 81 w 81"/>
                    <a:gd name="T21" fmla="*/ 312 h 31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" h="312">
                      <a:moveTo>
                        <a:pt x="81" y="312"/>
                      </a:moveTo>
                      <a:lnTo>
                        <a:pt x="77" y="231"/>
                      </a:lnTo>
                      <a:lnTo>
                        <a:pt x="63" y="151"/>
                      </a:lnTo>
                      <a:lnTo>
                        <a:pt x="37" y="74"/>
                      </a:lnTo>
                      <a:lnTo>
                        <a:pt x="1" y="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2" name="Freeform 1501">
                  <a:extLst>
                    <a:ext uri="{FF2B5EF4-FFF2-40B4-BE49-F238E27FC236}">
                      <a16:creationId xmlns:a16="http://schemas.microsoft.com/office/drawing/2014/main" id="{8E4A7469-D3BC-33A4-4ADC-3B7B585377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643"/>
                  <a:ext cx="52" cy="24"/>
                </a:xfrm>
                <a:custGeom>
                  <a:avLst/>
                  <a:gdLst>
                    <a:gd name="T0" fmla="*/ 0 w 309"/>
                    <a:gd name="T1" fmla="*/ 0 h 143"/>
                    <a:gd name="T2" fmla="*/ 0 w 309"/>
                    <a:gd name="T3" fmla="*/ 0 h 143"/>
                    <a:gd name="T4" fmla="*/ 0 w 309"/>
                    <a:gd name="T5" fmla="*/ 0 h 143"/>
                    <a:gd name="T6" fmla="*/ 0 w 309"/>
                    <a:gd name="T7" fmla="*/ 0 h 143"/>
                    <a:gd name="T8" fmla="*/ 0 w 309"/>
                    <a:gd name="T9" fmla="*/ 0 h 143"/>
                    <a:gd name="T10" fmla="*/ 0 w 309"/>
                    <a:gd name="T11" fmla="*/ 0 h 14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9"/>
                    <a:gd name="T19" fmla="*/ 0 h 143"/>
                    <a:gd name="T20" fmla="*/ 309 w 309"/>
                    <a:gd name="T21" fmla="*/ 143 h 14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9" h="143">
                      <a:moveTo>
                        <a:pt x="309" y="143"/>
                      </a:moveTo>
                      <a:lnTo>
                        <a:pt x="256" y="100"/>
                      </a:lnTo>
                      <a:lnTo>
                        <a:pt x="187" y="58"/>
                      </a:lnTo>
                      <a:lnTo>
                        <a:pt x="112" y="26"/>
                      </a:lnTo>
                      <a:lnTo>
                        <a:pt x="35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3" name="Freeform 1502">
                  <a:extLst>
                    <a:ext uri="{FF2B5EF4-FFF2-40B4-BE49-F238E27FC236}">
                      <a16:creationId xmlns:a16="http://schemas.microsoft.com/office/drawing/2014/main" id="{32290719-ED2F-0C01-6486-78E736F698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2" y="3643"/>
                  <a:ext cx="51" cy="26"/>
                </a:xfrm>
                <a:custGeom>
                  <a:avLst/>
                  <a:gdLst>
                    <a:gd name="T0" fmla="*/ 0 w 305"/>
                    <a:gd name="T1" fmla="*/ 0 h 153"/>
                    <a:gd name="T2" fmla="*/ 0 w 305"/>
                    <a:gd name="T3" fmla="*/ 0 h 153"/>
                    <a:gd name="T4" fmla="*/ 0 w 305"/>
                    <a:gd name="T5" fmla="*/ 0 h 153"/>
                    <a:gd name="T6" fmla="*/ 0 w 305"/>
                    <a:gd name="T7" fmla="*/ 0 h 153"/>
                    <a:gd name="T8" fmla="*/ 0 w 305"/>
                    <a:gd name="T9" fmla="*/ 0 h 153"/>
                    <a:gd name="T10" fmla="*/ 0 w 305"/>
                    <a:gd name="T11" fmla="*/ 0 h 15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5"/>
                    <a:gd name="T19" fmla="*/ 0 h 153"/>
                    <a:gd name="T20" fmla="*/ 305 w 305"/>
                    <a:gd name="T21" fmla="*/ 153 h 15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5" h="153">
                      <a:moveTo>
                        <a:pt x="305" y="0"/>
                      </a:moveTo>
                      <a:lnTo>
                        <a:pt x="271" y="6"/>
                      </a:lnTo>
                      <a:lnTo>
                        <a:pt x="193" y="30"/>
                      </a:lnTo>
                      <a:lnTo>
                        <a:pt x="120" y="64"/>
                      </a:lnTo>
                      <a:lnTo>
                        <a:pt x="52" y="108"/>
                      </a:lnTo>
                      <a:lnTo>
                        <a:pt x="0" y="153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4" name="Freeform 1503">
                  <a:extLst>
                    <a:ext uri="{FF2B5EF4-FFF2-40B4-BE49-F238E27FC236}">
                      <a16:creationId xmlns:a16="http://schemas.microsoft.com/office/drawing/2014/main" id="{92B746D0-5F77-FED0-3942-1FD430EED2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3" y="3692"/>
                  <a:ext cx="11" cy="52"/>
                </a:xfrm>
                <a:custGeom>
                  <a:avLst/>
                  <a:gdLst>
                    <a:gd name="T0" fmla="*/ 0 w 70"/>
                    <a:gd name="T1" fmla="*/ 0 h 314"/>
                    <a:gd name="T2" fmla="*/ 0 w 70"/>
                    <a:gd name="T3" fmla="*/ 0 h 314"/>
                    <a:gd name="T4" fmla="*/ 0 w 70"/>
                    <a:gd name="T5" fmla="*/ 0 h 314"/>
                    <a:gd name="T6" fmla="*/ 0 w 70"/>
                    <a:gd name="T7" fmla="*/ 0 h 314"/>
                    <a:gd name="T8" fmla="*/ 0 w 70"/>
                    <a:gd name="T9" fmla="*/ 0 h 314"/>
                    <a:gd name="T10" fmla="*/ 0 w 70"/>
                    <a:gd name="T11" fmla="*/ 0 h 31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0"/>
                    <a:gd name="T19" fmla="*/ 0 h 314"/>
                    <a:gd name="T20" fmla="*/ 70 w 70"/>
                    <a:gd name="T21" fmla="*/ 314 h 31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0" h="314">
                      <a:moveTo>
                        <a:pt x="70" y="0"/>
                      </a:moveTo>
                      <a:lnTo>
                        <a:pt x="69" y="2"/>
                      </a:lnTo>
                      <a:lnTo>
                        <a:pt x="36" y="75"/>
                      </a:lnTo>
                      <a:lnTo>
                        <a:pt x="12" y="153"/>
                      </a:lnTo>
                      <a:lnTo>
                        <a:pt x="0" y="232"/>
                      </a:lnTo>
                      <a:lnTo>
                        <a:pt x="0" y="314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5" name="Line 1504">
                  <a:extLst>
                    <a:ext uri="{FF2B5EF4-FFF2-40B4-BE49-F238E27FC236}">
                      <a16:creationId xmlns:a16="http://schemas.microsoft.com/office/drawing/2014/main" id="{2DF5706D-2D2B-6C5F-2A95-FCEF098580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5" y="376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6" name="Freeform 1505">
                  <a:extLst>
                    <a:ext uri="{FF2B5EF4-FFF2-40B4-BE49-F238E27FC236}">
                      <a16:creationId xmlns:a16="http://schemas.microsoft.com/office/drawing/2014/main" id="{F00A131A-AA9D-DB82-8E3D-42E5CDE4D2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253"/>
                  <a:ext cx="13" cy="52"/>
                </a:xfrm>
                <a:custGeom>
                  <a:avLst/>
                  <a:gdLst>
                    <a:gd name="T0" fmla="*/ 0 w 78"/>
                    <a:gd name="T1" fmla="*/ 0 h 317"/>
                    <a:gd name="T2" fmla="*/ 0 w 78"/>
                    <a:gd name="T3" fmla="*/ 0 h 317"/>
                    <a:gd name="T4" fmla="*/ 0 w 78"/>
                    <a:gd name="T5" fmla="*/ 0 h 317"/>
                    <a:gd name="T6" fmla="*/ 0 w 78"/>
                    <a:gd name="T7" fmla="*/ 0 h 317"/>
                    <a:gd name="T8" fmla="*/ 0 w 78"/>
                    <a:gd name="T9" fmla="*/ 0 h 317"/>
                    <a:gd name="T10" fmla="*/ 0 w 78"/>
                    <a:gd name="T11" fmla="*/ 0 h 3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8"/>
                    <a:gd name="T19" fmla="*/ 0 h 317"/>
                    <a:gd name="T20" fmla="*/ 78 w 78"/>
                    <a:gd name="T21" fmla="*/ 317 h 3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8" h="317">
                      <a:moveTo>
                        <a:pt x="0" y="0"/>
                      </a:moveTo>
                      <a:lnTo>
                        <a:pt x="3" y="82"/>
                      </a:lnTo>
                      <a:lnTo>
                        <a:pt x="16" y="162"/>
                      </a:lnTo>
                      <a:lnTo>
                        <a:pt x="41" y="239"/>
                      </a:lnTo>
                      <a:lnTo>
                        <a:pt x="76" y="313"/>
                      </a:lnTo>
                      <a:lnTo>
                        <a:pt x="78" y="317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7" name="Freeform 1506">
                  <a:extLst>
                    <a:ext uri="{FF2B5EF4-FFF2-40B4-BE49-F238E27FC236}">
                      <a16:creationId xmlns:a16="http://schemas.microsoft.com/office/drawing/2014/main" id="{6473C907-A1C5-C51C-A3F7-791978CA3B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3" y="3328"/>
                  <a:ext cx="52" cy="24"/>
                </a:xfrm>
                <a:custGeom>
                  <a:avLst/>
                  <a:gdLst>
                    <a:gd name="T0" fmla="*/ 0 w 307"/>
                    <a:gd name="T1" fmla="*/ 0 h 146"/>
                    <a:gd name="T2" fmla="*/ 0 w 307"/>
                    <a:gd name="T3" fmla="*/ 0 h 146"/>
                    <a:gd name="T4" fmla="*/ 0 w 307"/>
                    <a:gd name="T5" fmla="*/ 0 h 146"/>
                    <a:gd name="T6" fmla="*/ 0 w 307"/>
                    <a:gd name="T7" fmla="*/ 0 h 146"/>
                    <a:gd name="T8" fmla="*/ 0 w 307"/>
                    <a:gd name="T9" fmla="*/ 0 h 146"/>
                    <a:gd name="T10" fmla="*/ 0 w 307"/>
                    <a:gd name="T11" fmla="*/ 0 h 1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7"/>
                    <a:gd name="T19" fmla="*/ 0 h 146"/>
                    <a:gd name="T20" fmla="*/ 307 w 307"/>
                    <a:gd name="T21" fmla="*/ 146 h 14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7" h="146">
                      <a:moveTo>
                        <a:pt x="0" y="0"/>
                      </a:moveTo>
                      <a:lnTo>
                        <a:pt x="51" y="44"/>
                      </a:lnTo>
                      <a:lnTo>
                        <a:pt x="119" y="87"/>
                      </a:lnTo>
                      <a:lnTo>
                        <a:pt x="194" y="120"/>
                      </a:lnTo>
                      <a:lnTo>
                        <a:pt x="272" y="142"/>
                      </a:lnTo>
                      <a:lnTo>
                        <a:pt x="307" y="146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8" name="Freeform 1507">
                  <a:extLst>
                    <a:ext uri="{FF2B5EF4-FFF2-40B4-BE49-F238E27FC236}">
                      <a16:creationId xmlns:a16="http://schemas.microsoft.com/office/drawing/2014/main" id="{4165D631-103F-722B-1D51-73BFD989C6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3" y="3327"/>
                  <a:ext cx="51" cy="25"/>
                </a:xfrm>
                <a:custGeom>
                  <a:avLst/>
                  <a:gdLst>
                    <a:gd name="T0" fmla="*/ 0 w 306"/>
                    <a:gd name="T1" fmla="*/ 0 h 149"/>
                    <a:gd name="T2" fmla="*/ 0 w 306"/>
                    <a:gd name="T3" fmla="*/ 0 h 149"/>
                    <a:gd name="T4" fmla="*/ 0 w 306"/>
                    <a:gd name="T5" fmla="*/ 0 h 149"/>
                    <a:gd name="T6" fmla="*/ 0 w 306"/>
                    <a:gd name="T7" fmla="*/ 0 h 149"/>
                    <a:gd name="T8" fmla="*/ 0 w 306"/>
                    <a:gd name="T9" fmla="*/ 0 h 149"/>
                    <a:gd name="T10" fmla="*/ 0 w 306"/>
                    <a:gd name="T11" fmla="*/ 0 h 14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6"/>
                    <a:gd name="T19" fmla="*/ 0 h 149"/>
                    <a:gd name="T20" fmla="*/ 306 w 306"/>
                    <a:gd name="T21" fmla="*/ 149 h 14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6" h="149">
                      <a:moveTo>
                        <a:pt x="0" y="149"/>
                      </a:moveTo>
                      <a:lnTo>
                        <a:pt x="35" y="145"/>
                      </a:lnTo>
                      <a:lnTo>
                        <a:pt x="114" y="122"/>
                      </a:lnTo>
                      <a:lnTo>
                        <a:pt x="188" y="88"/>
                      </a:lnTo>
                      <a:lnTo>
                        <a:pt x="256" y="43"/>
                      </a:lnTo>
                      <a:lnTo>
                        <a:pt x="306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9" name="Freeform 1508">
                  <a:extLst>
                    <a:ext uri="{FF2B5EF4-FFF2-40B4-BE49-F238E27FC236}">
                      <a16:creationId xmlns:a16="http://schemas.microsoft.com/office/drawing/2014/main" id="{48D7CA12-D6B2-F3DA-0306-A98587D523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2" y="3251"/>
                  <a:ext cx="12" cy="53"/>
                </a:xfrm>
                <a:custGeom>
                  <a:avLst/>
                  <a:gdLst>
                    <a:gd name="T0" fmla="*/ 0 w 73"/>
                    <a:gd name="T1" fmla="*/ 0 h 316"/>
                    <a:gd name="T2" fmla="*/ 0 w 73"/>
                    <a:gd name="T3" fmla="*/ 0 h 316"/>
                    <a:gd name="T4" fmla="*/ 0 w 73"/>
                    <a:gd name="T5" fmla="*/ 0 h 316"/>
                    <a:gd name="T6" fmla="*/ 0 w 73"/>
                    <a:gd name="T7" fmla="*/ 0 h 316"/>
                    <a:gd name="T8" fmla="*/ 0 w 73"/>
                    <a:gd name="T9" fmla="*/ 0 h 316"/>
                    <a:gd name="T10" fmla="*/ 0 w 73"/>
                    <a:gd name="T11" fmla="*/ 0 h 31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"/>
                    <a:gd name="T19" fmla="*/ 0 h 316"/>
                    <a:gd name="T20" fmla="*/ 73 w 73"/>
                    <a:gd name="T21" fmla="*/ 316 h 31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" h="316">
                      <a:moveTo>
                        <a:pt x="0" y="316"/>
                      </a:moveTo>
                      <a:lnTo>
                        <a:pt x="3" y="313"/>
                      </a:lnTo>
                      <a:lnTo>
                        <a:pt x="36" y="239"/>
                      </a:lnTo>
                      <a:lnTo>
                        <a:pt x="61" y="161"/>
                      </a:lnTo>
                      <a:lnTo>
                        <a:pt x="72" y="80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0" name="Line 1509">
                  <a:extLst>
                    <a:ext uri="{FF2B5EF4-FFF2-40B4-BE49-F238E27FC236}">
                      <a16:creationId xmlns:a16="http://schemas.microsoft.com/office/drawing/2014/main" id="{CFAD0E82-DFC8-89D2-97C3-C45B9B2B9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2" y="32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1" name="Line 1510">
                  <a:extLst>
                    <a:ext uri="{FF2B5EF4-FFF2-40B4-BE49-F238E27FC236}">
                      <a16:creationId xmlns:a16="http://schemas.microsoft.com/office/drawing/2014/main" id="{7C4FA0B1-B3A8-6585-CE0F-BCA43AB433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3" y="3401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2" name="Line 1511">
                  <a:extLst>
                    <a:ext uri="{FF2B5EF4-FFF2-40B4-BE49-F238E27FC236}">
                      <a16:creationId xmlns:a16="http://schemas.microsoft.com/office/drawing/2014/main" id="{180F6710-E8C7-11FE-19E9-9B58E4F48D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7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3" name="Line 1512">
                  <a:extLst>
                    <a:ext uri="{FF2B5EF4-FFF2-40B4-BE49-F238E27FC236}">
                      <a16:creationId xmlns:a16="http://schemas.microsoft.com/office/drawing/2014/main" id="{3505A4B6-1973-7F63-BC1A-0C6407EB68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4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4" name="Line 1513">
                  <a:extLst>
                    <a:ext uri="{FF2B5EF4-FFF2-40B4-BE49-F238E27FC236}">
                      <a16:creationId xmlns:a16="http://schemas.microsoft.com/office/drawing/2014/main" id="{682047BF-4F9F-9D02-A9AB-143F06CD6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5" name="Line 1514">
                  <a:extLst>
                    <a:ext uri="{FF2B5EF4-FFF2-40B4-BE49-F238E27FC236}">
                      <a16:creationId xmlns:a16="http://schemas.microsoft.com/office/drawing/2014/main" id="{8CCC5E17-C95C-0F33-E965-25F0BFE542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7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6" name="Line 1515">
                  <a:extLst>
                    <a:ext uri="{FF2B5EF4-FFF2-40B4-BE49-F238E27FC236}">
                      <a16:creationId xmlns:a16="http://schemas.microsoft.com/office/drawing/2014/main" id="{AED11AC4-B248-3810-CD86-0CD9DC57D6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4" y="3401"/>
                  <a:ext cx="45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" name="Group 1517">
              <a:extLst>
                <a:ext uri="{FF2B5EF4-FFF2-40B4-BE49-F238E27FC236}">
                  <a16:creationId xmlns:a16="http://schemas.microsoft.com/office/drawing/2014/main" id="{24F5D36B-E895-12A3-C600-D3529AF2F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1" y="1208"/>
              <a:ext cx="469" cy="949"/>
              <a:chOff x="4195" y="1836"/>
              <a:chExt cx="363" cy="735"/>
            </a:xfrm>
          </p:grpSpPr>
          <p:sp>
            <p:nvSpPr>
              <p:cNvPr id="1683" name="Line 1518">
                <a:extLst>
                  <a:ext uri="{FF2B5EF4-FFF2-40B4-BE49-F238E27FC236}">
                    <a16:creationId xmlns:a16="http://schemas.microsoft.com/office/drawing/2014/main" id="{9F63C235-CDA3-13DA-6EA4-898AA8E506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6" y="2566"/>
                <a:ext cx="340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4" name="Line 1519">
                <a:extLst>
                  <a:ext uri="{FF2B5EF4-FFF2-40B4-BE49-F238E27FC236}">
                    <a16:creationId xmlns:a16="http://schemas.microsoft.com/office/drawing/2014/main" id="{247D693E-E118-80B6-C56C-CBD04BECE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1836"/>
                <a:ext cx="29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5" name="Line 1520">
                <a:extLst>
                  <a:ext uri="{FF2B5EF4-FFF2-40B4-BE49-F238E27FC236}">
                    <a16:creationId xmlns:a16="http://schemas.microsoft.com/office/drawing/2014/main" id="{D0B9270F-4656-3DF4-7C95-04466FE6BC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9" y="1919"/>
                <a:ext cx="1" cy="57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6" name="Freeform 1521">
                <a:extLst>
                  <a:ext uri="{FF2B5EF4-FFF2-40B4-BE49-F238E27FC236}">
                    <a16:creationId xmlns:a16="http://schemas.microsoft.com/office/drawing/2014/main" id="{80B03267-2058-DEFB-AD52-9CC258B152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2486"/>
                <a:ext cx="26" cy="78"/>
              </a:xfrm>
              <a:custGeom>
                <a:avLst/>
                <a:gdLst>
                  <a:gd name="T0" fmla="*/ 0 w 129"/>
                  <a:gd name="T1" fmla="*/ 0 h 389"/>
                  <a:gd name="T2" fmla="*/ 0 w 129"/>
                  <a:gd name="T3" fmla="*/ 0 h 389"/>
                  <a:gd name="T4" fmla="*/ 0 w 129"/>
                  <a:gd name="T5" fmla="*/ 0 h 389"/>
                  <a:gd name="T6" fmla="*/ 0 w 129"/>
                  <a:gd name="T7" fmla="*/ 0 h 3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389"/>
                  <a:gd name="T14" fmla="*/ 129 w 129"/>
                  <a:gd name="T15" fmla="*/ 389 h 3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389">
                    <a:moveTo>
                      <a:pt x="0" y="0"/>
                    </a:moveTo>
                    <a:lnTo>
                      <a:pt x="129" y="0"/>
                    </a:lnTo>
                    <a:lnTo>
                      <a:pt x="65" y="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7" name="Freeform 1522">
                <a:extLst>
                  <a:ext uri="{FF2B5EF4-FFF2-40B4-BE49-F238E27FC236}">
                    <a16:creationId xmlns:a16="http://schemas.microsoft.com/office/drawing/2014/main" id="{5E4B5A53-61A7-F4CA-5F5B-647588A9C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1842"/>
                <a:ext cx="26" cy="77"/>
              </a:xfrm>
              <a:custGeom>
                <a:avLst/>
                <a:gdLst>
                  <a:gd name="T0" fmla="*/ 0 w 129"/>
                  <a:gd name="T1" fmla="*/ 0 h 388"/>
                  <a:gd name="T2" fmla="*/ 0 w 129"/>
                  <a:gd name="T3" fmla="*/ 0 h 388"/>
                  <a:gd name="T4" fmla="*/ 0 w 129"/>
                  <a:gd name="T5" fmla="*/ 0 h 388"/>
                  <a:gd name="T6" fmla="*/ 0 w 129"/>
                  <a:gd name="T7" fmla="*/ 0 h 3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388"/>
                  <a:gd name="T14" fmla="*/ 129 w 129"/>
                  <a:gd name="T15" fmla="*/ 388 h 3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388">
                    <a:moveTo>
                      <a:pt x="0" y="388"/>
                    </a:moveTo>
                    <a:lnTo>
                      <a:pt x="129" y="388"/>
                    </a:lnTo>
                    <a:lnTo>
                      <a:pt x="65" y="0"/>
                    </a:lnTo>
                    <a:lnTo>
                      <a:pt x="0" y="38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8" name="Freeform 1523">
                <a:extLst>
                  <a:ext uri="{FF2B5EF4-FFF2-40B4-BE49-F238E27FC236}">
                    <a16:creationId xmlns:a16="http://schemas.microsoft.com/office/drawing/2014/main" id="{4E879344-B65A-CBE2-CED6-012FD9077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1842"/>
                <a:ext cx="26" cy="77"/>
              </a:xfrm>
              <a:custGeom>
                <a:avLst/>
                <a:gdLst>
                  <a:gd name="T0" fmla="*/ 0 w 129"/>
                  <a:gd name="T1" fmla="*/ 0 h 388"/>
                  <a:gd name="T2" fmla="*/ 0 w 129"/>
                  <a:gd name="T3" fmla="*/ 0 h 388"/>
                  <a:gd name="T4" fmla="*/ 0 w 129"/>
                  <a:gd name="T5" fmla="*/ 0 h 388"/>
                  <a:gd name="T6" fmla="*/ 0 w 129"/>
                  <a:gd name="T7" fmla="*/ 0 h 3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388"/>
                  <a:gd name="T14" fmla="*/ 129 w 129"/>
                  <a:gd name="T15" fmla="*/ 388 h 3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388">
                    <a:moveTo>
                      <a:pt x="0" y="388"/>
                    </a:moveTo>
                    <a:lnTo>
                      <a:pt x="129" y="388"/>
                    </a:lnTo>
                    <a:lnTo>
                      <a:pt x="65" y="0"/>
                    </a:lnTo>
                    <a:lnTo>
                      <a:pt x="0" y="388"/>
                    </a:lnTo>
                    <a:close/>
                  </a:path>
                </a:pathLst>
              </a:custGeom>
              <a:solidFill>
                <a:schemeClr val="hlink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9" name="Line 1524">
                <a:extLst>
                  <a:ext uri="{FF2B5EF4-FFF2-40B4-BE49-F238E27FC236}">
                    <a16:creationId xmlns:a16="http://schemas.microsoft.com/office/drawing/2014/main" id="{ADD60B03-445C-CD37-764A-EF09BE89C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8" y="2570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" name="Line 1525">
                <a:extLst>
                  <a:ext uri="{FF2B5EF4-FFF2-40B4-BE49-F238E27FC236}">
                    <a16:creationId xmlns:a16="http://schemas.microsoft.com/office/drawing/2014/main" id="{B9B26E71-55B0-83DC-E3D1-8FE56900A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1842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1" name="Line 1526">
                <a:extLst>
                  <a:ext uri="{FF2B5EF4-FFF2-40B4-BE49-F238E27FC236}">
                    <a16:creationId xmlns:a16="http://schemas.microsoft.com/office/drawing/2014/main" id="{5B30EDA4-7A3E-7F47-A1BE-002588201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9" y="1842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2" name="Line 1527">
                <a:extLst>
                  <a:ext uri="{FF2B5EF4-FFF2-40B4-BE49-F238E27FC236}">
                    <a16:creationId xmlns:a16="http://schemas.microsoft.com/office/drawing/2014/main" id="{B1DC8D6D-AA58-5403-AAD1-1526959AD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5" y="2220"/>
                <a:ext cx="1" cy="7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3" name="Line 1528">
                <a:extLst>
                  <a:ext uri="{FF2B5EF4-FFF2-40B4-BE49-F238E27FC236}">
                    <a16:creationId xmlns:a16="http://schemas.microsoft.com/office/drawing/2014/main" id="{1D2D74FD-A241-1924-1FF6-CC26C2E22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4" y="2259"/>
                <a:ext cx="78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4" name="Line 1529">
                <a:extLst>
                  <a:ext uri="{FF2B5EF4-FFF2-40B4-BE49-F238E27FC236}">
                    <a16:creationId xmlns:a16="http://schemas.microsoft.com/office/drawing/2014/main" id="{FB3ADF62-14CC-6A48-1D71-D8E9B58D8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7" y="2109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5" name="Freeform 1530">
                <a:extLst>
                  <a:ext uri="{FF2B5EF4-FFF2-40B4-BE49-F238E27FC236}">
                    <a16:creationId xmlns:a16="http://schemas.microsoft.com/office/drawing/2014/main" id="{34CF45D0-2ECC-94C3-1796-92641EEFC5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0" y="2077"/>
                <a:ext cx="57" cy="41"/>
              </a:xfrm>
              <a:custGeom>
                <a:avLst/>
                <a:gdLst>
                  <a:gd name="T0" fmla="*/ 0 w 283"/>
                  <a:gd name="T1" fmla="*/ 0 h 203"/>
                  <a:gd name="T2" fmla="*/ 0 w 283"/>
                  <a:gd name="T3" fmla="*/ 0 h 203"/>
                  <a:gd name="T4" fmla="*/ 0 w 283"/>
                  <a:gd name="T5" fmla="*/ 0 h 203"/>
                  <a:gd name="T6" fmla="*/ 0 60000 65536"/>
                  <a:gd name="T7" fmla="*/ 0 60000 65536"/>
                  <a:gd name="T8" fmla="*/ 0 60000 65536"/>
                  <a:gd name="T9" fmla="*/ 0 w 283"/>
                  <a:gd name="T10" fmla="*/ 0 h 203"/>
                  <a:gd name="T11" fmla="*/ 283 w 283"/>
                  <a:gd name="T12" fmla="*/ 203 h 2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3" h="203">
                    <a:moveTo>
                      <a:pt x="0" y="51"/>
                    </a:moveTo>
                    <a:lnTo>
                      <a:pt x="283" y="203"/>
                    </a:lnTo>
                    <a:lnTo>
                      <a:pt x="283" y="0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6" name="Line 1531">
                <a:extLst>
                  <a:ext uri="{FF2B5EF4-FFF2-40B4-BE49-F238E27FC236}">
                    <a16:creationId xmlns:a16="http://schemas.microsoft.com/office/drawing/2014/main" id="{FFE7EE5F-C714-3E57-E20C-43167A17D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0" y="2085"/>
                <a:ext cx="33" cy="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7" name="Freeform 1532">
                <a:extLst>
                  <a:ext uri="{FF2B5EF4-FFF2-40B4-BE49-F238E27FC236}">
                    <a16:creationId xmlns:a16="http://schemas.microsoft.com/office/drawing/2014/main" id="{189323E7-CFF0-10C9-689B-F61753A6D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0" y="2008"/>
                <a:ext cx="73" cy="51"/>
              </a:xfrm>
              <a:custGeom>
                <a:avLst/>
                <a:gdLst>
                  <a:gd name="T0" fmla="*/ 0 w 363"/>
                  <a:gd name="T1" fmla="*/ 0 h 253"/>
                  <a:gd name="T2" fmla="*/ 0 w 363"/>
                  <a:gd name="T3" fmla="*/ 0 h 253"/>
                  <a:gd name="T4" fmla="*/ 0 w 363"/>
                  <a:gd name="T5" fmla="*/ 0 h 253"/>
                  <a:gd name="T6" fmla="*/ 0 w 363"/>
                  <a:gd name="T7" fmla="*/ 0 h 253"/>
                  <a:gd name="T8" fmla="*/ 0 w 363"/>
                  <a:gd name="T9" fmla="*/ 0 h 253"/>
                  <a:gd name="T10" fmla="*/ 0 w 363"/>
                  <a:gd name="T11" fmla="*/ 0 h 253"/>
                  <a:gd name="T12" fmla="*/ 0 w 363"/>
                  <a:gd name="T13" fmla="*/ 0 h 253"/>
                  <a:gd name="T14" fmla="*/ 0 w 363"/>
                  <a:gd name="T15" fmla="*/ 0 h 253"/>
                  <a:gd name="T16" fmla="*/ 0 w 363"/>
                  <a:gd name="T17" fmla="*/ 0 h 253"/>
                  <a:gd name="T18" fmla="*/ 0 w 363"/>
                  <a:gd name="T19" fmla="*/ 0 h 253"/>
                  <a:gd name="T20" fmla="*/ 0 w 363"/>
                  <a:gd name="T21" fmla="*/ 0 h 253"/>
                  <a:gd name="T22" fmla="*/ 0 w 363"/>
                  <a:gd name="T23" fmla="*/ 0 h 25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63"/>
                  <a:gd name="T37" fmla="*/ 0 h 253"/>
                  <a:gd name="T38" fmla="*/ 363 w 363"/>
                  <a:gd name="T39" fmla="*/ 253 h 25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63" h="253">
                    <a:moveTo>
                      <a:pt x="363" y="253"/>
                    </a:moveTo>
                    <a:lnTo>
                      <a:pt x="363" y="162"/>
                    </a:lnTo>
                    <a:lnTo>
                      <a:pt x="353" y="122"/>
                    </a:lnTo>
                    <a:lnTo>
                      <a:pt x="333" y="92"/>
                    </a:lnTo>
                    <a:lnTo>
                      <a:pt x="303" y="71"/>
                    </a:lnTo>
                    <a:lnTo>
                      <a:pt x="242" y="50"/>
                    </a:lnTo>
                    <a:lnTo>
                      <a:pt x="211" y="50"/>
                    </a:lnTo>
                    <a:lnTo>
                      <a:pt x="181" y="60"/>
                    </a:lnTo>
                    <a:lnTo>
                      <a:pt x="161" y="92"/>
                    </a:lnTo>
                    <a:lnTo>
                      <a:pt x="161" y="192"/>
                    </a:lnTo>
                    <a:lnTo>
                      <a:pt x="0" y="15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" name="Line 1534">
              <a:extLst>
                <a:ext uri="{FF2B5EF4-FFF2-40B4-BE49-F238E27FC236}">
                  <a16:creationId xmlns:a16="http://schemas.microsoft.com/office/drawing/2014/main" id="{047BE92E-DCDA-F49D-1BFB-05A91B84B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1559"/>
              <a:ext cx="1" cy="244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535">
              <a:extLst>
                <a:ext uri="{FF2B5EF4-FFF2-40B4-BE49-F238E27FC236}">
                  <a16:creationId xmlns:a16="http://schemas.microsoft.com/office/drawing/2014/main" id="{1D7436FF-8016-06BB-9F61-3D22D6756B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1" y="1745"/>
              <a:ext cx="10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536">
              <a:extLst>
                <a:ext uri="{FF2B5EF4-FFF2-40B4-BE49-F238E27FC236}">
                  <a16:creationId xmlns:a16="http://schemas.microsoft.com/office/drawing/2014/main" id="{F092A436-B801-ABBD-0B94-3556DFFE7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1" y="1745"/>
              <a:ext cx="63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538">
              <a:extLst>
                <a:ext uri="{FF2B5EF4-FFF2-40B4-BE49-F238E27FC236}">
                  <a16:creationId xmlns:a16="http://schemas.microsoft.com/office/drawing/2014/main" id="{50CA6A11-A4ED-3FAD-9AB1-6CD4963F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728"/>
              <a:ext cx="100" cy="34"/>
            </a:xfrm>
            <a:custGeom>
              <a:avLst/>
              <a:gdLst>
                <a:gd name="T0" fmla="*/ 0 w 388"/>
                <a:gd name="T1" fmla="*/ 0 h 130"/>
                <a:gd name="T2" fmla="*/ 0 w 388"/>
                <a:gd name="T3" fmla="*/ 0 h 130"/>
                <a:gd name="T4" fmla="*/ 0 w 388"/>
                <a:gd name="T5" fmla="*/ 0 h 130"/>
                <a:gd name="T6" fmla="*/ 0 w 388"/>
                <a:gd name="T7" fmla="*/ 0 h 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8"/>
                <a:gd name="T13" fmla="*/ 0 h 130"/>
                <a:gd name="T14" fmla="*/ 388 w 388"/>
                <a:gd name="T15" fmla="*/ 130 h 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8" h="130">
                  <a:moveTo>
                    <a:pt x="388" y="0"/>
                  </a:moveTo>
                  <a:lnTo>
                    <a:pt x="388" y="130"/>
                  </a:lnTo>
                  <a:lnTo>
                    <a:pt x="0" y="65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539">
              <a:extLst>
                <a:ext uri="{FF2B5EF4-FFF2-40B4-BE49-F238E27FC236}">
                  <a16:creationId xmlns:a16="http://schemas.microsoft.com/office/drawing/2014/main" id="{EDC00244-0BAE-4FF3-B333-D19252EA8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1" y="169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540">
              <a:extLst>
                <a:ext uri="{FF2B5EF4-FFF2-40B4-BE49-F238E27FC236}">
                  <a16:creationId xmlns:a16="http://schemas.microsoft.com/office/drawing/2014/main" id="{24BA0BAC-692A-7BFA-789D-67A12C5F3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1745"/>
              <a:ext cx="2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541">
              <a:extLst>
                <a:ext uri="{FF2B5EF4-FFF2-40B4-BE49-F238E27FC236}">
                  <a16:creationId xmlns:a16="http://schemas.microsoft.com/office/drawing/2014/main" id="{95D4516D-9E53-2BBC-30AA-513CB1444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1619"/>
              <a:ext cx="64" cy="94"/>
            </a:xfrm>
            <a:custGeom>
              <a:avLst/>
              <a:gdLst>
                <a:gd name="T0" fmla="*/ 0 w 253"/>
                <a:gd name="T1" fmla="*/ 0 h 365"/>
                <a:gd name="T2" fmla="*/ 0 w 253"/>
                <a:gd name="T3" fmla="*/ 0 h 365"/>
                <a:gd name="T4" fmla="*/ 0 w 253"/>
                <a:gd name="T5" fmla="*/ 0 h 365"/>
                <a:gd name="T6" fmla="*/ 0 w 253"/>
                <a:gd name="T7" fmla="*/ 0 h 365"/>
                <a:gd name="T8" fmla="*/ 0 w 253"/>
                <a:gd name="T9" fmla="*/ 0 h 365"/>
                <a:gd name="T10" fmla="*/ 0 w 253"/>
                <a:gd name="T11" fmla="*/ 0 h 365"/>
                <a:gd name="T12" fmla="*/ 0 w 253"/>
                <a:gd name="T13" fmla="*/ 0 h 365"/>
                <a:gd name="T14" fmla="*/ 0 w 253"/>
                <a:gd name="T15" fmla="*/ 0 h 365"/>
                <a:gd name="T16" fmla="*/ 0 w 253"/>
                <a:gd name="T17" fmla="*/ 0 h 365"/>
                <a:gd name="T18" fmla="*/ 0 w 253"/>
                <a:gd name="T19" fmla="*/ 0 h 365"/>
                <a:gd name="T20" fmla="*/ 0 w 253"/>
                <a:gd name="T21" fmla="*/ 0 h 365"/>
                <a:gd name="T22" fmla="*/ 0 w 253"/>
                <a:gd name="T23" fmla="*/ 0 h 36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3"/>
                <a:gd name="T37" fmla="*/ 0 h 365"/>
                <a:gd name="T38" fmla="*/ 253 w 253"/>
                <a:gd name="T39" fmla="*/ 365 h 36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3" h="365">
                  <a:moveTo>
                    <a:pt x="0" y="365"/>
                  </a:moveTo>
                  <a:lnTo>
                    <a:pt x="91" y="365"/>
                  </a:lnTo>
                  <a:lnTo>
                    <a:pt x="132" y="355"/>
                  </a:lnTo>
                  <a:lnTo>
                    <a:pt x="162" y="335"/>
                  </a:lnTo>
                  <a:lnTo>
                    <a:pt x="182" y="304"/>
                  </a:lnTo>
                  <a:lnTo>
                    <a:pt x="202" y="243"/>
                  </a:lnTo>
                  <a:lnTo>
                    <a:pt x="202" y="213"/>
                  </a:lnTo>
                  <a:lnTo>
                    <a:pt x="192" y="183"/>
                  </a:lnTo>
                  <a:lnTo>
                    <a:pt x="162" y="162"/>
                  </a:lnTo>
                  <a:lnTo>
                    <a:pt x="60" y="162"/>
                  </a:lnTo>
                  <a:lnTo>
                    <a:pt x="101" y="0"/>
                  </a:lnTo>
                  <a:lnTo>
                    <a:pt x="253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542">
              <a:extLst>
                <a:ext uri="{FF2B5EF4-FFF2-40B4-BE49-F238E27FC236}">
                  <a16:creationId xmlns:a16="http://schemas.microsoft.com/office/drawing/2014/main" id="{06AF1F05-3BEC-2237-885E-5D622653A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3" y="806"/>
              <a:ext cx="2919" cy="2919"/>
              <a:chOff x="2971" y="1631"/>
              <a:chExt cx="2260" cy="2260"/>
            </a:xfrm>
          </p:grpSpPr>
          <p:grpSp>
            <p:nvGrpSpPr>
              <p:cNvPr id="172" name="Group 1543">
                <a:extLst>
                  <a:ext uri="{FF2B5EF4-FFF2-40B4-BE49-F238E27FC236}">
                    <a16:creationId xmlns:a16="http://schemas.microsoft.com/office/drawing/2014/main" id="{B02C1686-D29C-86BF-0D48-2F510EBFD1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1" y="1665"/>
                <a:ext cx="1057" cy="1034"/>
                <a:chOff x="3001" y="1665"/>
                <a:chExt cx="1057" cy="1034"/>
              </a:xfrm>
            </p:grpSpPr>
            <p:sp>
              <p:nvSpPr>
                <p:cNvPr id="1554" name="Line 1544">
                  <a:extLst>
                    <a:ext uri="{FF2B5EF4-FFF2-40B4-BE49-F238E27FC236}">
                      <a16:creationId xmlns:a16="http://schemas.microsoft.com/office/drawing/2014/main" id="{0563EAF8-40E3-2FFF-C739-18AC9A66D2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0" y="266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5" name="Line 1545">
                  <a:extLst>
                    <a:ext uri="{FF2B5EF4-FFF2-40B4-BE49-F238E27FC236}">
                      <a16:creationId xmlns:a16="http://schemas.microsoft.com/office/drawing/2014/main" id="{31A0BCEF-03E2-F534-288B-F01B6794D9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22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6" name="Freeform 1546">
                  <a:extLst>
                    <a:ext uri="{FF2B5EF4-FFF2-40B4-BE49-F238E27FC236}">
                      <a16:creationId xmlns:a16="http://schemas.microsoft.com/office/drawing/2014/main" id="{6D7B4866-2C35-602E-00E4-31E0224893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0" y="2267"/>
                  <a:ext cx="13" cy="16"/>
                </a:xfrm>
                <a:custGeom>
                  <a:avLst/>
                  <a:gdLst>
                    <a:gd name="T0" fmla="*/ 0 w 77"/>
                    <a:gd name="T1" fmla="*/ 0 h 100"/>
                    <a:gd name="T2" fmla="*/ 0 w 77"/>
                    <a:gd name="T3" fmla="*/ 0 h 100"/>
                    <a:gd name="T4" fmla="*/ 0 w 77"/>
                    <a:gd name="T5" fmla="*/ 0 h 100"/>
                    <a:gd name="T6" fmla="*/ 0 w 77"/>
                    <a:gd name="T7" fmla="*/ 0 h 100"/>
                    <a:gd name="T8" fmla="*/ 0 w 77"/>
                    <a:gd name="T9" fmla="*/ 0 h 100"/>
                    <a:gd name="T10" fmla="*/ 0 w 77"/>
                    <a:gd name="T11" fmla="*/ 0 h 100"/>
                    <a:gd name="T12" fmla="*/ 0 w 77"/>
                    <a:gd name="T13" fmla="*/ 0 h 100"/>
                    <a:gd name="T14" fmla="*/ 0 w 77"/>
                    <a:gd name="T15" fmla="*/ 0 h 100"/>
                    <a:gd name="T16" fmla="*/ 0 w 77"/>
                    <a:gd name="T17" fmla="*/ 0 h 100"/>
                    <a:gd name="T18" fmla="*/ 0 w 77"/>
                    <a:gd name="T19" fmla="*/ 0 h 100"/>
                    <a:gd name="T20" fmla="*/ 0 w 77"/>
                    <a:gd name="T21" fmla="*/ 0 h 100"/>
                    <a:gd name="T22" fmla="*/ 0 w 77"/>
                    <a:gd name="T23" fmla="*/ 0 h 100"/>
                    <a:gd name="T24" fmla="*/ 0 w 77"/>
                    <a:gd name="T25" fmla="*/ 0 h 100"/>
                    <a:gd name="T26" fmla="*/ 0 w 77"/>
                    <a:gd name="T27" fmla="*/ 0 h 100"/>
                    <a:gd name="T28" fmla="*/ 0 w 77"/>
                    <a:gd name="T29" fmla="*/ 0 h 100"/>
                    <a:gd name="T30" fmla="*/ 0 w 77"/>
                    <a:gd name="T31" fmla="*/ 0 h 100"/>
                    <a:gd name="T32" fmla="*/ 0 w 77"/>
                    <a:gd name="T33" fmla="*/ 0 h 10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7"/>
                    <a:gd name="T52" fmla="*/ 0 h 100"/>
                    <a:gd name="T53" fmla="*/ 77 w 77"/>
                    <a:gd name="T54" fmla="*/ 100 h 10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7" h="100">
                      <a:moveTo>
                        <a:pt x="24" y="52"/>
                      </a:moveTo>
                      <a:lnTo>
                        <a:pt x="0" y="5"/>
                      </a:lnTo>
                      <a:lnTo>
                        <a:pt x="12" y="1"/>
                      </a:lnTo>
                      <a:lnTo>
                        <a:pt x="23" y="0"/>
                      </a:lnTo>
                      <a:lnTo>
                        <a:pt x="35" y="1"/>
                      </a:lnTo>
                      <a:lnTo>
                        <a:pt x="47" y="4"/>
                      </a:lnTo>
                      <a:lnTo>
                        <a:pt x="57" y="10"/>
                      </a:lnTo>
                      <a:lnTo>
                        <a:pt x="66" y="19"/>
                      </a:lnTo>
                      <a:lnTo>
                        <a:pt x="72" y="28"/>
                      </a:lnTo>
                      <a:lnTo>
                        <a:pt x="76" y="40"/>
                      </a:lnTo>
                      <a:lnTo>
                        <a:pt x="77" y="51"/>
                      </a:lnTo>
                      <a:lnTo>
                        <a:pt x="76" y="63"/>
                      </a:lnTo>
                      <a:lnTo>
                        <a:pt x="73" y="75"/>
                      </a:lnTo>
                      <a:lnTo>
                        <a:pt x="67" y="85"/>
                      </a:lnTo>
                      <a:lnTo>
                        <a:pt x="58" y="94"/>
                      </a:lnTo>
                      <a:lnTo>
                        <a:pt x="49" y="100"/>
                      </a:lnTo>
                      <a:lnTo>
                        <a:pt x="24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7" name="Freeform 1547">
                  <a:extLst>
                    <a:ext uri="{FF2B5EF4-FFF2-40B4-BE49-F238E27FC236}">
                      <a16:creationId xmlns:a16="http://schemas.microsoft.com/office/drawing/2014/main" id="{35A9968C-F3D7-1ED6-5044-F17F8E87BD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0" y="2267"/>
                  <a:ext cx="13" cy="16"/>
                </a:xfrm>
                <a:custGeom>
                  <a:avLst/>
                  <a:gdLst>
                    <a:gd name="T0" fmla="*/ 0 w 77"/>
                    <a:gd name="T1" fmla="*/ 0 h 100"/>
                    <a:gd name="T2" fmla="*/ 0 w 77"/>
                    <a:gd name="T3" fmla="*/ 0 h 100"/>
                    <a:gd name="T4" fmla="*/ 0 w 77"/>
                    <a:gd name="T5" fmla="*/ 0 h 100"/>
                    <a:gd name="T6" fmla="*/ 0 w 77"/>
                    <a:gd name="T7" fmla="*/ 0 h 100"/>
                    <a:gd name="T8" fmla="*/ 0 w 77"/>
                    <a:gd name="T9" fmla="*/ 0 h 100"/>
                    <a:gd name="T10" fmla="*/ 0 w 77"/>
                    <a:gd name="T11" fmla="*/ 0 h 100"/>
                    <a:gd name="T12" fmla="*/ 0 w 77"/>
                    <a:gd name="T13" fmla="*/ 0 h 100"/>
                    <a:gd name="T14" fmla="*/ 0 w 77"/>
                    <a:gd name="T15" fmla="*/ 0 h 100"/>
                    <a:gd name="T16" fmla="*/ 0 w 77"/>
                    <a:gd name="T17" fmla="*/ 0 h 100"/>
                    <a:gd name="T18" fmla="*/ 0 w 77"/>
                    <a:gd name="T19" fmla="*/ 0 h 100"/>
                    <a:gd name="T20" fmla="*/ 0 w 77"/>
                    <a:gd name="T21" fmla="*/ 0 h 100"/>
                    <a:gd name="T22" fmla="*/ 0 w 77"/>
                    <a:gd name="T23" fmla="*/ 0 h 100"/>
                    <a:gd name="T24" fmla="*/ 0 w 77"/>
                    <a:gd name="T25" fmla="*/ 0 h 100"/>
                    <a:gd name="T26" fmla="*/ 0 w 77"/>
                    <a:gd name="T27" fmla="*/ 0 h 100"/>
                    <a:gd name="T28" fmla="*/ 0 w 77"/>
                    <a:gd name="T29" fmla="*/ 0 h 10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7"/>
                    <a:gd name="T46" fmla="*/ 0 h 100"/>
                    <a:gd name="T47" fmla="*/ 77 w 77"/>
                    <a:gd name="T48" fmla="*/ 100 h 10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7" h="100">
                      <a:moveTo>
                        <a:pt x="0" y="5"/>
                      </a:moveTo>
                      <a:lnTo>
                        <a:pt x="12" y="1"/>
                      </a:lnTo>
                      <a:lnTo>
                        <a:pt x="23" y="0"/>
                      </a:lnTo>
                      <a:lnTo>
                        <a:pt x="35" y="1"/>
                      </a:lnTo>
                      <a:lnTo>
                        <a:pt x="47" y="4"/>
                      </a:lnTo>
                      <a:lnTo>
                        <a:pt x="57" y="10"/>
                      </a:lnTo>
                      <a:lnTo>
                        <a:pt x="66" y="19"/>
                      </a:lnTo>
                      <a:lnTo>
                        <a:pt x="72" y="28"/>
                      </a:lnTo>
                      <a:lnTo>
                        <a:pt x="76" y="40"/>
                      </a:lnTo>
                      <a:lnTo>
                        <a:pt x="77" y="51"/>
                      </a:lnTo>
                      <a:lnTo>
                        <a:pt x="76" y="63"/>
                      </a:lnTo>
                      <a:lnTo>
                        <a:pt x="73" y="75"/>
                      </a:lnTo>
                      <a:lnTo>
                        <a:pt x="67" y="85"/>
                      </a:lnTo>
                      <a:lnTo>
                        <a:pt x="58" y="94"/>
                      </a:lnTo>
                      <a:lnTo>
                        <a:pt x="49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8" name="Freeform 1548">
                  <a:extLst>
                    <a:ext uri="{FF2B5EF4-FFF2-40B4-BE49-F238E27FC236}">
                      <a16:creationId xmlns:a16="http://schemas.microsoft.com/office/drawing/2014/main" id="{558F76F2-FAFC-EFD2-D2D4-72F2322A9B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267"/>
                  <a:ext cx="392" cy="209"/>
                </a:xfrm>
                <a:custGeom>
                  <a:avLst/>
                  <a:gdLst>
                    <a:gd name="T0" fmla="*/ 0 w 2356"/>
                    <a:gd name="T1" fmla="*/ 0 h 1249"/>
                    <a:gd name="T2" fmla="*/ 0 w 2356"/>
                    <a:gd name="T3" fmla="*/ 0 h 1249"/>
                    <a:gd name="T4" fmla="*/ 0 w 2356"/>
                    <a:gd name="T5" fmla="*/ 0 h 1249"/>
                    <a:gd name="T6" fmla="*/ 0 w 2356"/>
                    <a:gd name="T7" fmla="*/ 0 h 1249"/>
                    <a:gd name="T8" fmla="*/ 0 w 2356"/>
                    <a:gd name="T9" fmla="*/ 0 h 1249"/>
                    <a:gd name="T10" fmla="*/ 0 w 2356"/>
                    <a:gd name="T11" fmla="*/ 0 h 1249"/>
                    <a:gd name="T12" fmla="*/ 0 w 2356"/>
                    <a:gd name="T13" fmla="*/ 0 h 12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56"/>
                    <a:gd name="T22" fmla="*/ 0 h 1249"/>
                    <a:gd name="T23" fmla="*/ 2356 w 2356"/>
                    <a:gd name="T24" fmla="*/ 1249 h 12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56" h="1249">
                      <a:moveTo>
                        <a:pt x="2356" y="95"/>
                      </a:moveTo>
                      <a:lnTo>
                        <a:pt x="2331" y="47"/>
                      </a:lnTo>
                      <a:lnTo>
                        <a:pt x="2307" y="0"/>
                      </a:lnTo>
                      <a:lnTo>
                        <a:pt x="0" y="1154"/>
                      </a:lnTo>
                      <a:lnTo>
                        <a:pt x="24" y="1202"/>
                      </a:lnTo>
                      <a:lnTo>
                        <a:pt x="49" y="1249"/>
                      </a:lnTo>
                      <a:lnTo>
                        <a:pt x="2356" y="9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9" name="Freeform 1549">
                  <a:extLst>
                    <a:ext uri="{FF2B5EF4-FFF2-40B4-BE49-F238E27FC236}">
                      <a16:creationId xmlns:a16="http://schemas.microsoft.com/office/drawing/2014/main" id="{7698AC12-4FB5-70CC-25DA-5906336C21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267"/>
                  <a:ext cx="392" cy="209"/>
                </a:xfrm>
                <a:custGeom>
                  <a:avLst/>
                  <a:gdLst>
                    <a:gd name="T0" fmla="*/ 0 w 2356"/>
                    <a:gd name="T1" fmla="*/ 0 h 1249"/>
                    <a:gd name="T2" fmla="*/ 0 w 2356"/>
                    <a:gd name="T3" fmla="*/ 0 h 1249"/>
                    <a:gd name="T4" fmla="*/ 0 w 2356"/>
                    <a:gd name="T5" fmla="*/ 0 h 1249"/>
                    <a:gd name="T6" fmla="*/ 0 w 2356"/>
                    <a:gd name="T7" fmla="*/ 0 h 1249"/>
                    <a:gd name="T8" fmla="*/ 0 w 2356"/>
                    <a:gd name="T9" fmla="*/ 0 h 1249"/>
                    <a:gd name="T10" fmla="*/ 0 w 2356"/>
                    <a:gd name="T11" fmla="*/ 0 h 1249"/>
                    <a:gd name="T12" fmla="*/ 0 w 2356"/>
                    <a:gd name="T13" fmla="*/ 0 h 12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56"/>
                    <a:gd name="T22" fmla="*/ 0 h 1249"/>
                    <a:gd name="T23" fmla="*/ 2356 w 2356"/>
                    <a:gd name="T24" fmla="*/ 1249 h 12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56" h="1249">
                      <a:moveTo>
                        <a:pt x="2356" y="95"/>
                      </a:moveTo>
                      <a:lnTo>
                        <a:pt x="2331" y="47"/>
                      </a:lnTo>
                      <a:lnTo>
                        <a:pt x="2307" y="0"/>
                      </a:lnTo>
                      <a:lnTo>
                        <a:pt x="0" y="1154"/>
                      </a:lnTo>
                      <a:lnTo>
                        <a:pt x="24" y="1202"/>
                      </a:lnTo>
                      <a:lnTo>
                        <a:pt x="49" y="1249"/>
                      </a:lnTo>
                      <a:lnTo>
                        <a:pt x="2356" y="9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0" name="Freeform 1550">
                  <a:extLst>
                    <a:ext uri="{FF2B5EF4-FFF2-40B4-BE49-F238E27FC236}">
                      <a16:creationId xmlns:a16="http://schemas.microsoft.com/office/drawing/2014/main" id="{35EB27F5-808E-5146-58EC-B17408DBCD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0"/>
                  <a:ext cx="13" cy="17"/>
                </a:xfrm>
                <a:custGeom>
                  <a:avLst/>
                  <a:gdLst>
                    <a:gd name="T0" fmla="*/ 0 w 78"/>
                    <a:gd name="T1" fmla="*/ 0 h 101"/>
                    <a:gd name="T2" fmla="*/ 0 w 78"/>
                    <a:gd name="T3" fmla="*/ 0 h 101"/>
                    <a:gd name="T4" fmla="*/ 0 w 78"/>
                    <a:gd name="T5" fmla="*/ 0 h 101"/>
                    <a:gd name="T6" fmla="*/ 0 w 78"/>
                    <a:gd name="T7" fmla="*/ 0 h 101"/>
                    <a:gd name="T8" fmla="*/ 0 w 78"/>
                    <a:gd name="T9" fmla="*/ 0 h 101"/>
                    <a:gd name="T10" fmla="*/ 0 w 78"/>
                    <a:gd name="T11" fmla="*/ 0 h 101"/>
                    <a:gd name="T12" fmla="*/ 0 w 78"/>
                    <a:gd name="T13" fmla="*/ 0 h 101"/>
                    <a:gd name="T14" fmla="*/ 0 w 78"/>
                    <a:gd name="T15" fmla="*/ 0 h 101"/>
                    <a:gd name="T16" fmla="*/ 0 w 78"/>
                    <a:gd name="T17" fmla="*/ 0 h 101"/>
                    <a:gd name="T18" fmla="*/ 0 w 78"/>
                    <a:gd name="T19" fmla="*/ 0 h 101"/>
                    <a:gd name="T20" fmla="*/ 0 w 78"/>
                    <a:gd name="T21" fmla="*/ 0 h 101"/>
                    <a:gd name="T22" fmla="*/ 0 w 78"/>
                    <a:gd name="T23" fmla="*/ 0 h 101"/>
                    <a:gd name="T24" fmla="*/ 0 w 78"/>
                    <a:gd name="T25" fmla="*/ 0 h 101"/>
                    <a:gd name="T26" fmla="*/ 0 w 78"/>
                    <a:gd name="T27" fmla="*/ 0 h 101"/>
                    <a:gd name="T28" fmla="*/ 0 w 78"/>
                    <a:gd name="T29" fmla="*/ 0 h 101"/>
                    <a:gd name="T30" fmla="*/ 0 w 78"/>
                    <a:gd name="T31" fmla="*/ 0 h 101"/>
                    <a:gd name="T32" fmla="*/ 0 w 78"/>
                    <a:gd name="T33" fmla="*/ 0 h 10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8"/>
                    <a:gd name="T52" fmla="*/ 0 h 101"/>
                    <a:gd name="T53" fmla="*/ 78 w 78"/>
                    <a:gd name="T54" fmla="*/ 101 h 10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8" h="101">
                      <a:moveTo>
                        <a:pt x="53" y="48"/>
                      </a:moveTo>
                      <a:lnTo>
                        <a:pt x="78" y="95"/>
                      </a:lnTo>
                      <a:lnTo>
                        <a:pt x="66" y="99"/>
                      </a:lnTo>
                      <a:lnTo>
                        <a:pt x="54" y="101"/>
                      </a:lnTo>
                      <a:lnTo>
                        <a:pt x="43" y="99"/>
                      </a:lnTo>
                      <a:lnTo>
                        <a:pt x="31" y="96"/>
                      </a:lnTo>
                      <a:lnTo>
                        <a:pt x="20" y="90"/>
                      </a:lnTo>
                      <a:lnTo>
                        <a:pt x="12" y="81"/>
                      </a:lnTo>
                      <a:lnTo>
                        <a:pt x="6" y="72"/>
                      </a:lnTo>
                      <a:lnTo>
                        <a:pt x="1" y="60"/>
                      </a:lnTo>
                      <a:lnTo>
                        <a:pt x="0" y="49"/>
                      </a:lnTo>
                      <a:lnTo>
                        <a:pt x="1" y="37"/>
                      </a:lnTo>
                      <a:lnTo>
                        <a:pt x="5" y="25"/>
                      </a:lnTo>
                      <a:lnTo>
                        <a:pt x="11" y="15"/>
                      </a:lnTo>
                      <a:lnTo>
                        <a:pt x="19" y="6"/>
                      </a:lnTo>
                      <a:lnTo>
                        <a:pt x="29" y="0"/>
                      </a:lnTo>
                      <a:lnTo>
                        <a:pt x="53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1" name="Freeform 1551">
                  <a:extLst>
                    <a:ext uri="{FF2B5EF4-FFF2-40B4-BE49-F238E27FC236}">
                      <a16:creationId xmlns:a16="http://schemas.microsoft.com/office/drawing/2014/main" id="{42E95AA2-A7D6-DB3D-B6F3-6A43B9AC30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0"/>
                  <a:ext cx="13" cy="17"/>
                </a:xfrm>
                <a:custGeom>
                  <a:avLst/>
                  <a:gdLst>
                    <a:gd name="T0" fmla="*/ 0 w 78"/>
                    <a:gd name="T1" fmla="*/ 0 h 101"/>
                    <a:gd name="T2" fmla="*/ 0 w 78"/>
                    <a:gd name="T3" fmla="*/ 0 h 101"/>
                    <a:gd name="T4" fmla="*/ 0 w 78"/>
                    <a:gd name="T5" fmla="*/ 0 h 101"/>
                    <a:gd name="T6" fmla="*/ 0 w 78"/>
                    <a:gd name="T7" fmla="*/ 0 h 101"/>
                    <a:gd name="T8" fmla="*/ 0 w 78"/>
                    <a:gd name="T9" fmla="*/ 0 h 101"/>
                    <a:gd name="T10" fmla="*/ 0 w 78"/>
                    <a:gd name="T11" fmla="*/ 0 h 101"/>
                    <a:gd name="T12" fmla="*/ 0 w 78"/>
                    <a:gd name="T13" fmla="*/ 0 h 101"/>
                    <a:gd name="T14" fmla="*/ 0 w 78"/>
                    <a:gd name="T15" fmla="*/ 0 h 101"/>
                    <a:gd name="T16" fmla="*/ 0 w 78"/>
                    <a:gd name="T17" fmla="*/ 0 h 101"/>
                    <a:gd name="T18" fmla="*/ 0 w 78"/>
                    <a:gd name="T19" fmla="*/ 0 h 101"/>
                    <a:gd name="T20" fmla="*/ 0 w 78"/>
                    <a:gd name="T21" fmla="*/ 0 h 101"/>
                    <a:gd name="T22" fmla="*/ 0 w 78"/>
                    <a:gd name="T23" fmla="*/ 0 h 101"/>
                    <a:gd name="T24" fmla="*/ 0 w 78"/>
                    <a:gd name="T25" fmla="*/ 0 h 101"/>
                    <a:gd name="T26" fmla="*/ 0 w 78"/>
                    <a:gd name="T27" fmla="*/ 0 h 101"/>
                    <a:gd name="T28" fmla="*/ 0 w 78"/>
                    <a:gd name="T29" fmla="*/ 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8"/>
                    <a:gd name="T46" fmla="*/ 0 h 101"/>
                    <a:gd name="T47" fmla="*/ 78 w 78"/>
                    <a:gd name="T48" fmla="*/ 101 h 10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8" h="101">
                      <a:moveTo>
                        <a:pt x="78" y="95"/>
                      </a:moveTo>
                      <a:lnTo>
                        <a:pt x="66" y="99"/>
                      </a:lnTo>
                      <a:lnTo>
                        <a:pt x="54" y="101"/>
                      </a:lnTo>
                      <a:lnTo>
                        <a:pt x="43" y="99"/>
                      </a:lnTo>
                      <a:lnTo>
                        <a:pt x="31" y="96"/>
                      </a:lnTo>
                      <a:lnTo>
                        <a:pt x="20" y="90"/>
                      </a:lnTo>
                      <a:lnTo>
                        <a:pt x="12" y="81"/>
                      </a:lnTo>
                      <a:lnTo>
                        <a:pt x="6" y="72"/>
                      </a:lnTo>
                      <a:lnTo>
                        <a:pt x="1" y="60"/>
                      </a:lnTo>
                      <a:lnTo>
                        <a:pt x="0" y="49"/>
                      </a:lnTo>
                      <a:lnTo>
                        <a:pt x="1" y="37"/>
                      </a:lnTo>
                      <a:lnTo>
                        <a:pt x="5" y="25"/>
                      </a:lnTo>
                      <a:lnTo>
                        <a:pt x="11" y="15"/>
                      </a:lnTo>
                      <a:lnTo>
                        <a:pt x="19" y="6"/>
                      </a:lnTo>
                      <a:lnTo>
                        <a:pt x="2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2" name="Freeform 1552">
                  <a:extLst>
                    <a:ext uri="{FF2B5EF4-FFF2-40B4-BE49-F238E27FC236}">
                      <a16:creationId xmlns:a16="http://schemas.microsoft.com/office/drawing/2014/main" id="{C705967C-9CCA-AC3B-8F3F-707725543D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2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3" name="Freeform 1553">
                  <a:extLst>
                    <a:ext uri="{FF2B5EF4-FFF2-40B4-BE49-F238E27FC236}">
                      <a16:creationId xmlns:a16="http://schemas.microsoft.com/office/drawing/2014/main" id="{8B89E0C4-5732-2A07-649A-39882A694C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2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4" name="Freeform 1554">
                  <a:extLst>
                    <a:ext uri="{FF2B5EF4-FFF2-40B4-BE49-F238E27FC236}">
                      <a16:creationId xmlns:a16="http://schemas.microsoft.com/office/drawing/2014/main" id="{4CAFE74C-97CD-53EB-5F8F-AB8FEE3ACE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85"/>
                  <a:ext cx="18" cy="90"/>
                </a:xfrm>
                <a:custGeom>
                  <a:avLst/>
                  <a:gdLst>
                    <a:gd name="T0" fmla="*/ 0 w 107"/>
                    <a:gd name="T1" fmla="*/ 0 h 542"/>
                    <a:gd name="T2" fmla="*/ 0 w 107"/>
                    <a:gd name="T3" fmla="*/ 0 h 542"/>
                    <a:gd name="T4" fmla="*/ 0 w 107"/>
                    <a:gd name="T5" fmla="*/ 0 h 542"/>
                    <a:gd name="T6" fmla="*/ 0 w 107"/>
                    <a:gd name="T7" fmla="*/ 0 h 542"/>
                    <a:gd name="T8" fmla="*/ 0 w 107"/>
                    <a:gd name="T9" fmla="*/ 0 h 542"/>
                    <a:gd name="T10" fmla="*/ 0 w 107"/>
                    <a:gd name="T11" fmla="*/ 0 h 542"/>
                    <a:gd name="T12" fmla="*/ 0 w 107"/>
                    <a:gd name="T13" fmla="*/ 0 h 5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542"/>
                    <a:gd name="T23" fmla="*/ 107 w 107"/>
                    <a:gd name="T24" fmla="*/ 542 h 5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542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542"/>
                      </a:lnTo>
                      <a:lnTo>
                        <a:pt x="53" y="542"/>
                      </a:lnTo>
                      <a:lnTo>
                        <a:pt x="107" y="54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5" name="Freeform 1555">
                  <a:extLst>
                    <a:ext uri="{FF2B5EF4-FFF2-40B4-BE49-F238E27FC236}">
                      <a16:creationId xmlns:a16="http://schemas.microsoft.com/office/drawing/2014/main" id="{0A1D5BC6-F8E5-C790-AE74-8F394EC644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85"/>
                  <a:ext cx="18" cy="90"/>
                </a:xfrm>
                <a:custGeom>
                  <a:avLst/>
                  <a:gdLst>
                    <a:gd name="T0" fmla="*/ 0 w 107"/>
                    <a:gd name="T1" fmla="*/ 0 h 542"/>
                    <a:gd name="T2" fmla="*/ 0 w 107"/>
                    <a:gd name="T3" fmla="*/ 0 h 542"/>
                    <a:gd name="T4" fmla="*/ 0 w 107"/>
                    <a:gd name="T5" fmla="*/ 0 h 542"/>
                    <a:gd name="T6" fmla="*/ 0 w 107"/>
                    <a:gd name="T7" fmla="*/ 0 h 542"/>
                    <a:gd name="T8" fmla="*/ 0 w 107"/>
                    <a:gd name="T9" fmla="*/ 0 h 542"/>
                    <a:gd name="T10" fmla="*/ 0 w 107"/>
                    <a:gd name="T11" fmla="*/ 0 h 542"/>
                    <a:gd name="T12" fmla="*/ 0 w 107"/>
                    <a:gd name="T13" fmla="*/ 0 h 5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542"/>
                    <a:gd name="T23" fmla="*/ 107 w 107"/>
                    <a:gd name="T24" fmla="*/ 542 h 5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542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542"/>
                      </a:lnTo>
                      <a:lnTo>
                        <a:pt x="53" y="542"/>
                      </a:lnTo>
                      <a:lnTo>
                        <a:pt x="107" y="542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6" name="Freeform 1556">
                  <a:extLst>
                    <a:ext uri="{FF2B5EF4-FFF2-40B4-BE49-F238E27FC236}">
                      <a16:creationId xmlns:a16="http://schemas.microsoft.com/office/drawing/2014/main" id="{1EC6CC11-854A-071C-82FC-F642812B0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275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2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7" name="Freeform 1557">
                  <a:extLst>
                    <a:ext uri="{FF2B5EF4-FFF2-40B4-BE49-F238E27FC236}">
                      <a16:creationId xmlns:a16="http://schemas.microsoft.com/office/drawing/2014/main" id="{C567B22E-8B3A-E448-290B-4058782567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275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2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8" name="Line 1558">
                  <a:extLst>
                    <a:ext uri="{FF2B5EF4-FFF2-40B4-BE49-F238E27FC236}">
                      <a16:creationId xmlns:a16="http://schemas.microsoft.com/office/drawing/2014/main" id="{180FD02A-6BFB-0D15-D5F7-E949417FC0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8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9" name="Line 1559">
                  <a:extLst>
                    <a:ext uri="{FF2B5EF4-FFF2-40B4-BE49-F238E27FC236}">
                      <a16:creationId xmlns:a16="http://schemas.microsoft.com/office/drawing/2014/main" id="{CE6E5855-9A4D-29E4-5254-22C0DF7BBE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8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0" name="Line 1560">
                  <a:extLst>
                    <a:ext uri="{FF2B5EF4-FFF2-40B4-BE49-F238E27FC236}">
                      <a16:creationId xmlns:a16="http://schemas.microsoft.com/office/drawing/2014/main" id="{4E8E008C-373A-8DB7-E222-0185E07874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8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1" name="Line 1561">
                  <a:extLst>
                    <a:ext uri="{FF2B5EF4-FFF2-40B4-BE49-F238E27FC236}">
                      <a16:creationId xmlns:a16="http://schemas.microsoft.com/office/drawing/2014/main" id="{1256F7DB-99B1-4010-0803-B0786D592D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06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2" name="Line 1562">
                  <a:extLst>
                    <a:ext uri="{FF2B5EF4-FFF2-40B4-BE49-F238E27FC236}">
                      <a16:creationId xmlns:a16="http://schemas.microsoft.com/office/drawing/2014/main" id="{B787DF65-8F40-070C-29F2-32DE551D2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06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3" name="Line 1563">
                  <a:extLst>
                    <a:ext uri="{FF2B5EF4-FFF2-40B4-BE49-F238E27FC236}">
                      <a16:creationId xmlns:a16="http://schemas.microsoft.com/office/drawing/2014/main" id="{591F1D7F-7D9D-4B43-19C0-E3422BAAA3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06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4" name="Line 1564">
                  <a:extLst>
                    <a:ext uri="{FF2B5EF4-FFF2-40B4-BE49-F238E27FC236}">
                      <a16:creationId xmlns:a16="http://schemas.microsoft.com/office/drawing/2014/main" id="{AFD26DD9-31F0-E533-5149-26FA250DF5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02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5" name="Freeform 1565">
                  <a:extLst>
                    <a:ext uri="{FF2B5EF4-FFF2-40B4-BE49-F238E27FC236}">
                      <a16:creationId xmlns:a16="http://schemas.microsoft.com/office/drawing/2014/main" id="{BBC85295-5BC0-9177-3701-2DAFAF657A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6" name="Freeform 1566">
                  <a:extLst>
                    <a:ext uri="{FF2B5EF4-FFF2-40B4-BE49-F238E27FC236}">
                      <a16:creationId xmlns:a16="http://schemas.microsoft.com/office/drawing/2014/main" id="{F7AD916D-9BE1-CAE7-F040-A383AE67B0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7" name="Freeform 1567">
                  <a:extLst>
                    <a:ext uri="{FF2B5EF4-FFF2-40B4-BE49-F238E27FC236}">
                      <a16:creationId xmlns:a16="http://schemas.microsoft.com/office/drawing/2014/main" id="{C643B631-7455-FE5B-3CD2-F438208450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19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8" name="Freeform 1568">
                  <a:extLst>
                    <a:ext uri="{FF2B5EF4-FFF2-40B4-BE49-F238E27FC236}">
                      <a16:creationId xmlns:a16="http://schemas.microsoft.com/office/drawing/2014/main" id="{8A391E65-65AA-36E5-52D3-A6BFE531B4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19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79" name="Freeform 1569">
                  <a:extLst>
                    <a:ext uri="{FF2B5EF4-FFF2-40B4-BE49-F238E27FC236}">
                      <a16:creationId xmlns:a16="http://schemas.microsoft.com/office/drawing/2014/main" id="{DA7ED4C4-F603-266F-B168-D0808E2E69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0" name="Freeform 1570">
                  <a:extLst>
                    <a:ext uri="{FF2B5EF4-FFF2-40B4-BE49-F238E27FC236}">
                      <a16:creationId xmlns:a16="http://schemas.microsoft.com/office/drawing/2014/main" id="{3FD074B7-2B10-19E7-95F3-973A7DFEC2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1" name="Freeform 1571">
                  <a:extLst>
                    <a:ext uri="{FF2B5EF4-FFF2-40B4-BE49-F238E27FC236}">
                      <a16:creationId xmlns:a16="http://schemas.microsoft.com/office/drawing/2014/main" id="{551C79BC-A2DD-48AE-2DC6-81F63C370B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4"/>
                      </a:lnTo>
                      <a:lnTo>
                        <a:pt x="94" y="33"/>
                      </a:lnTo>
                      <a:lnTo>
                        <a:pt x="86" y="42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2"/>
                      </a:lnTo>
                      <a:lnTo>
                        <a:pt x="11" y="33"/>
                      </a:lnTo>
                      <a:lnTo>
                        <a:pt x="5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2" name="Freeform 1572">
                  <a:extLst>
                    <a:ext uri="{FF2B5EF4-FFF2-40B4-BE49-F238E27FC236}">
                      <a16:creationId xmlns:a16="http://schemas.microsoft.com/office/drawing/2014/main" id="{CE00BCF5-1C3B-812E-ADA1-956DE8C4E3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4"/>
                      </a:lnTo>
                      <a:lnTo>
                        <a:pt x="94" y="33"/>
                      </a:lnTo>
                      <a:lnTo>
                        <a:pt x="86" y="42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2"/>
                      </a:lnTo>
                      <a:lnTo>
                        <a:pt x="11" y="33"/>
                      </a:lnTo>
                      <a:lnTo>
                        <a:pt x="5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3" name="Freeform 1573">
                  <a:extLst>
                    <a:ext uri="{FF2B5EF4-FFF2-40B4-BE49-F238E27FC236}">
                      <a16:creationId xmlns:a16="http://schemas.microsoft.com/office/drawing/2014/main" id="{44EA425C-CB5C-870D-F01A-65B321DA6E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4" name="Freeform 1574">
                  <a:extLst>
                    <a:ext uri="{FF2B5EF4-FFF2-40B4-BE49-F238E27FC236}">
                      <a16:creationId xmlns:a16="http://schemas.microsoft.com/office/drawing/2014/main" id="{B66D0607-61AD-9CF1-C91C-241065E26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5" name="Freeform 1575">
                  <a:extLst>
                    <a:ext uri="{FF2B5EF4-FFF2-40B4-BE49-F238E27FC236}">
                      <a16:creationId xmlns:a16="http://schemas.microsoft.com/office/drawing/2014/main" id="{39364FA6-8906-9B62-6344-22795B420A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6" name="Freeform 1576">
                  <a:extLst>
                    <a:ext uri="{FF2B5EF4-FFF2-40B4-BE49-F238E27FC236}">
                      <a16:creationId xmlns:a16="http://schemas.microsoft.com/office/drawing/2014/main" id="{B035E25B-8C28-7052-42BE-CF58DCAF38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7" name="Freeform 1577">
                  <a:extLst>
                    <a:ext uri="{FF2B5EF4-FFF2-40B4-BE49-F238E27FC236}">
                      <a16:creationId xmlns:a16="http://schemas.microsoft.com/office/drawing/2014/main" id="{2D9602FF-99DB-5D99-EF46-7403178E4B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8" name="Freeform 1578">
                  <a:extLst>
                    <a:ext uri="{FF2B5EF4-FFF2-40B4-BE49-F238E27FC236}">
                      <a16:creationId xmlns:a16="http://schemas.microsoft.com/office/drawing/2014/main" id="{F8910D81-B4E9-D0CB-A948-A90C4A7218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9" name="Freeform 1579">
                  <a:extLst>
                    <a:ext uri="{FF2B5EF4-FFF2-40B4-BE49-F238E27FC236}">
                      <a16:creationId xmlns:a16="http://schemas.microsoft.com/office/drawing/2014/main" id="{7449F290-6BE2-9E12-2068-04602A8D6B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82"/>
                  <a:ext cx="18" cy="586"/>
                </a:xfrm>
                <a:custGeom>
                  <a:avLst/>
                  <a:gdLst>
                    <a:gd name="T0" fmla="*/ 0 w 107"/>
                    <a:gd name="T1" fmla="*/ 0 h 3517"/>
                    <a:gd name="T2" fmla="*/ 0 w 107"/>
                    <a:gd name="T3" fmla="*/ 0 h 3517"/>
                    <a:gd name="T4" fmla="*/ 0 w 107"/>
                    <a:gd name="T5" fmla="*/ 0 h 3517"/>
                    <a:gd name="T6" fmla="*/ 0 w 107"/>
                    <a:gd name="T7" fmla="*/ 0 h 3517"/>
                    <a:gd name="T8" fmla="*/ 0 w 107"/>
                    <a:gd name="T9" fmla="*/ 0 h 3517"/>
                    <a:gd name="T10" fmla="*/ 0 w 107"/>
                    <a:gd name="T11" fmla="*/ 0 h 3517"/>
                    <a:gd name="T12" fmla="*/ 0 w 107"/>
                    <a:gd name="T13" fmla="*/ 0 h 35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3517"/>
                    <a:gd name="T23" fmla="*/ 107 w 107"/>
                    <a:gd name="T24" fmla="*/ 3517 h 35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3517">
                      <a:moveTo>
                        <a:pt x="0" y="3517"/>
                      </a:moveTo>
                      <a:lnTo>
                        <a:pt x="53" y="3517"/>
                      </a:lnTo>
                      <a:lnTo>
                        <a:pt x="107" y="351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35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0" name="Freeform 1580">
                  <a:extLst>
                    <a:ext uri="{FF2B5EF4-FFF2-40B4-BE49-F238E27FC236}">
                      <a16:creationId xmlns:a16="http://schemas.microsoft.com/office/drawing/2014/main" id="{D35A94EF-15F2-9EFF-04DD-214E11B2C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82"/>
                  <a:ext cx="18" cy="586"/>
                </a:xfrm>
                <a:custGeom>
                  <a:avLst/>
                  <a:gdLst>
                    <a:gd name="T0" fmla="*/ 0 w 107"/>
                    <a:gd name="T1" fmla="*/ 0 h 3517"/>
                    <a:gd name="T2" fmla="*/ 0 w 107"/>
                    <a:gd name="T3" fmla="*/ 0 h 3517"/>
                    <a:gd name="T4" fmla="*/ 0 w 107"/>
                    <a:gd name="T5" fmla="*/ 0 h 3517"/>
                    <a:gd name="T6" fmla="*/ 0 w 107"/>
                    <a:gd name="T7" fmla="*/ 0 h 3517"/>
                    <a:gd name="T8" fmla="*/ 0 w 107"/>
                    <a:gd name="T9" fmla="*/ 0 h 3517"/>
                    <a:gd name="T10" fmla="*/ 0 w 107"/>
                    <a:gd name="T11" fmla="*/ 0 h 3517"/>
                    <a:gd name="T12" fmla="*/ 0 w 107"/>
                    <a:gd name="T13" fmla="*/ 0 h 35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3517"/>
                    <a:gd name="T23" fmla="*/ 107 w 107"/>
                    <a:gd name="T24" fmla="*/ 3517 h 35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3517">
                      <a:moveTo>
                        <a:pt x="0" y="3517"/>
                      </a:moveTo>
                      <a:lnTo>
                        <a:pt x="53" y="3517"/>
                      </a:lnTo>
                      <a:lnTo>
                        <a:pt x="107" y="351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35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1" name="Freeform 1581">
                  <a:extLst>
                    <a:ext uri="{FF2B5EF4-FFF2-40B4-BE49-F238E27FC236}">
                      <a16:creationId xmlns:a16="http://schemas.microsoft.com/office/drawing/2014/main" id="{3B89C9C8-585D-EB43-1F99-313953E977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2" name="Freeform 1582">
                  <a:extLst>
                    <a:ext uri="{FF2B5EF4-FFF2-40B4-BE49-F238E27FC236}">
                      <a16:creationId xmlns:a16="http://schemas.microsoft.com/office/drawing/2014/main" id="{A7ADC842-65BD-1285-9BBA-CF9994833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3" name="Freeform 1583">
                  <a:extLst>
                    <a:ext uri="{FF2B5EF4-FFF2-40B4-BE49-F238E27FC236}">
                      <a16:creationId xmlns:a16="http://schemas.microsoft.com/office/drawing/2014/main" id="{B29B55D8-6F2D-DC66-D2E3-1D651052E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4" name="Freeform 1584">
                  <a:extLst>
                    <a:ext uri="{FF2B5EF4-FFF2-40B4-BE49-F238E27FC236}">
                      <a16:creationId xmlns:a16="http://schemas.microsoft.com/office/drawing/2014/main" id="{F6913ADB-DBA9-859B-B16D-20D865CB5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5" name="Freeform 1585">
                  <a:extLst>
                    <a:ext uri="{FF2B5EF4-FFF2-40B4-BE49-F238E27FC236}">
                      <a16:creationId xmlns:a16="http://schemas.microsoft.com/office/drawing/2014/main" id="{128FA273-E6C8-AFE9-0209-FC60895418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6" name="Freeform 1586">
                  <a:extLst>
                    <a:ext uri="{FF2B5EF4-FFF2-40B4-BE49-F238E27FC236}">
                      <a16:creationId xmlns:a16="http://schemas.microsoft.com/office/drawing/2014/main" id="{99501BE7-690C-8F5B-AEF9-963C54CF9A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7" name="Freeform 1587">
                  <a:extLst>
                    <a:ext uri="{FF2B5EF4-FFF2-40B4-BE49-F238E27FC236}">
                      <a16:creationId xmlns:a16="http://schemas.microsoft.com/office/drawing/2014/main" id="{76763CAC-2C9A-BEB1-7EC9-BBA6FD7BC8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8" name="Freeform 1588">
                  <a:extLst>
                    <a:ext uri="{FF2B5EF4-FFF2-40B4-BE49-F238E27FC236}">
                      <a16:creationId xmlns:a16="http://schemas.microsoft.com/office/drawing/2014/main" id="{81A158E5-3D4B-8630-8A08-A6BCC9F349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9" name="Freeform 1589">
                  <a:extLst>
                    <a:ext uri="{FF2B5EF4-FFF2-40B4-BE49-F238E27FC236}">
                      <a16:creationId xmlns:a16="http://schemas.microsoft.com/office/drawing/2014/main" id="{4C8542AA-E1CE-CB9D-1BC7-58621786BD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0" name="Freeform 1590">
                  <a:extLst>
                    <a:ext uri="{FF2B5EF4-FFF2-40B4-BE49-F238E27FC236}">
                      <a16:creationId xmlns:a16="http://schemas.microsoft.com/office/drawing/2014/main" id="{21FA94D7-7CFA-CE74-D732-39BF7CD3DA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1" name="Freeform 1591">
                  <a:extLst>
                    <a:ext uri="{FF2B5EF4-FFF2-40B4-BE49-F238E27FC236}">
                      <a16:creationId xmlns:a16="http://schemas.microsoft.com/office/drawing/2014/main" id="{51AEEE10-0B56-36F6-7E57-FC6155F4E1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82"/>
                  <a:ext cx="18" cy="778"/>
                </a:xfrm>
                <a:custGeom>
                  <a:avLst/>
                  <a:gdLst>
                    <a:gd name="T0" fmla="*/ 0 w 107"/>
                    <a:gd name="T1" fmla="*/ 0 h 4672"/>
                    <a:gd name="T2" fmla="*/ 0 w 107"/>
                    <a:gd name="T3" fmla="*/ 0 h 4672"/>
                    <a:gd name="T4" fmla="*/ 0 w 107"/>
                    <a:gd name="T5" fmla="*/ 0 h 4672"/>
                    <a:gd name="T6" fmla="*/ 0 w 107"/>
                    <a:gd name="T7" fmla="*/ 0 h 4672"/>
                    <a:gd name="T8" fmla="*/ 0 w 107"/>
                    <a:gd name="T9" fmla="*/ 0 h 4672"/>
                    <a:gd name="T10" fmla="*/ 0 w 107"/>
                    <a:gd name="T11" fmla="*/ 0 h 4672"/>
                    <a:gd name="T12" fmla="*/ 0 w 107"/>
                    <a:gd name="T13" fmla="*/ 0 h 46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4672"/>
                    <a:gd name="T23" fmla="*/ 107 w 107"/>
                    <a:gd name="T24" fmla="*/ 4672 h 46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4672">
                      <a:moveTo>
                        <a:pt x="0" y="4672"/>
                      </a:moveTo>
                      <a:lnTo>
                        <a:pt x="53" y="4672"/>
                      </a:lnTo>
                      <a:lnTo>
                        <a:pt x="107" y="4672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46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2" name="Freeform 1592">
                  <a:extLst>
                    <a:ext uri="{FF2B5EF4-FFF2-40B4-BE49-F238E27FC236}">
                      <a16:creationId xmlns:a16="http://schemas.microsoft.com/office/drawing/2014/main" id="{3ADAD677-45CD-849A-5BA6-ED5D94B9C5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82"/>
                  <a:ext cx="18" cy="778"/>
                </a:xfrm>
                <a:custGeom>
                  <a:avLst/>
                  <a:gdLst>
                    <a:gd name="T0" fmla="*/ 0 w 107"/>
                    <a:gd name="T1" fmla="*/ 0 h 4672"/>
                    <a:gd name="T2" fmla="*/ 0 w 107"/>
                    <a:gd name="T3" fmla="*/ 0 h 4672"/>
                    <a:gd name="T4" fmla="*/ 0 w 107"/>
                    <a:gd name="T5" fmla="*/ 0 h 4672"/>
                    <a:gd name="T6" fmla="*/ 0 w 107"/>
                    <a:gd name="T7" fmla="*/ 0 h 4672"/>
                    <a:gd name="T8" fmla="*/ 0 w 107"/>
                    <a:gd name="T9" fmla="*/ 0 h 4672"/>
                    <a:gd name="T10" fmla="*/ 0 w 107"/>
                    <a:gd name="T11" fmla="*/ 0 h 4672"/>
                    <a:gd name="T12" fmla="*/ 0 w 107"/>
                    <a:gd name="T13" fmla="*/ 0 h 46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4672"/>
                    <a:gd name="T23" fmla="*/ 107 w 107"/>
                    <a:gd name="T24" fmla="*/ 4672 h 46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4672">
                      <a:moveTo>
                        <a:pt x="0" y="4672"/>
                      </a:moveTo>
                      <a:lnTo>
                        <a:pt x="53" y="4672"/>
                      </a:lnTo>
                      <a:lnTo>
                        <a:pt x="107" y="4672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46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3" name="Freeform 1593">
                  <a:extLst>
                    <a:ext uri="{FF2B5EF4-FFF2-40B4-BE49-F238E27FC236}">
                      <a16:creationId xmlns:a16="http://schemas.microsoft.com/office/drawing/2014/main" id="{AEA769B6-B3F1-57F2-0008-0A5DB1073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4" name="Freeform 1594">
                  <a:extLst>
                    <a:ext uri="{FF2B5EF4-FFF2-40B4-BE49-F238E27FC236}">
                      <a16:creationId xmlns:a16="http://schemas.microsoft.com/office/drawing/2014/main" id="{8A7C5B04-E1B4-685C-C5F1-9876428EB0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1873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5" name="Line 1595">
                  <a:extLst>
                    <a:ext uri="{FF2B5EF4-FFF2-40B4-BE49-F238E27FC236}">
                      <a16:creationId xmlns:a16="http://schemas.microsoft.com/office/drawing/2014/main" id="{78CAEC8E-EF16-C093-0FF4-C49D231A0C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1794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6" name="Line 1596">
                  <a:extLst>
                    <a:ext uri="{FF2B5EF4-FFF2-40B4-BE49-F238E27FC236}">
                      <a16:creationId xmlns:a16="http://schemas.microsoft.com/office/drawing/2014/main" id="{B7D1BC7C-1280-A14D-F846-830AF57E4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7" name="Line 1597">
                  <a:extLst>
                    <a:ext uri="{FF2B5EF4-FFF2-40B4-BE49-F238E27FC236}">
                      <a16:creationId xmlns:a16="http://schemas.microsoft.com/office/drawing/2014/main" id="{62DA2672-B305-509C-D5C8-55905B475E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1794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8" name="Line 1598">
                  <a:extLst>
                    <a:ext uri="{FF2B5EF4-FFF2-40B4-BE49-F238E27FC236}">
                      <a16:creationId xmlns:a16="http://schemas.microsoft.com/office/drawing/2014/main" id="{F21517BA-5B99-8D28-7984-08F7CE03F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9" name="Line 1599">
                  <a:extLst>
                    <a:ext uri="{FF2B5EF4-FFF2-40B4-BE49-F238E27FC236}">
                      <a16:creationId xmlns:a16="http://schemas.microsoft.com/office/drawing/2014/main" id="{4B3FBAB0-FEDE-972D-0BCD-67998D2761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0" name="Line 1600">
                  <a:extLst>
                    <a:ext uri="{FF2B5EF4-FFF2-40B4-BE49-F238E27FC236}">
                      <a16:creationId xmlns:a16="http://schemas.microsoft.com/office/drawing/2014/main" id="{2580F78B-2574-8B4A-F3CA-99C90C2331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1" name="Line 1601">
                  <a:extLst>
                    <a:ext uri="{FF2B5EF4-FFF2-40B4-BE49-F238E27FC236}">
                      <a16:creationId xmlns:a16="http://schemas.microsoft.com/office/drawing/2014/main" id="{745601D0-4AEE-97CD-278F-C95633786F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2" name="Line 1602">
                  <a:extLst>
                    <a:ext uri="{FF2B5EF4-FFF2-40B4-BE49-F238E27FC236}">
                      <a16:creationId xmlns:a16="http://schemas.microsoft.com/office/drawing/2014/main" id="{8B5C88A2-4B6E-F56B-0598-06A2A005E3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17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3" name="Line 1603">
                  <a:extLst>
                    <a:ext uri="{FF2B5EF4-FFF2-40B4-BE49-F238E27FC236}">
                      <a16:creationId xmlns:a16="http://schemas.microsoft.com/office/drawing/2014/main" id="{E610848C-9B07-AEFB-082B-50B16A008F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1794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4" name="Line 1604">
                  <a:extLst>
                    <a:ext uri="{FF2B5EF4-FFF2-40B4-BE49-F238E27FC236}">
                      <a16:creationId xmlns:a16="http://schemas.microsoft.com/office/drawing/2014/main" id="{78231E8C-3169-9B33-72A7-B2903A715F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208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5" name="Line 1605">
                  <a:extLst>
                    <a:ext uri="{FF2B5EF4-FFF2-40B4-BE49-F238E27FC236}">
                      <a16:creationId xmlns:a16="http://schemas.microsoft.com/office/drawing/2014/main" id="{94EBB650-FFB2-418C-D019-EBB1DC616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6" name="Line 1606">
                  <a:extLst>
                    <a:ext uri="{FF2B5EF4-FFF2-40B4-BE49-F238E27FC236}">
                      <a16:creationId xmlns:a16="http://schemas.microsoft.com/office/drawing/2014/main" id="{74BCA23F-EE0B-AB5D-396A-52F2D238C5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2083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7" name="Line 1607">
                  <a:extLst>
                    <a:ext uri="{FF2B5EF4-FFF2-40B4-BE49-F238E27FC236}">
                      <a16:creationId xmlns:a16="http://schemas.microsoft.com/office/drawing/2014/main" id="{AF0E3924-8153-B4B1-4C23-BF8E5ECF04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8" name="Line 1608">
                  <a:extLst>
                    <a:ext uri="{FF2B5EF4-FFF2-40B4-BE49-F238E27FC236}">
                      <a16:creationId xmlns:a16="http://schemas.microsoft.com/office/drawing/2014/main" id="{A58E589E-AC4B-2285-80A8-E70FB85BBB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19" name="Line 1609">
                  <a:extLst>
                    <a:ext uri="{FF2B5EF4-FFF2-40B4-BE49-F238E27FC236}">
                      <a16:creationId xmlns:a16="http://schemas.microsoft.com/office/drawing/2014/main" id="{A4251919-2B5B-64D7-1C33-198883C770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0" name="Line 1610">
                  <a:extLst>
                    <a:ext uri="{FF2B5EF4-FFF2-40B4-BE49-F238E27FC236}">
                      <a16:creationId xmlns:a16="http://schemas.microsoft.com/office/drawing/2014/main" id="{2A60E1A7-3F5C-C392-2AB2-328783DB49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1" name="Line 1611">
                  <a:extLst>
                    <a:ext uri="{FF2B5EF4-FFF2-40B4-BE49-F238E27FC236}">
                      <a16:creationId xmlns:a16="http://schemas.microsoft.com/office/drawing/2014/main" id="{AB2AF3EE-14BF-5326-2242-135B16779A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208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2" name="Line 1612">
                  <a:extLst>
                    <a:ext uri="{FF2B5EF4-FFF2-40B4-BE49-F238E27FC236}">
                      <a16:creationId xmlns:a16="http://schemas.microsoft.com/office/drawing/2014/main" id="{AC8995E3-BEDF-1ECA-7633-7E1B5A08B5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08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3" name="Freeform 1613">
                  <a:extLst>
                    <a:ext uri="{FF2B5EF4-FFF2-40B4-BE49-F238E27FC236}">
                      <a16:creationId xmlns:a16="http://schemas.microsoft.com/office/drawing/2014/main" id="{42CC5BF1-F706-2009-C5A2-5642595475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3" y="13"/>
                      </a:lnTo>
                      <a:lnTo>
                        <a:pt x="42" y="22"/>
                      </a:lnTo>
                      <a:lnTo>
                        <a:pt x="48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8"/>
                      </a:lnTo>
                      <a:lnTo>
                        <a:pt x="42" y="87"/>
                      </a:lnTo>
                      <a:lnTo>
                        <a:pt x="33" y="96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4" name="Freeform 1614">
                  <a:extLst>
                    <a:ext uri="{FF2B5EF4-FFF2-40B4-BE49-F238E27FC236}">
                      <a16:creationId xmlns:a16="http://schemas.microsoft.com/office/drawing/2014/main" id="{5A78F797-FB72-A09A-5822-084A29C3E4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9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7"/>
                      </a:lnTo>
                      <a:lnTo>
                        <a:pt x="33" y="13"/>
                      </a:lnTo>
                      <a:lnTo>
                        <a:pt x="42" y="22"/>
                      </a:lnTo>
                      <a:lnTo>
                        <a:pt x="48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8"/>
                      </a:lnTo>
                      <a:lnTo>
                        <a:pt x="42" y="87"/>
                      </a:lnTo>
                      <a:lnTo>
                        <a:pt x="33" y="96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5" name="Freeform 1615">
                  <a:extLst>
                    <a:ext uri="{FF2B5EF4-FFF2-40B4-BE49-F238E27FC236}">
                      <a16:creationId xmlns:a16="http://schemas.microsoft.com/office/drawing/2014/main" id="{859C6CA1-B6BF-8855-6331-91D5F1935D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2194"/>
                  <a:ext cx="96" cy="18"/>
                </a:xfrm>
                <a:custGeom>
                  <a:avLst/>
                  <a:gdLst>
                    <a:gd name="T0" fmla="*/ 0 w 577"/>
                    <a:gd name="T1" fmla="*/ 0 h 107"/>
                    <a:gd name="T2" fmla="*/ 0 w 577"/>
                    <a:gd name="T3" fmla="*/ 0 h 107"/>
                    <a:gd name="T4" fmla="*/ 0 w 577"/>
                    <a:gd name="T5" fmla="*/ 0 h 107"/>
                    <a:gd name="T6" fmla="*/ 0 w 577"/>
                    <a:gd name="T7" fmla="*/ 0 h 107"/>
                    <a:gd name="T8" fmla="*/ 0 w 577"/>
                    <a:gd name="T9" fmla="*/ 0 h 107"/>
                    <a:gd name="T10" fmla="*/ 0 w 577"/>
                    <a:gd name="T11" fmla="*/ 0 h 107"/>
                    <a:gd name="T12" fmla="*/ 0 w 577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7"/>
                    <a:gd name="T22" fmla="*/ 0 h 107"/>
                    <a:gd name="T23" fmla="*/ 577 w 577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7" h="107">
                      <a:moveTo>
                        <a:pt x="577" y="107"/>
                      </a:moveTo>
                      <a:lnTo>
                        <a:pt x="577" y="54"/>
                      </a:lnTo>
                      <a:lnTo>
                        <a:pt x="577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7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6" name="Freeform 1616">
                  <a:extLst>
                    <a:ext uri="{FF2B5EF4-FFF2-40B4-BE49-F238E27FC236}">
                      <a16:creationId xmlns:a16="http://schemas.microsoft.com/office/drawing/2014/main" id="{98320756-8D6D-9DF3-5489-A887FE6EB4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2194"/>
                  <a:ext cx="96" cy="18"/>
                </a:xfrm>
                <a:custGeom>
                  <a:avLst/>
                  <a:gdLst>
                    <a:gd name="T0" fmla="*/ 0 w 577"/>
                    <a:gd name="T1" fmla="*/ 0 h 107"/>
                    <a:gd name="T2" fmla="*/ 0 w 577"/>
                    <a:gd name="T3" fmla="*/ 0 h 107"/>
                    <a:gd name="T4" fmla="*/ 0 w 577"/>
                    <a:gd name="T5" fmla="*/ 0 h 107"/>
                    <a:gd name="T6" fmla="*/ 0 w 577"/>
                    <a:gd name="T7" fmla="*/ 0 h 107"/>
                    <a:gd name="T8" fmla="*/ 0 w 577"/>
                    <a:gd name="T9" fmla="*/ 0 h 107"/>
                    <a:gd name="T10" fmla="*/ 0 w 577"/>
                    <a:gd name="T11" fmla="*/ 0 h 107"/>
                    <a:gd name="T12" fmla="*/ 0 w 577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7"/>
                    <a:gd name="T22" fmla="*/ 0 h 107"/>
                    <a:gd name="T23" fmla="*/ 577 w 577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7" h="107">
                      <a:moveTo>
                        <a:pt x="577" y="107"/>
                      </a:moveTo>
                      <a:lnTo>
                        <a:pt x="577" y="54"/>
                      </a:lnTo>
                      <a:lnTo>
                        <a:pt x="577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7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7" name="Freeform 1617">
                  <a:extLst>
                    <a:ext uri="{FF2B5EF4-FFF2-40B4-BE49-F238E27FC236}">
                      <a16:creationId xmlns:a16="http://schemas.microsoft.com/office/drawing/2014/main" id="{308AE709-E0FC-7A4A-449C-6352AC39D2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8" name="Freeform 1618">
                  <a:extLst>
                    <a:ext uri="{FF2B5EF4-FFF2-40B4-BE49-F238E27FC236}">
                      <a16:creationId xmlns:a16="http://schemas.microsoft.com/office/drawing/2014/main" id="{18712EA8-B414-A303-4F92-757913EA17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19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9" name="Freeform 1619">
                  <a:extLst>
                    <a:ext uri="{FF2B5EF4-FFF2-40B4-BE49-F238E27FC236}">
                      <a16:creationId xmlns:a16="http://schemas.microsoft.com/office/drawing/2014/main" id="{9B9F98D2-9D1F-0535-0707-0BC1DF014A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0" name="Freeform 1620">
                  <a:extLst>
                    <a:ext uri="{FF2B5EF4-FFF2-40B4-BE49-F238E27FC236}">
                      <a16:creationId xmlns:a16="http://schemas.microsoft.com/office/drawing/2014/main" id="{4A514EA8-71BC-69C6-539E-666F037DA9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220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4"/>
                      </a:lnTo>
                      <a:lnTo>
                        <a:pt x="95" y="33"/>
                      </a:lnTo>
                      <a:lnTo>
                        <a:pt x="86" y="42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2"/>
                      </a:lnTo>
                      <a:lnTo>
                        <a:pt x="12" y="33"/>
                      </a:lnTo>
                      <a:lnTo>
                        <a:pt x="6" y="24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1" name="Freeform 1621">
                  <a:extLst>
                    <a:ext uri="{FF2B5EF4-FFF2-40B4-BE49-F238E27FC236}">
                      <a16:creationId xmlns:a16="http://schemas.microsoft.com/office/drawing/2014/main" id="{C1358D2D-D75F-4BFA-4492-E21D4DA62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2" name="Freeform 1622">
                  <a:extLst>
                    <a:ext uri="{FF2B5EF4-FFF2-40B4-BE49-F238E27FC236}">
                      <a16:creationId xmlns:a16="http://schemas.microsoft.com/office/drawing/2014/main" id="{31C015C7-A22A-04AB-FB8D-50D9819D02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0" y="1587"/>
                      </a:move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3" name="Freeform 1623">
                  <a:extLst>
                    <a:ext uri="{FF2B5EF4-FFF2-40B4-BE49-F238E27FC236}">
                      <a16:creationId xmlns:a16="http://schemas.microsoft.com/office/drawing/2014/main" id="{FBB7EF4D-50B5-3841-A6D6-6F053730BF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4" name="Freeform 1624">
                  <a:extLst>
                    <a:ext uri="{FF2B5EF4-FFF2-40B4-BE49-F238E27FC236}">
                      <a16:creationId xmlns:a16="http://schemas.microsoft.com/office/drawing/2014/main" id="{A33243DA-9084-C5D3-DB24-BDF4EBB9DD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0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7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5" name="Freeform 1625">
                  <a:extLst>
                    <a:ext uri="{FF2B5EF4-FFF2-40B4-BE49-F238E27FC236}">
                      <a16:creationId xmlns:a16="http://schemas.microsoft.com/office/drawing/2014/main" id="{33189A1C-FD4B-DB54-6F35-23B769450E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6" name="Freeform 1626">
                  <a:extLst>
                    <a:ext uri="{FF2B5EF4-FFF2-40B4-BE49-F238E27FC236}">
                      <a16:creationId xmlns:a16="http://schemas.microsoft.com/office/drawing/2014/main" id="{7481F479-48D7-7993-4C6D-B5C3E6C6C0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7" name="Freeform 1627">
                  <a:extLst>
                    <a:ext uri="{FF2B5EF4-FFF2-40B4-BE49-F238E27FC236}">
                      <a16:creationId xmlns:a16="http://schemas.microsoft.com/office/drawing/2014/main" id="{7D98483A-32FF-E982-916E-F402B11459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" name="Freeform 1628">
                  <a:extLst>
                    <a:ext uri="{FF2B5EF4-FFF2-40B4-BE49-F238E27FC236}">
                      <a16:creationId xmlns:a16="http://schemas.microsoft.com/office/drawing/2014/main" id="{E75882DE-0D26-2208-1A4B-92C24B992F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74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9" name="Freeform 1629">
                  <a:extLst>
                    <a:ext uri="{FF2B5EF4-FFF2-40B4-BE49-F238E27FC236}">
                      <a16:creationId xmlns:a16="http://schemas.microsoft.com/office/drawing/2014/main" id="{43560D06-A742-E7C4-5353-7BD910E8EB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0" name="Freeform 1630">
                  <a:extLst>
                    <a:ext uri="{FF2B5EF4-FFF2-40B4-BE49-F238E27FC236}">
                      <a16:creationId xmlns:a16="http://schemas.microsoft.com/office/drawing/2014/main" id="{7E81DC1D-84D6-BAE1-3D35-705B6EF78B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939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1" name="Freeform 1631">
                  <a:extLst>
                    <a:ext uri="{FF2B5EF4-FFF2-40B4-BE49-F238E27FC236}">
                      <a16:creationId xmlns:a16="http://schemas.microsoft.com/office/drawing/2014/main" id="{544FA5CC-6CB7-829A-0667-3093C68BA7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" name="Freeform 1632">
                  <a:extLst>
                    <a:ext uri="{FF2B5EF4-FFF2-40B4-BE49-F238E27FC236}">
                      <a16:creationId xmlns:a16="http://schemas.microsoft.com/office/drawing/2014/main" id="{51C54C56-6346-45EE-113D-675316E04D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" name="Freeform 1633">
                  <a:extLst>
                    <a:ext uri="{FF2B5EF4-FFF2-40B4-BE49-F238E27FC236}">
                      <a16:creationId xmlns:a16="http://schemas.microsoft.com/office/drawing/2014/main" id="{295186CE-D9D1-6AD0-3C90-3854763517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4" name="Freeform 1634">
                  <a:extLst>
                    <a:ext uri="{FF2B5EF4-FFF2-40B4-BE49-F238E27FC236}">
                      <a16:creationId xmlns:a16="http://schemas.microsoft.com/office/drawing/2014/main" id="{DE799853-0EBC-77DD-EE72-824124DAA5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5" name="Freeform 1635">
                  <a:extLst>
                    <a:ext uri="{FF2B5EF4-FFF2-40B4-BE49-F238E27FC236}">
                      <a16:creationId xmlns:a16="http://schemas.microsoft.com/office/drawing/2014/main" id="{453C9890-8E1D-2195-3AFB-DE1B09097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6" name="Freeform 1636">
                  <a:extLst>
                    <a:ext uri="{FF2B5EF4-FFF2-40B4-BE49-F238E27FC236}">
                      <a16:creationId xmlns:a16="http://schemas.microsoft.com/office/drawing/2014/main" id="{5142F9B7-AF51-BE6E-115C-F37BE20EB2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7" name="Freeform 1637">
                  <a:extLst>
                    <a:ext uri="{FF2B5EF4-FFF2-40B4-BE49-F238E27FC236}">
                      <a16:creationId xmlns:a16="http://schemas.microsoft.com/office/drawing/2014/main" id="{C2AD9510-B200-85AE-3E38-2CF6CA4383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8" name="Freeform 1638">
                  <a:extLst>
                    <a:ext uri="{FF2B5EF4-FFF2-40B4-BE49-F238E27FC236}">
                      <a16:creationId xmlns:a16="http://schemas.microsoft.com/office/drawing/2014/main" id="{EA8442C2-9B76-1D39-F397-ABF5C11E37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9" name="Freeform 1639">
                  <a:extLst>
                    <a:ext uri="{FF2B5EF4-FFF2-40B4-BE49-F238E27FC236}">
                      <a16:creationId xmlns:a16="http://schemas.microsoft.com/office/drawing/2014/main" id="{68DDE8EE-6FBE-400D-59EF-57097F27AF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651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0" name="Freeform 1640">
                  <a:extLst>
                    <a:ext uri="{FF2B5EF4-FFF2-40B4-BE49-F238E27FC236}">
                      <a16:creationId xmlns:a16="http://schemas.microsoft.com/office/drawing/2014/main" id="{988D7A78-0036-25EA-54DD-5D567C6B7D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651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1" name="Freeform 1641">
                  <a:extLst>
                    <a:ext uri="{FF2B5EF4-FFF2-40B4-BE49-F238E27FC236}">
                      <a16:creationId xmlns:a16="http://schemas.microsoft.com/office/drawing/2014/main" id="{AFD496B8-1DA1-46A7-CF43-F7BCEFFF11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2" name="Freeform 1642">
                  <a:extLst>
                    <a:ext uri="{FF2B5EF4-FFF2-40B4-BE49-F238E27FC236}">
                      <a16:creationId xmlns:a16="http://schemas.microsoft.com/office/drawing/2014/main" id="{0E7EC896-FE97-6835-F4A8-F617DD62AA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3" name="Freeform 1643">
                  <a:extLst>
                    <a:ext uri="{FF2B5EF4-FFF2-40B4-BE49-F238E27FC236}">
                      <a16:creationId xmlns:a16="http://schemas.microsoft.com/office/drawing/2014/main" id="{52961208-B3B8-C947-41A4-93998DEE33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4" name="Freeform 1644">
                  <a:extLst>
                    <a:ext uri="{FF2B5EF4-FFF2-40B4-BE49-F238E27FC236}">
                      <a16:creationId xmlns:a16="http://schemas.microsoft.com/office/drawing/2014/main" id="{F3163DC5-CA54-443E-CFE6-EE1487297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5" name="Freeform 1645">
                  <a:extLst>
                    <a:ext uri="{FF2B5EF4-FFF2-40B4-BE49-F238E27FC236}">
                      <a16:creationId xmlns:a16="http://schemas.microsoft.com/office/drawing/2014/main" id="{546D84D2-82F7-481C-AAA7-000C394570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459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6" name="Freeform 1646">
                  <a:extLst>
                    <a:ext uri="{FF2B5EF4-FFF2-40B4-BE49-F238E27FC236}">
                      <a16:creationId xmlns:a16="http://schemas.microsoft.com/office/drawing/2014/main" id="{A45946A6-12B8-966D-2F03-99C570BBC9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2459"/>
                  <a:ext cx="961" cy="18"/>
                </a:xfrm>
                <a:custGeom>
                  <a:avLst/>
                  <a:gdLst>
                    <a:gd name="T0" fmla="*/ 0 w 5769"/>
                    <a:gd name="T1" fmla="*/ 0 h 107"/>
                    <a:gd name="T2" fmla="*/ 0 w 5769"/>
                    <a:gd name="T3" fmla="*/ 0 h 107"/>
                    <a:gd name="T4" fmla="*/ 0 w 5769"/>
                    <a:gd name="T5" fmla="*/ 0 h 107"/>
                    <a:gd name="T6" fmla="*/ 0 w 5769"/>
                    <a:gd name="T7" fmla="*/ 0 h 107"/>
                    <a:gd name="T8" fmla="*/ 0 w 5769"/>
                    <a:gd name="T9" fmla="*/ 0 h 107"/>
                    <a:gd name="T10" fmla="*/ 0 w 5769"/>
                    <a:gd name="T11" fmla="*/ 0 h 107"/>
                    <a:gd name="T12" fmla="*/ 0 w 576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769"/>
                    <a:gd name="T22" fmla="*/ 0 h 107"/>
                    <a:gd name="T23" fmla="*/ 5769 w 576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769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5769" y="107"/>
                      </a:lnTo>
                      <a:lnTo>
                        <a:pt x="5769" y="54"/>
                      </a:lnTo>
                      <a:lnTo>
                        <a:pt x="576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7" name="Freeform 1647">
                  <a:extLst>
                    <a:ext uri="{FF2B5EF4-FFF2-40B4-BE49-F238E27FC236}">
                      <a16:creationId xmlns:a16="http://schemas.microsoft.com/office/drawing/2014/main" id="{F818C517-ED80-C51B-A819-904033912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8" name="Freeform 1648">
                  <a:extLst>
                    <a:ext uri="{FF2B5EF4-FFF2-40B4-BE49-F238E27FC236}">
                      <a16:creationId xmlns:a16="http://schemas.microsoft.com/office/drawing/2014/main" id="{6C662E96-45FD-1B68-67B9-7A70D39665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59" name="Line 1649">
                  <a:extLst>
                    <a:ext uri="{FF2B5EF4-FFF2-40B4-BE49-F238E27FC236}">
                      <a16:creationId xmlns:a16="http://schemas.microsoft.com/office/drawing/2014/main" id="{478547ED-8EAF-177A-B45F-6CDFF78B19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0" y="1939"/>
                  <a:ext cx="1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0" name="Line 1650">
                  <a:extLst>
                    <a:ext uri="{FF2B5EF4-FFF2-40B4-BE49-F238E27FC236}">
                      <a16:creationId xmlns:a16="http://schemas.microsoft.com/office/drawing/2014/main" id="{C2A6683D-675A-ECE4-365E-88E8C7F64E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7" y="1939"/>
                  <a:ext cx="2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1" name="Line 1651">
                  <a:extLst>
                    <a:ext uri="{FF2B5EF4-FFF2-40B4-BE49-F238E27FC236}">
                      <a16:creationId xmlns:a16="http://schemas.microsoft.com/office/drawing/2014/main" id="{BB2CDD6B-EBCB-1A6F-C327-43C6D0791B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5" y="1939"/>
                  <a:ext cx="30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2" name="Line 1652">
                  <a:extLst>
                    <a:ext uri="{FF2B5EF4-FFF2-40B4-BE49-F238E27FC236}">
                      <a16:creationId xmlns:a16="http://schemas.microsoft.com/office/drawing/2014/main" id="{F7FAC881-42E1-C430-1031-5764CAC24C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1" y="1939"/>
                  <a:ext cx="2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3" name="Line 1653">
                  <a:extLst>
                    <a:ext uri="{FF2B5EF4-FFF2-40B4-BE49-F238E27FC236}">
                      <a16:creationId xmlns:a16="http://schemas.microsoft.com/office/drawing/2014/main" id="{F1C0387E-001E-B567-A5BB-A36B39F9A8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99" y="1939"/>
                  <a:ext cx="15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4" name="Freeform 1654">
                  <a:extLst>
                    <a:ext uri="{FF2B5EF4-FFF2-40B4-BE49-F238E27FC236}">
                      <a16:creationId xmlns:a16="http://schemas.microsoft.com/office/drawing/2014/main" id="{14053DC3-FF29-7A98-9BB6-2D5D8490F3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217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2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2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5" name="Freeform 1655">
                  <a:extLst>
                    <a:ext uri="{FF2B5EF4-FFF2-40B4-BE49-F238E27FC236}">
                      <a16:creationId xmlns:a16="http://schemas.microsoft.com/office/drawing/2014/main" id="{CE210B89-868E-64ED-D476-8394938530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217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2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2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6" name="Freeform 1656">
                  <a:extLst>
                    <a:ext uri="{FF2B5EF4-FFF2-40B4-BE49-F238E27FC236}">
                      <a16:creationId xmlns:a16="http://schemas.microsoft.com/office/drawing/2014/main" id="{122250E2-FD41-6353-D6FC-B36BA768B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76"/>
                  <a:ext cx="385" cy="18"/>
                </a:xfrm>
                <a:custGeom>
                  <a:avLst/>
                  <a:gdLst>
                    <a:gd name="T0" fmla="*/ 0 w 2309"/>
                    <a:gd name="T1" fmla="*/ 0 h 107"/>
                    <a:gd name="T2" fmla="*/ 0 w 2309"/>
                    <a:gd name="T3" fmla="*/ 0 h 107"/>
                    <a:gd name="T4" fmla="*/ 0 w 2309"/>
                    <a:gd name="T5" fmla="*/ 0 h 107"/>
                    <a:gd name="T6" fmla="*/ 0 w 2309"/>
                    <a:gd name="T7" fmla="*/ 0 h 107"/>
                    <a:gd name="T8" fmla="*/ 0 w 2309"/>
                    <a:gd name="T9" fmla="*/ 0 h 107"/>
                    <a:gd name="T10" fmla="*/ 0 w 2309"/>
                    <a:gd name="T11" fmla="*/ 0 h 107"/>
                    <a:gd name="T12" fmla="*/ 0 w 230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09"/>
                    <a:gd name="T22" fmla="*/ 0 h 107"/>
                    <a:gd name="T23" fmla="*/ 2309 w 230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09" h="107">
                      <a:moveTo>
                        <a:pt x="2309" y="107"/>
                      </a:moveTo>
                      <a:lnTo>
                        <a:pt x="2309" y="54"/>
                      </a:lnTo>
                      <a:lnTo>
                        <a:pt x="230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30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7" name="Freeform 1657">
                  <a:extLst>
                    <a:ext uri="{FF2B5EF4-FFF2-40B4-BE49-F238E27FC236}">
                      <a16:creationId xmlns:a16="http://schemas.microsoft.com/office/drawing/2014/main" id="{1FC4828F-90B3-D5B7-08F4-645503EA4B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4" y="2176"/>
                  <a:ext cx="385" cy="18"/>
                </a:xfrm>
                <a:custGeom>
                  <a:avLst/>
                  <a:gdLst>
                    <a:gd name="T0" fmla="*/ 0 w 2309"/>
                    <a:gd name="T1" fmla="*/ 0 h 107"/>
                    <a:gd name="T2" fmla="*/ 0 w 2309"/>
                    <a:gd name="T3" fmla="*/ 0 h 107"/>
                    <a:gd name="T4" fmla="*/ 0 w 2309"/>
                    <a:gd name="T5" fmla="*/ 0 h 107"/>
                    <a:gd name="T6" fmla="*/ 0 w 2309"/>
                    <a:gd name="T7" fmla="*/ 0 h 107"/>
                    <a:gd name="T8" fmla="*/ 0 w 2309"/>
                    <a:gd name="T9" fmla="*/ 0 h 107"/>
                    <a:gd name="T10" fmla="*/ 0 w 2309"/>
                    <a:gd name="T11" fmla="*/ 0 h 107"/>
                    <a:gd name="T12" fmla="*/ 0 w 230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309"/>
                    <a:gd name="T22" fmla="*/ 0 h 107"/>
                    <a:gd name="T23" fmla="*/ 2309 w 230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309" h="107">
                      <a:moveTo>
                        <a:pt x="2309" y="107"/>
                      </a:moveTo>
                      <a:lnTo>
                        <a:pt x="2309" y="54"/>
                      </a:lnTo>
                      <a:lnTo>
                        <a:pt x="230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30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8" name="Freeform 1658">
                  <a:extLst>
                    <a:ext uri="{FF2B5EF4-FFF2-40B4-BE49-F238E27FC236}">
                      <a16:creationId xmlns:a16="http://schemas.microsoft.com/office/drawing/2014/main" id="{957E2203-14C6-9B2A-6E21-9013111937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2" y="66"/>
                      </a:lnTo>
                      <a:lnTo>
                        <a:pt x="0" y="54"/>
                      </a:ln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69" name="Freeform 1659">
                  <a:extLst>
                    <a:ext uri="{FF2B5EF4-FFF2-40B4-BE49-F238E27FC236}">
                      <a16:creationId xmlns:a16="http://schemas.microsoft.com/office/drawing/2014/main" id="{5ACDD2F9-DCAC-3991-2329-DC1243DF43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85" y="217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6"/>
                      </a:lnTo>
                      <a:lnTo>
                        <a:pt x="12" y="87"/>
                      </a:lnTo>
                      <a:lnTo>
                        <a:pt x="6" y="78"/>
                      </a:lnTo>
                      <a:lnTo>
                        <a:pt x="2" y="66"/>
                      </a:lnTo>
                      <a:lnTo>
                        <a:pt x="0" y="54"/>
                      </a:lnTo>
                      <a:lnTo>
                        <a:pt x="2" y="43"/>
                      </a:lnTo>
                      <a:lnTo>
                        <a:pt x="6" y="31"/>
                      </a:lnTo>
                      <a:lnTo>
                        <a:pt x="12" y="22"/>
                      </a:lnTo>
                      <a:lnTo>
                        <a:pt x="21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0" name="Freeform 1660">
                  <a:extLst>
                    <a:ext uri="{FF2B5EF4-FFF2-40B4-BE49-F238E27FC236}">
                      <a16:creationId xmlns:a16="http://schemas.microsoft.com/office/drawing/2014/main" id="{20844A53-01A0-8631-49C4-A9DA67A494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166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1" name="Freeform 1661">
                  <a:extLst>
                    <a:ext uri="{FF2B5EF4-FFF2-40B4-BE49-F238E27FC236}">
                      <a16:creationId xmlns:a16="http://schemas.microsoft.com/office/drawing/2014/main" id="{DA405FD7-11C1-14BD-832C-0012422AA3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166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2" name="Freeform 1662">
                  <a:extLst>
                    <a:ext uri="{FF2B5EF4-FFF2-40B4-BE49-F238E27FC236}">
                      <a16:creationId xmlns:a16="http://schemas.microsoft.com/office/drawing/2014/main" id="{076D1F0C-1A27-69FA-4188-0E9D91B118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1665"/>
                  <a:ext cx="721" cy="18"/>
                </a:xfrm>
                <a:custGeom>
                  <a:avLst/>
                  <a:gdLst>
                    <a:gd name="T0" fmla="*/ 0 w 4328"/>
                    <a:gd name="T1" fmla="*/ 0 h 107"/>
                    <a:gd name="T2" fmla="*/ 0 w 4328"/>
                    <a:gd name="T3" fmla="*/ 0 h 107"/>
                    <a:gd name="T4" fmla="*/ 0 w 4328"/>
                    <a:gd name="T5" fmla="*/ 0 h 107"/>
                    <a:gd name="T6" fmla="*/ 0 w 4328"/>
                    <a:gd name="T7" fmla="*/ 0 h 107"/>
                    <a:gd name="T8" fmla="*/ 0 w 4328"/>
                    <a:gd name="T9" fmla="*/ 0 h 107"/>
                    <a:gd name="T10" fmla="*/ 0 w 4328"/>
                    <a:gd name="T11" fmla="*/ 0 h 107"/>
                    <a:gd name="T12" fmla="*/ 0 w 4328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328"/>
                    <a:gd name="T22" fmla="*/ 0 h 107"/>
                    <a:gd name="T23" fmla="*/ 4328 w 4328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328" h="107">
                      <a:moveTo>
                        <a:pt x="4328" y="107"/>
                      </a:moveTo>
                      <a:lnTo>
                        <a:pt x="4328" y="54"/>
                      </a:lnTo>
                      <a:lnTo>
                        <a:pt x="4328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328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3" name="Freeform 1663">
                  <a:extLst>
                    <a:ext uri="{FF2B5EF4-FFF2-40B4-BE49-F238E27FC236}">
                      <a16:creationId xmlns:a16="http://schemas.microsoft.com/office/drawing/2014/main" id="{192BAE26-039E-9394-37EC-988B084A0C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1665"/>
                  <a:ext cx="721" cy="18"/>
                </a:xfrm>
                <a:custGeom>
                  <a:avLst/>
                  <a:gdLst>
                    <a:gd name="T0" fmla="*/ 0 w 4328"/>
                    <a:gd name="T1" fmla="*/ 0 h 107"/>
                    <a:gd name="T2" fmla="*/ 0 w 4328"/>
                    <a:gd name="T3" fmla="*/ 0 h 107"/>
                    <a:gd name="T4" fmla="*/ 0 w 4328"/>
                    <a:gd name="T5" fmla="*/ 0 h 107"/>
                    <a:gd name="T6" fmla="*/ 0 w 4328"/>
                    <a:gd name="T7" fmla="*/ 0 h 107"/>
                    <a:gd name="T8" fmla="*/ 0 w 4328"/>
                    <a:gd name="T9" fmla="*/ 0 h 107"/>
                    <a:gd name="T10" fmla="*/ 0 w 4328"/>
                    <a:gd name="T11" fmla="*/ 0 h 107"/>
                    <a:gd name="T12" fmla="*/ 0 w 4328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328"/>
                    <a:gd name="T22" fmla="*/ 0 h 107"/>
                    <a:gd name="T23" fmla="*/ 4328 w 4328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328" h="107">
                      <a:moveTo>
                        <a:pt x="4328" y="107"/>
                      </a:moveTo>
                      <a:lnTo>
                        <a:pt x="4328" y="54"/>
                      </a:lnTo>
                      <a:lnTo>
                        <a:pt x="4328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328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4" name="Freeform 1664">
                  <a:extLst>
                    <a:ext uri="{FF2B5EF4-FFF2-40B4-BE49-F238E27FC236}">
                      <a16:creationId xmlns:a16="http://schemas.microsoft.com/office/drawing/2014/main" id="{5E2BF7C5-2267-46D4-8041-B7328840C9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5" name="Freeform 1665">
                  <a:extLst>
                    <a:ext uri="{FF2B5EF4-FFF2-40B4-BE49-F238E27FC236}">
                      <a16:creationId xmlns:a16="http://schemas.microsoft.com/office/drawing/2014/main" id="{06B2A1F3-7795-E402-BA04-C4929FCE8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166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6" name="Line 1666">
                  <a:extLst>
                    <a:ext uri="{FF2B5EF4-FFF2-40B4-BE49-F238E27FC236}">
                      <a16:creationId xmlns:a16="http://schemas.microsoft.com/office/drawing/2014/main" id="{A180C94D-4632-AE3C-C2C8-7EE5607D40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7" name="Line 1667">
                  <a:extLst>
                    <a:ext uri="{FF2B5EF4-FFF2-40B4-BE49-F238E27FC236}">
                      <a16:creationId xmlns:a16="http://schemas.microsoft.com/office/drawing/2014/main" id="{06D32756-8153-4DA0-8335-4ECD846890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8" name="Line 1668">
                  <a:extLst>
                    <a:ext uri="{FF2B5EF4-FFF2-40B4-BE49-F238E27FC236}">
                      <a16:creationId xmlns:a16="http://schemas.microsoft.com/office/drawing/2014/main" id="{9EAFF570-58ED-D5B0-1FE9-9051E0A0F0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79" name="Line 1669">
                  <a:extLst>
                    <a:ext uri="{FF2B5EF4-FFF2-40B4-BE49-F238E27FC236}">
                      <a16:creationId xmlns:a16="http://schemas.microsoft.com/office/drawing/2014/main" id="{A306F9CA-FB78-4815-66EF-4FA7BA86DF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42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80" name="Line 1670">
                  <a:extLst>
                    <a:ext uri="{FF2B5EF4-FFF2-40B4-BE49-F238E27FC236}">
                      <a16:creationId xmlns:a16="http://schemas.microsoft.com/office/drawing/2014/main" id="{B41A41D6-95E2-021B-FB95-6F433C90BB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42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81" name="Line 1671">
                  <a:extLst>
                    <a:ext uri="{FF2B5EF4-FFF2-40B4-BE49-F238E27FC236}">
                      <a16:creationId xmlns:a16="http://schemas.microsoft.com/office/drawing/2014/main" id="{DE98DF89-39FA-4801-F5FA-C0FA0DA5A5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42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82" name="Line 1672">
                  <a:extLst>
                    <a:ext uri="{FF2B5EF4-FFF2-40B4-BE49-F238E27FC236}">
                      <a16:creationId xmlns:a16="http://schemas.microsoft.com/office/drawing/2014/main" id="{732DE0A7-D773-1408-BF86-E5B3599C06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39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3" name="Group 1673">
                <a:extLst>
                  <a:ext uri="{FF2B5EF4-FFF2-40B4-BE49-F238E27FC236}">
                    <a16:creationId xmlns:a16="http://schemas.microsoft.com/office/drawing/2014/main" id="{A1346DF6-E60D-3D68-7CAB-1BD9033FA8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4" y="1631"/>
                <a:ext cx="787" cy="1068"/>
                <a:chOff x="4444" y="1631"/>
                <a:chExt cx="787" cy="1068"/>
              </a:xfrm>
            </p:grpSpPr>
            <p:sp>
              <p:nvSpPr>
                <p:cNvPr id="961" name="Freeform 1674">
                  <a:extLst>
                    <a:ext uri="{FF2B5EF4-FFF2-40B4-BE49-F238E27FC236}">
                      <a16:creationId xmlns:a16="http://schemas.microsoft.com/office/drawing/2014/main" id="{26A853D0-0F91-427C-D1AB-680EDC8B87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26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" name="Freeform 1675">
                  <a:extLst>
                    <a:ext uri="{FF2B5EF4-FFF2-40B4-BE49-F238E27FC236}">
                      <a16:creationId xmlns:a16="http://schemas.microsoft.com/office/drawing/2014/main" id="{6976AC8F-1E1A-9A1A-E6B0-E8B77985C4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266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6"/>
                      </a:lnTo>
                      <a:lnTo>
                        <a:pt x="11" y="87"/>
                      </a:lnTo>
                      <a:lnTo>
                        <a:pt x="5" y="78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3" name="Freeform 1676">
                  <a:extLst>
                    <a:ext uri="{FF2B5EF4-FFF2-40B4-BE49-F238E27FC236}">
                      <a16:creationId xmlns:a16="http://schemas.microsoft.com/office/drawing/2014/main" id="{E9A3CAEF-2DBC-5A16-C23D-316BF8061B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2266"/>
                  <a:ext cx="192" cy="18"/>
                </a:xfrm>
                <a:custGeom>
                  <a:avLst/>
                  <a:gdLst>
                    <a:gd name="T0" fmla="*/ 0 w 1154"/>
                    <a:gd name="T1" fmla="*/ 0 h 107"/>
                    <a:gd name="T2" fmla="*/ 0 w 1154"/>
                    <a:gd name="T3" fmla="*/ 0 h 107"/>
                    <a:gd name="T4" fmla="*/ 0 w 1154"/>
                    <a:gd name="T5" fmla="*/ 0 h 107"/>
                    <a:gd name="T6" fmla="*/ 0 w 1154"/>
                    <a:gd name="T7" fmla="*/ 0 h 107"/>
                    <a:gd name="T8" fmla="*/ 0 w 1154"/>
                    <a:gd name="T9" fmla="*/ 0 h 107"/>
                    <a:gd name="T10" fmla="*/ 0 w 1154"/>
                    <a:gd name="T11" fmla="*/ 0 h 107"/>
                    <a:gd name="T12" fmla="*/ 0 w 115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4"/>
                    <a:gd name="T22" fmla="*/ 0 h 107"/>
                    <a:gd name="T23" fmla="*/ 1154 w 115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154" y="107"/>
                      </a:lnTo>
                      <a:lnTo>
                        <a:pt x="1154" y="54"/>
                      </a:lnTo>
                      <a:lnTo>
                        <a:pt x="115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4" name="Freeform 1677">
                  <a:extLst>
                    <a:ext uri="{FF2B5EF4-FFF2-40B4-BE49-F238E27FC236}">
                      <a16:creationId xmlns:a16="http://schemas.microsoft.com/office/drawing/2014/main" id="{8D299FFE-D4BE-4179-020C-40AB9F9008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2266"/>
                  <a:ext cx="192" cy="18"/>
                </a:xfrm>
                <a:custGeom>
                  <a:avLst/>
                  <a:gdLst>
                    <a:gd name="T0" fmla="*/ 0 w 1154"/>
                    <a:gd name="T1" fmla="*/ 0 h 107"/>
                    <a:gd name="T2" fmla="*/ 0 w 1154"/>
                    <a:gd name="T3" fmla="*/ 0 h 107"/>
                    <a:gd name="T4" fmla="*/ 0 w 1154"/>
                    <a:gd name="T5" fmla="*/ 0 h 107"/>
                    <a:gd name="T6" fmla="*/ 0 w 1154"/>
                    <a:gd name="T7" fmla="*/ 0 h 107"/>
                    <a:gd name="T8" fmla="*/ 0 w 1154"/>
                    <a:gd name="T9" fmla="*/ 0 h 107"/>
                    <a:gd name="T10" fmla="*/ 0 w 1154"/>
                    <a:gd name="T11" fmla="*/ 0 h 107"/>
                    <a:gd name="T12" fmla="*/ 0 w 115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4"/>
                    <a:gd name="T22" fmla="*/ 0 h 107"/>
                    <a:gd name="T23" fmla="*/ 1154 w 115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154" y="107"/>
                      </a:lnTo>
                      <a:lnTo>
                        <a:pt x="1154" y="54"/>
                      </a:lnTo>
                      <a:lnTo>
                        <a:pt x="115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5" name="Freeform 1678">
                  <a:extLst>
                    <a:ext uri="{FF2B5EF4-FFF2-40B4-BE49-F238E27FC236}">
                      <a16:creationId xmlns:a16="http://schemas.microsoft.com/office/drawing/2014/main" id="{685D4A7F-008C-0A5A-7E6D-93F9AFA254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4" y="226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3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6" name="Freeform 1679">
                  <a:extLst>
                    <a:ext uri="{FF2B5EF4-FFF2-40B4-BE49-F238E27FC236}">
                      <a16:creationId xmlns:a16="http://schemas.microsoft.com/office/drawing/2014/main" id="{7BED3C37-0DA6-FA48-4B31-D8F5A31750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4" y="2266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3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2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8"/>
                      </a:lnTo>
                      <a:lnTo>
                        <a:pt x="41" y="87"/>
                      </a:lnTo>
                      <a:lnTo>
                        <a:pt x="33" y="96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7" name="Freeform 1680">
                  <a:extLst>
                    <a:ext uri="{FF2B5EF4-FFF2-40B4-BE49-F238E27FC236}">
                      <a16:creationId xmlns:a16="http://schemas.microsoft.com/office/drawing/2014/main" id="{2D348E08-40C2-153D-F6D6-1E769EA4AA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7" y="1841"/>
                  <a:ext cx="17" cy="12"/>
                </a:xfrm>
                <a:custGeom>
                  <a:avLst/>
                  <a:gdLst>
                    <a:gd name="T0" fmla="*/ 0 w 102"/>
                    <a:gd name="T1" fmla="*/ 0 h 74"/>
                    <a:gd name="T2" fmla="*/ 0 w 102"/>
                    <a:gd name="T3" fmla="*/ 0 h 74"/>
                    <a:gd name="T4" fmla="*/ 0 w 102"/>
                    <a:gd name="T5" fmla="*/ 0 h 74"/>
                    <a:gd name="T6" fmla="*/ 0 w 102"/>
                    <a:gd name="T7" fmla="*/ 0 h 74"/>
                    <a:gd name="T8" fmla="*/ 0 w 102"/>
                    <a:gd name="T9" fmla="*/ 0 h 74"/>
                    <a:gd name="T10" fmla="*/ 0 w 102"/>
                    <a:gd name="T11" fmla="*/ 0 h 74"/>
                    <a:gd name="T12" fmla="*/ 0 w 102"/>
                    <a:gd name="T13" fmla="*/ 0 h 74"/>
                    <a:gd name="T14" fmla="*/ 0 w 102"/>
                    <a:gd name="T15" fmla="*/ 0 h 74"/>
                    <a:gd name="T16" fmla="*/ 0 w 102"/>
                    <a:gd name="T17" fmla="*/ 0 h 74"/>
                    <a:gd name="T18" fmla="*/ 0 w 102"/>
                    <a:gd name="T19" fmla="*/ 0 h 74"/>
                    <a:gd name="T20" fmla="*/ 0 w 102"/>
                    <a:gd name="T21" fmla="*/ 0 h 74"/>
                    <a:gd name="T22" fmla="*/ 0 w 102"/>
                    <a:gd name="T23" fmla="*/ 0 h 74"/>
                    <a:gd name="T24" fmla="*/ 0 w 102"/>
                    <a:gd name="T25" fmla="*/ 0 h 74"/>
                    <a:gd name="T26" fmla="*/ 0 w 102"/>
                    <a:gd name="T27" fmla="*/ 0 h 74"/>
                    <a:gd name="T28" fmla="*/ 0 w 102"/>
                    <a:gd name="T29" fmla="*/ 0 h 74"/>
                    <a:gd name="T30" fmla="*/ 0 w 102"/>
                    <a:gd name="T31" fmla="*/ 0 h 74"/>
                    <a:gd name="T32" fmla="*/ 0 w 102"/>
                    <a:gd name="T33" fmla="*/ 0 h 7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2"/>
                    <a:gd name="T52" fmla="*/ 0 h 74"/>
                    <a:gd name="T53" fmla="*/ 102 w 102"/>
                    <a:gd name="T54" fmla="*/ 74 h 7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2" h="74">
                      <a:moveTo>
                        <a:pt x="49" y="21"/>
                      </a:moveTo>
                      <a:lnTo>
                        <a:pt x="98" y="0"/>
                      </a:lnTo>
                      <a:lnTo>
                        <a:pt x="102" y="11"/>
                      </a:lnTo>
                      <a:lnTo>
                        <a:pt x="102" y="23"/>
                      </a:lnTo>
                      <a:lnTo>
                        <a:pt x="101" y="34"/>
                      </a:lnTo>
                      <a:lnTo>
                        <a:pt x="97" y="46"/>
                      </a:lnTo>
                      <a:lnTo>
                        <a:pt x="89" y="56"/>
                      </a:lnTo>
                      <a:lnTo>
                        <a:pt x="81" y="64"/>
                      </a:lnTo>
                      <a:lnTo>
                        <a:pt x="70" y="69"/>
                      </a:lnTo>
                      <a:lnTo>
                        <a:pt x="59" y="74"/>
                      </a:lnTo>
                      <a:lnTo>
                        <a:pt x="47" y="74"/>
                      </a:lnTo>
                      <a:lnTo>
                        <a:pt x="35" y="73"/>
                      </a:lnTo>
                      <a:lnTo>
                        <a:pt x="24" y="68"/>
                      </a:lnTo>
                      <a:lnTo>
                        <a:pt x="14" y="61"/>
                      </a:lnTo>
                      <a:lnTo>
                        <a:pt x="6" y="52"/>
                      </a:lnTo>
                      <a:lnTo>
                        <a:pt x="0" y="42"/>
                      </a:lnTo>
                      <a:lnTo>
                        <a:pt x="49" y="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8" name="Freeform 1681">
                  <a:extLst>
                    <a:ext uri="{FF2B5EF4-FFF2-40B4-BE49-F238E27FC236}">
                      <a16:creationId xmlns:a16="http://schemas.microsoft.com/office/drawing/2014/main" id="{C6CDEAE8-9528-E24C-6414-65B7F22E4B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7" y="1841"/>
                  <a:ext cx="17" cy="12"/>
                </a:xfrm>
                <a:custGeom>
                  <a:avLst/>
                  <a:gdLst>
                    <a:gd name="T0" fmla="*/ 0 w 102"/>
                    <a:gd name="T1" fmla="*/ 0 h 74"/>
                    <a:gd name="T2" fmla="*/ 0 w 102"/>
                    <a:gd name="T3" fmla="*/ 0 h 74"/>
                    <a:gd name="T4" fmla="*/ 0 w 102"/>
                    <a:gd name="T5" fmla="*/ 0 h 74"/>
                    <a:gd name="T6" fmla="*/ 0 w 102"/>
                    <a:gd name="T7" fmla="*/ 0 h 74"/>
                    <a:gd name="T8" fmla="*/ 0 w 102"/>
                    <a:gd name="T9" fmla="*/ 0 h 74"/>
                    <a:gd name="T10" fmla="*/ 0 w 102"/>
                    <a:gd name="T11" fmla="*/ 0 h 74"/>
                    <a:gd name="T12" fmla="*/ 0 w 102"/>
                    <a:gd name="T13" fmla="*/ 0 h 74"/>
                    <a:gd name="T14" fmla="*/ 0 w 102"/>
                    <a:gd name="T15" fmla="*/ 0 h 74"/>
                    <a:gd name="T16" fmla="*/ 0 w 102"/>
                    <a:gd name="T17" fmla="*/ 0 h 74"/>
                    <a:gd name="T18" fmla="*/ 0 w 102"/>
                    <a:gd name="T19" fmla="*/ 0 h 74"/>
                    <a:gd name="T20" fmla="*/ 0 w 102"/>
                    <a:gd name="T21" fmla="*/ 0 h 74"/>
                    <a:gd name="T22" fmla="*/ 0 w 102"/>
                    <a:gd name="T23" fmla="*/ 0 h 74"/>
                    <a:gd name="T24" fmla="*/ 0 w 102"/>
                    <a:gd name="T25" fmla="*/ 0 h 74"/>
                    <a:gd name="T26" fmla="*/ 0 w 102"/>
                    <a:gd name="T27" fmla="*/ 0 h 74"/>
                    <a:gd name="T28" fmla="*/ 0 w 102"/>
                    <a:gd name="T29" fmla="*/ 0 h 7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2"/>
                    <a:gd name="T46" fmla="*/ 0 h 74"/>
                    <a:gd name="T47" fmla="*/ 102 w 102"/>
                    <a:gd name="T48" fmla="*/ 74 h 7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2" h="74">
                      <a:moveTo>
                        <a:pt x="98" y="0"/>
                      </a:moveTo>
                      <a:lnTo>
                        <a:pt x="102" y="11"/>
                      </a:lnTo>
                      <a:lnTo>
                        <a:pt x="102" y="23"/>
                      </a:lnTo>
                      <a:lnTo>
                        <a:pt x="101" y="34"/>
                      </a:lnTo>
                      <a:lnTo>
                        <a:pt x="97" y="46"/>
                      </a:lnTo>
                      <a:lnTo>
                        <a:pt x="89" y="56"/>
                      </a:lnTo>
                      <a:lnTo>
                        <a:pt x="81" y="64"/>
                      </a:lnTo>
                      <a:lnTo>
                        <a:pt x="70" y="69"/>
                      </a:lnTo>
                      <a:lnTo>
                        <a:pt x="59" y="74"/>
                      </a:lnTo>
                      <a:lnTo>
                        <a:pt x="47" y="74"/>
                      </a:lnTo>
                      <a:lnTo>
                        <a:pt x="35" y="73"/>
                      </a:lnTo>
                      <a:lnTo>
                        <a:pt x="24" y="68"/>
                      </a:lnTo>
                      <a:lnTo>
                        <a:pt x="14" y="61"/>
                      </a:lnTo>
                      <a:lnTo>
                        <a:pt x="6" y="52"/>
                      </a:lnTo>
                      <a:lnTo>
                        <a:pt x="0" y="4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9" name="Freeform 1682">
                  <a:extLst>
                    <a:ext uri="{FF2B5EF4-FFF2-40B4-BE49-F238E27FC236}">
                      <a16:creationId xmlns:a16="http://schemas.microsoft.com/office/drawing/2014/main" id="{124C9D77-C732-C1AA-194C-D0B3C1CC85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8" y="1820"/>
                  <a:ext cx="25" cy="28"/>
                </a:xfrm>
                <a:custGeom>
                  <a:avLst/>
                  <a:gdLst>
                    <a:gd name="T0" fmla="*/ 0 w 151"/>
                    <a:gd name="T1" fmla="*/ 0 h 165"/>
                    <a:gd name="T2" fmla="*/ 0 w 151"/>
                    <a:gd name="T3" fmla="*/ 0 h 165"/>
                    <a:gd name="T4" fmla="*/ 0 w 151"/>
                    <a:gd name="T5" fmla="*/ 0 h 165"/>
                    <a:gd name="T6" fmla="*/ 0 w 151"/>
                    <a:gd name="T7" fmla="*/ 0 h 165"/>
                    <a:gd name="T8" fmla="*/ 0 w 151"/>
                    <a:gd name="T9" fmla="*/ 0 h 165"/>
                    <a:gd name="T10" fmla="*/ 0 w 151"/>
                    <a:gd name="T11" fmla="*/ 0 h 165"/>
                    <a:gd name="T12" fmla="*/ 0 w 15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1"/>
                    <a:gd name="T22" fmla="*/ 0 h 165"/>
                    <a:gd name="T23" fmla="*/ 151 w 15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1" h="165">
                      <a:moveTo>
                        <a:pt x="53" y="165"/>
                      </a:moveTo>
                      <a:lnTo>
                        <a:pt x="102" y="144"/>
                      </a:lnTo>
                      <a:lnTo>
                        <a:pt x="151" y="123"/>
                      </a:lnTo>
                      <a:lnTo>
                        <a:pt x="98" y="0"/>
                      </a:lnTo>
                      <a:lnTo>
                        <a:pt x="49" y="21"/>
                      </a:lnTo>
                      <a:lnTo>
                        <a:pt x="0" y="42"/>
                      </a:lnTo>
                      <a:lnTo>
                        <a:pt x="53" y="1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0" name="Freeform 1683">
                  <a:extLst>
                    <a:ext uri="{FF2B5EF4-FFF2-40B4-BE49-F238E27FC236}">
                      <a16:creationId xmlns:a16="http://schemas.microsoft.com/office/drawing/2014/main" id="{6FCC66DE-967B-B594-CA1E-9465AAA9BA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8" y="1820"/>
                  <a:ext cx="25" cy="28"/>
                </a:xfrm>
                <a:custGeom>
                  <a:avLst/>
                  <a:gdLst>
                    <a:gd name="T0" fmla="*/ 0 w 151"/>
                    <a:gd name="T1" fmla="*/ 0 h 165"/>
                    <a:gd name="T2" fmla="*/ 0 w 151"/>
                    <a:gd name="T3" fmla="*/ 0 h 165"/>
                    <a:gd name="T4" fmla="*/ 0 w 151"/>
                    <a:gd name="T5" fmla="*/ 0 h 165"/>
                    <a:gd name="T6" fmla="*/ 0 w 151"/>
                    <a:gd name="T7" fmla="*/ 0 h 165"/>
                    <a:gd name="T8" fmla="*/ 0 w 151"/>
                    <a:gd name="T9" fmla="*/ 0 h 165"/>
                    <a:gd name="T10" fmla="*/ 0 w 151"/>
                    <a:gd name="T11" fmla="*/ 0 h 165"/>
                    <a:gd name="T12" fmla="*/ 0 w 15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1"/>
                    <a:gd name="T22" fmla="*/ 0 h 165"/>
                    <a:gd name="T23" fmla="*/ 151 w 15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1" h="165">
                      <a:moveTo>
                        <a:pt x="53" y="165"/>
                      </a:moveTo>
                      <a:lnTo>
                        <a:pt x="102" y="144"/>
                      </a:lnTo>
                      <a:lnTo>
                        <a:pt x="151" y="123"/>
                      </a:lnTo>
                      <a:lnTo>
                        <a:pt x="98" y="0"/>
                      </a:lnTo>
                      <a:lnTo>
                        <a:pt x="49" y="21"/>
                      </a:lnTo>
                      <a:lnTo>
                        <a:pt x="0" y="42"/>
                      </a:lnTo>
                      <a:lnTo>
                        <a:pt x="53" y="1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1" name="Freeform 1684">
                  <a:extLst>
                    <a:ext uri="{FF2B5EF4-FFF2-40B4-BE49-F238E27FC236}">
                      <a16:creationId xmlns:a16="http://schemas.microsoft.com/office/drawing/2014/main" id="{812667DE-A60F-A589-2A80-CB98B8DC1F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19"/>
                  <a:ext cx="8" cy="5"/>
                </a:xfrm>
                <a:custGeom>
                  <a:avLst/>
                  <a:gdLst>
                    <a:gd name="T0" fmla="*/ 0 w 49"/>
                    <a:gd name="T1" fmla="*/ 0 h 26"/>
                    <a:gd name="T2" fmla="*/ 0 w 49"/>
                    <a:gd name="T3" fmla="*/ 0 h 26"/>
                    <a:gd name="T4" fmla="*/ 0 w 49"/>
                    <a:gd name="T5" fmla="*/ 0 h 26"/>
                    <a:gd name="T6" fmla="*/ 0 w 49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9"/>
                    <a:gd name="T13" fmla="*/ 0 h 26"/>
                    <a:gd name="T14" fmla="*/ 49 w 49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9" h="26">
                      <a:moveTo>
                        <a:pt x="0" y="26"/>
                      </a:moveTo>
                      <a:lnTo>
                        <a:pt x="49" y="5"/>
                      </a:lnTo>
                      <a:lnTo>
                        <a:pt x="48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2" name="Line 1685">
                  <a:extLst>
                    <a:ext uri="{FF2B5EF4-FFF2-40B4-BE49-F238E27FC236}">
                      <a16:creationId xmlns:a16="http://schemas.microsoft.com/office/drawing/2014/main" id="{974F4646-541F-99C3-540F-752E6F552D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84" y="181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3" name="Freeform 1686">
                  <a:extLst>
                    <a:ext uri="{FF2B5EF4-FFF2-40B4-BE49-F238E27FC236}">
                      <a16:creationId xmlns:a16="http://schemas.microsoft.com/office/drawing/2014/main" id="{157FAA16-9559-E8FF-4EBA-0A7E7B90B2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8" y="1800"/>
                  <a:ext cx="26" cy="28"/>
                </a:xfrm>
                <a:custGeom>
                  <a:avLst/>
                  <a:gdLst>
                    <a:gd name="T0" fmla="*/ 0 w 158"/>
                    <a:gd name="T1" fmla="*/ 0 h 167"/>
                    <a:gd name="T2" fmla="*/ 0 w 158"/>
                    <a:gd name="T3" fmla="*/ 0 h 167"/>
                    <a:gd name="T4" fmla="*/ 0 w 158"/>
                    <a:gd name="T5" fmla="*/ 0 h 167"/>
                    <a:gd name="T6" fmla="*/ 0 w 158"/>
                    <a:gd name="T7" fmla="*/ 0 h 167"/>
                    <a:gd name="T8" fmla="*/ 0 w 158"/>
                    <a:gd name="T9" fmla="*/ 0 h 167"/>
                    <a:gd name="T10" fmla="*/ 0 w 158"/>
                    <a:gd name="T11" fmla="*/ 0 h 167"/>
                    <a:gd name="T12" fmla="*/ 0 w 158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7"/>
                    <a:gd name="T23" fmla="*/ 158 w 158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7">
                      <a:moveTo>
                        <a:pt x="62" y="167"/>
                      </a:moveTo>
                      <a:lnTo>
                        <a:pt x="110" y="142"/>
                      </a:lnTo>
                      <a:lnTo>
                        <a:pt x="158" y="116"/>
                      </a:lnTo>
                      <a:lnTo>
                        <a:pt x="95" y="0"/>
                      </a:lnTo>
                      <a:lnTo>
                        <a:pt x="48" y="25"/>
                      </a:lnTo>
                      <a:lnTo>
                        <a:pt x="0" y="51"/>
                      </a:lnTo>
                      <a:lnTo>
                        <a:pt x="62" y="1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4" name="Freeform 1687">
                  <a:extLst>
                    <a:ext uri="{FF2B5EF4-FFF2-40B4-BE49-F238E27FC236}">
                      <a16:creationId xmlns:a16="http://schemas.microsoft.com/office/drawing/2014/main" id="{D8CFFD89-EF6B-45E7-1764-7A365B31F5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8" y="1800"/>
                  <a:ext cx="26" cy="28"/>
                </a:xfrm>
                <a:custGeom>
                  <a:avLst/>
                  <a:gdLst>
                    <a:gd name="T0" fmla="*/ 0 w 158"/>
                    <a:gd name="T1" fmla="*/ 0 h 167"/>
                    <a:gd name="T2" fmla="*/ 0 w 158"/>
                    <a:gd name="T3" fmla="*/ 0 h 167"/>
                    <a:gd name="T4" fmla="*/ 0 w 158"/>
                    <a:gd name="T5" fmla="*/ 0 h 167"/>
                    <a:gd name="T6" fmla="*/ 0 w 158"/>
                    <a:gd name="T7" fmla="*/ 0 h 167"/>
                    <a:gd name="T8" fmla="*/ 0 w 158"/>
                    <a:gd name="T9" fmla="*/ 0 h 167"/>
                    <a:gd name="T10" fmla="*/ 0 w 158"/>
                    <a:gd name="T11" fmla="*/ 0 h 167"/>
                    <a:gd name="T12" fmla="*/ 0 w 158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7"/>
                    <a:gd name="T23" fmla="*/ 158 w 158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7">
                      <a:moveTo>
                        <a:pt x="62" y="167"/>
                      </a:moveTo>
                      <a:lnTo>
                        <a:pt x="110" y="142"/>
                      </a:lnTo>
                      <a:lnTo>
                        <a:pt x="158" y="116"/>
                      </a:lnTo>
                      <a:lnTo>
                        <a:pt x="95" y="0"/>
                      </a:lnTo>
                      <a:lnTo>
                        <a:pt x="48" y="25"/>
                      </a:lnTo>
                      <a:lnTo>
                        <a:pt x="0" y="51"/>
                      </a:lnTo>
                      <a:lnTo>
                        <a:pt x="62" y="16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5" name="Freeform 1688">
                  <a:extLst>
                    <a:ext uri="{FF2B5EF4-FFF2-40B4-BE49-F238E27FC236}">
                      <a16:creationId xmlns:a16="http://schemas.microsoft.com/office/drawing/2014/main" id="{8454D357-1D55-BFDC-3554-469E79CEEC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6" y="1799"/>
                  <a:ext cx="8" cy="5"/>
                </a:xfrm>
                <a:custGeom>
                  <a:avLst/>
                  <a:gdLst>
                    <a:gd name="T0" fmla="*/ 0 w 47"/>
                    <a:gd name="T1" fmla="*/ 0 h 28"/>
                    <a:gd name="T2" fmla="*/ 0 w 47"/>
                    <a:gd name="T3" fmla="*/ 0 h 28"/>
                    <a:gd name="T4" fmla="*/ 0 w 47"/>
                    <a:gd name="T5" fmla="*/ 0 h 28"/>
                    <a:gd name="T6" fmla="*/ 0 w 47"/>
                    <a:gd name="T7" fmla="*/ 0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28"/>
                    <a:gd name="T14" fmla="*/ 47 w 47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28">
                      <a:moveTo>
                        <a:pt x="0" y="28"/>
                      </a:moveTo>
                      <a:lnTo>
                        <a:pt x="47" y="3"/>
                      </a:lnTo>
                      <a:lnTo>
                        <a:pt x="45" y="0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6" name="Line 1689">
                  <a:extLst>
                    <a:ext uri="{FF2B5EF4-FFF2-40B4-BE49-F238E27FC236}">
                      <a16:creationId xmlns:a16="http://schemas.microsoft.com/office/drawing/2014/main" id="{059396DC-78A1-AE17-D3F1-0418E4E7F1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73" y="179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7" name="Freeform 1690">
                  <a:extLst>
                    <a:ext uri="{FF2B5EF4-FFF2-40B4-BE49-F238E27FC236}">
                      <a16:creationId xmlns:a16="http://schemas.microsoft.com/office/drawing/2014/main" id="{461D1610-71F3-984B-E63E-869271CA07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6" y="1781"/>
                  <a:ext cx="27" cy="28"/>
                </a:xfrm>
                <a:custGeom>
                  <a:avLst/>
                  <a:gdLst>
                    <a:gd name="T0" fmla="*/ 0 w 163"/>
                    <a:gd name="T1" fmla="*/ 0 h 169"/>
                    <a:gd name="T2" fmla="*/ 0 w 163"/>
                    <a:gd name="T3" fmla="*/ 0 h 169"/>
                    <a:gd name="T4" fmla="*/ 0 w 163"/>
                    <a:gd name="T5" fmla="*/ 0 h 169"/>
                    <a:gd name="T6" fmla="*/ 0 w 163"/>
                    <a:gd name="T7" fmla="*/ 0 h 169"/>
                    <a:gd name="T8" fmla="*/ 0 w 163"/>
                    <a:gd name="T9" fmla="*/ 0 h 169"/>
                    <a:gd name="T10" fmla="*/ 0 w 163"/>
                    <a:gd name="T11" fmla="*/ 0 h 169"/>
                    <a:gd name="T12" fmla="*/ 0 w 163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69"/>
                    <a:gd name="T23" fmla="*/ 163 w 163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69">
                      <a:moveTo>
                        <a:pt x="72" y="169"/>
                      </a:moveTo>
                      <a:lnTo>
                        <a:pt x="118" y="140"/>
                      </a:lnTo>
                      <a:lnTo>
                        <a:pt x="163" y="112"/>
                      </a:lnTo>
                      <a:lnTo>
                        <a:pt x="91" y="0"/>
                      </a:lnTo>
                      <a:lnTo>
                        <a:pt x="46" y="28"/>
                      </a:lnTo>
                      <a:lnTo>
                        <a:pt x="0" y="57"/>
                      </a:lnTo>
                      <a:lnTo>
                        <a:pt x="72" y="1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8" name="Freeform 1691">
                  <a:extLst>
                    <a:ext uri="{FF2B5EF4-FFF2-40B4-BE49-F238E27FC236}">
                      <a16:creationId xmlns:a16="http://schemas.microsoft.com/office/drawing/2014/main" id="{A7D637A1-B97C-2ECF-A141-580016354D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6" y="1781"/>
                  <a:ext cx="27" cy="28"/>
                </a:xfrm>
                <a:custGeom>
                  <a:avLst/>
                  <a:gdLst>
                    <a:gd name="T0" fmla="*/ 0 w 163"/>
                    <a:gd name="T1" fmla="*/ 0 h 169"/>
                    <a:gd name="T2" fmla="*/ 0 w 163"/>
                    <a:gd name="T3" fmla="*/ 0 h 169"/>
                    <a:gd name="T4" fmla="*/ 0 w 163"/>
                    <a:gd name="T5" fmla="*/ 0 h 169"/>
                    <a:gd name="T6" fmla="*/ 0 w 163"/>
                    <a:gd name="T7" fmla="*/ 0 h 169"/>
                    <a:gd name="T8" fmla="*/ 0 w 163"/>
                    <a:gd name="T9" fmla="*/ 0 h 169"/>
                    <a:gd name="T10" fmla="*/ 0 w 163"/>
                    <a:gd name="T11" fmla="*/ 0 h 169"/>
                    <a:gd name="T12" fmla="*/ 0 w 163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69"/>
                    <a:gd name="T23" fmla="*/ 163 w 163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69">
                      <a:moveTo>
                        <a:pt x="72" y="169"/>
                      </a:moveTo>
                      <a:lnTo>
                        <a:pt x="118" y="140"/>
                      </a:lnTo>
                      <a:lnTo>
                        <a:pt x="163" y="112"/>
                      </a:lnTo>
                      <a:lnTo>
                        <a:pt x="91" y="0"/>
                      </a:lnTo>
                      <a:lnTo>
                        <a:pt x="46" y="28"/>
                      </a:lnTo>
                      <a:lnTo>
                        <a:pt x="0" y="57"/>
                      </a:lnTo>
                      <a:lnTo>
                        <a:pt x="72" y="16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9" name="Freeform 1692">
                  <a:extLst>
                    <a:ext uri="{FF2B5EF4-FFF2-40B4-BE49-F238E27FC236}">
                      <a16:creationId xmlns:a16="http://schemas.microsoft.com/office/drawing/2014/main" id="{A60F8882-6C70-25D7-21B3-B9DECD5A20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4" y="1780"/>
                  <a:ext cx="7" cy="6"/>
                </a:xfrm>
                <a:custGeom>
                  <a:avLst/>
                  <a:gdLst>
                    <a:gd name="T0" fmla="*/ 0 w 45"/>
                    <a:gd name="T1" fmla="*/ 0 h 33"/>
                    <a:gd name="T2" fmla="*/ 0 w 45"/>
                    <a:gd name="T3" fmla="*/ 0 h 33"/>
                    <a:gd name="T4" fmla="*/ 0 w 45"/>
                    <a:gd name="T5" fmla="*/ 0 h 33"/>
                    <a:gd name="T6" fmla="*/ 0 w 45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33"/>
                    <a:gd name="T14" fmla="*/ 45 w 45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33">
                      <a:moveTo>
                        <a:pt x="0" y="33"/>
                      </a:moveTo>
                      <a:lnTo>
                        <a:pt x="45" y="5"/>
                      </a:lnTo>
                      <a:lnTo>
                        <a:pt x="42" y="0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0" name="Line 1693">
                  <a:extLst>
                    <a:ext uri="{FF2B5EF4-FFF2-40B4-BE49-F238E27FC236}">
                      <a16:creationId xmlns:a16="http://schemas.microsoft.com/office/drawing/2014/main" id="{DE885354-44A6-12B6-B970-3B5DECCCBD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61" y="178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1" name="Freeform 1694">
                  <a:extLst>
                    <a:ext uri="{FF2B5EF4-FFF2-40B4-BE49-F238E27FC236}">
                      <a16:creationId xmlns:a16="http://schemas.microsoft.com/office/drawing/2014/main" id="{D962FDC3-038E-2F42-128E-6DA5219A1A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3" y="1763"/>
                  <a:ext cx="28" cy="28"/>
                </a:xfrm>
                <a:custGeom>
                  <a:avLst/>
                  <a:gdLst>
                    <a:gd name="T0" fmla="*/ 0 w 166"/>
                    <a:gd name="T1" fmla="*/ 0 h 170"/>
                    <a:gd name="T2" fmla="*/ 0 w 166"/>
                    <a:gd name="T3" fmla="*/ 0 h 170"/>
                    <a:gd name="T4" fmla="*/ 0 w 166"/>
                    <a:gd name="T5" fmla="*/ 0 h 170"/>
                    <a:gd name="T6" fmla="*/ 0 w 166"/>
                    <a:gd name="T7" fmla="*/ 0 h 170"/>
                    <a:gd name="T8" fmla="*/ 0 w 166"/>
                    <a:gd name="T9" fmla="*/ 0 h 170"/>
                    <a:gd name="T10" fmla="*/ 0 w 166"/>
                    <a:gd name="T11" fmla="*/ 0 h 170"/>
                    <a:gd name="T12" fmla="*/ 0 w 166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6"/>
                    <a:gd name="T22" fmla="*/ 0 h 170"/>
                    <a:gd name="T23" fmla="*/ 166 w 166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6" h="170">
                      <a:moveTo>
                        <a:pt x="81" y="170"/>
                      </a:moveTo>
                      <a:lnTo>
                        <a:pt x="124" y="137"/>
                      </a:lnTo>
                      <a:lnTo>
                        <a:pt x="166" y="104"/>
                      </a:lnTo>
                      <a:lnTo>
                        <a:pt x="84" y="0"/>
                      </a:ln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81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2" name="Freeform 1695">
                  <a:extLst>
                    <a:ext uri="{FF2B5EF4-FFF2-40B4-BE49-F238E27FC236}">
                      <a16:creationId xmlns:a16="http://schemas.microsoft.com/office/drawing/2014/main" id="{DAE98AF6-F033-C4CA-2B4E-07397AA272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3" y="1763"/>
                  <a:ext cx="28" cy="28"/>
                </a:xfrm>
                <a:custGeom>
                  <a:avLst/>
                  <a:gdLst>
                    <a:gd name="T0" fmla="*/ 0 w 166"/>
                    <a:gd name="T1" fmla="*/ 0 h 170"/>
                    <a:gd name="T2" fmla="*/ 0 w 166"/>
                    <a:gd name="T3" fmla="*/ 0 h 170"/>
                    <a:gd name="T4" fmla="*/ 0 w 166"/>
                    <a:gd name="T5" fmla="*/ 0 h 170"/>
                    <a:gd name="T6" fmla="*/ 0 w 166"/>
                    <a:gd name="T7" fmla="*/ 0 h 170"/>
                    <a:gd name="T8" fmla="*/ 0 w 166"/>
                    <a:gd name="T9" fmla="*/ 0 h 170"/>
                    <a:gd name="T10" fmla="*/ 0 w 166"/>
                    <a:gd name="T11" fmla="*/ 0 h 170"/>
                    <a:gd name="T12" fmla="*/ 0 w 166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6"/>
                    <a:gd name="T22" fmla="*/ 0 h 170"/>
                    <a:gd name="T23" fmla="*/ 166 w 166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6" h="170">
                      <a:moveTo>
                        <a:pt x="81" y="170"/>
                      </a:moveTo>
                      <a:lnTo>
                        <a:pt x="124" y="137"/>
                      </a:lnTo>
                      <a:lnTo>
                        <a:pt x="166" y="104"/>
                      </a:lnTo>
                      <a:lnTo>
                        <a:pt x="84" y="0"/>
                      </a:ln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81" y="1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3" name="Freeform 1696">
                  <a:extLst>
                    <a:ext uri="{FF2B5EF4-FFF2-40B4-BE49-F238E27FC236}">
                      <a16:creationId xmlns:a16="http://schemas.microsoft.com/office/drawing/2014/main" id="{51349FDC-5410-7D7A-3925-C74DB0F0A7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0" y="1762"/>
                  <a:ext cx="7" cy="6"/>
                </a:xfrm>
                <a:custGeom>
                  <a:avLst/>
                  <a:gdLst>
                    <a:gd name="T0" fmla="*/ 0 w 42"/>
                    <a:gd name="T1" fmla="*/ 0 h 36"/>
                    <a:gd name="T2" fmla="*/ 0 w 42"/>
                    <a:gd name="T3" fmla="*/ 0 h 36"/>
                    <a:gd name="T4" fmla="*/ 0 w 42"/>
                    <a:gd name="T5" fmla="*/ 0 h 36"/>
                    <a:gd name="T6" fmla="*/ 0 w 42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6"/>
                    <a:gd name="T14" fmla="*/ 42 w 42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6">
                      <a:moveTo>
                        <a:pt x="0" y="36"/>
                      </a:moveTo>
                      <a:lnTo>
                        <a:pt x="42" y="4"/>
                      </a:lnTo>
                      <a:lnTo>
                        <a:pt x="39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4" name="Line 1697">
                  <a:extLst>
                    <a:ext uri="{FF2B5EF4-FFF2-40B4-BE49-F238E27FC236}">
                      <a16:creationId xmlns:a16="http://schemas.microsoft.com/office/drawing/2014/main" id="{F6034404-0A85-2505-0AF9-5423DDA8EE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47" y="176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5" name="Freeform 1698">
                  <a:extLst>
                    <a:ext uri="{FF2B5EF4-FFF2-40B4-BE49-F238E27FC236}">
                      <a16:creationId xmlns:a16="http://schemas.microsoft.com/office/drawing/2014/main" id="{A5363AB9-B980-4652-6C3F-A478756677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9" y="1746"/>
                  <a:ext cx="28" cy="28"/>
                </a:xfrm>
                <a:custGeom>
                  <a:avLst/>
                  <a:gdLst>
                    <a:gd name="T0" fmla="*/ 0 w 168"/>
                    <a:gd name="T1" fmla="*/ 0 h 170"/>
                    <a:gd name="T2" fmla="*/ 0 w 168"/>
                    <a:gd name="T3" fmla="*/ 0 h 170"/>
                    <a:gd name="T4" fmla="*/ 0 w 168"/>
                    <a:gd name="T5" fmla="*/ 0 h 170"/>
                    <a:gd name="T6" fmla="*/ 0 w 168"/>
                    <a:gd name="T7" fmla="*/ 0 h 170"/>
                    <a:gd name="T8" fmla="*/ 0 w 168"/>
                    <a:gd name="T9" fmla="*/ 0 h 170"/>
                    <a:gd name="T10" fmla="*/ 0 w 168"/>
                    <a:gd name="T11" fmla="*/ 0 h 170"/>
                    <a:gd name="T12" fmla="*/ 0 w 168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70"/>
                    <a:gd name="T23" fmla="*/ 168 w 168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70">
                      <a:moveTo>
                        <a:pt x="90" y="170"/>
                      </a:moveTo>
                      <a:lnTo>
                        <a:pt x="129" y="134"/>
                      </a:lnTo>
                      <a:lnTo>
                        <a:pt x="168" y="98"/>
                      </a:lnTo>
                      <a:lnTo>
                        <a:pt x="78" y="0"/>
                      </a:lnTo>
                      <a:lnTo>
                        <a:pt x="39" y="36"/>
                      </a:lnTo>
                      <a:lnTo>
                        <a:pt x="0" y="72"/>
                      </a:lnTo>
                      <a:lnTo>
                        <a:pt x="90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6" name="Freeform 1699">
                  <a:extLst>
                    <a:ext uri="{FF2B5EF4-FFF2-40B4-BE49-F238E27FC236}">
                      <a16:creationId xmlns:a16="http://schemas.microsoft.com/office/drawing/2014/main" id="{079F7BE2-38B3-785A-0011-A2D3E5DE5C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9" y="1746"/>
                  <a:ext cx="28" cy="28"/>
                </a:xfrm>
                <a:custGeom>
                  <a:avLst/>
                  <a:gdLst>
                    <a:gd name="T0" fmla="*/ 0 w 168"/>
                    <a:gd name="T1" fmla="*/ 0 h 170"/>
                    <a:gd name="T2" fmla="*/ 0 w 168"/>
                    <a:gd name="T3" fmla="*/ 0 h 170"/>
                    <a:gd name="T4" fmla="*/ 0 w 168"/>
                    <a:gd name="T5" fmla="*/ 0 h 170"/>
                    <a:gd name="T6" fmla="*/ 0 w 168"/>
                    <a:gd name="T7" fmla="*/ 0 h 170"/>
                    <a:gd name="T8" fmla="*/ 0 w 168"/>
                    <a:gd name="T9" fmla="*/ 0 h 170"/>
                    <a:gd name="T10" fmla="*/ 0 w 168"/>
                    <a:gd name="T11" fmla="*/ 0 h 170"/>
                    <a:gd name="T12" fmla="*/ 0 w 168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70"/>
                    <a:gd name="T23" fmla="*/ 168 w 168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70">
                      <a:moveTo>
                        <a:pt x="90" y="170"/>
                      </a:moveTo>
                      <a:lnTo>
                        <a:pt x="129" y="134"/>
                      </a:lnTo>
                      <a:lnTo>
                        <a:pt x="168" y="98"/>
                      </a:lnTo>
                      <a:lnTo>
                        <a:pt x="78" y="0"/>
                      </a:lnTo>
                      <a:lnTo>
                        <a:pt x="39" y="36"/>
                      </a:lnTo>
                      <a:lnTo>
                        <a:pt x="0" y="72"/>
                      </a:lnTo>
                      <a:lnTo>
                        <a:pt x="90" y="1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7" name="Freeform 1700">
                  <a:extLst>
                    <a:ext uri="{FF2B5EF4-FFF2-40B4-BE49-F238E27FC236}">
                      <a16:creationId xmlns:a16="http://schemas.microsoft.com/office/drawing/2014/main" id="{F742D856-BE66-BE70-00F8-1EC3C83760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5" y="1745"/>
                  <a:ext cx="7" cy="7"/>
                </a:xfrm>
                <a:custGeom>
                  <a:avLst/>
                  <a:gdLst>
                    <a:gd name="T0" fmla="*/ 0 w 39"/>
                    <a:gd name="T1" fmla="*/ 0 h 39"/>
                    <a:gd name="T2" fmla="*/ 0 w 39"/>
                    <a:gd name="T3" fmla="*/ 0 h 39"/>
                    <a:gd name="T4" fmla="*/ 0 w 39"/>
                    <a:gd name="T5" fmla="*/ 0 h 39"/>
                    <a:gd name="T6" fmla="*/ 0 w 39"/>
                    <a:gd name="T7" fmla="*/ 0 h 3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9"/>
                    <a:gd name="T13" fmla="*/ 0 h 39"/>
                    <a:gd name="T14" fmla="*/ 39 w 39"/>
                    <a:gd name="T15" fmla="*/ 39 h 3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9" h="39">
                      <a:moveTo>
                        <a:pt x="0" y="39"/>
                      </a:moveTo>
                      <a:lnTo>
                        <a:pt x="39" y="3"/>
                      </a:lnTo>
                      <a:lnTo>
                        <a:pt x="36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8" name="Line 1701">
                  <a:extLst>
                    <a:ext uri="{FF2B5EF4-FFF2-40B4-BE49-F238E27FC236}">
                      <a16:creationId xmlns:a16="http://schemas.microsoft.com/office/drawing/2014/main" id="{63702B8C-504E-8B43-F63B-16054A4EF7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31" y="17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89" name="Freeform 1702">
                  <a:extLst>
                    <a:ext uri="{FF2B5EF4-FFF2-40B4-BE49-F238E27FC236}">
                      <a16:creationId xmlns:a16="http://schemas.microsoft.com/office/drawing/2014/main" id="{C4206401-AF37-9E0A-870A-DA7E053CE5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3" y="1730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97" y="168"/>
                      </a:moveTo>
                      <a:lnTo>
                        <a:pt x="133" y="129"/>
                      </a:lnTo>
                      <a:lnTo>
                        <a:pt x="169" y="90"/>
                      </a:lnTo>
                      <a:lnTo>
                        <a:pt x="72" y="0"/>
                      </a:lnTo>
                      <a:lnTo>
                        <a:pt x="36" y="39"/>
                      </a:lnTo>
                      <a:lnTo>
                        <a:pt x="0" y="78"/>
                      </a:lnTo>
                      <a:lnTo>
                        <a:pt x="97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0" name="Freeform 1703">
                  <a:extLst>
                    <a:ext uri="{FF2B5EF4-FFF2-40B4-BE49-F238E27FC236}">
                      <a16:creationId xmlns:a16="http://schemas.microsoft.com/office/drawing/2014/main" id="{8A25C9D0-8881-F678-0A59-5B5F21F614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3" y="1730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97" y="168"/>
                      </a:moveTo>
                      <a:lnTo>
                        <a:pt x="133" y="129"/>
                      </a:lnTo>
                      <a:lnTo>
                        <a:pt x="169" y="90"/>
                      </a:lnTo>
                      <a:lnTo>
                        <a:pt x="72" y="0"/>
                      </a:lnTo>
                      <a:lnTo>
                        <a:pt x="36" y="39"/>
                      </a:lnTo>
                      <a:lnTo>
                        <a:pt x="0" y="78"/>
                      </a:lnTo>
                      <a:lnTo>
                        <a:pt x="97" y="16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1" name="Freeform 1704">
                  <a:extLst>
                    <a:ext uri="{FF2B5EF4-FFF2-40B4-BE49-F238E27FC236}">
                      <a16:creationId xmlns:a16="http://schemas.microsoft.com/office/drawing/2014/main" id="{8797CB34-E3C1-4E15-DC4E-E15C6E17EE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9" y="1730"/>
                  <a:ext cx="6" cy="7"/>
                </a:xfrm>
                <a:custGeom>
                  <a:avLst/>
                  <a:gdLst>
                    <a:gd name="T0" fmla="*/ 0 w 36"/>
                    <a:gd name="T1" fmla="*/ 0 h 42"/>
                    <a:gd name="T2" fmla="*/ 0 w 36"/>
                    <a:gd name="T3" fmla="*/ 0 h 42"/>
                    <a:gd name="T4" fmla="*/ 0 w 36"/>
                    <a:gd name="T5" fmla="*/ 0 h 42"/>
                    <a:gd name="T6" fmla="*/ 0 w 36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2"/>
                    <a:gd name="T14" fmla="*/ 36 w 36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2">
                      <a:moveTo>
                        <a:pt x="0" y="42"/>
                      </a:moveTo>
                      <a:lnTo>
                        <a:pt x="36" y="3"/>
                      </a:lnTo>
                      <a:lnTo>
                        <a:pt x="32" y="0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2" name="Line 1705">
                  <a:extLst>
                    <a:ext uri="{FF2B5EF4-FFF2-40B4-BE49-F238E27FC236}">
                      <a16:creationId xmlns:a16="http://schemas.microsoft.com/office/drawing/2014/main" id="{1A93E535-E7D9-F6DE-5E76-1BE884540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5014" y="17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3" name="Freeform 1706">
                  <a:extLst>
                    <a:ext uri="{FF2B5EF4-FFF2-40B4-BE49-F238E27FC236}">
                      <a16:creationId xmlns:a16="http://schemas.microsoft.com/office/drawing/2014/main" id="{867D5490-3BA5-0839-9B33-F3295172C1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6" y="1716"/>
                  <a:ext cx="28" cy="28"/>
                </a:xfrm>
                <a:custGeom>
                  <a:avLst/>
                  <a:gdLst>
                    <a:gd name="T0" fmla="*/ 0 w 170"/>
                    <a:gd name="T1" fmla="*/ 0 h 166"/>
                    <a:gd name="T2" fmla="*/ 0 w 170"/>
                    <a:gd name="T3" fmla="*/ 0 h 166"/>
                    <a:gd name="T4" fmla="*/ 0 w 170"/>
                    <a:gd name="T5" fmla="*/ 0 h 166"/>
                    <a:gd name="T6" fmla="*/ 0 w 170"/>
                    <a:gd name="T7" fmla="*/ 0 h 166"/>
                    <a:gd name="T8" fmla="*/ 0 w 170"/>
                    <a:gd name="T9" fmla="*/ 0 h 166"/>
                    <a:gd name="T10" fmla="*/ 0 w 170"/>
                    <a:gd name="T11" fmla="*/ 0 h 166"/>
                    <a:gd name="T12" fmla="*/ 0 w 170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6"/>
                    <a:gd name="T23" fmla="*/ 170 w 170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6">
                      <a:moveTo>
                        <a:pt x="105" y="166"/>
                      </a:moveTo>
                      <a:lnTo>
                        <a:pt x="138" y="124"/>
                      </a:lnTo>
                      <a:lnTo>
                        <a:pt x="170" y="82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5"/>
                      </a:lnTo>
                      <a:lnTo>
                        <a:pt x="105" y="1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4" name="Freeform 1707">
                  <a:extLst>
                    <a:ext uri="{FF2B5EF4-FFF2-40B4-BE49-F238E27FC236}">
                      <a16:creationId xmlns:a16="http://schemas.microsoft.com/office/drawing/2014/main" id="{9FBA96F5-CF33-85AE-A50F-835E305DB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6" y="1716"/>
                  <a:ext cx="28" cy="28"/>
                </a:xfrm>
                <a:custGeom>
                  <a:avLst/>
                  <a:gdLst>
                    <a:gd name="T0" fmla="*/ 0 w 170"/>
                    <a:gd name="T1" fmla="*/ 0 h 166"/>
                    <a:gd name="T2" fmla="*/ 0 w 170"/>
                    <a:gd name="T3" fmla="*/ 0 h 166"/>
                    <a:gd name="T4" fmla="*/ 0 w 170"/>
                    <a:gd name="T5" fmla="*/ 0 h 166"/>
                    <a:gd name="T6" fmla="*/ 0 w 170"/>
                    <a:gd name="T7" fmla="*/ 0 h 166"/>
                    <a:gd name="T8" fmla="*/ 0 w 170"/>
                    <a:gd name="T9" fmla="*/ 0 h 166"/>
                    <a:gd name="T10" fmla="*/ 0 w 170"/>
                    <a:gd name="T11" fmla="*/ 0 h 166"/>
                    <a:gd name="T12" fmla="*/ 0 w 170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6"/>
                    <a:gd name="T23" fmla="*/ 170 w 170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6">
                      <a:moveTo>
                        <a:pt x="105" y="166"/>
                      </a:moveTo>
                      <a:lnTo>
                        <a:pt x="138" y="124"/>
                      </a:lnTo>
                      <a:lnTo>
                        <a:pt x="170" y="82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5"/>
                      </a:lnTo>
                      <a:lnTo>
                        <a:pt x="105" y="16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5" name="Freeform 1708">
                  <a:extLst>
                    <a:ext uri="{FF2B5EF4-FFF2-40B4-BE49-F238E27FC236}">
                      <a16:creationId xmlns:a16="http://schemas.microsoft.com/office/drawing/2014/main" id="{3EBB0E5D-60CC-5D8C-BFBC-CEA6781DAB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91" y="1716"/>
                  <a:ext cx="6" cy="7"/>
                </a:xfrm>
                <a:custGeom>
                  <a:avLst/>
                  <a:gdLst>
                    <a:gd name="T0" fmla="*/ 0 w 33"/>
                    <a:gd name="T1" fmla="*/ 0 h 44"/>
                    <a:gd name="T2" fmla="*/ 0 w 33"/>
                    <a:gd name="T3" fmla="*/ 0 h 44"/>
                    <a:gd name="T4" fmla="*/ 0 w 33"/>
                    <a:gd name="T5" fmla="*/ 0 h 44"/>
                    <a:gd name="T6" fmla="*/ 0 w 33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4"/>
                    <a:gd name="T14" fmla="*/ 33 w 33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4">
                      <a:moveTo>
                        <a:pt x="0" y="44"/>
                      </a:moveTo>
                      <a:lnTo>
                        <a:pt x="33" y="2"/>
                      </a:lnTo>
                      <a:lnTo>
                        <a:pt x="29" y="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6" name="Line 1709">
                  <a:extLst>
                    <a:ext uri="{FF2B5EF4-FFF2-40B4-BE49-F238E27FC236}">
                      <a16:creationId xmlns:a16="http://schemas.microsoft.com/office/drawing/2014/main" id="{51A2D303-F16C-158B-6E78-CCAE69C346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96" y="171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7" name="Freeform 1710">
                  <a:extLst>
                    <a:ext uri="{FF2B5EF4-FFF2-40B4-BE49-F238E27FC236}">
                      <a16:creationId xmlns:a16="http://schemas.microsoft.com/office/drawing/2014/main" id="{51B22AF4-21F4-61A1-FBFB-817DA4A010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1703"/>
                  <a:ext cx="28" cy="27"/>
                </a:xfrm>
                <a:custGeom>
                  <a:avLst/>
                  <a:gdLst>
                    <a:gd name="T0" fmla="*/ 0 w 170"/>
                    <a:gd name="T1" fmla="*/ 0 h 162"/>
                    <a:gd name="T2" fmla="*/ 0 w 170"/>
                    <a:gd name="T3" fmla="*/ 0 h 162"/>
                    <a:gd name="T4" fmla="*/ 0 w 170"/>
                    <a:gd name="T5" fmla="*/ 0 h 162"/>
                    <a:gd name="T6" fmla="*/ 0 w 170"/>
                    <a:gd name="T7" fmla="*/ 0 h 162"/>
                    <a:gd name="T8" fmla="*/ 0 w 170"/>
                    <a:gd name="T9" fmla="*/ 0 h 162"/>
                    <a:gd name="T10" fmla="*/ 0 w 170"/>
                    <a:gd name="T11" fmla="*/ 0 h 162"/>
                    <a:gd name="T12" fmla="*/ 0 w 170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2"/>
                    <a:gd name="T23" fmla="*/ 170 w 170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2">
                      <a:moveTo>
                        <a:pt x="111" y="162"/>
                      </a:moveTo>
                      <a:lnTo>
                        <a:pt x="141" y="117"/>
                      </a:lnTo>
                      <a:lnTo>
                        <a:pt x="170" y="73"/>
                      </a:lnTo>
                      <a:lnTo>
                        <a:pt x="59" y="0"/>
                      </a:lnTo>
                      <a:lnTo>
                        <a:pt x="30" y="44"/>
                      </a:lnTo>
                      <a:lnTo>
                        <a:pt x="0" y="89"/>
                      </a:lnTo>
                      <a:lnTo>
                        <a:pt x="111" y="1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8" name="Freeform 1711">
                  <a:extLst>
                    <a:ext uri="{FF2B5EF4-FFF2-40B4-BE49-F238E27FC236}">
                      <a16:creationId xmlns:a16="http://schemas.microsoft.com/office/drawing/2014/main" id="{A4FBE6E4-2527-98FB-D82F-3A1C448202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1703"/>
                  <a:ext cx="28" cy="27"/>
                </a:xfrm>
                <a:custGeom>
                  <a:avLst/>
                  <a:gdLst>
                    <a:gd name="T0" fmla="*/ 0 w 170"/>
                    <a:gd name="T1" fmla="*/ 0 h 162"/>
                    <a:gd name="T2" fmla="*/ 0 w 170"/>
                    <a:gd name="T3" fmla="*/ 0 h 162"/>
                    <a:gd name="T4" fmla="*/ 0 w 170"/>
                    <a:gd name="T5" fmla="*/ 0 h 162"/>
                    <a:gd name="T6" fmla="*/ 0 w 170"/>
                    <a:gd name="T7" fmla="*/ 0 h 162"/>
                    <a:gd name="T8" fmla="*/ 0 w 170"/>
                    <a:gd name="T9" fmla="*/ 0 h 162"/>
                    <a:gd name="T10" fmla="*/ 0 w 170"/>
                    <a:gd name="T11" fmla="*/ 0 h 162"/>
                    <a:gd name="T12" fmla="*/ 0 w 170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2"/>
                    <a:gd name="T23" fmla="*/ 170 w 170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2">
                      <a:moveTo>
                        <a:pt x="111" y="162"/>
                      </a:moveTo>
                      <a:lnTo>
                        <a:pt x="141" y="117"/>
                      </a:lnTo>
                      <a:lnTo>
                        <a:pt x="170" y="73"/>
                      </a:lnTo>
                      <a:lnTo>
                        <a:pt x="59" y="0"/>
                      </a:lnTo>
                      <a:lnTo>
                        <a:pt x="30" y="44"/>
                      </a:lnTo>
                      <a:lnTo>
                        <a:pt x="0" y="89"/>
                      </a:lnTo>
                      <a:lnTo>
                        <a:pt x="111" y="16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99" name="Freeform 1712">
                  <a:extLst>
                    <a:ext uri="{FF2B5EF4-FFF2-40B4-BE49-F238E27FC236}">
                      <a16:creationId xmlns:a16="http://schemas.microsoft.com/office/drawing/2014/main" id="{CD2EDE2C-A175-254A-0254-7EA3330490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3" y="1703"/>
                  <a:ext cx="5" cy="8"/>
                </a:xfrm>
                <a:custGeom>
                  <a:avLst/>
                  <a:gdLst>
                    <a:gd name="T0" fmla="*/ 0 w 29"/>
                    <a:gd name="T1" fmla="*/ 0 h 47"/>
                    <a:gd name="T2" fmla="*/ 0 w 29"/>
                    <a:gd name="T3" fmla="*/ 0 h 47"/>
                    <a:gd name="T4" fmla="*/ 0 w 29"/>
                    <a:gd name="T5" fmla="*/ 0 h 47"/>
                    <a:gd name="T6" fmla="*/ 0 w 29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"/>
                    <a:gd name="T13" fmla="*/ 0 h 47"/>
                    <a:gd name="T14" fmla="*/ 29 w 29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" h="47">
                      <a:moveTo>
                        <a:pt x="0" y="47"/>
                      </a:moveTo>
                      <a:lnTo>
                        <a:pt x="29" y="3"/>
                      </a:lnTo>
                      <a:lnTo>
                        <a:pt x="25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0" name="Line 1713">
                  <a:extLst>
                    <a:ext uri="{FF2B5EF4-FFF2-40B4-BE49-F238E27FC236}">
                      <a16:creationId xmlns:a16="http://schemas.microsoft.com/office/drawing/2014/main" id="{9D3D7B37-C1F2-82F2-3FE4-989E9F7916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77" y="17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1" name="Freeform 1714">
                  <a:extLst>
                    <a:ext uri="{FF2B5EF4-FFF2-40B4-BE49-F238E27FC236}">
                      <a16:creationId xmlns:a16="http://schemas.microsoft.com/office/drawing/2014/main" id="{EAB4E540-EA41-0D74-A960-B5FF310A20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9" y="1693"/>
                  <a:ext cx="28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17" y="158"/>
                      </a:moveTo>
                      <a:lnTo>
                        <a:pt x="143" y="110"/>
                      </a:lnTo>
                      <a:lnTo>
                        <a:pt x="168" y="63"/>
                      </a:lnTo>
                      <a:lnTo>
                        <a:pt x="51" y="0"/>
                      </a:lnTo>
                      <a:lnTo>
                        <a:pt x="25" y="48"/>
                      </a:lnTo>
                      <a:lnTo>
                        <a:pt x="0" y="95"/>
                      </a:lnTo>
                      <a:lnTo>
                        <a:pt x="117" y="1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2" name="Freeform 1715">
                  <a:extLst>
                    <a:ext uri="{FF2B5EF4-FFF2-40B4-BE49-F238E27FC236}">
                      <a16:creationId xmlns:a16="http://schemas.microsoft.com/office/drawing/2014/main" id="{3FA07616-2632-2E11-0844-4AB8FF16DE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9" y="1693"/>
                  <a:ext cx="28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17" y="158"/>
                      </a:moveTo>
                      <a:lnTo>
                        <a:pt x="143" y="110"/>
                      </a:lnTo>
                      <a:lnTo>
                        <a:pt x="168" y="63"/>
                      </a:lnTo>
                      <a:lnTo>
                        <a:pt x="51" y="0"/>
                      </a:lnTo>
                      <a:lnTo>
                        <a:pt x="25" y="48"/>
                      </a:lnTo>
                      <a:lnTo>
                        <a:pt x="0" y="95"/>
                      </a:lnTo>
                      <a:lnTo>
                        <a:pt x="117" y="15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3" name="Freeform 1716">
                  <a:extLst>
                    <a:ext uri="{FF2B5EF4-FFF2-40B4-BE49-F238E27FC236}">
                      <a16:creationId xmlns:a16="http://schemas.microsoft.com/office/drawing/2014/main" id="{C1A3BC65-2555-E372-9FD7-2EFF2A9BC5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3" y="1692"/>
                  <a:ext cx="5" cy="8"/>
                </a:xfrm>
                <a:custGeom>
                  <a:avLst/>
                  <a:gdLst>
                    <a:gd name="T0" fmla="*/ 0 w 26"/>
                    <a:gd name="T1" fmla="*/ 0 h 49"/>
                    <a:gd name="T2" fmla="*/ 0 w 26"/>
                    <a:gd name="T3" fmla="*/ 0 h 49"/>
                    <a:gd name="T4" fmla="*/ 0 w 26"/>
                    <a:gd name="T5" fmla="*/ 0 h 49"/>
                    <a:gd name="T6" fmla="*/ 0 w 26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49"/>
                    <a:gd name="T14" fmla="*/ 26 w 26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49">
                      <a:moveTo>
                        <a:pt x="0" y="49"/>
                      </a:moveTo>
                      <a:lnTo>
                        <a:pt x="26" y="1"/>
                      </a:lnTo>
                      <a:lnTo>
                        <a:pt x="21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4" name="Line 1717">
                  <a:extLst>
                    <a:ext uri="{FF2B5EF4-FFF2-40B4-BE49-F238E27FC236}">
                      <a16:creationId xmlns:a16="http://schemas.microsoft.com/office/drawing/2014/main" id="{4ED902DB-A54C-E61E-4199-52C468ABBF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57" y="16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5" name="Freeform 1718">
                  <a:extLst>
                    <a:ext uri="{FF2B5EF4-FFF2-40B4-BE49-F238E27FC236}">
                      <a16:creationId xmlns:a16="http://schemas.microsoft.com/office/drawing/2014/main" id="{AB040ADA-41CA-AAB6-985B-DB5D71026A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0" y="1684"/>
                  <a:ext cx="27" cy="25"/>
                </a:xfrm>
                <a:custGeom>
                  <a:avLst/>
                  <a:gdLst>
                    <a:gd name="T0" fmla="*/ 0 w 164"/>
                    <a:gd name="T1" fmla="*/ 0 h 151"/>
                    <a:gd name="T2" fmla="*/ 0 w 164"/>
                    <a:gd name="T3" fmla="*/ 0 h 151"/>
                    <a:gd name="T4" fmla="*/ 0 w 164"/>
                    <a:gd name="T5" fmla="*/ 0 h 151"/>
                    <a:gd name="T6" fmla="*/ 0 w 164"/>
                    <a:gd name="T7" fmla="*/ 0 h 151"/>
                    <a:gd name="T8" fmla="*/ 0 w 164"/>
                    <a:gd name="T9" fmla="*/ 0 h 151"/>
                    <a:gd name="T10" fmla="*/ 0 w 164"/>
                    <a:gd name="T11" fmla="*/ 0 h 151"/>
                    <a:gd name="T12" fmla="*/ 0 w 164"/>
                    <a:gd name="T13" fmla="*/ 0 h 15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51"/>
                    <a:gd name="T23" fmla="*/ 164 w 164"/>
                    <a:gd name="T24" fmla="*/ 151 h 15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51">
                      <a:moveTo>
                        <a:pt x="122" y="151"/>
                      </a:moveTo>
                      <a:lnTo>
                        <a:pt x="143" y="102"/>
                      </a:lnTo>
                      <a:lnTo>
                        <a:pt x="164" y="53"/>
                      </a:lnTo>
                      <a:lnTo>
                        <a:pt x="43" y="0"/>
                      </a:lnTo>
                      <a:lnTo>
                        <a:pt x="21" y="49"/>
                      </a:lnTo>
                      <a:lnTo>
                        <a:pt x="0" y="98"/>
                      </a:lnTo>
                      <a:lnTo>
                        <a:pt x="122" y="1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6" name="Freeform 1719">
                  <a:extLst>
                    <a:ext uri="{FF2B5EF4-FFF2-40B4-BE49-F238E27FC236}">
                      <a16:creationId xmlns:a16="http://schemas.microsoft.com/office/drawing/2014/main" id="{1F95930B-40D7-6686-B3F7-2727837BC7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0" y="1684"/>
                  <a:ext cx="27" cy="25"/>
                </a:xfrm>
                <a:custGeom>
                  <a:avLst/>
                  <a:gdLst>
                    <a:gd name="T0" fmla="*/ 0 w 164"/>
                    <a:gd name="T1" fmla="*/ 0 h 151"/>
                    <a:gd name="T2" fmla="*/ 0 w 164"/>
                    <a:gd name="T3" fmla="*/ 0 h 151"/>
                    <a:gd name="T4" fmla="*/ 0 w 164"/>
                    <a:gd name="T5" fmla="*/ 0 h 151"/>
                    <a:gd name="T6" fmla="*/ 0 w 164"/>
                    <a:gd name="T7" fmla="*/ 0 h 151"/>
                    <a:gd name="T8" fmla="*/ 0 w 164"/>
                    <a:gd name="T9" fmla="*/ 0 h 151"/>
                    <a:gd name="T10" fmla="*/ 0 w 164"/>
                    <a:gd name="T11" fmla="*/ 0 h 151"/>
                    <a:gd name="T12" fmla="*/ 0 w 164"/>
                    <a:gd name="T13" fmla="*/ 0 h 15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51"/>
                    <a:gd name="T23" fmla="*/ 164 w 164"/>
                    <a:gd name="T24" fmla="*/ 151 h 15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51">
                      <a:moveTo>
                        <a:pt x="122" y="151"/>
                      </a:moveTo>
                      <a:lnTo>
                        <a:pt x="143" y="102"/>
                      </a:lnTo>
                      <a:lnTo>
                        <a:pt x="164" y="53"/>
                      </a:lnTo>
                      <a:lnTo>
                        <a:pt x="43" y="0"/>
                      </a:lnTo>
                      <a:lnTo>
                        <a:pt x="21" y="49"/>
                      </a:lnTo>
                      <a:lnTo>
                        <a:pt x="0" y="98"/>
                      </a:lnTo>
                      <a:lnTo>
                        <a:pt x="122" y="1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7" name="Freeform 1720">
                  <a:extLst>
                    <a:ext uri="{FF2B5EF4-FFF2-40B4-BE49-F238E27FC236}">
                      <a16:creationId xmlns:a16="http://schemas.microsoft.com/office/drawing/2014/main" id="{05A41960-D4F1-4C8F-B436-8F53EFF8D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1683"/>
                  <a:ext cx="4" cy="9"/>
                </a:xfrm>
                <a:custGeom>
                  <a:avLst/>
                  <a:gdLst>
                    <a:gd name="T0" fmla="*/ 0 w 22"/>
                    <a:gd name="T1" fmla="*/ 0 h 51"/>
                    <a:gd name="T2" fmla="*/ 0 w 22"/>
                    <a:gd name="T3" fmla="*/ 0 h 51"/>
                    <a:gd name="T4" fmla="*/ 0 w 22"/>
                    <a:gd name="T5" fmla="*/ 0 h 51"/>
                    <a:gd name="T6" fmla="*/ 0 w 22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"/>
                    <a:gd name="T13" fmla="*/ 0 h 51"/>
                    <a:gd name="T14" fmla="*/ 22 w 22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" h="51">
                      <a:moveTo>
                        <a:pt x="0" y="51"/>
                      </a:moveTo>
                      <a:lnTo>
                        <a:pt x="22" y="2"/>
                      </a:lnTo>
                      <a:lnTo>
                        <a:pt x="17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8" name="Line 1721">
                  <a:extLst>
                    <a:ext uri="{FF2B5EF4-FFF2-40B4-BE49-F238E27FC236}">
                      <a16:creationId xmlns:a16="http://schemas.microsoft.com/office/drawing/2014/main" id="{6E06BB51-5D4E-792F-9848-AAE5A754F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36" y="16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9" name="Freeform 1722">
                  <a:extLst>
                    <a:ext uri="{FF2B5EF4-FFF2-40B4-BE49-F238E27FC236}">
                      <a16:creationId xmlns:a16="http://schemas.microsoft.com/office/drawing/2014/main" id="{6D745021-964A-625F-33D8-7F11CC2B90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9" y="1676"/>
                  <a:ext cx="27" cy="24"/>
                </a:xfrm>
                <a:custGeom>
                  <a:avLst/>
                  <a:gdLst>
                    <a:gd name="T0" fmla="*/ 0 w 160"/>
                    <a:gd name="T1" fmla="*/ 0 h 145"/>
                    <a:gd name="T2" fmla="*/ 0 w 160"/>
                    <a:gd name="T3" fmla="*/ 0 h 145"/>
                    <a:gd name="T4" fmla="*/ 0 w 160"/>
                    <a:gd name="T5" fmla="*/ 0 h 145"/>
                    <a:gd name="T6" fmla="*/ 0 w 160"/>
                    <a:gd name="T7" fmla="*/ 0 h 145"/>
                    <a:gd name="T8" fmla="*/ 0 w 160"/>
                    <a:gd name="T9" fmla="*/ 0 h 145"/>
                    <a:gd name="T10" fmla="*/ 0 w 160"/>
                    <a:gd name="T11" fmla="*/ 0 h 145"/>
                    <a:gd name="T12" fmla="*/ 0 w 160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0"/>
                    <a:gd name="T22" fmla="*/ 0 h 145"/>
                    <a:gd name="T23" fmla="*/ 160 w 160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0" h="145">
                      <a:moveTo>
                        <a:pt x="126" y="145"/>
                      </a:moveTo>
                      <a:lnTo>
                        <a:pt x="143" y="94"/>
                      </a:lnTo>
                      <a:lnTo>
                        <a:pt x="160" y="43"/>
                      </a:lnTo>
                      <a:lnTo>
                        <a:pt x="34" y="0"/>
                      </a:lnTo>
                      <a:lnTo>
                        <a:pt x="17" y="50"/>
                      </a:lnTo>
                      <a:lnTo>
                        <a:pt x="0" y="101"/>
                      </a:lnTo>
                      <a:lnTo>
                        <a:pt x="126" y="1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0" name="Freeform 1723">
                  <a:extLst>
                    <a:ext uri="{FF2B5EF4-FFF2-40B4-BE49-F238E27FC236}">
                      <a16:creationId xmlns:a16="http://schemas.microsoft.com/office/drawing/2014/main" id="{17ED5331-6C51-F90C-7EC3-D7A0A1A595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9" y="1676"/>
                  <a:ext cx="27" cy="24"/>
                </a:xfrm>
                <a:custGeom>
                  <a:avLst/>
                  <a:gdLst>
                    <a:gd name="T0" fmla="*/ 0 w 160"/>
                    <a:gd name="T1" fmla="*/ 0 h 145"/>
                    <a:gd name="T2" fmla="*/ 0 w 160"/>
                    <a:gd name="T3" fmla="*/ 0 h 145"/>
                    <a:gd name="T4" fmla="*/ 0 w 160"/>
                    <a:gd name="T5" fmla="*/ 0 h 145"/>
                    <a:gd name="T6" fmla="*/ 0 w 160"/>
                    <a:gd name="T7" fmla="*/ 0 h 145"/>
                    <a:gd name="T8" fmla="*/ 0 w 160"/>
                    <a:gd name="T9" fmla="*/ 0 h 145"/>
                    <a:gd name="T10" fmla="*/ 0 w 160"/>
                    <a:gd name="T11" fmla="*/ 0 h 145"/>
                    <a:gd name="T12" fmla="*/ 0 w 160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0"/>
                    <a:gd name="T22" fmla="*/ 0 h 145"/>
                    <a:gd name="T23" fmla="*/ 160 w 160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0" h="145">
                      <a:moveTo>
                        <a:pt x="126" y="145"/>
                      </a:moveTo>
                      <a:lnTo>
                        <a:pt x="143" y="94"/>
                      </a:lnTo>
                      <a:lnTo>
                        <a:pt x="160" y="43"/>
                      </a:lnTo>
                      <a:lnTo>
                        <a:pt x="34" y="0"/>
                      </a:lnTo>
                      <a:lnTo>
                        <a:pt x="17" y="50"/>
                      </a:lnTo>
                      <a:lnTo>
                        <a:pt x="0" y="101"/>
                      </a:lnTo>
                      <a:lnTo>
                        <a:pt x="126" y="14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1" name="Freeform 1724">
                  <a:extLst>
                    <a:ext uri="{FF2B5EF4-FFF2-40B4-BE49-F238E27FC236}">
                      <a16:creationId xmlns:a16="http://schemas.microsoft.com/office/drawing/2014/main" id="{8FAC78EB-04CF-C51E-6ABB-8812D5F5DD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2" y="1676"/>
                  <a:ext cx="3" cy="8"/>
                </a:xfrm>
                <a:custGeom>
                  <a:avLst/>
                  <a:gdLst>
                    <a:gd name="T0" fmla="*/ 0 w 17"/>
                    <a:gd name="T1" fmla="*/ 0 h 51"/>
                    <a:gd name="T2" fmla="*/ 0 w 17"/>
                    <a:gd name="T3" fmla="*/ 0 h 51"/>
                    <a:gd name="T4" fmla="*/ 0 w 17"/>
                    <a:gd name="T5" fmla="*/ 0 h 51"/>
                    <a:gd name="T6" fmla="*/ 0 w 17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51"/>
                    <a:gd name="T14" fmla="*/ 17 w 17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51">
                      <a:moveTo>
                        <a:pt x="0" y="51"/>
                      </a:moveTo>
                      <a:lnTo>
                        <a:pt x="17" y="1"/>
                      </a:lnTo>
                      <a:lnTo>
                        <a:pt x="13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2" name="Line 1725">
                  <a:extLst>
                    <a:ext uri="{FF2B5EF4-FFF2-40B4-BE49-F238E27FC236}">
                      <a16:creationId xmlns:a16="http://schemas.microsoft.com/office/drawing/2014/main" id="{78979494-D962-4101-B55C-EC270556B5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14" y="16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3" name="Freeform 1726">
                  <a:extLst>
                    <a:ext uri="{FF2B5EF4-FFF2-40B4-BE49-F238E27FC236}">
                      <a16:creationId xmlns:a16="http://schemas.microsoft.com/office/drawing/2014/main" id="{2A81FCE8-F4FE-28CD-623B-94A956CA16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8" y="1670"/>
                  <a:ext cx="26" cy="23"/>
                </a:xfrm>
                <a:custGeom>
                  <a:avLst/>
                  <a:gdLst>
                    <a:gd name="T0" fmla="*/ 0 w 155"/>
                    <a:gd name="T1" fmla="*/ 0 h 135"/>
                    <a:gd name="T2" fmla="*/ 0 w 155"/>
                    <a:gd name="T3" fmla="*/ 0 h 135"/>
                    <a:gd name="T4" fmla="*/ 0 w 155"/>
                    <a:gd name="T5" fmla="*/ 0 h 135"/>
                    <a:gd name="T6" fmla="*/ 0 w 155"/>
                    <a:gd name="T7" fmla="*/ 0 h 135"/>
                    <a:gd name="T8" fmla="*/ 0 w 155"/>
                    <a:gd name="T9" fmla="*/ 0 h 135"/>
                    <a:gd name="T10" fmla="*/ 0 w 155"/>
                    <a:gd name="T11" fmla="*/ 0 h 135"/>
                    <a:gd name="T12" fmla="*/ 0 w 15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5"/>
                    <a:gd name="T23" fmla="*/ 155 w 15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5">
                      <a:moveTo>
                        <a:pt x="130" y="135"/>
                      </a:moveTo>
                      <a:lnTo>
                        <a:pt x="142" y="83"/>
                      </a:lnTo>
                      <a:lnTo>
                        <a:pt x="155" y="32"/>
                      </a:lnTo>
                      <a:lnTo>
                        <a:pt x="26" y="0"/>
                      </a:lnTo>
                      <a:lnTo>
                        <a:pt x="13" y="52"/>
                      </a:lnTo>
                      <a:lnTo>
                        <a:pt x="0" y="104"/>
                      </a:lnTo>
                      <a:lnTo>
                        <a:pt x="130" y="1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4" name="Freeform 1727">
                  <a:extLst>
                    <a:ext uri="{FF2B5EF4-FFF2-40B4-BE49-F238E27FC236}">
                      <a16:creationId xmlns:a16="http://schemas.microsoft.com/office/drawing/2014/main" id="{3708CCF3-4704-43EE-6229-D158259956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8" y="1670"/>
                  <a:ext cx="26" cy="23"/>
                </a:xfrm>
                <a:custGeom>
                  <a:avLst/>
                  <a:gdLst>
                    <a:gd name="T0" fmla="*/ 0 w 155"/>
                    <a:gd name="T1" fmla="*/ 0 h 135"/>
                    <a:gd name="T2" fmla="*/ 0 w 155"/>
                    <a:gd name="T3" fmla="*/ 0 h 135"/>
                    <a:gd name="T4" fmla="*/ 0 w 155"/>
                    <a:gd name="T5" fmla="*/ 0 h 135"/>
                    <a:gd name="T6" fmla="*/ 0 w 155"/>
                    <a:gd name="T7" fmla="*/ 0 h 135"/>
                    <a:gd name="T8" fmla="*/ 0 w 155"/>
                    <a:gd name="T9" fmla="*/ 0 h 135"/>
                    <a:gd name="T10" fmla="*/ 0 w 155"/>
                    <a:gd name="T11" fmla="*/ 0 h 135"/>
                    <a:gd name="T12" fmla="*/ 0 w 15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5"/>
                    <a:gd name="T23" fmla="*/ 155 w 15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5">
                      <a:moveTo>
                        <a:pt x="130" y="135"/>
                      </a:moveTo>
                      <a:lnTo>
                        <a:pt x="142" y="83"/>
                      </a:lnTo>
                      <a:lnTo>
                        <a:pt x="155" y="32"/>
                      </a:lnTo>
                      <a:lnTo>
                        <a:pt x="26" y="0"/>
                      </a:lnTo>
                      <a:lnTo>
                        <a:pt x="13" y="52"/>
                      </a:lnTo>
                      <a:lnTo>
                        <a:pt x="0" y="104"/>
                      </a:lnTo>
                      <a:lnTo>
                        <a:pt x="130" y="13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5" name="Freeform 1728">
                  <a:extLst>
                    <a:ext uri="{FF2B5EF4-FFF2-40B4-BE49-F238E27FC236}">
                      <a16:creationId xmlns:a16="http://schemas.microsoft.com/office/drawing/2014/main" id="{5A4D5E3A-B10C-9D50-B0E1-D2A2245899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1" y="1670"/>
                  <a:ext cx="2" cy="9"/>
                </a:xfrm>
                <a:custGeom>
                  <a:avLst/>
                  <a:gdLst>
                    <a:gd name="T0" fmla="*/ 0 w 13"/>
                    <a:gd name="T1" fmla="*/ 0 h 53"/>
                    <a:gd name="T2" fmla="*/ 0 w 13"/>
                    <a:gd name="T3" fmla="*/ 0 h 53"/>
                    <a:gd name="T4" fmla="*/ 0 w 13"/>
                    <a:gd name="T5" fmla="*/ 0 h 53"/>
                    <a:gd name="T6" fmla="*/ 0 w 13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"/>
                    <a:gd name="T13" fmla="*/ 0 h 53"/>
                    <a:gd name="T14" fmla="*/ 13 w 13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" h="53">
                      <a:moveTo>
                        <a:pt x="0" y="53"/>
                      </a:moveTo>
                      <a:lnTo>
                        <a:pt x="13" y="1"/>
                      </a:lnTo>
                      <a:lnTo>
                        <a:pt x="9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6" name="Line 1729">
                  <a:extLst>
                    <a:ext uri="{FF2B5EF4-FFF2-40B4-BE49-F238E27FC236}">
                      <a16:creationId xmlns:a16="http://schemas.microsoft.com/office/drawing/2014/main" id="{C5E9C617-2235-53C8-7D1D-59D65760A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892" y="167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7" name="Freeform 1730">
                  <a:extLst>
                    <a:ext uri="{FF2B5EF4-FFF2-40B4-BE49-F238E27FC236}">
                      <a16:creationId xmlns:a16="http://schemas.microsoft.com/office/drawing/2014/main" id="{B874A847-970E-2A3B-F3CB-AC9D5A27F6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7" y="1667"/>
                  <a:ext cx="25" cy="21"/>
                </a:xfrm>
                <a:custGeom>
                  <a:avLst/>
                  <a:gdLst>
                    <a:gd name="T0" fmla="*/ 0 w 149"/>
                    <a:gd name="T1" fmla="*/ 0 h 127"/>
                    <a:gd name="T2" fmla="*/ 0 w 149"/>
                    <a:gd name="T3" fmla="*/ 0 h 127"/>
                    <a:gd name="T4" fmla="*/ 0 w 149"/>
                    <a:gd name="T5" fmla="*/ 0 h 127"/>
                    <a:gd name="T6" fmla="*/ 0 w 149"/>
                    <a:gd name="T7" fmla="*/ 0 h 127"/>
                    <a:gd name="T8" fmla="*/ 0 w 149"/>
                    <a:gd name="T9" fmla="*/ 0 h 127"/>
                    <a:gd name="T10" fmla="*/ 0 w 149"/>
                    <a:gd name="T11" fmla="*/ 0 h 127"/>
                    <a:gd name="T12" fmla="*/ 0 w 149"/>
                    <a:gd name="T13" fmla="*/ 0 h 12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27"/>
                    <a:gd name="T23" fmla="*/ 149 w 149"/>
                    <a:gd name="T24" fmla="*/ 127 h 12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27">
                      <a:moveTo>
                        <a:pt x="132" y="127"/>
                      </a:moveTo>
                      <a:lnTo>
                        <a:pt x="140" y="74"/>
                      </a:lnTo>
                      <a:lnTo>
                        <a:pt x="149" y="21"/>
                      </a:lnTo>
                      <a:lnTo>
                        <a:pt x="17" y="0"/>
                      </a:lnTo>
                      <a:lnTo>
                        <a:pt x="9" y="53"/>
                      </a:lnTo>
                      <a:lnTo>
                        <a:pt x="0" y="105"/>
                      </a:lnTo>
                      <a:lnTo>
                        <a:pt x="132" y="1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8" name="Freeform 1731">
                  <a:extLst>
                    <a:ext uri="{FF2B5EF4-FFF2-40B4-BE49-F238E27FC236}">
                      <a16:creationId xmlns:a16="http://schemas.microsoft.com/office/drawing/2014/main" id="{55179828-366C-C594-13D4-9ECDBC8E4E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7" y="1667"/>
                  <a:ext cx="25" cy="21"/>
                </a:xfrm>
                <a:custGeom>
                  <a:avLst/>
                  <a:gdLst>
                    <a:gd name="T0" fmla="*/ 0 w 149"/>
                    <a:gd name="T1" fmla="*/ 0 h 127"/>
                    <a:gd name="T2" fmla="*/ 0 w 149"/>
                    <a:gd name="T3" fmla="*/ 0 h 127"/>
                    <a:gd name="T4" fmla="*/ 0 w 149"/>
                    <a:gd name="T5" fmla="*/ 0 h 127"/>
                    <a:gd name="T6" fmla="*/ 0 w 149"/>
                    <a:gd name="T7" fmla="*/ 0 h 127"/>
                    <a:gd name="T8" fmla="*/ 0 w 149"/>
                    <a:gd name="T9" fmla="*/ 0 h 127"/>
                    <a:gd name="T10" fmla="*/ 0 w 149"/>
                    <a:gd name="T11" fmla="*/ 0 h 127"/>
                    <a:gd name="T12" fmla="*/ 0 w 149"/>
                    <a:gd name="T13" fmla="*/ 0 h 12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27"/>
                    <a:gd name="T23" fmla="*/ 149 w 149"/>
                    <a:gd name="T24" fmla="*/ 127 h 12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27">
                      <a:moveTo>
                        <a:pt x="132" y="127"/>
                      </a:moveTo>
                      <a:lnTo>
                        <a:pt x="140" y="74"/>
                      </a:lnTo>
                      <a:lnTo>
                        <a:pt x="149" y="21"/>
                      </a:lnTo>
                      <a:lnTo>
                        <a:pt x="17" y="0"/>
                      </a:lnTo>
                      <a:lnTo>
                        <a:pt x="9" y="53"/>
                      </a:lnTo>
                      <a:lnTo>
                        <a:pt x="0" y="105"/>
                      </a:lnTo>
                      <a:lnTo>
                        <a:pt x="132" y="12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9" name="Freeform 1732">
                  <a:extLst>
                    <a:ext uri="{FF2B5EF4-FFF2-40B4-BE49-F238E27FC236}">
                      <a16:creationId xmlns:a16="http://schemas.microsoft.com/office/drawing/2014/main" id="{6CEE19BB-EAA5-C01B-5543-4BC27DADAC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9" y="1667"/>
                  <a:ext cx="1" cy="9"/>
                </a:xfrm>
                <a:custGeom>
                  <a:avLst/>
                  <a:gdLst>
                    <a:gd name="T0" fmla="*/ 0 w 8"/>
                    <a:gd name="T1" fmla="*/ 0 h 53"/>
                    <a:gd name="T2" fmla="*/ 0 w 8"/>
                    <a:gd name="T3" fmla="*/ 0 h 53"/>
                    <a:gd name="T4" fmla="*/ 0 w 8"/>
                    <a:gd name="T5" fmla="*/ 0 h 53"/>
                    <a:gd name="T6" fmla="*/ 0 w 8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"/>
                    <a:gd name="T13" fmla="*/ 0 h 53"/>
                    <a:gd name="T14" fmla="*/ 8 w 8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" h="53">
                      <a:moveTo>
                        <a:pt x="0" y="53"/>
                      </a:move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0" name="Line 1733">
                  <a:extLst>
                    <a:ext uri="{FF2B5EF4-FFF2-40B4-BE49-F238E27FC236}">
                      <a16:creationId xmlns:a16="http://schemas.microsoft.com/office/drawing/2014/main" id="{D51831B3-9748-196B-C95F-631CA14C7F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69" y="16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1" name="Freeform 1734">
                  <a:extLst>
                    <a:ext uri="{FF2B5EF4-FFF2-40B4-BE49-F238E27FC236}">
                      <a16:creationId xmlns:a16="http://schemas.microsoft.com/office/drawing/2014/main" id="{45A717DD-130B-B7AD-2390-D92E1B56E2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6" y="1665"/>
                  <a:ext cx="23" cy="19"/>
                </a:xfrm>
                <a:custGeom>
                  <a:avLst/>
                  <a:gdLst>
                    <a:gd name="T0" fmla="*/ 0 w 141"/>
                    <a:gd name="T1" fmla="*/ 0 h 115"/>
                    <a:gd name="T2" fmla="*/ 0 w 141"/>
                    <a:gd name="T3" fmla="*/ 0 h 115"/>
                    <a:gd name="T4" fmla="*/ 0 w 141"/>
                    <a:gd name="T5" fmla="*/ 0 h 115"/>
                    <a:gd name="T6" fmla="*/ 0 w 141"/>
                    <a:gd name="T7" fmla="*/ 0 h 115"/>
                    <a:gd name="T8" fmla="*/ 0 w 141"/>
                    <a:gd name="T9" fmla="*/ 0 h 115"/>
                    <a:gd name="T10" fmla="*/ 0 w 141"/>
                    <a:gd name="T11" fmla="*/ 0 h 115"/>
                    <a:gd name="T12" fmla="*/ 0 w 141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15"/>
                    <a:gd name="T23" fmla="*/ 141 w 141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15">
                      <a:moveTo>
                        <a:pt x="133" y="115"/>
                      </a:moveTo>
                      <a:lnTo>
                        <a:pt x="137" y="63"/>
                      </a:lnTo>
                      <a:lnTo>
                        <a:pt x="141" y="10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133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2" name="Freeform 1735">
                  <a:extLst>
                    <a:ext uri="{FF2B5EF4-FFF2-40B4-BE49-F238E27FC236}">
                      <a16:creationId xmlns:a16="http://schemas.microsoft.com/office/drawing/2014/main" id="{F1E10959-77E6-6526-3784-8310973CF6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6" y="1665"/>
                  <a:ext cx="23" cy="19"/>
                </a:xfrm>
                <a:custGeom>
                  <a:avLst/>
                  <a:gdLst>
                    <a:gd name="T0" fmla="*/ 0 w 141"/>
                    <a:gd name="T1" fmla="*/ 0 h 115"/>
                    <a:gd name="T2" fmla="*/ 0 w 141"/>
                    <a:gd name="T3" fmla="*/ 0 h 115"/>
                    <a:gd name="T4" fmla="*/ 0 w 141"/>
                    <a:gd name="T5" fmla="*/ 0 h 115"/>
                    <a:gd name="T6" fmla="*/ 0 w 141"/>
                    <a:gd name="T7" fmla="*/ 0 h 115"/>
                    <a:gd name="T8" fmla="*/ 0 w 141"/>
                    <a:gd name="T9" fmla="*/ 0 h 115"/>
                    <a:gd name="T10" fmla="*/ 0 w 141"/>
                    <a:gd name="T11" fmla="*/ 0 h 115"/>
                    <a:gd name="T12" fmla="*/ 0 w 141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15"/>
                    <a:gd name="T23" fmla="*/ 141 w 141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15">
                      <a:moveTo>
                        <a:pt x="133" y="115"/>
                      </a:moveTo>
                      <a:lnTo>
                        <a:pt x="137" y="63"/>
                      </a:lnTo>
                      <a:lnTo>
                        <a:pt x="141" y="10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133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3" name="Freeform 1736">
                  <a:extLst>
                    <a:ext uri="{FF2B5EF4-FFF2-40B4-BE49-F238E27FC236}">
                      <a16:creationId xmlns:a16="http://schemas.microsoft.com/office/drawing/2014/main" id="{AF7CC95E-666E-74B6-B1E3-E4BAD37C93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7" y="1665"/>
                  <a:ext cx="1" cy="9"/>
                </a:xfrm>
                <a:custGeom>
                  <a:avLst/>
                  <a:gdLst>
                    <a:gd name="T0" fmla="*/ 0 w 4"/>
                    <a:gd name="T1" fmla="*/ 0 h 53"/>
                    <a:gd name="T2" fmla="*/ 0 w 4"/>
                    <a:gd name="T3" fmla="*/ 0 h 53"/>
                    <a:gd name="T4" fmla="*/ 0 w 4"/>
                    <a:gd name="T5" fmla="*/ 0 h 53"/>
                    <a:gd name="T6" fmla="*/ 0 w 4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"/>
                    <a:gd name="T13" fmla="*/ 0 h 53"/>
                    <a:gd name="T14" fmla="*/ 4 w 4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" h="53">
                      <a:moveTo>
                        <a:pt x="0" y="53"/>
                      </a:move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4" name="Line 1737">
                  <a:extLst>
                    <a:ext uri="{FF2B5EF4-FFF2-40B4-BE49-F238E27FC236}">
                      <a16:creationId xmlns:a16="http://schemas.microsoft.com/office/drawing/2014/main" id="{0B289C2C-E88E-12C5-9707-DD5720CB31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47" y="166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5" name="Freeform 1738">
                  <a:extLst>
                    <a:ext uri="{FF2B5EF4-FFF2-40B4-BE49-F238E27FC236}">
                      <a16:creationId xmlns:a16="http://schemas.microsoft.com/office/drawing/2014/main" id="{A59072E8-9CA6-0639-5858-F322DDD7AC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5" y="1665"/>
                  <a:ext cx="22" cy="18"/>
                </a:xfrm>
                <a:custGeom>
                  <a:avLst/>
                  <a:gdLst>
                    <a:gd name="T0" fmla="*/ 0 w 133"/>
                    <a:gd name="T1" fmla="*/ 0 h 107"/>
                    <a:gd name="T2" fmla="*/ 0 w 133"/>
                    <a:gd name="T3" fmla="*/ 0 h 107"/>
                    <a:gd name="T4" fmla="*/ 0 w 133"/>
                    <a:gd name="T5" fmla="*/ 0 h 107"/>
                    <a:gd name="T6" fmla="*/ 0 w 133"/>
                    <a:gd name="T7" fmla="*/ 0 h 107"/>
                    <a:gd name="T8" fmla="*/ 0 w 133"/>
                    <a:gd name="T9" fmla="*/ 0 h 107"/>
                    <a:gd name="T10" fmla="*/ 0 w 133"/>
                    <a:gd name="T11" fmla="*/ 0 h 107"/>
                    <a:gd name="T12" fmla="*/ 0 w 133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07"/>
                    <a:gd name="T23" fmla="*/ 133 w 133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07">
                      <a:moveTo>
                        <a:pt x="133" y="106"/>
                      </a:moveTo>
                      <a:lnTo>
                        <a:pt x="133" y="53"/>
                      </a:lnTo>
                      <a:lnTo>
                        <a:pt x="133" y="0"/>
                      </a:lnTo>
                      <a:lnTo>
                        <a:pt x="0" y="1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33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6" name="Freeform 1739">
                  <a:extLst>
                    <a:ext uri="{FF2B5EF4-FFF2-40B4-BE49-F238E27FC236}">
                      <a16:creationId xmlns:a16="http://schemas.microsoft.com/office/drawing/2014/main" id="{B2AF82AA-FD21-3D31-3C82-38B396C663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5" y="1665"/>
                  <a:ext cx="22" cy="18"/>
                </a:xfrm>
                <a:custGeom>
                  <a:avLst/>
                  <a:gdLst>
                    <a:gd name="T0" fmla="*/ 0 w 133"/>
                    <a:gd name="T1" fmla="*/ 0 h 107"/>
                    <a:gd name="T2" fmla="*/ 0 w 133"/>
                    <a:gd name="T3" fmla="*/ 0 h 107"/>
                    <a:gd name="T4" fmla="*/ 0 w 133"/>
                    <a:gd name="T5" fmla="*/ 0 h 107"/>
                    <a:gd name="T6" fmla="*/ 0 w 133"/>
                    <a:gd name="T7" fmla="*/ 0 h 107"/>
                    <a:gd name="T8" fmla="*/ 0 w 133"/>
                    <a:gd name="T9" fmla="*/ 0 h 107"/>
                    <a:gd name="T10" fmla="*/ 0 w 133"/>
                    <a:gd name="T11" fmla="*/ 0 h 107"/>
                    <a:gd name="T12" fmla="*/ 0 w 133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07"/>
                    <a:gd name="T23" fmla="*/ 133 w 133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07">
                      <a:moveTo>
                        <a:pt x="133" y="106"/>
                      </a:moveTo>
                      <a:lnTo>
                        <a:pt x="133" y="53"/>
                      </a:lnTo>
                      <a:lnTo>
                        <a:pt x="133" y="0"/>
                      </a:lnTo>
                      <a:lnTo>
                        <a:pt x="0" y="1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33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7" name="Freeform 1740">
                  <a:extLst>
                    <a:ext uri="{FF2B5EF4-FFF2-40B4-BE49-F238E27FC236}">
                      <a16:creationId xmlns:a16="http://schemas.microsoft.com/office/drawing/2014/main" id="{B376E9CE-9904-2D4C-7BED-F083B8371D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4" y="1665"/>
                  <a:ext cx="1" cy="9"/>
                </a:xfrm>
                <a:custGeom>
                  <a:avLst/>
                  <a:gdLst>
                    <a:gd name="T0" fmla="*/ 0 w 5"/>
                    <a:gd name="T1" fmla="*/ 0 h 53"/>
                    <a:gd name="T2" fmla="*/ 0 w 5"/>
                    <a:gd name="T3" fmla="*/ 0 h 53"/>
                    <a:gd name="T4" fmla="*/ 0 w 5"/>
                    <a:gd name="T5" fmla="*/ 0 h 53"/>
                    <a:gd name="T6" fmla="*/ 0 w 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"/>
                    <a:gd name="T13" fmla="*/ 0 h 53"/>
                    <a:gd name="T14" fmla="*/ 5 w 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" h="53">
                      <a:moveTo>
                        <a:pt x="5" y="5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8" name="Line 1741">
                  <a:extLst>
                    <a:ext uri="{FF2B5EF4-FFF2-40B4-BE49-F238E27FC236}">
                      <a16:creationId xmlns:a16="http://schemas.microsoft.com/office/drawing/2014/main" id="{0D8FB8A8-F1BB-6492-69BA-08A7328103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24" y="166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9" name="Freeform 1742">
                  <a:extLst>
                    <a:ext uri="{FF2B5EF4-FFF2-40B4-BE49-F238E27FC236}">
                      <a16:creationId xmlns:a16="http://schemas.microsoft.com/office/drawing/2014/main" id="{E4522D6A-7131-E3A8-AA7D-4D2CBAABAE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2" y="1665"/>
                  <a:ext cx="23" cy="20"/>
                </a:xfrm>
                <a:custGeom>
                  <a:avLst/>
                  <a:gdLst>
                    <a:gd name="T0" fmla="*/ 0 w 142"/>
                    <a:gd name="T1" fmla="*/ 0 h 119"/>
                    <a:gd name="T2" fmla="*/ 0 w 142"/>
                    <a:gd name="T3" fmla="*/ 0 h 119"/>
                    <a:gd name="T4" fmla="*/ 0 w 142"/>
                    <a:gd name="T5" fmla="*/ 0 h 119"/>
                    <a:gd name="T6" fmla="*/ 0 w 142"/>
                    <a:gd name="T7" fmla="*/ 0 h 119"/>
                    <a:gd name="T8" fmla="*/ 0 w 142"/>
                    <a:gd name="T9" fmla="*/ 0 h 119"/>
                    <a:gd name="T10" fmla="*/ 0 w 142"/>
                    <a:gd name="T11" fmla="*/ 0 h 119"/>
                    <a:gd name="T12" fmla="*/ 0 w 142"/>
                    <a:gd name="T13" fmla="*/ 0 h 1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19"/>
                    <a:gd name="T23" fmla="*/ 142 w 142"/>
                    <a:gd name="T24" fmla="*/ 119 h 1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19">
                      <a:moveTo>
                        <a:pt x="142" y="106"/>
                      </a:moveTo>
                      <a:lnTo>
                        <a:pt x="137" y="53"/>
                      </a:lnTo>
                      <a:lnTo>
                        <a:pt x="132" y="0"/>
                      </a:lnTo>
                      <a:lnTo>
                        <a:pt x="0" y="13"/>
                      </a:lnTo>
                      <a:lnTo>
                        <a:pt x="5" y="66"/>
                      </a:lnTo>
                      <a:lnTo>
                        <a:pt x="10" y="119"/>
                      </a:lnTo>
                      <a:lnTo>
                        <a:pt x="142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0" name="Freeform 1743">
                  <a:extLst>
                    <a:ext uri="{FF2B5EF4-FFF2-40B4-BE49-F238E27FC236}">
                      <a16:creationId xmlns:a16="http://schemas.microsoft.com/office/drawing/2014/main" id="{D4546431-5BE8-FE98-0CF6-7D94EE3BEE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2" y="1665"/>
                  <a:ext cx="23" cy="20"/>
                </a:xfrm>
                <a:custGeom>
                  <a:avLst/>
                  <a:gdLst>
                    <a:gd name="T0" fmla="*/ 0 w 142"/>
                    <a:gd name="T1" fmla="*/ 0 h 119"/>
                    <a:gd name="T2" fmla="*/ 0 w 142"/>
                    <a:gd name="T3" fmla="*/ 0 h 119"/>
                    <a:gd name="T4" fmla="*/ 0 w 142"/>
                    <a:gd name="T5" fmla="*/ 0 h 119"/>
                    <a:gd name="T6" fmla="*/ 0 w 142"/>
                    <a:gd name="T7" fmla="*/ 0 h 119"/>
                    <a:gd name="T8" fmla="*/ 0 w 142"/>
                    <a:gd name="T9" fmla="*/ 0 h 119"/>
                    <a:gd name="T10" fmla="*/ 0 w 142"/>
                    <a:gd name="T11" fmla="*/ 0 h 119"/>
                    <a:gd name="T12" fmla="*/ 0 w 142"/>
                    <a:gd name="T13" fmla="*/ 0 h 11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19"/>
                    <a:gd name="T23" fmla="*/ 142 w 142"/>
                    <a:gd name="T24" fmla="*/ 119 h 11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19">
                      <a:moveTo>
                        <a:pt x="142" y="106"/>
                      </a:moveTo>
                      <a:lnTo>
                        <a:pt x="137" y="53"/>
                      </a:lnTo>
                      <a:lnTo>
                        <a:pt x="132" y="0"/>
                      </a:lnTo>
                      <a:lnTo>
                        <a:pt x="0" y="13"/>
                      </a:lnTo>
                      <a:lnTo>
                        <a:pt x="5" y="66"/>
                      </a:lnTo>
                      <a:lnTo>
                        <a:pt x="10" y="119"/>
                      </a:lnTo>
                      <a:lnTo>
                        <a:pt x="142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1" name="Freeform 1744">
                  <a:extLst>
                    <a:ext uri="{FF2B5EF4-FFF2-40B4-BE49-F238E27FC236}">
                      <a16:creationId xmlns:a16="http://schemas.microsoft.com/office/drawing/2014/main" id="{A6327C79-4E47-2A14-CEEE-021C52FA82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1" y="1667"/>
                  <a:ext cx="1" cy="9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10" y="5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1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2" name="Line 1745">
                  <a:extLst>
                    <a:ext uri="{FF2B5EF4-FFF2-40B4-BE49-F238E27FC236}">
                      <a16:creationId xmlns:a16="http://schemas.microsoft.com/office/drawing/2014/main" id="{C656DE02-C464-D71C-35F3-23442CDBCE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01" y="16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3" name="Freeform 1746">
                  <a:extLst>
                    <a:ext uri="{FF2B5EF4-FFF2-40B4-BE49-F238E27FC236}">
                      <a16:creationId xmlns:a16="http://schemas.microsoft.com/office/drawing/2014/main" id="{90270A73-0DAA-F9F8-5902-628067758E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9" y="1667"/>
                  <a:ext cx="25" cy="22"/>
                </a:xfrm>
                <a:custGeom>
                  <a:avLst/>
                  <a:gdLst>
                    <a:gd name="T0" fmla="*/ 0 w 150"/>
                    <a:gd name="T1" fmla="*/ 0 h 129"/>
                    <a:gd name="T2" fmla="*/ 0 w 150"/>
                    <a:gd name="T3" fmla="*/ 0 h 129"/>
                    <a:gd name="T4" fmla="*/ 0 w 150"/>
                    <a:gd name="T5" fmla="*/ 0 h 129"/>
                    <a:gd name="T6" fmla="*/ 0 w 150"/>
                    <a:gd name="T7" fmla="*/ 0 h 129"/>
                    <a:gd name="T8" fmla="*/ 0 w 150"/>
                    <a:gd name="T9" fmla="*/ 0 h 129"/>
                    <a:gd name="T10" fmla="*/ 0 w 150"/>
                    <a:gd name="T11" fmla="*/ 0 h 129"/>
                    <a:gd name="T12" fmla="*/ 0 w 150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0"/>
                    <a:gd name="T22" fmla="*/ 0 h 129"/>
                    <a:gd name="T23" fmla="*/ 150 w 150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0" h="129">
                      <a:moveTo>
                        <a:pt x="150" y="106"/>
                      </a:moveTo>
                      <a:lnTo>
                        <a:pt x="141" y="53"/>
                      </a:lnTo>
                      <a:lnTo>
                        <a:pt x="131" y="0"/>
                      </a:lnTo>
                      <a:lnTo>
                        <a:pt x="0" y="23"/>
                      </a:lnTo>
                      <a:lnTo>
                        <a:pt x="10" y="76"/>
                      </a:lnTo>
                      <a:lnTo>
                        <a:pt x="19" y="129"/>
                      </a:lnTo>
                      <a:lnTo>
                        <a:pt x="150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4" name="Freeform 1747">
                  <a:extLst>
                    <a:ext uri="{FF2B5EF4-FFF2-40B4-BE49-F238E27FC236}">
                      <a16:creationId xmlns:a16="http://schemas.microsoft.com/office/drawing/2014/main" id="{37D03B3A-0445-9B5E-1A12-150EA32DC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9" y="1667"/>
                  <a:ext cx="25" cy="22"/>
                </a:xfrm>
                <a:custGeom>
                  <a:avLst/>
                  <a:gdLst>
                    <a:gd name="T0" fmla="*/ 0 w 150"/>
                    <a:gd name="T1" fmla="*/ 0 h 129"/>
                    <a:gd name="T2" fmla="*/ 0 w 150"/>
                    <a:gd name="T3" fmla="*/ 0 h 129"/>
                    <a:gd name="T4" fmla="*/ 0 w 150"/>
                    <a:gd name="T5" fmla="*/ 0 h 129"/>
                    <a:gd name="T6" fmla="*/ 0 w 150"/>
                    <a:gd name="T7" fmla="*/ 0 h 129"/>
                    <a:gd name="T8" fmla="*/ 0 w 150"/>
                    <a:gd name="T9" fmla="*/ 0 h 129"/>
                    <a:gd name="T10" fmla="*/ 0 w 150"/>
                    <a:gd name="T11" fmla="*/ 0 h 129"/>
                    <a:gd name="T12" fmla="*/ 0 w 150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0"/>
                    <a:gd name="T22" fmla="*/ 0 h 129"/>
                    <a:gd name="T23" fmla="*/ 150 w 150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0" h="129">
                      <a:moveTo>
                        <a:pt x="150" y="106"/>
                      </a:moveTo>
                      <a:lnTo>
                        <a:pt x="141" y="53"/>
                      </a:lnTo>
                      <a:lnTo>
                        <a:pt x="131" y="0"/>
                      </a:lnTo>
                      <a:lnTo>
                        <a:pt x="0" y="23"/>
                      </a:lnTo>
                      <a:lnTo>
                        <a:pt x="10" y="76"/>
                      </a:lnTo>
                      <a:lnTo>
                        <a:pt x="19" y="129"/>
                      </a:lnTo>
                      <a:lnTo>
                        <a:pt x="150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5" name="Freeform 1748">
                  <a:extLst>
                    <a:ext uri="{FF2B5EF4-FFF2-40B4-BE49-F238E27FC236}">
                      <a16:creationId xmlns:a16="http://schemas.microsoft.com/office/drawing/2014/main" id="{7BE84180-29F2-6D78-1F6D-20B37D9D8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8" y="1671"/>
                  <a:ext cx="3" cy="9"/>
                </a:xfrm>
                <a:custGeom>
                  <a:avLst/>
                  <a:gdLst>
                    <a:gd name="T0" fmla="*/ 0 w 14"/>
                    <a:gd name="T1" fmla="*/ 0 h 53"/>
                    <a:gd name="T2" fmla="*/ 0 w 14"/>
                    <a:gd name="T3" fmla="*/ 0 h 53"/>
                    <a:gd name="T4" fmla="*/ 0 w 14"/>
                    <a:gd name="T5" fmla="*/ 0 h 53"/>
                    <a:gd name="T6" fmla="*/ 0 w 14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"/>
                    <a:gd name="T13" fmla="*/ 0 h 53"/>
                    <a:gd name="T14" fmla="*/ 14 w 14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" h="53">
                      <a:moveTo>
                        <a:pt x="14" y="53"/>
                      </a:moveTo>
                      <a:lnTo>
                        <a:pt x="4" y="0"/>
                      </a:lnTo>
                      <a:lnTo>
                        <a:pt x="0" y="1"/>
                      </a:lnTo>
                      <a:lnTo>
                        <a:pt x="1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6" name="Line 1749">
                  <a:extLst>
                    <a:ext uri="{FF2B5EF4-FFF2-40B4-BE49-F238E27FC236}">
                      <a16:creationId xmlns:a16="http://schemas.microsoft.com/office/drawing/2014/main" id="{61FE42A2-B37B-B58A-95CF-87DB339B9A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78" y="167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7" name="Freeform 1750">
                  <a:extLst>
                    <a:ext uri="{FF2B5EF4-FFF2-40B4-BE49-F238E27FC236}">
                      <a16:creationId xmlns:a16="http://schemas.microsoft.com/office/drawing/2014/main" id="{8BE1E410-6713-6D75-8E5B-49BBFB7E3F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672"/>
                  <a:ext cx="26" cy="22"/>
                </a:xfrm>
                <a:custGeom>
                  <a:avLst/>
                  <a:gdLst>
                    <a:gd name="T0" fmla="*/ 0 w 155"/>
                    <a:gd name="T1" fmla="*/ 0 h 138"/>
                    <a:gd name="T2" fmla="*/ 0 w 155"/>
                    <a:gd name="T3" fmla="*/ 0 h 138"/>
                    <a:gd name="T4" fmla="*/ 0 w 155"/>
                    <a:gd name="T5" fmla="*/ 0 h 138"/>
                    <a:gd name="T6" fmla="*/ 0 w 155"/>
                    <a:gd name="T7" fmla="*/ 0 h 138"/>
                    <a:gd name="T8" fmla="*/ 0 w 155"/>
                    <a:gd name="T9" fmla="*/ 0 h 138"/>
                    <a:gd name="T10" fmla="*/ 0 w 155"/>
                    <a:gd name="T11" fmla="*/ 0 h 138"/>
                    <a:gd name="T12" fmla="*/ 0 w 155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8"/>
                    <a:gd name="T23" fmla="*/ 155 w 155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8">
                      <a:moveTo>
                        <a:pt x="155" y="104"/>
                      </a:moveTo>
                      <a:lnTo>
                        <a:pt x="142" y="52"/>
                      </a:lnTo>
                      <a:lnTo>
                        <a:pt x="128" y="0"/>
                      </a:lnTo>
                      <a:lnTo>
                        <a:pt x="0" y="34"/>
                      </a:lnTo>
                      <a:lnTo>
                        <a:pt x="13" y="86"/>
                      </a:lnTo>
                      <a:lnTo>
                        <a:pt x="27" y="138"/>
                      </a:lnTo>
                      <a:lnTo>
                        <a:pt x="155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8" name="Freeform 1751">
                  <a:extLst>
                    <a:ext uri="{FF2B5EF4-FFF2-40B4-BE49-F238E27FC236}">
                      <a16:creationId xmlns:a16="http://schemas.microsoft.com/office/drawing/2014/main" id="{D377A1C2-6B1E-47BE-9E0F-48E63C286F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672"/>
                  <a:ext cx="26" cy="22"/>
                </a:xfrm>
                <a:custGeom>
                  <a:avLst/>
                  <a:gdLst>
                    <a:gd name="T0" fmla="*/ 0 w 155"/>
                    <a:gd name="T1" fmla="*/ 0 h 138"/>
                    <a:gd name="T2" fmla="*/ 0 w 155"/>
                    <a:gd name="T3" fmla="*/ 0 h 138"/>
                    <a:gd name="T4" fmla="*/ 0 w 155"/>
                    <a:gd name="T5" fmla="*/ 0 h 138"/>
                    <a:gd name="T6" fmla="*/ 0 w 155"/>
                    <a:gd name="T7" fmla="*/ 0 h 138"/>
                    <a:gd name="T8" fmla="*/ 0 w 155"/>
                    <a:gd name="T9" fmla="*/ 0 h 138"/>
                    <a:gd name="T10" fmla="*/ 0 w 155"/>
                    <a:gd name="T11" fmla="*/ 0 h 138"/>
                    <a:gd name="T12" fmla="*/ 0 w 155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5"/>
                    <a:gd name="T22" fmla="*/ 0 h 138"/>
                    <a:gd name="T23" fmla="*/ 155 w 155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5" h="138">
                      <a:moveTo>
                        <a:pt x="155" y="104"/>
                      </a:moveTo>
                      <a:lnTo>
                        <a:pt x="142" y="52"/>
                      </a:lnTo>
                      <a:lnTo>
                        <a:pt x="128" y="0"/>
                      </a:lnTo>
                      <a:lnTo>
                        <a:pt x="0" y="34"/>
                      </a:lnTo>
                      <a:lnTo>
                        <a:pt x="13" y="86"/>
                      </a:lnTo>
                      <a:lnTo>
                        <a:pt x="27" y="138"/>
                      </a:lnTo>
                      <a:lnTo>
                        <a:pt x="155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9" name="Freeform 1752">
                  <a:extLst>
                    <a:ext uri="{FF2B5EF4-FFF2-40B4-BE49-F238E27FC236}">
                      <a16:creationId xmlns:a16="http://schemas.microsoft.com/office/drawing/2014/main" id="{BD1486F5-5B54-8BBD-1C32-8F8216487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6" y="1677"/>
                  <a:ext cx="3" cy="9"/>
                </a:xfrm>
                <a:custGeom>
                  <a:avLst/>
                  <a:gdLst>
                    <a:gd name="T0" fmla="*/ 0 w 18"/>
                    <a:gd name="T1" fmla="*/ 0 h 52"/>
                    <a:gd name="T2" fmla="*/ 0 w 18"/>
                    <a:gd name="T3" fmla="*/ 0 h 52"/>
                    <a:gd name="T4" fmla="*/ 0 w 18"/>
                    <a:gd name="T5" fmla="*/ 0 h 52"/>
                    <a:gd name="T6" fmla="*/ 0 w 18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52"/>
                    <a:gd name="T14" fmla="*/ 18 w 18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52">
                      <a:moveTo>
                        <a:pt x="18" y="52"/>
                      </a:moveTo>
                      <a:lnTo>
                        <a:pt x="5" y="0"/>
                      </a:lnTo>
                      <a:lnTo>
                        <a:pt x="0" y="1"/>
                      </a:lnTo>
                      <a:lnTo>
                        <a:pt x="18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0" name="Line 1753">
                  <a:extLst>
                    <a:ext uri="{FF2B5EF4-FFF2-40B4-BE49-F238E27FC236}">
                      <a16:creationId xmlns:a16="http://schemas.microsoft.com/office/drawing/2014/main" id="{49F2F1B3-FEAB-BCBB-E47B-D105C87A51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56" y="16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1" name="Freeform 1754">
                  <a:extLst>
                    <a:ext uri="{FF2B5EF4-FFF2-40B4-BE49-F238E27FC236}">
                      <a16:creationId xmlns:a16="http://schemas.microsoft.com/office/drawing/2014/main" id="{FF71F493-C9A9-5A24-4E3B-348350D8D9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5" y="1677"/>
                  <a:ext cx="27" cy="25"/>
                </a:xfrm>
                <a:custGeom>
                  <a:avLst/>
                  <a:gdLst>
                    <a:gd name="T0" fmla="*/ 0 w 161"/>
                    <a:gd name="T1" fmla="*/ 0 h 146"/>
                    <a:gd name="T2" fmla="*/ 0 w 161"/>
                    <a:gd name="T3" fmla="*/ 0 h 146"/>
                    <a:gd name="T4" fmla="*/ 0 w 161"/>
                    <a:gd name="T5" fmla="*/ 0 h 146"/>
                    <a:gd name="T6" fmla="*/ 0 w 161"/>
                    <a:gd name="T7" fmla="*/ 0 h 146"/>
                    <a:gd name="T8" fmla="*/ 0 w 161"/>
                    <a:gd name="T9" fmla="*/ 0 h 146"/>
                    <a:gd name="T10" fmla="*/ 0 w 161"/>
                    <a:gd name="T11" fmla="*/ 0 h 146"/>
                    <a:gd name="T12" fmla="*/ 0 w 161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1"/>
                    <a:gd name="T22" fmla="*/ 0 h 146"/>
                    <a:gd name="T23" fmla="*/ 161 w 161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1" h="146">
                      <a:moveTo>
                        <a:pt x="161" y="102"/>
                      </a:moveTo>
                      <a:lnTo>
                        <a:pt x="143" y="51"/>
                      </a:lnTo>
                      <a:lnTo>
                        <a:pt x="125" y="0"/>
                      </a:lnTo>
                      <a:lnTo>
                        <a:pt x="0" y="45"/>
                      </a:lnTo>
                      <a:lnTo>
                        <a:pt x="18" y="95"/>
                      </a:lnTo>
                      <a:lnTo>
                        <a:pt x="36" y="146"/>
                      </a:lnTo>
                      <a:lnTo>
                        <a:pt x="161" y="1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2" name="Freeform 1755">
                  <a:extLst>
                    <a:ext uri="{FF2B5EF4-FFF2-40B4-BE49-F238E27FC236}">
                      <a16:creationId xmlns:a16="http://schemas.microsoft.com/office/drawing/2014/main" id="{02045F00-D445-05D0-B92E-F4A0205E76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5" y="1677"/>
                  <a:ext cx="27" cy="25"/>
                </a:xfrm>
                <a:custGeom>
                  <a:avLst/>
                  <a:gdLst>
                    <a:gd name="T0" fmla="*/ 0 w 161"/>
                    <a:gd name="T1" fmla="*/ 0 h 146"/>
                    <a:gd name="T2" fmla="*/ 0 w 161"/>
                    <a:gd name="T3" fmla="*/ 0 h 146"/>
                    <a:gd name="T4" fmla="*/ 0 w 161"/>
                    <a:gd name="T5" fmla="*/ 0 h 146"/>
                    <a:gd name="T6" fmla="*/ 0 w 161"/>
                    <a:gd name="T7" fmla="*/ 0 h 146"/>
                    <a:gd name="T8" fmla="*/ 0 w 161"/>
                    <a:gd name="T9" fmla="*/ 0 h 146"/>
                    <a:gd name="T10" fmla="*/ 0 w 161"/>
                    <a:gd name="T11" fmla="*/ 0 h 146"/>
                    <a:gd name="T12" fmla="*/ 0 w 161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1"/>
                    <a:gd name="T22" fmla="*/ 0 h 146"/>
                    <a:gd name="T23" fmla="*/ 161 w 161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1" h="146">
                      <a:moveTo>
                        <a:pt x="161" y="102"/>
                      </a:moveTo>
                      <a:lnTo>
                        <a:pt x="143" y="51"/>
                      </a:lnTo>
                      <a:lnTo>
                        <a:pt x="125" y="0"/>
                      </a:lnTo>
                      <a:lnTo>
                        <a:pt x="0" y="45"/>
                      </a:lnTo>
                      <a:lnTo>
                        <a:pt x="18" y="95"/>
                      </a:lnTo>
                      <a:lnTo>
                        <a:pt x="36" y="146"/>
                      </a:lnTo>
                      <a:lnTo>
                        <a:pt x="161" y="10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3" name="Freeform 1756">
                  <a:extLst>
                    <a:ext uri="{FF2B5EF4-FFF2-40B4-BE49-F238E27FC236}">
                      <a16:creationId xmlns:a16="http://schemas.microsoft.com/office/drawing/2014/main" id="{D9DDE735-742E-8A86-A167-A46F1C5181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5" y="1685"/>
                  <a:ext cx="3" cy="8"/>
                </a:xfrm>
                <a:custGeom>
                  <a:avLst/>
                  <a:gdLst>
                    <a:gd name="T0" fmla="*/ 0 w 22"/>
                    <a:gd name="T1" fmla="*/ 0 h 50"/>
                    <a:gd name="T2" fmla="*/ 0 w 22"/>
                    <a:gd name="T3" fmla="*/ 0 h 50"/>
                    <a:gd name="T4" fmla="*/ 0 w 22"/>
                    <a:gd name="T5" fmla="*/ 0 h 50"/>
                    <a:gd name="T6" fmla="*/ 0 w 22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"/>
                    <a:gd name="T13" fmla="*/ 0 h 50"/>
                    <a:gd name="T14" fmla="*/ 22 w 22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" h="50">
                      <a:moveTo>
                        <a:pt x="22" y="50"/>
                      </a:moveTo>
                      <a:lnTo>
                        <a:pt x="4" y="0"/>
                      </a:lnTo>
                      <a:lnTo>
                        <a:pt x="0" y="2"/>
                      </a:lnTo>
                      <a:lnTo>
                        <a:pt x="22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" name="Line 1757">
                  <a:extLst>
                    <a:ext uri="{FF2B5EF4-FFF2-40B4-BE49-F238E27FC236}">
                      <a16:creationId xmlns:a16="http://schemas.microsoft.com/office/drawing/2014/main" id="{E67FC7C8-138B-1F04-1C7F-D16938164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35" y="168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" name="Freeform 1758">
                  <a:extLst>
                    <a:ext uri="{FF2B5EF4-FFF2-40B4-BE49-F238E27FC236}">
                      <a16:creationId xmlns:a16="http://schemas.microsoft.com/office/drawing/2014/main" id="{15534BEB-9E26-27DF-2E75-B6356BD852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4" y="1685"/>
                  <a:ext cx="28" cy="26"/>
                </a:xfrm>
                <a:custGeom>
                  <a:avLst/>
                  <a:gdLst>
                    <a:gd name="T0" fmla="*/ 0 w 167"/>
                    <a:gd name="T1" fmla="*/ 0 h 153"/>
                    <a:gd name="T2" fmla="*/ 0 w 167"/>
                    <a:gd name="T3" fmla="*/ 0 h 153"/>
                    <a:gd name="T4" fmla="*/ 0 w 167"/>
                    <a:gd name="T5" fmla="*/ 0 h 153"/>
                    <a:gd name="T6" fmla="*/ 0 w 167"/>
                    <a:gd name="T7" fmla="*/ 0 h 153"/>
                    <a:gd name="T8" fmla="*/ 0 w 167"/>
                    <a:gd name="T9" fmla="*/ 0 h 153"/>
                    <a:gd name="T10" fmla="*/ 0 w 167"/>
                    <a:gd name="T11" fmla="*/ 0 h 153"/>
                    <a:gd name="T12" fmla="*/ 0 w 167"/>
                    <a:gd name="T13" fmla="*/ 0 h 15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3"/>
                    <a:gd name="T23" fmla="*/ 167 w 167"/>
                    <a:gd name="T24" fmla="*/ 153 h 15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3">
                      <a:moveTo>
                        <a:pt x="167" y="97"/>
                      </a:moveTo>
                      <a:lnTo>
                        <a:pt x="144" y="48"/>
                      </a:lnTo>
                      <a:lnTo>
                        <a:pt x="122" y="0"/>
                      </a:lnTo>
                      <a:lnTo>
                        <a:pt x="0" y="56"/>
                      </a:lnTo>
                      <a:lnTo>
                        <a:pt x="23" y="105"/>
                      </a:lnTo>
                      <a:lnTo>
                        <a:pt x="45" y="153"/>
                      </a:lnTo>
                      <a:lnTo>
                        <a:pt x="167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" name="Freeform 1759">
                  <a:extLst>
                    <a:ext uri="{FF2B5EF4-FFF2-40B4-BE49-F238E27FC236}">
                      <a16:creationId xmlns:a16="http://schemas.microsoft.com/office/drawing/2014/main" id="{A2320E3A-DAA1-9F84-DDFA-280EE5F6F2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4" y="1685"/>
                  <a:ext cx="28" cy="26"/>
                </a:xfrm>
                <a:custGeom>
                  <a:avLst/>
                  <a:gdLst>
                    <a:gd name="T0" fmla="*/ 0 w 167"/>
                    <a:gd name="T1" fmla="*/ 0 h 153"/>
                    <a:gd name="T2" fmla="*/ 0 w 167"/>
                    <a:gd name="T3" fmla="*/ 0 h 153"/>
                    <a:gd name="T4" fmla="*/ 0 w 167"/>
                    <a:gd name="T5" fmla="*/ 0 h 153"/>
                    <a:gd name="T6" fmla="*/ 0 w 167"/>
                    <a:gd name="T7" fmla="*/ 0 h 153"/>
                    <a:gd name="T8" fmla="*/ 0 w 167"/>
                    <a:gd name="T9" fmla="*/ 0 h 153"/>
                    <a:gd name="T10" fmla="*/ 0 w 167"/>
                    <a:gd name="T11" fmla="*/ 0 h 153"/>
                    <a:gd name="T12" fmla="*/ 0 w 167"/>
                    <a:gd name="T13" fmla="*/ 0 h 15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3"/>
                    <a:gd name="T23" fmla="*/ 167 w 167"/>
                    <a:gd name="T24" fmla="*/ 153 h 15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3">
                      <a:moveTo>
                        <a:pt x="167" y="97"/>
                      </a:moveTo>
                      <a:lnTo>
                        <a:pt x="144" y="48"/>
                      </a:lnTo>
                      <a:lnTo>
                        <a:pt x="122" y="0"/>
                      </a:lnTo>
                      <a:lnTo>
                        <a:pt x="0" y="56"/>
                      </a:lnTo>
                      <a:lnTo>
                        <a:pt x="23" y="105"/>
                      </a:lnTo>
                      <a:lnTo>
                        <a:pt x="45" y="153"/>
                      </a:lnTo>
                      <a:lnTo>
                        <a:pt x="167" y="9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7" name="Freeform 1760">
                  <a:extLst>
                    <a:ext uri="{FF2B5EF4-FFF2-40B4-BE49-F238E27FC236}">
                      <a16:creationId xmlns:a16="http://schemas.microsoft.com/office/drawing/2014/main" id="{988B2636-5D46-1F60-025B-5EDA1992B0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4" y="1694"/>
                  <a:ext cx="4" cy="9"/>
                </a:xfrm>
                <a:custGeom>
                  <a:avLst/>
                  <a:gdLst>
                    <a:gd name="T0" fmla="*/ 0 w 27"/>
                    <a:gd name="T1" fmla="*/ 0 h 49"/>
                    <a:gd name="T2" fmla="*/ 0 w 27"/>
                    <a:gd name="T3" fmla="*/ 0 h 49"/>
                    <a:gd name="T4" fmla="*/ 0 w 27"/>
                    <a:gd name="T5" fmla="*/ 0 h 49"/>
                    <a:gd name="T6" fmla="*/ 0 w 27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9"/>
                    <a:gd name="T14" fmla="*/ 27 w 27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9">
                      <a:moveTo>
                        <a:pt x="27" y="49"/>
                      </a:moveTo>
                      <a:lnTo>
                        <a:pt x="4" y="0"/>
                      </a:lnTo>
                      <a:lnTo>
                        <a:pt x="0" y="2"/>
                      </a:lnTo>
                      <a:lnTo>
                        <a:pt x="27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8" name="Line 1761">
                  <a:extLst>
                    <a:ext uri="{FF2B5EF4-FFF2-40B4-BE49-F238E27FC236}">
                      <a16:creationId xmlns:a16="http://schemas.microsoft.com/office/drawing/2014/main" id="{DC062E19-5677-988A-EB76-B487816CE6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14" y="16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9" name="Freeform 1762">
                  <a:extLst>
                    <a:ext uri="{FF2B5EF4-FFF2-40B4-BE49-F238E27FC236}">
                      <a16:creationId xmlns:a16="http://schemas.microsoft.com/office/drawing/2014/main" id="{6DA1A03B-5D92-6B0D-68DE-F29241AFDC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4" y="1695"/>
                  <a:ext cx="29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68" y="93"/>
                      </a:moveTo>
                      <a:lnTo>
                        <a:pt x="142" y="47"/>
                      </a:lnTo>
                      <a:lnTo>
                        <a:pt x="115" y="0"/>
                      </a:lnTo>
                      <a:lnTo>
                        <a:pt x="0" y="65"/>
                      </a:lnTo>
                      <a:lnTo>
                        <a:pt x="26" y="111"/>
                      </a:lnTo>
                      <a:lnTo>
                        <a:pt x="53" y="158"/>
                      </a:lnTo>
                      <a:lnTo>
                        <a:pt x="168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0" name="Freeform 1763">
                  <a:extLst>
                    <a:ext uri="{FF2B5EF4-FFF2-40B4-BE49-F238E27FC236}">
                      <a16:creationId xmlns:a16="http://schemas.microsoft.com/office/drawing/2014/main" id="{BB50E1D5-6088-88F5-0F9F-B3D63482DF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4" y="1695"/>
                  <a:ext cx="29" cy="26"/>
                </a:xfrm>
                <a:custGeom>
                  <a:avLst/>
                  <a:gdLst>
                    <a:gd name="T0" fmla="*/ 0 w 168"/>
                    <a:gd name="T1" fmla="*/ 0 h 158"/>
                    <a:gd name="T2" fmla="*/ 0 w 168"/>
                    <a:gd name="T3" fmla="*/ 0 h 158"/>
                    <a:gd name="T4" fmla="*/ 0 w 168"/>
                    <a:gd name="T5" fmla="*/ 0 h 158"/>
                    <a:gd name="T6" fmla="*/ 0 w 168"/>
                    <a:gd name="T7" fmla="*/ 0 h 158"/>
                    <a:gd name="T8" fmla="*/ 0 w 168"/>
                    <a:gd name="T9" fmla="*/ 0 h 158"/>
                    <a:gd name="T10" fmla="*/ 0 w 168"/>
                    <a:gd name="T11" fmla="*/ 0 h 158"/>
                    <a:gd name="T12" fmla="*/ 0 w 168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58"/>
                    <a:gd name="T23" fmla="*/ 168 w 168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58">
                      <a:moveTo>
                        <a:pt x="168" y="93"/>
                      </a:moveTo>
                      <a:lnTo>
                        <a:pt x="142" y="47"/>
                      </a:lnTo>
                      <a:lnTo>
                        <a:pt x="115" y="0"/>
                      </a:lnTo>
                      <a:lnTo>
                        <a:pt x="0" y="65"/>
                      </a:lnTo>
                      <a:lnTo>
                        <a:pt x="26" y="111"/>
                      </a:lnTo>
                      <a:lnTo>
                        <a:pt x="53" y="158"/>
                      </a:lnTo>
                      <a:lnTo>
                        <a:pt x="168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1" name="Freeform 1764">
                  <a:extLst>
                    <a:ext uri="{FF2B5EF4-FFF2-40B4-BE49-F238E27FC236}">
                      <a16:creationId xmlns:a16="http://schemas.microsoft.com/office/drawing/2014/main" id="{D33A9FEB-0572-A57C-97D6-C5A7359A10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4" y="1706"/>
                  <a:ext cx="5" cy="7"/>
                </a:xfrm>
                <a:custGeom>
                  <a:avLst/>
                  <a:gdLst>
                    <a:gd name="T0" fmla="*/ 0 w 29"/>
                    <a:gd name="T1" fmla="*/ 0 h 46"/>
                    <a:gd name="T2" fmla="*/ 0 w 29"/>
                    <a:gd name="T3" fmla="*/ 0 h 46"/>
                    <a:gd name="T4" fmla="*/ 0 w 29"/>
                    <a:gd name="T5" fmla="*/ 0 h 46"/>
                    <a:gd name="T6" fmla="*/ 0 w 29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"/>
                    <a:gd name="T13" fmla="*/ 0 h 46"/>
                    <a:gd name="T14" fmla="*/ 29 w 29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" h="46">
                      <a:moveTo>
                        <a:pt x="29" y="46"/>
                      </a:moveTo>
                      <a:lnTo>
                        <a:pt x="3" y="0"/>
                      </a:lnTo>
                      <a:lnTo>
                        <a:pt x="0" y="2"/>
                      </a:lnTo>
                      <a:lnTo>
                        <a:pt x="29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2" name="Line 1765">
                  <a:extLst>
                    <a:ext uri="{FF2B5EF4-FFF2-40B4-BE49-F238E27FC236}">
                      <a16:creationId xmlns:a16="http://schemas.microsoft.com/office/drawing/2014/main" id="{019A07FC-FD14-F794-397F-23113604F0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94" y="170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3" name="Freeform 1766">
                  <a:extLst>
                    <a:ext uri="{FF2B5EF4-FFF2-40B4-BE49-F238E27FC236}">
                      <a16:creationId xmlns:a16="http://schemas.microsoft.com/office/drawing/2014/main" id="{1577B1E3-34B7-E327-0D39-9CEC684FCF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76" y="1706"/>
                  <a:ext cx="28" cy="27"/>
                </a:xfrm>
                <a:custGeom>
                  <a:avLst/>
                  <a:gdLst>
                    <a:gd name="T0" fmla="*/ 0 w 169"/>
                    <a:gd name="T1" fmla="*/ 0 h 164"/>
                    <a:gd name="T2" fmla="*/ 0 w 169"/>
                    <a:gd name="T3" fmla="*/ 0 h 164"/>
                    <a:gd name="T4" fmla="*/ 0 w 169"/>
                    <a:gd name="T5" fmla="*/ 0 h 164"/>
                    <a:gd name="T6" fmla="*/ 0 w 169"/>
                    <a:gd name="T7" fmla="*/ 0 h 164"/>
                    <a:gd name="T8" fmla="*/ 0 w 169"/>
                    <a:gd name="T9" fmla="*/ 0 h 164"/>
                    <a:gd name="T10" fmla="*/ 0 w 169"/>
                    <a:gd name="T11" fmla="*/ 0 h 164"/>
                    <a:gd name="T12" fmla="*/ 0 w 169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4"/>
                    <a:gd name="T23" fmla="*/ 169 w 169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4">
                      <a:moveTo>
                        <a:pt x="169" y="89"/>
                      </a:moveTo>
                      <a:lnTo>
                        <a:pt x="139" y="44"/>
                      </a:lnTo>
                      <a:lnTo>
                        <a:pt x="110" y="0"/>
                      </a:lnTo>
                      <a:lnTo>
                        <a:pt x="0" y="75"/>
                      </a:lnTo>
                      <a:lnTo>
                        <a:pt x="29" y="119"/>
                      </a:lnTo>
                      <a:lnTo>
                        <a:pt x="59" y="164"/>
                      </a:lnTo>
                      <a:lnTo>
                        <a:pt x="169" y="8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" name="Freeform 1767">
                  <a:extLst>
                    <a:ext uri="{FF2B5EF4-FFF2-40B4-BE49-F238E27FC236}">
                      <a16:creationId xmlns:a16="http://schemas.microsoft.com/office/drawing/2014/main" id="{131422DA-DE24-9A7A-C41E-597E608E94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76" y="1706"/>
                  <a:ext cx="28" cy="27"/>
                </a:xfrm>
                <a:custGeom>
                  <a:avLst/>
                  <a:gdLst>
                    <a:gd name="T0" fmla="*/ 0 w 169"/>
                    <a:gd name="T1" fmla="*/ 0 h 164"/>
                    <a:gd name="T2" fmla="*/ 0 w 169"/>
                    <a:gd name="T3" fmla="*/ 0 h 164"/>
                    <a:gd name="T4" fmla="*/ 0 w 169"/>
                    <a:gd name="T5" fmla="*/ 0 h 164"/>
                    <a:gd name="T6" fmla="*/ 0 w 169"/>
                    <a:gd name="T7" fmla="*/ 0 h 164"/>
                    <a:gd name="T8" fmla="*/ 0 w 169"/>
                    <a:gd name="T9" fmla="*/ 0 h 164"/>
                    <a:gd name="T10" fmla="*/ 0 w 169"/>
                    <a:gd name="T11" fmla="*/ 0 h 164"/>
                    <a:gd name="T12" fmla="*/ 0 w 169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4"/>
                    <a:gd name="T23" fmla="*/ 169 w 169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4">
                      <a:moveTo>
                        <a:pt x="169" y="89"/>
                      </a:moveTo>
                      <a:lnTo>
                        <a:pt x="139" y="44"/>
                      </a:lnTo>
                      <a:lnTo>
                        <a:pt x="110" y="0"/>
                      </a:lnTo>
                      <a:lnTo>
                        <a:pt x="0" y="75"/>
                      </a:lnTo>
                      <a:lnTo>
                        <a:pt x="29" y="119"/>
                      </a:lnTo>
                      <a:lnTo>
                        <a:pt x="59" y="164"/>
                      </a:lnTo>
                      <a:lnTo>
                        <a:pt x="169" y="8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" name="Freeform 1768">
                  <a:extLst>
                    <a:ext uri="{FF2B5EF4-FFF2-40B4-BE49-F238E27FC236}">
                      <a16:creationId xmlns:a16="http://schemas.microsoft.com/office/drawing/2014/main" id="{D8E07AF8-835F-640D-C892-D8B341348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75" y="1718"/>
                  <a:ext cx="6" cy="8"/>
                </a:xfrm>
                <a:custGeom>
                  <a:avLst/>
                  <a:gdLst>
                    <a:gd name="T0" fmla="*/ 0 w 33"/>
                    <a:gd name="T1" fmla="*/ 0 h 44"/>
                    <a:gd name="T2" fmla="*/ 0 w 33"/>
                    <a:gd name="T3" fmla="*/ 0 h 44"/>
                    <a:gd name="T4" fmla="*/ 0 w 33"/>
                    <a:gd name="T5" fmla="*/ 0 h 44"/>
                    <a:gd name="T6" fmla="*/ 0 w 33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4"/>
                    <a:gd name="T14" fmla="*/ 33 w 33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4">
                      <a:moveTo>
                        <a:pt x="33" y="44"/>
                      </a:moveTo>
                      <a:lnTo>
                        <a:pt x="4" y="0"/>
                      </a:lnTo>
                      <a:lnTo>
                        <a:pt x="0" y="2"/>
                      </a:lnTo>
                      <a:lnTo>
                        <a:pt x="33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6" name="Line 1769">
                  <a:extLst>
                    <a:ext uri="{FF2B5EF4-FFF2-40B4-BE49-F238E27FC236}">
                      <a16:creationId xmlns:a16="http://schemas.microsoft.com/office/drawing/2014/main" id="{856CEFEA-2B08-CD73-DCF6-109288013B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75" y="171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7" name="Freeform 1770">
                  <a:extLst>
                    <a:ext uri="{FF2B5EF4-FFF2-40B4-BE49-F238E27FC236}">
                      <a16:creationId xmlns:a16="http://schemas.microsoft.com/office/drawing/2014/main" id="{3C9EFA4E-BB25-54A1-D210-2696252D17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8" y="1719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169" y="85"/>
                      </a:moveTo>
                      <a:lnTo>
                        <a:pt x="136" y="42"/>
                      </a:lnTo>
                      <a:lnTo>
                        <a:pt x="103" y="0"/>
                      </a:lnTo>
                      <a:lnTo>
                        <a:pt x="0" y="83"/>
                      </a:lnTo>
                      <a:lnTo>
                        <a:pt x="32" y="125"/>
                      </a:lnTo>
                      <a:lnTo>
                        <a:pt x="65" y="167"/>
                      </a:lnTo>
                      <a:lnTo>
                        <a:pt x="169" y="8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8" name="Freeform 1771">
                  <a:extLst>
                    <a:ext uri="{FF2B5EF4-FFF2-40B4-BE49-F238E27FC236}">
                      <a16:creationId xmlns:a16="http://schemas.microsoft.com/office/drawing/2014/main" id="{63E37E60-7496-5CEB-AC6C-EE846872BA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8" y="1719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169" y="85"/>
                      </a:moveTo>
                      <a:lnTo>
                        <a:pt x="136" y="42"/>
                      </a:lnTo>
                      <a:lnTo>
                        <a:pt x="103" y="0"/>
                      </a:lnTo>
                      <a:lnTo>
                        <a:pt x="0" y="83"/>
                      </a:lnTo>
                      <a:lnTo>
                        <a:pt x="32" y="125"/>
                      </a:lnTo>
                      <a:lnTo>
                        <a:pt x="65" y="167"/>
                      </a:lnTo>
                      <a:lnTo>
                        <a:pt x="169" y="8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9" name="Freeform 1772">
                  <a:extLst>
                    <a:ext uri="{FF2B5EF4-FFF2-40B4-BE49-F238E27FC236}">
                      <a16:creationId xmlns:a16="http://schemas.microsoft.com/office/drawing/2014/main" id="{A85D43F9-B26A-E798-BF6D-A3F6E83584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7" y="1733"/>
                  <a:ext cx="6" cy="7"/>
                </a:xfrm>
                <a:custGeom>
                  <a:avLst/>
                  <a:gdLst>
                    <a:gd name="T0" fmla="*/ 0 w 37"/>
                    <a:gd name="T1" fmla="*/ 0 h 42"/>
                    <a:gd name="T2" fmla="*/ 0 w 37"/>
                    <a:gd name="T3" fmla="*/ 0 h 42"/>
                    <a:gd name="T4" fmla="*/ 0 w 37"/>
                    <a:gd name="T5" fmla="*/ 0 h 42"/>
                    <a:gd name="T6" fmla="*/ 0 w 37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42"/>
                    <a:gd name="T14" fmla="*/ 37 w 37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42">
                      <a:moveTo>
                        <a:pt x="37" y="42"/>
                      </a:moveTo>
                      <a:lnTo>
                        <a:pt x="5" y="0"/>
                      </a:lnTo>
                      <a:lnTo>
                        <a:pt x="0" y="4"/>
                      </a:lnTo>
                      <a:lnTo>
                        <a:pt x="37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0" name="Line 1773">
                  <a:extLst>
                    <a:ext uri="{FF2B5EF4-FFF2-40B4-BE49-F238E27FC236}">
                      <a16:creationId xmlns:a16="http://schemas.microsoft.com/office/drawing/2014/main" id="{097DAA1A-0B2F-3435-9FFE-A1FD4F1642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57" y="17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1" name="Freeform 1774">
                  <a:extLst>
                    <a:ext uri="{FF2B5EF4-FFF2-40B4-BE49-F238E27FC236}">
                      <a16:creationId xmlns:a16="http://schemas.microsoft.com/office/drawing/2014/main" id="{65CB99B8-0B44-A12D-D4AF-55A5F250A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1" y="1733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169" y="76"/>
                      </a:moveTo>
                      <a:lnTo>
                        <a:pt x="132" y="38"/>
                      </a:lnTo>
                      <a:lnTo>
                        <a:pt x="95" y="0"/>
                      </a:lnTo>
                      <a:lnTo>
                        <a:pt x="0" y="92"/>
                      </a:lnTo>
                      <a:lnTo>
                        <a:pt x="37" y="130"/>
                      </a:lnTo>
                      <a:lnTo>
                        <a:pt x="74" y="168"/>
                      </a:lnTo>
                      <a:lnTo>
                        <a:pt x="169" y="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2" name="Freeform 1775">
                  <a:extLst>
                    <a:ext uri="{FF2B5EF4-FFF2-40B4-BE49-F238E27FC236}">
                      <a16:creationId xmlns:a16="http://schemas.microsoft.com/office/drawing/2014/main" id="{5EAE3D69-4DF2-8228-F8DE-5CC06BC29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1" y="1733"/>
                  <a:ext cx="28" cy="28"/>
                </a:xfrm>
                <a:custGeom>
                  <a:avLst/>
                  <a:gdLst>
                    <a:gd name="T0" fmla="*/ 0 w 169"/>
                    <a:gd name="T1" fmla="*/ 0 h 168"/>
                    <a:gd name="T2" fmla="*/ 0 w 169"/>
                    <a:gd name="T3" fmla="*/ 0 h 168"/>
                    <a:gd name="T4" fmla="*/ 0 w 169"/>
                    <a:gd name="T5" fmla="*/ 0 h 168"/>
                    <a:gd name="T6" fmla="*/ 0 w 169"/>
                    <a:gd name="T7" fmla="*/ 0 h 168"/>
                    <a:gd name="T8" fmla="*/ 0 w 169"/>
                    <a:gd name="T9" fmla="*/ 0 h 168"/>
                    <a:gd name="T10" fmla="*/ 0 w 169"/>
                    <a:gd name="T11" fmla="*/ 0 h 168"/>
                    <a:gd name="T12" fmla="*/ 0 w 169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8"/>
                    <a:gd name="T23" fmla="*/ 169 w 169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8">
                      <a:moveTo>
                        <a:pt x="169" y="76"/>
                      </a:moveTo>
                      <a:lnTo>
                        <a:pt x="132" y="38"/>
                      </a:lnTo>
                      <a:lnTo>
                        <a:pt x="95" y="0"/>
                      </a:lnTo>
                      <a:lnTo>
                        <a:pt x="0" y="92"/>
                      </a:lnTo>
                      <a:lnTo>
                        <a:pt x="37" y="130"/>
                      </a:lnTo>
                      <a:lnTo>
                        <a:pt x="74" y="168"/>
                      </a:lnTo>
                      <a:lnTo>
                        <a:pt x="169" y="7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3" name="Freeform 1776">
                  <a:extLst>
                    <a:ext uri="{FF2B5EF4-FFF2-40B4-BE49-F238E27FC236}">
                      <a16:creationId xmlns:a16="http://schemas.microsoft.com/office/drawing/2014/main" id="{8AE55B2F-C9DC-3490-2CE7-39B10F618E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1" y="1749"/>
                  <a:ext cx="6" cy="6"/>
                </a:xfrm>
                <a:custGeom>
                  <a:avLst/>
                  <a:gdLst>
                    <a:gd name="T0" fmla="*/ 0 w 40"/>
                    <a:gd name="T1" fmla="*/ 0 h 38"/>
                    <a:gd name="T2" fmla="*/ 0 w 40"/>
                    <a:gd name="T3" fmla="*/ 0 h 38"/>
                    <a:gd name="T4" fmla="*/ 0 w 40"/>
                    <a:gd name="T5" fmla="*/ 0 h 38"/>
                    <a:gd name="T6" fmla="*/ 0 w 40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38"/>
                    <a:gd name="T14" fmla="*/ 40 w 40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38">
                      <a:moveTo>
                        <a:pt x="40" y="38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4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4" name="Line 1777">
                  <a:extLst>
                    <a:ext uri="{FF2B5EF4-FFF2-40B4-BE49-F238E27FC236}">
                      <a16:creationId xmlns:a16="http://schemas.microsoft.com/office/drawing/2014/main" id="{129C7BE7-AEAD-5565-CB66-0D7C0228B0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41" y="174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5" name="Freeform 1778">
                  <a:extLst>
                    <a:ext uri="{FF2B5EF4-FFF2-40B4-BE49-F238E27FC236}">
                      <a16:creationId xmlns:a16="http://schemas.microsoft.com/office/drawing/2014/main" id="{D6BDBCEF-C304-6CF2-5D66-9137A4BD80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6" y="1749"/>
                  <a:ext cx="28" cy="28"/>
                </a:xfrm>
                <a:custGeom>
                  <a:avLst/>
                  <a:gdLst>
                    <a:gd name="T0" fmla="*/ 0 w 168"/>
                    <a:gd name="T1" fmla="*/ 0 h 169"/>
                    <a:gd name="T2" fmla="*/ 0 w 168"/>
                    <a:gd name="T3" fmla="*/ 0 h 169"/>
                    <a:gd name="T4" fmla="*/ 0 w 168"/>
                    <a:gd name="T5" fmla="*/ 0 h 169"/>
                    <a:gd name="T6" fmla="*/ 0 w 168"/>
                    <a:gd name="T7" fmla="*/ 0 h 169"/>
                    <a:gd name="T8" fmla="*/ 0 w 168"/>
                    <a:gd name="T9" fmla="*/ 0 h 169"/>
                    <a:gd name="T10" fmla="*/ 0 w 168"/>
                    <a:gd name="T11" fmla="*/ 0 h 169"/>
                    <a:gd name="T12" fmla="*/ 0 w 16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9"/>
                    <a:gd name="T23" fmla="*/ 168 w 16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9">
                      <a:moveTo>
                        <a:pt x="168" y="70"/>
                      </a:moveTo>
                      <a:lnTo>
                        <a:pt x="128" y="35"/>
                      </a:lnTo>
                      <a:lnTo>
                        <a:pt x="88" y="0"/>
                      </a:lnTo>
                      <a:lnTo>
                        <a:pt x="0" y="100"/>
                      </a:lnTo>
                      <a:lnTo>
                        <a:pt x="40" y="135"/>
                      </a:lnTo>
                      <a:lnTo>
                        <a:pt x="80" y="169"/>
                      </a:lnTo>
                      <a:lnTo>
                        <a:pt x="168" y="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6" name="Freeform 1779">
                  <a:extLst>
                    <a:ext uri="{FF2B5EF4-FFF2-40B4-BE49-F238E27FC236}">
                      <a16:creationId xmlns:a16="http://schemas.microsoft.com/office/drawing/2014/main" id="{8C2D91E8-F8EF-EB55-C92C-BBC4B3A428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6" y="1749"/>
                  <a:ext cx="28" cy="28"/>
                </a:xfrm>
                <a:custGeom>
                  <a:avLst/>
                  <a:gdLst>
                    <a:gd name="T0" fmla="*/ 0 w 168"/>
                    <a:gd name="T1" fmla="*/ 0 h 169"/>
                    <a:gd name="T2" fmla="*/ 0 w 168"/>
                    <a:gd name="T3" fmla="*/ 0 h 169"/>
                    <a:gd name="T4" fmla="*/ 0 w 168"/>
                    <a:gd name="T5" fmla="*/ 0 h 169"/>
                    <a:gd name="T6" fmla="*/ 0 w 168"/>
                    <a:gd name="T7" fmla="*/ 0 h 169"/>
                    <a:gd name="T8" fmla="*/ 0 w 168"/>
                    <a:gd name="T9" fmla="*/ 0 h 169"/>
                    <a:gd name="T10" fmla="*/ 0 w 168"/>
                    <a:gd name="T11" fmla="*/ 0 h 169"/>
                    <a:gd name="T12" fmla="*/ 0 w 16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9"/>
                    <a:gd name="T23" fmla="*/ 168 w 16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9">
                      <a:moveTo>
                        <a:pt x="168" y="70"/>
                      </a:moveTo>
                      <a:lnTo>
                        <a:pt x="128" y="35"/>
                      </a:lnTo>
                      <a:lnTo>
                        <a:pt x="88" y="0"/>
                      </a:lnTo>
                      <a:lnTo>
                        <a:pt x="0" y="100"/>
                      </a:lnTo>
                      <a:lnTo>
                        <a:pt x="40" y="135"/>
                      </a:lnTo>
                      <a:lnTo>
                        <a:pt x="80" y="169"/>
                      </a:lnTo>
                      <a:lnTo>
                        <a:pt x="168" y="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7" name="Freeform 1780">
                  <a:extLst>
                    <a:ext uri="{FF2B5EF4-FFF2-40B4-BE49-F238E27FC236}">
                      <a16:creationId xmlns:a16="http://schemas.microsoft.com/office/drawing/2014/main" id="{6DCA9D57-3D06-FEFA-86D5-300EB2C92D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5" y="1766"/>
                  <a:ext cx="8" cy="6"/>
                </a:xfrm>
                <a:custGeom>
                  <a:avLst/>
                  <a:gdLst>
                    <a:gd name="T0" fmla="*/ 0 w 43"/>
                    <a:gd name="T1" fmla="*/ 0 h 35"/>
                    <a:gd name="T2" fmla="*/ 0 w 43"/>
                    <a:gd name="T3" fmla="*/ 0 h 35"/>
                    <a:gd name="T4" fmla="*/ 0 w 43"/>
                    <a:gd name="T5" fmla="*/ 0 h 35"/>
                    <a:gd name="T6" fmla="*/ 0 w 43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5"/>
                    <a:gd name="T14" fmla="*/ 43 w 43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5">
                      <a:moveTo>
                        <a:pt x="43" y="35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43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8" name="Line 1781">
                  <a:extLst>
                    <a:ext uri="{FF2B5EF4-FFF2-40B4-BE49-F238E27FC236}">
                      <a16:creationId xmlns:a16="http://schemas.microsoft.com/office/drawing/2014/main" id="{CEDF9EFB-AD4A-0CF4-4DA7-90425DB621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25" y="176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9" name="Freeform 1782">
                  <a:extLst>
                    <a:ext uri="{FF2B5EF4-FFF2-40B4-BE49-F238E27FC236}">
                      <a16:creationId xmlns:a16="http://schemas.microsoft.com/office/drawing/2014/main" id="{D2611A23-EE29-2D09-3AD6-DAA38580E7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" y="1766"/>
                  <a:ext cx="28" cy="29"/>
                </a:xfrm>
                <a:custGeom>
                  <a:avLst/>
                  <a:gdLst>
                    <a:gd name="T0" fmla="*/ 0 w 167"/>
                    <a:gd name="T1" fmla="*/ 0 h 170"/>
                    <a:gd name="T2" fmla="*/ 0 w 167"/>
                    <a:gd name="T3" fmla="*/ 0 h 170"/>
                    <a:gd name="T4" fmla="*/ 0 w 167"/>
                    <a:gd name="T5" fmla="*/ 0 h 170"/>
                    <a:gd name="T6" fmla="*/ 0 w 167"/>
                    <a:gd name="T7" fmla="*/ 0 h 170"/>
                    <a:gd name="T8" fmla="*/ 0 w 167"/>
                    <a:gd name="T9" fmla="*/ 0 h 170"/>
                    <a:gd name="T10" fmla="*/ 0 w 167"/>
                    <a:gd name="T11" fmla="*/ 0 h 170"/>
                    <a:gd name="T12" fmla="*/ 0 w 167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0"/>
                    <a:gd name="T23" fmla="*/ 167 w 167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0">
                      <a:moveTo>
                        <a:pt x="167" y="63"/>
                      </a:moveTo>
                      <a:lnTo>
                        <a:pt x="123" y="32"/>
                      </a:lnTo>
                      <a:lnTo>
                        <a:pt x="80" y="0"/>
                      </a:lnTo>
                      <a:lnTo>
                        <a:pt x="0" y="107"/>
                      </a:lnTo>
                      <a:lnTo>
                        <a:pt x="44" y="138"/>
                      </a:lnTo>
                      <a:lnTo>
                        <a:pt x="87" y="170"/>
                      </a:lnTo>
                      <a:lnTo>
                        <a:pt x="167" y="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0" name="Freeform 1783">
                  <a:extLst>
                    <a:ext uri="{FF2B5EF4-FFF2-40B4-BE49-F238E27FC236}">
                      <a16:creationId xmlns:a16="http://schemas.microsoft.com/office/drawing/2014/main" id="{C4ECEB6F-0454-7006-46BF-24A2C78308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" y="1766"/>
                  <a:ext cx="28" cy="29"/>
                </a:xfrm>
                <a:custGeom>
                  <a:avLst/>
                  <a:gdLst>
                    <a:gd name="T0" fmla="*/ 0 w 167"/>
                    <a:gd name="T1" fmla="*/ 0 h 170"/>
                    <a:gd name="T2" fmla="*/ 0 w 167"/>
                    <a:gd name="T3" fmla="*/ 0 h 170"/>
                    <a:gd name="T4" fmla="*/ 0 w 167"/>
                    <a:gd name="T5" fmla="*/ 0 h 170"/>
                    <a:gd name="T6" fmla="*/ 0 w 167"/>
                    <a:gd name="T7" fmla="*/ 0 h 170"/>
                    <a:gd name="T8" fmla="*/ 0 w 167"/>
                    <a:gd name="T9" fmla="*/ 0 h 170"/>
                    <a:gd name="T10" fmla="*/ 0 w 167"/>
                    <a:gd name="T11" fmla="*/ 0 h 170"/>
                    <a:gd name="T12" fmla="*/ 0 w 167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0"/>
                    <a:gd name="T23" fmla="*/ 167 w 167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0">
                      <a:moveTo>
                        <a:pt x="167" y="63"/>
                      </a:moveTo>
                      <a:lnTo>
                        <a:pt x="123" y="32"/>
                      </a:lnTo>
                      <a:lnTo>
                        <a:pt x="80" y="0"/>
                      </a:lnTo>
                      <a:lnTo>
                        <a:pt x="0" y="107"/>
                      </a:lnTo>
                      <a:lnTo>
                        <a:pt x="44" y="138"/>
                      </a:lnTo>
                      <a:lnTo>
                        <a:pt x="87" y="170"/>
                      </a:lnTo>
                      <a:lnTo>
                        <a:pt x="167" y="6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1" name="Freeform 1784">
                  <a:extLst>
                    <a:ext uri="{FF2B5EF4-FFF2-40B4-BE49-F238E27FC236}">
                      <a16:creationId xmlns:a16="http://schemas.microsoft.com/office/drawing/2014/main" id="{E02371B3-42A2-EB4E-59EC-7D058FAA87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" y="1784"/>
                  <a:ext cx="7" cy="5"/>
                </a:xfrm>
                <a:custGeom>
                  <a:avLst/>
                  <a:gdLst>
                    <a:gd name="T0" fmla="*/ 0 w 46"/>
                    <a:gd name="T1" fmla="*/ 0 h 31"/>
                    <a:gd name="T2" fmla="*/ 0 w 46"/>
                    <a:gd name="T3" fmla="*/ 0 h 31"/>
                    <a:gd name="T4" fmla="*/ 0 w 46"/>
                    <a:gd name="T5" fmla="*/ 0 h 31"/>
                    <a:gd name="T6" fmla="*/ 0 w 46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1"/>
                    <a:gd name="T14" fmla="*/ 46 w 46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1">
                      <a:moveTo>
                        <a:pt x="46" y="31"/>
                      </a:moveTo>
                      <a:lnTo>
                        <a:pt x="2" y="0"/>
                      </a:lnTo>
                      <a:lnTo>
                        <a:pt x="0" y="3"/>
                      </a:lnTo>
                      <a:lnTo>
                        <a:pt x="46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2" name="Line 1785">
                  <a:extLst>
                    <a:ext uri="{FF2B5EF4-FFF2-40B4-BE49-F238E27FC236}">
                      <a16:creationId xmlns:a16="http://schemas.microsoft.com/office/drawing/2014/main" id="{37511DF0-44F6-93AF-E089-68C04930BA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12" y="178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3" name="Freeform 1786">
                  <a:extLst>
                    <a:ext uri="{FF2B5EF4-FFF2-40B4-BE49-F238E27FC236}">
                      <a16:creationId xmlns:a16="http://schemas.microsoft.com/office/drawing/2014/main" id="{36C2397C-D23C-2DCF-2F69-5378F50FD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0" y="1785"/>
                  <a:ext cx="27" cy="28"/>
                </a:xfrm>
                <a:custGeom>
                  <a:avLst/>
                  <a:gdLst>
                    <a:gd name="T0" fmla="*/ 0 w 162"/>
                    <a:gd name="T1" fmla="*/ 0 h 170"/>
                    <a:gd name="T2" fmla="*/ 0 w 162"/>
                    <a:gd name="T3" fmla="*/ 0 h 170"/>
                    <a:gd name="T4" fmla="*/ 0 w 162"/>
                    <a:gd name="T5" fmla="*/ 0 h 170"/>
                    <a:gd name="T6" fmla="*/ 0 w 162"/>
                    <a:gd name="T7" fmla="*/ 0 h 170"/>
                    <a:gd name="T8" fmla="*/ 0 w 162"/>
                    <a:gd name="T9" fmla="*/ 0 h 170"/>
                    <a:gd name="T10" fmla="*/ 0 w 162"/>
                    <a:gd name="T11" fmla="*/ 0 h 170"/>
                    <a:gd name="T12" fmla="*/ 0 w 162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70"/>
                    <a:gd name="T23" fmla="*/ 162 w 162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70">
                      <a:moveTo>
                        <a:pt x="162" y="57"/>
                      </a:moveTo>
                      <a:lnTo>
                        <a:pt x="117" y="28"/>
                      </a:lnTo>
                      <a:lnTo>
                        <a:pt x="71" y="0"/>
                      </a:lnTo>
                      <a:lnTo>
                        <a:pt x="0" y="113"/>
                      </a:lnTo>
                      <a:lnTo>
                        <a:pt x="46" y="142"/>
                      </a:lnTo>
                      <a:lnTo>
                        <a:pt x="91" y="170"/>
                      </a:lnTo>
                      <a:lnTo>
                        <a:pt x="162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4" name="Freeform 1787">
                  <a:extLst>
                    <a:ext uri="{FF2B5EF4-FFF2-40B4-BE49-F238E27FC236}">
                      <a16:creationId xmlns:a16="http://schemas.microsoft.com/office/drawing/2014/main" id="{EAD24334-AF49-E02B-A866-5C3E34D8F6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0" y="1785"/>
                  <a:ext cx="27" cy="28"/>
                </a:xfrm>
                <a:custGeom>
                  <a:avLst/>
                  <a:gdLst>
                    <a:gd name="T0" fmla="*/ 0 w 162"/>
                    <a:gd name="T1" fmla="*/ 0 h 170"/>
                    <a:gd name="T2" fmla="*/ 0 w 162"/>
                    <a:gd name="T3" fmla="*/ 0 h 170"/>
                    <a:gd name="T4" fmla="*/ 0 w 162"/>
                    <a:gd name="T5" fmla="*/ 0 h 170"/>
                    <a:gd name="T6" fmla="*/ 0 w 162"/>
                    <a:gd name="T7" fmla="*/ 0 h 170"/>
                    <a:gd name="T8" fmla="*/ 0 w 162"/>
                    <a:gd name="T9" fmla="*/ 0 h 170"/>
                    <a:gd name="T10" fmla="*/ 0 w 162"/>
                    <a:gd name="T11" fmla="*/ 0 h 170"/>
                    <a:gd name="T12" fmla="*/ 0 w 162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70"/>
                    <a:gd name="T23" fmla="*/ 162 w 162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70">
                      <a:moveTo>
                        <a:pt x="162" y="57"/>
                      </a:moveTo>
                      <a:lnTo>
                        <a:pt x="117" y="28"/>
                      </a:lnTo>
                      <a:lnTo>
                        <a:pt x="71" y="0"/>
                      </a:lnTo>
                      <a:lnTo>
                        <a:pt x="0" y="113"/>
                      </a:lnTo>
                      <a:lnTo>
                        <a:pt x="46" y="142"/>
                      </a:lnTo>
                      <a:lnTo>
                        <a:pt x="91" y="170"/>
                      </a:lnTo>
                      <a:lnTo>
                        <a:pt x="162" y="5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5" name="Freeform 1788">
                  <a:extLst>
                    <a:ext uri="{FF2B5EF4-FFF2-40B4-BE49-F238E27FC236}">
                      <a16:creationId xmlns:a16="http://schemas.microsoft.com/office/drawing/2014/main" id="{2164DA58-FA09-2DCC-0496-D038DBBA4B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0" y="1804"/>
                  <a:ext cx="8" cy="4"/>
                </a:xfrm>
                <a:custGeom>
                  <a:avLst/>
                  <a:gdLst>
                    <a:gd name="T0" fmla="*/ 0 w 48"/>
                    <a:gd name="T1" fmla="*/ 0 h 29"/>
                    <a:gd name="T2" fmla="*/ 0 w 48"/>
                    <a:gd name="T3" fmla="*/ 0 h 29"/>
                    <a:gd name="T4" fmla="*/ 0 w 48"/>
                    <a:gd name="T5" fmla="*/ 0 h 29"/>
                    <a:gd name="T6" fmla="*/ 0 w 48"/>
                    <a:gd name="T7" fmla="*/ 0 h 2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29"/>
                    <a:gd name="T14" fmla="*/ 48 w 48"/>
                    <a:gd name="T15" fmla="*/ 29 h 2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29">
                      <a:moveTo>
                        <a:pt x="48" y="29"/>
                      </a:moveTo>
                      <a:lnTo>
                        <a:pt x="2" y="0"/>
                      </a:lnTo>
                      <a:lnTo>
                        <a:pt x="0" y="4"/>
                      </a:lnTo>
                      <a:lnTo>
                        <a:pt x="48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6" name="Line 1789">
                  <a:extLst>
                    <a:ext uri="{FF2B5EF4-FFF2-40B4-BE49-F238E27FC236}">
                      <a16:creationId xmlns:a16="http://schemas.microsoft.com/office/drawing/2014/main" id="{67EB0F7E-0CDA-0A7A-C24C-C2A1AF7C25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00" y="18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7" name="Freeform 1790">
                  <a:extLst>
                    <a:ext uri="{FF2B5EF4-FFF2-40B4-BE49-F238E27FC236}">
                      <a16:creationId xmlns:a16="http://schemas.microsoft.com/office/drawing/2014/main" id="{CB8A19F9-509C-62BA-4836-A84A94CE2E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0" y="1804"/>
                  <a:ext cx="26" cy="28"/>
                </a:xfrm>
                <a:custGeom>
                  <a:avLst/>
                  <a:gdLst>
                    <a:gd name="T0" fmla="*/ 0 w 156"/>
                    <a:gd name="T1" fmla="*/ 0 h 168"/>
                    <a:gd name="T2" fmla="*/ 0 w 156"/>
                    <a:gd name="T3" fmla="*/ 0 h 168"/>
                    <a:gd name="T4" fmla="*/ 0 w 156"/>
                    <a:gd name="T5" fmla="*/ 0 h 168"/>
                    <a:gd name="T6" fmla="*/ 0 w 156"/>
                    <a:gd name="T7" fmla="*/ 0 h 168"/>
                    <a:gd name="T8" fmla="*/ 0 w 156"/>
                    <a:gd name="T9" fmla="*/ 0 h 168"/>
                    <a:gd name="T10" fmla="*/ 0 w 156"/>
                    <a:gd name="T11" fmla="*/ 0 h 168"/>
                    <a:gd name="T12" fmla="*/ 0 w 156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6"/>
                    <a:gd name="T22" fmla="*/ 0 h 168"/>
                    <a:gd name="T23" fmla="*/ 156 w 156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6" h="168">
                      <a:moveTo>
                        <a:pt x="156" y="49"/>
                      </a:moveTo>
                      <a:lnTo>
                        <a:pt x="108" y="25"/>
                      </a:lnTo>
                      <a:lnTo>
                        <a:pt x="60" y="0"/>
                      </a:lnTo>
                      <a:lnTo>
                        <a:pt x="0" y="119"/>
                      </a:lnTo>
                      <a:lnTo>
                        <a:pt x="48" y="143"/>
                      </a:lnTo>
                      <a:lnTo>
                        <a:pt x="95" y="168"/>
                      </a:lnTo>
                      <a:lnTo>
                        <a:pt x="156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8" name="Freeform 1791">
                  <a:extLst>
                    <a:ext uri="{FF2B5EF4-FFF2-40B4-BE49-F238E27FC236}">
                      <a16:creationId xmlns:a16="http://schemas.microsoft.com/office/drawing/2014/main" id="{8D5B5863-6699-C34C-666C-094886FCA1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0" y="1804"/>
                  <a:ext cx="26" cy="28"/>
                </a:xfrm>
                <a:custGeom>
                  <a:avLst/>
                  <a:gdLst>
                    <a:gd name="T0" fmla="*/ 0 w 156"/>
                    <a:gd name="T1" fmla="*/ 0 h 168"/>
                    <a:gd name="T2" fmla="*/ 0 w 156"/>
                    <a:gd name="T3" fmla="*/ 0 h 168"/>
                    <a:gd name="T4" fmla="*/ 0 w 156"/>
                    <a:gd name="T5" fmla="*/ 0 h 168"/>
                    <a:gd name="T6" fmla="*/ 0 w 156"/>
                    <a:gd name="T7" fmla="*/ 0 h 168"/>
                    <a:gd name="T8" fmla="*/ 0 w 156"/>
                    <a:gd name="T9" fmla="*/ 0 h 168"/>
                    <a:gd name="T10" fmla="*/ 0 w 156"/>
                    <a:gd name="T11" fmla="*/ 0 h 168"/>
                    <a:gd name="T12" fmla="*/ 0 w 156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6"/>
                    <a:gd name="T22" fmla="*/ 0 h 168"/>
                    <a:gd name="T23" fmla="*/ 156 w 156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6" h="168">
                      <a:moveTo>
                        <a:pt x="156" y="49"/>
                      </a:moveTo>
                      <a:lnTo>
                        <a:pt x="108" y="25"/>
                      </a:lnTo>
                      <a:lnTo>
                        <a:pt x="60" y="0"/>
                      </a:lnTo>
                      <a:lnTo>
                        <a:pt x="0" y="119"/>
                      </a:lnTo>
                      <a:lnTo>
                        <a:pt x="48" y="143"/>
                      </a:lnTo>
                      <a:lnTo>
                        <a:pt x="95" y="168"/>
                      </a:lnTo>
                      <a:lnTo>
                        <a:pt x="156" y="4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9" name="Freeform 1792">
                  <a:extLst>
                    <a:ext uri="{FF2B5EF4-FFF2-40B4-BE49-F238E27FC236}">
                      <a16:creationId xmlns:a16="http://schemas.microsoft.com/office/drawing/2014/main" id="{E1D45E71-D7E9-66D4-AC99-06BFD791D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9" y="1824"/>
                  <a:ext cx="9" cy="4"/>
                </a:xfrm>
                <a:custGeom>
                  <a:avLst/>
                  <a:gdLst>
                    <a:gd name="T0" fmla="*/ 0 w 50"/>
                    <a:gd name="T1" fmla="*/ 0 h 24"/>
                    <a:gd name="T2" fmla="*/ 0 w 50"/>
                    <a:gd name="T3" fmla="*/ 0 h 24"/>
                    <a:gd name="T4" fmla="*/ 0 w 50"/>
                    <a:gd name="T5" fmla="*/ 0 h 24"/>
                    <a:gd name="T6" fmla="*/ 0 w 50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4"/>
                    <a:gd name="T14" fmla="*/ 50 w 50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4">
                      <a:moveTo>
                        <a:pt x="50" y="24"/>
                      </a:moveTo>
                      <a:lnTo>
                        <a:pt x="2" y="0"/>
                      </a:lnTo>
                      <a:lnTo>
                        <a:pt x="0" y="4"/>
                      </a:lnTo>
                      <a:lnTo>
                        <a:pt x="50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0" name="Line 1793">
                  <a:extLst>
                    <a:ext uri="{FF2B5EF4-FFF2-40B4-BE49-F238E27FC236}">
                      <a16:creationId xmlns:a16="http://schemas.microsoft.com/office/drawing/2014/main" id="{6FC52972-164F-8A20-90B3-881A25ACB7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89" y="182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1" name="Freeform 1794">
                  <a:extLst>
                    <a:ext uri="{FF2B5EF4-FFF2-40B4-BE49-F238E27FC236}">
                      <a16:creationId xmlns:a16="http://schemas.microsoft.com/office/drawing/2014/main" id="{C584BE84-904C-3C04-5D1A-54C647E0FD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1" y="1825"/>
                  <a:ext cx="25" cy="27"/>
                </a:xfrm>
                <a:custGeom>
                  <a:avLst/>
                  <a:gdLst>
                    <a:gd name="T0" fmla="*/ 0 w 149"/>
                    <a:gd name="T1" fmla="*/ 0 h 163"/>
                    <a:gd name="T2" fmla="*/ 0 w 149"/>
                    <a:gd name="T3" fmla="*/ 0 h 163"/>
                    <a:gd name="T4" fmla="*/ 0 w 149"/>
                    <a:gd name="T5" fmla="*/ 0 h 163"/>
                    <a:gd name="T6" fmla="*/ 0 w 149"/>
                    <a:gd name="T7" fmla="*/ 0 h 163"/>
                    <a:gd name="T8" fmla="*/ 0 w 149"/>
                    <a:gd name="T9" fmla="*/ 0 h 163"/>
                    <a:gd name="T10" fmla="*/ 0 w 149"/>
                    <a:gd name="T11" fmla="*/ 0 h 163"/>
                    <a:gd name="T12" fmla="*/ 0 w 14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63"/>
                    <a:gd name="T23" fmla="*/ 149 w 14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63">
                      <a:moveTo>
                        <a:pt x="149" y="40"/>
                      </a:moveTo>
                      <a:lnTo>
                        <a:pt x="100" y="20"/>
                      </a:lnTo>
                      <a:lnTo>
                        <a:pt x="50" y="0"/>
                      </a:lnTo>
                      <a:lnTo>
                        <a:pt x="0" y="123"/>
                      </a:lnTo>
                      <a:lnTo>
                        <a:pt x="50" y="143"/>
                      </a:lnTo>
                      <a:lnTo>
                        <a:pt x="100" y="163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2" name="Freeform 1795">
                  <a:extLst>
                    <a:ext uri="{FF2B5EF4-FFF2-40B4-BE49-F238E27FC236}">
                      <a16:creationId xmlns:a16="http://schemas.microsoft.com/office/drawing/2014/main" id="{CD6222EE-39AE-829A-5B99-77D7B9CD0B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1" y="1825"/>
                  <a:ext cx="25" cy="27"/>
                </a:xfrm>
                <a:custGeom>
                  <a:avLst/>
                  <a:gdLst>
                    <a:gd name="T0" fmla="*/ 0 w 149"/>
                    <a:gd name="T1" fmla="*/ 0 h 163"/>
                    <a:gd name="T2" fmla="*/ 0 w 149"/>
                    <a:gd name="T3" fmla="*/ 0 h 163"/>
                    <a:gd name="T4" fmla="*/ 0 w 149"/>
                    <a:gd name="T5" fmla="*/ 0 h 163"/>
                    <a:gd name="T6" fmla="*/ 0 w 149"/>
                    <a:gd name="T7" fmla="*/ 0 h 163"/>
                    <a:gd name="T8" fmla="*/ 0 w 149"/>
                    <a:gd name="T9" fmla="*/ 0 h 163"/>
                    <a:gd name="T10" fmla="*/ 0 w 149"/>
                    <a:gd name="T11" fmla="*/ 0 h 163"/>
                    <a:gd name="T12" fmla="*/ 0 w 14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9"/>
                    <a:gd name="T22" fmla="*/ 0 h 163"/>
                    <a:gd name="T23" fmla="*/ 149 w 14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9" h="163">
                      <a:moveTo>
                        <a:pt x="149" y="40"/>
                      </a:moveTo>
                      <a:lnTo>
                        <a:pt x="100" y="20"/>
                      </a:lnTo>
                      <a:lnTo>
                        <a:pt x="50" y="0"/>
                      </a:lnTo>
                      <a:lnTo>
                        <a:pt x="0" y="123"/>
                      </a:lnTo>
                      <a:lnTo>
                        <a:pt x="50" y="143"/>
                      </a:lnTo>
                      <a:lnTo>
                        <a:pt x="100" y="163"/>
                      </a:lnTo>
                      <a:lnTo>
                        <a:pt x="149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3" name="Freeform 1796">
                  <a:extLst>
                    <a:ext uri="{FF2B5EF4-FFF2-40B4-BE49-F238E27FC236}">
                      <a16:creationId xmlns:a16="http://schemas.microsoft.com/office/drawing/2014/main" id="{008789BF-C68B-7DAE-AF6B-CF2B170E7C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1" y="1845"/>
                  <a:ext cx="8" cy="4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51" y="20"/>
                      </a:moveTo>
                      <a:lnTo>
                        <a:pt x="1" y="0"/>
                      </a:lnTo>
                      <a:lnTo>
                        <a:pt x="0" y="4"/>
                      </a:lnTo>
                      <a:lnTo>
                        <a:pt x="51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4" name="Line 1797">
                  <a:extLst>
                    <a:ext uri="{FF2B5EF4-FFF2-40B4-BE49-F238E27FC236}">
                      <a16:creationId xmlns:a16="http://schemas.microsoft.com/office/drawing/2014/main" id="{C396C7E4-C9C8-95C1-A79A-55897E9B6F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81" y="18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5" name="Freeform 1798">
                  <a:extLst>
                    <a:ext uri="{FF2B5EF4-FFF2-40B4-BE49-F238E27FC236}">
                      <a16:creationId xmlns:a16="http://schemas.microsoft.com/office/drawing/2014/main" id="{195709E0-172F-C1A2-2B30-27A06AF3D5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46"/>
                  <a:ext cx="24" cy="26"/>
                </a:xfrm>
                <a:custGeom>
                  <a:avLst/>
                  <a:gdLst>
                    <a:gd name="T0" fmla="*/ 0 w 142"/>
                    <a:gd name="T1" fmla="*/ 0 h 159"/>
                    <a:gd name="T2" fmla="*/ 0 w 142"/>
                    <a:gd name="T3" fmla="*/ 0 h 159"/>
                    <a:gd name="T4" fmla="*/ 0 w 142"/>
                    <a:gd name="T5" fmla="*/ 0 h 159"/>
                    <a:gd name="T6" fmla="*/ 0 w 142"/>
                    <a:gd name="T7" fmla="*/ 0 h 159"/>
                    <a:gd name="T8" fmla="*/ 0 w 142"/>
                    <a:gd name="T9" fmla="*/ 0 h 159"/>
                    <a:gd name="T10" fmla="*/ 0 w 142"/>
                    <a:gd name="T11" fmla="*/ 0 h 159"/>
                    <a:gd name="T12" fmla="*/ 0 w 142"/>
                    <a:gd name="T13" fmla="*/ 0 h 15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59"/>
                    <a:gd name="T23" fmla="*/ 142 w 142"/>
                    <a:gd name="T24" fmla="*/ 159 h 15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59">
                      <a:moveTo>
                        <a:pt x="142" y="32"/>
                      </a:moveTo>
                      <a:lnTo>
                        <a:pt x="91" y="16"/>
                      </a:lnTo>
                      <a:lnTo>
                        <a:pt x="40" y="0"/>
                      </a:lnTo>
                      <a:lnTo>
                        <a:pt x="0" y="127"/>
                      </a:lnTo>
                      <a:lnTo>
                        <a:pt x="51" y="143"/>
                      </a:lnTo>
                      <a:lnTo>
                        <a:pt x="101" y="159"/>
                      </a:lnTo>
                      <a:lnTo>
                        <a:pt x="142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6" name="Freeform 1799">
                  <a:extLst>
                    <a:ext uri="{FF2B5EF4-FFF2-40B4-BE49-F238E27FC236}">
                      <a16:creationId xmlns:a16="http://schemas.microsoft.com/office/drawing/2014/main" id="{CDFE26A6-FC91-6C1F-FDBB-393B4902C4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46"/>
                  <a:ext cx="24" cy="26"/>
                </a:xfrm>
                <a:custGeom>
                  <a:avLst/>
                  <a:gdLst>
                    <a:gd name="T0" fmla="*/ 0 w 142"/>
                    <a:gd name="T1" fmla="*/ 0 h 159"/>
                    <a:gd name="T2" fmla="*/ 0 w 142"/>
                    <a:gd name="T3" fmla="*/ 0 h 159"/>
                    <a:gd name="T4" fmla="*/ 0 w 142"/>
                    <a:gd name="T5" fmla="*/ 0 h 159"/>
                    <a:gd name="T6" fmla="*/ 0 w 142"/>
                    <a:gd name="T7" fmla="*/ 0 h 159"/>
                    <a:gd name="T8" fmla="*/ 0 w 142"/>
                    <a:gd name="T9" fmla="*/ 0 h 159"/>
                    <a:gd name="T10" fmla="*/ 0 w 142"/>
                    <a:gd name="T11" fmla="*/ 0 h 159"/>
                    <a:gd name="T12" fmla="*/ 0 w 142"/>
                    <a:gd name="T13" fmla="*/ 0 h 15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59"/>
                    <a:gd name="T23" fmla="*/ 142 w 142"/>
                    <a:gd name="T24" fmla="*/ 159 h 15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59">
                      <a:moveTo>
                        <a:pt x="142" y="32"/>
                      </a:moveTo>
                      <a:lnTo>
                        <a:pt x="91" y="16"/>
                      </a:lnTo>
                      <a:lnTo>
                        <a:pt x="40" y="0"/>
                      </a:lnTo>
                      <a:lnTo>
                        <a:pt x="0" y="127"/>
                      </a:lnTo>
                      <a:lnTo>
                        <a:pt x="51" y="143"/>
                      </a:lnTo>
                      <a:lnTo>
                        <a:pt x="101" y="159"/>
                      </a:lnTo>
                      <a:lnTo>
                        <a:pt x="142" y="3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7" name="Freeform 1800">
                  <a:extLst>
                    <a:ext uri="{FF2B5EF4-FFF2-40B4-BE49-F238E27FC236}">
                      <a16:creationId xmlns:a16="http://schemas.microsoft.com/office/drawing/2014/main" id="{D66B7B82-7846-6A95-DA00-37B200D5F5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7"/>
                  <a:ext cx="17" cy="12"/>
                </a:xfrm>
                <a:custGeom>
                  <a:avLst/>
                  <a:gdLst>
                    <a:gd name="T0" fmla="*/ 0 w 103"/>
                    <a:gd name="T1" fmla="*/ 0 h 69"/>
                    <a:gd name="T2" fmla="*/ 0 w 103"/>
                    <a:gd name="T3" fmla="*/ 0 h 69"/>
                    <a:gd name="T4" fmla="*/ 0 w 103"/>
                    <a:gd name="T5" fmla="*/ 0 h 69"/>
                    <a:gd name="T6" fmla="*/ 0 w 103"/>
                    <a:gd name="T7" fmla="*/ 0 h 69"/>
                    <a:gd name="T8" fmla="*/ 0 w 103"/>
                    <a:gd name="T9" fmla="*/ 0 h 69"/>
                    <a:gd name="T10" fmla="*/ 0 w 103"/>
                    <a:gd name="T11" fmla="*/ 0 h 69"/>
                    <a:gd name="T12" fmla="*/ 0 w 103"/>
                    <a:gd name="T13" fmla="*/ 0 h 69"/>
                    <a:gd name="T14" fmla="*/ 0 w 103"/>
                    <a:gd name="T15" fmla="*/ 0 h 69"/>
                    <a:gd name="T16" fmla="*/ 0 w 103"/>
                    <a:gd name="T17" fmla="*/ 0 h 69"/>
                    <a:gd name="T18" fmla="*/ 0 w 103"/>
                    <a:gd name="T19" fmla="*/ 0 h 69"/>
                    <a:gd name="T20" fmla="*/ 0 w 103"/>
                    <a:gd name="T21" fmla="*/ 0 h 69"/>
                    <a:gd name="T22" fmla="*/ 0 w 103"/>
                    <a:gd name="T23" fmla="*/ 0 h 69"/>
                    <a:gd name="T24" fmla="*/ 0 w 103"/>
                    <a:gd name="T25" fmla="*/ 0 h 69"/>
                    <a:gd name="T26" fmla="*/ 0 w 103"/>
                    <a:gd name="T27" fmla="*/ 0 h 69"/>
                    <a:gd name="T28" fmla="*/ 0 w 103"/>
                    <a:gd name="T29" fmla="*/ 0 h 69"/>
                    <a:gd name="T30" fmla="*/ 0 w 103"/>
                    <a:gd name="T31" fmla="*/ 0 h 69"/>
                    <a:gd name="T32" fmla="*/ 0 w 103"/>
                    <a:gd name="T33" fmla="*/ 0 h 6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69"/>
                    <a:gd name="T53" fmla="*/ 103 w 103"/>
                    <a:gd name="T54" fmla="*/ 69 h 69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69">
                      <a:moveTo>
                        <a:pt x="53" y="16"/>
                      </a:moveTo>
                      <a:lnTo>
                        <a:pt x="103" y="32"/>
                      </a:lnTo>
                      <a:lnTo>
                        <a:pt x="99" y="44"/>
                      </a:lnTo>
                      <a:lnTo>
                        <a:pt x="92" y="53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69"/>
                      </a:lnTo>
                      <a:lnTo>
                        <a:pt x="48" y="69"/>
                      </a:lnTo>
                      <a:lnTo>
                        <a:pt x="37" y="67"/>
                      </a:lnTo>
                      <a:lnTo>
                        <a:pt x="25" y="63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5"/>
                      </a:lnTo>
                      <a:lnTo>
                        <a:pt x="0" y="24"/>
                      </a:lnTo>
                      <a:lnTo>
                        <a:pt x="0" y="12"/>
                      </a:lnTo>
                      <a:lnTo>
                        <a:pt x="2" y="0"/>
                      </a:lnTo>
                      <a:lnTo>
                        <a:pt x="53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8" name="Freeform 1801">
                  <a:extLst>
                    <a:ext uri="{FF2B5EF4-FFF2-40B4-BE49-F238E27FC236}">
                      <a16:creationId xmlns:a16="http://schemas.microsoft.com/office/drawing/2014/main" id="{F9178AF2-BA86-A676-56B1-A0326910B6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7"/>
                  <a:ext cx="17" cy="12"/>
                </a:xfrm>
                <a:custGeom>
                  <a:avLst/>
                  <a:gdLst>
                    <a:gd name="T0" fmla="*/ 0 w 103"/>
                    <a:gd name="T1" fmla="*/ 0 h 69"/>
                    <a:gd name="T2" fmla="*/ 0 w 103"/>
                    <a:gd name="T3" fmla="*/ 0 h 69"/>
                    <a:gd name="T4" fmla="*/ 0 w 103"/>
                    <a:gd name="T5" fmla="*/ 0 h 69"/>
                    <a:gd name="T6" fmla="*/ 0 w 103"/>
                    <a:gd name="T7" fmla="*/ 0 h 69"/>
                    <a:gd name="T8" fmla="*/ 0 w 103"/>
                    <a:gd name="T9" fmla="*/ 0 h 69"/>
                    <a:gd name="T10" fmla="*/ 0 w 103"/>
                    <a:gd name="T11" fmla="*/ 0 h 69"/>
                    <a:gd name="T12" fmla="*/ 0 w 103"/>
                    <a:gd name="T13" fmla="*/ 0 h 69"/>
                    <a:gd name="T14" fmla="*/ 0 w 103"/>
                    <a:gd name="T15" fmla="*/ 0 h 69"/>
                    <a:gd name="T16" fmla="*/ 0 w 103"/>
                    <a:gd name="T17" fmla="*/ 0 h 69"/>
                    <a:gd name="T18" fmla="*/ 0 w 103"/>
                    <a:gd name="T19" fmla="*/ 0 h 69"/>
                    <a:gd name="T20" fmla="*/ 0 w 103"/>
                    <a:gd name="T21" fmla="*/ 0 h 69"/>
                    <a:gd name="T22" fmla="*/ 0 w 103"/>
                    <a:gd name="T23" fmla="*/ 0 h 69"/>
                    <a:gd name="T24" fmla="*/ 0 w 103"/>
                    <a:gd name="T25" fmla="*/ 0 h 69"/>
                    <a:gd name="T26" fmla="*/ 0 w 103"/>
                    <a:gd name="T27" fmla="*/ 0 h 69"/>
                    <a:gd name="T28" fmla="*/ 0 w 103"/>
                    <a:gd name="T29" fmla="*/ 0 h 6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69"/>
                    <a:gd name="T47" fmla="*/ 103 w 103"/>
                    <a:gd name="T48" fmla="*/ 69 h 69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69">
                      <a:moveTo>
                        <a:pt x="103" y="32"/>
                      </a:moveTo>
                      <a:lnTo>
                        <a:pt x="99" y="44"/>
                      </a:lnTo>
                      <a:lnTo>
                        <a:pt x="92" y="53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69"/>
                      </a:lnTo>
                      <a:lnTo>
                        <a:pt x="48" y="69"/>
                      </a:lnTo>
                      <a:lnTo>
                        <a:pt x="37" y="67"/>
                      </a:lnTo>
                      <a:lnTo>
                        <a:pt x="25" y="63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5"/>
                      </a:lnTo>
                      <a:lnTo>
                        <a:pt x="0" y="24"/>
                      </a:lnTo>
                      <a:lnTo>
                        <a:pt x="0" y="12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9" name="Freeform 1802">
                  <a:extLst>
                    <a:ext uri="{FF2B5EF4-FFF2-40B4-BE49-F238E27FC236}">
                      <a16:creationId xmlns:a16="http://schemas.microsoft.com/office/drawing/2014/main" id="{74661D1F-79EB-E470-A324-461C49B3A4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0" name="Freeform 1803">
                  <a:extLst>
                    <a:ext uri="{FF2B5EF4-FFF2-40B4-BE49-F238E27FC236}">
                      <a16:creationId xmlns:a16="http://schemas.microsoft.com/office/drawing/2014/main" id="{B48638AD-EF27-A905-01A2-A919313C3D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1" name="Freeform 1804">
                  <a:extLst>
                    <a:ext uri="{FF2B5EF4-FFF2-40B4-BE49-F238E27FC236}">
                      <a16:creationId xmlns:a16="http://schemas.microsoft.com/office/drawing/2014/main" id="{387EDE0C-3AB9-A83C-9D45-683F405ADF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2" name="Freeform 1805">
                  <a:extLst>
                    <a:ext uri="{FF2B5EF4-FFF2-40B4-BE49-F238E27FC236}">
                      <a16:creationId xmlns:a16="http://schemas.microsoft.com/office/drawing/2014/main" id="{62FE1B54-1B98-6910-4E36-9FCB4289C6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3" name="Freeform 1806">
                  <a:extLst>
                    <a:ext uri="{FF2B5EF4-FFF2-40B4-BE49-F238E27FC236}">
                      <a16:creationId xmlns:a16="http://schemas.microsoft.com/office/drawing/2014/main" id="{5397D585-ECCB-9737-B9D4-E2B06E2A74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4" name="Freeform 1807">
                  <a:extLst>
                    <a:ext uri="{FF2B5EF4-FFF2-40B4-BE49-F238E27FC236}">
                      <a16:creationId xmlns:a16="http://schemas.microsoft.com/office/drawing/2014/main" id="{4FF152E8-5A71-5247-2A1A-8F6DAA246D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5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5" name="Freeform 1808">
                  <a:extLst>
                    <a:ext uri="{FF2B5EF4-FFF2-40B4-BE49-F238E27FC236}">
                      <a16:creationId xmlns:a16="http://schemas.microsoft.com/office/drawing/2014/main" id="{AB08F000-A2EC-B647-5CE2-827EBA9B4B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35"/>
                  <a:ext cx="18" cy="11"/>
                </a:xfrm>
                <a:custGeom>
                  <a:avLst/>
                  <a:gdLst>
                    <a:gd name="T0" fmla="*/ 0 w 105"/>
                    <a:gd name="T1" fmla="*/ 0 h 64"/>
                    <a:gd name="T2" fmla="*/ 0 w 105"/>
                    <a:gd name="T3" fmla="*/ 0 h 64"/>
                    <a:gd name="T4" fmla="*/ 0 w 105"/>
                    <a:gd name="T5" fmla="*/ 0 h 64"/>
                    <a:gd name="T6" fmla="*/ 0 w 105"/>
                    <a:gd name="T7" fmla="*/ 0 h 64"/>
                    <a:gd name="T8" fmla="*/ 0 w 105"/>
                    <a:gd name="T9" fmla="*/ 0 h 64"/>
                    <a:gd name="T10" fmla="*/ 0 w 105"/>
                    <a:gd name="T11" fmla="*/ 0 h 64"/>
                    <a:gd name="T12" fmla="*/ 0 w 105"/>
                    <a:gd name="T13" fmla="*/ 0 h 64"/>
                    <a:gd name="T14" fmla="*/ 0 w 105"/>
                    <a:gd name="T15" fmla="*/ 0 h 64"/>
                    <a:gd name="T16" fmla="*/ 0 w 105"/>
                    <a:gd name="T17" fmla="*/ 0 h 64"/>
                    <a:gd name="T18" fmla="*/ 0 w 105"/>
                    <a:gd name="T19" fmla="*/ 0 h 64"/>
                    <a:gd name="T20" fmla="*/ 0 w 105"/>
                    <a:gd name="T21" fmla="*/ 0 h 64"/>
                    <a:gd name="T22" fmla="*/ 0 w 105"/>
                    <a:gd name="T23" fmla="*/ 0 h 64"/>
                    <a:gd name="T24" fmla="*/ 0 w 105"/>
                    <a:gd name="T25" fmla="*/ 0 h 64"/>
                    <a:gd name="T26" fmla="*/ 0 w 105"/>
                    <a:gd name="T27" fmla="*/ 0 h 64"/>
                    <a:gd name="T28" fmla="*/ 0 w 105"/>
                    <a:gd name="T29" fmla="*/ 0 h 64"/>
                    <a:gd name="T30" fmla="*/ 0 w 105"/>
                    <a:gd name="T31" fmla="*/ 0 h 64"/>
                    <a:gd name="T32" fmla="*/ 0 w 105"/>
                    <a:gd name="T33" fmla="*/ 0 h 6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64"/>
                    <a:gd name="T53" fmla="*/ 105 w 105"/>
                    <a:gd name="T54" fmla="*/ 64 h 6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64">
                      <a:moveTo>
                        <a:pt x="53" y="53"/>
                      </a:moveTo>
                      <a:lnTo>
                        <a:pt x="1" y="64"/>
                      </a:lnTo>
                      <a:lnTo>
                        <a:pt x="0" y="53"/>
                      </a:lnTo>
                      <a:lnTo>
                        <a:pt x="1" y="40"/>
                      </a:lnTo>
                      <a:lnTo>
                        <a:pt x="5" y="29"/>
                      </a:lnTo>
                      <a:lnTo>
                        <a:pt x="12" y="19"/>
                      </a:lnTo>
                      <a:lnTo>
                        <a:pt x="20" y="10"/>
                      </a:lnTo>
                      <a:lnTo>
                        <a:pt x="30" y="4"/>
                      </a:lnTo>
                      <a:lnTo>
                        <a:pt x="41" y="1"/>
                      </a:lnTo>
                      <a:lnTo>
                        <a:pt x="53" y="0"/>
                      </a:lnTo>
                      <a:lnTo>
                        <a:pt x="66" y="1"/>
                      </a:lnTo>
                      <a:lnTo>
                        <a:pt x="76" y="5"/>
                      </a:lnTo>
                      <a:lnTo>
                        <a:pt x="87" y="11"/>
                      </a:lnTo>
                      <a:lnTo>
                        <a:pt x="95" y="20"/>
                      </a:lnTo>
                      <a:lnTo>
                        <a:pt x="102" y="29"/>
                      </a:lnTo>
                      <a:lnTo>
                        <a:pt x="105" y="41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6" name="Freeform 1809">
                  <a:extLst>
                    <a:ext uri="{FF2B5EF4-FFF2-40B4-BE49-F238E27FC236}">
                      <a16:creationId xmlns:a16="http://schemas.microsoft.com/office/drawing/2014/main" id="{B7C574EB-9F15-24B3-85E2-B0B5226DF6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35"/>
                  <a:ext cx="18" cy="11"/>
                </a:xfrm>
                <a:custGeom>
                  <a:avLst/>
                  <a:gdLst>
                    <a:gd name="T0" fmla="*/ 0 w 105"/>
                    <a:gd name="T1" fmla="*/ 0 h 64"/>
                    <a:gd name="T2" fmla="*/ 0 w 105"/>
                    <a:gd name="T3" fmla="*/ 0 h 64"/>
                    <a:gd name="T4" fmla="*/ 0 w 105"/>
                    <a:gd name="T5" fmla="*/ 0 h 64"/>
                    <a:gd name="T6" fmla="*/ 0 w 105"/>
                    <a:gd name="T7" fmla="*/ 0 h 64"/>
                    <a:gd name="T8" fmla="*/ 0 w 105"/>
                    <a:gd name="T9" fmla="*/ 0 h 64"/>
                    <a:gd name="T10" fmla="*/ 0 w 105"/>
                    <a:gd name="T11" fmla="*/ 0 h 64"/>
                    <a:gd name="T12" fmla="*/ 0 w 105"/>
                    <a:gd name="T13" fmla="*/ 0 h 64"/>
                    <a:gd name="T14" fmla="*/ 0 w 105"/>
                    <a:gd name="T15" fmla="*/ 0 h 64"/>
                    <a:gd name="T16" fmla="*/ 0 w 105"/>
                    <a:gd name="T17" fmla="*/ 0 h 64"/>
                    <a:gd name="T18" fmla="*/ 0 w 105"/>
                    <a:gd name="T19" fmla="*/ 0 h 64"/>
                    <a:gd name="T20" fmla="*/ 0 w 105"/>
                    <a:gd name="T21" fmla="*/ 0 h 64"/>
                    <a:gd name="T22" fmla="*/ 0 w 105"/>
                    <a:gd name="T23" fmla="*/ 0 h 64"/>
                    <a:gd name="T24" fmla="*/ 0 w 105"/>
                    <a:gd name="T25" fmla="*/ 0 h 64"/>
                    <a:gd name="T26" fmla="*/ 0 w 105"/>
                    <a:gd name="T27" fmla="*/ 0 h 64"/>
                    <a:gd name="T28" fmla="*/ 0 w 105"/>
                    <a:gd name="T29" fmla="*/ 0 h 6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64"/>
                    <a:gd name="T47" fmla="*/ 105 w 105"/>
                    <a:gd name="T48" fmla="*/ 64 h 6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64">
                      <a:moveTo>
                        <a:pt x="1" y="64"/>
                      </a:moveTo>
                      <a:lnTo>
                        <a:pt x="0" y="53"/>
                      </a:lnTo>
                      <a:lnTo>
                        <a:pt x="1" y="40"/>
                      </a:lnTo>
                      <a:lnTo>
                        <a:pt x="5" y="29"/>
                      </a:lnTo>
                      <a:lnTo>
                        <a:pt x="12" y="19"/>
                      </a:lnTo>
                      <a:lnTo>
                        <a:pt x="20" y="10"/>
                      </a:lnTo>
                      <a:lnTo>
                        <a:pt x="30" y="4"/>
                      </a:lnTo>
                      <a:lnTo>
                        <a:pt x="41" y="1"/>
                      </a:lnTo>
                      <a:lnTo>
                        <a:pt x="53" y="0"/>
                      </a:lnTo>
                      <a:lnTo>
                        <a:pt x="66" y="1"/>
                      </a:lnTo>
                      <a:lnTo>
                        <a:pt x="76" y="5"/>
                      </a:lnTo>
                      <a:lnTo>
                        <a:pt x="87" y="11"/>
                      </a:lnTo>
                      <a:lnTo>
                        <a:pt x="95" y="20"/>
                      </a:lnTo>
                      <a:lnTo>
                        <a:pt x="102" y="29"/>
                      </a:lnTo>
                      <a:lnTo>
                        <a:pt x="105" y="4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7" name="Freeform 1810">
                  <a:extLst>
                    <a:ext uri="{FF2B5EF4-FFF2-40B4-BE49-F238E27FC236}">
                      <a16:creationId xmlns:a16="http://schemas.microsoft.com/office/drawing/2014/main" id="{DB3FEC71-7725-313D-F844-EF434BF3A5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42"/>
                  <a:ext cx="155" cy="628"/>
                </a:xfrm>
                <a:custGeom>
                  <a:avLst/>
                  <a:gdLst>
                    <a:gd name="T0" fmla="*/ 0 w 929"/>
                    <a:gd name="T1" fmla="*/ 0 h 3765"/>
                    <a:gd name="T2" fmla="*/ 0 w 929"/>
                    <a:gd name="T3" fmla="*/ 0 h 3765"/>
                    <a:gd name="T4" fmla="*/ 0 w 929"/>
                    <a:gd name="T5" fmla="*/ 0 h 3765"/>
                    <a:gd name="T6" fmla="*/ 0 w 929"/>
                    <a:gd name="T7" fmla="*/ 0 h 3765"/>
                    <a:gd name="T8" fmla="*/ 0 w 929"/>
                    <a:gd name="T9" fmla="*/ 0 h 3765"/>
                    <a:gd name="T10" fmla="*/ 0 w 929"/>
                    <a:gd name="T11" fmla="*/ 0 h 3765"/>
                    <a:gd name="T12" fmla="*/ 0 w 929"/>
                    <a:gd name="T13" fmla="*/ 0 h 37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3765"/>
                    <a:gd name="T23" fmla="*/ 929 w 929"/>
                    <a:gd name="T24" fmla="*/ 3765 h 37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3765">
                      <a:moveTo>
                        <a:pt x="104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825" y="3765"/>
                      </a:lnTo>
                      <a:lnTo>
                        <a:pt x="877" y="3754"/>
                      </a:lnTo>
                      <a:lnTo>
                        <a:pt x="929" y="3742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8" name="Freeform 1811">
                  <a:extLst>
                    <a:ext uri="{FF2B5EF4-FFF2-40B4-BE49-F238E27FC236}">
                      <a16:creationId xmlns:a16="http://schemas.microsoft.com/office/drawing/2014/main" id="{4939FEDB-B1BA-C3AB-CDF6-E9B8E12951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6" y="1842"/>
                  <a:ext cx="155" cy="628"/>
                </a:xfrm>
                <a:custGeom>
                  <a:avLst/>
                  <a:gdLst>
                    <a:gd name="T0" fmla="*/ 0 w 929"/>
                    <a:gd name="T1" fmla="*/ 0 h 3765"/>
                    <a:gd name="T2" fmla="*/ 0 w 929"/>
                    <a:gd name="T3" fmla="*/ 0 h 3765"/>
                    <a:gd name="T4" fmla="*/ 0 w 929"/>
                    <a:gd name="T5" fmla="*/ 0 h 3765"/>
                    <a:gd name="T6" fmla="*/ 0 w 929"/>
                    <a:gd name="T7" fmla="*/ 0 h 3765"/>
                    <a:gd name="T8" fmla="*/ 0 w 929"/>
                    <a:gd name="T9" fmla="*/ 0 h 3765"/>
                    <a:gd name="T10" fmla="*/ 0 w 929"/>
                    <a:gd name="T11" fmla="*/ 0 h 3765"/>
                    <a:gd name="T12" fmla="*/ 0 w 929"/>
                    <a:gd name="T13" fmla="*/ 0 h 37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9"/>
                    <a:gd name="T22" fmla="*/ 0 h 3765"/>
                    <a:gd name="T23" fmla="*/ 929 w 929"/>
                    <a:gd name="T24" fmla="*/ 3765 h 37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9" h="3765">
                      <a:moveTo>
                        <a:pt x="104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825" y="3765"/>
                      </a:lnTo>
                      <a:lnTo>
                        <a:pt x="877" y="3754"/>
                      </a:lnTo>
                      <a:lnTo>
                        <a:pt x="929" y="3742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9" name="Freeform 1812">
                  <a:extLst>
                    <a:ext uri="{FF2B5EF4-FFF2-40B4-BE49-F238E27FC236}">
                      <a16:creationId xmlns:a16="http://schemas.microsoft.com/office/drawing/2014/main" id="{E1EAC668-A633-DAD6-05B3-63E624142F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6"/>
                  <a:ext cx="17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w 105"/>
                    <a:gd name="T31" fmla="*/ 0 h 65"/>
                    <a:gd name="T32" fmla="*/ 0 w 105"/>
                    <a:gd name="T33" fmla="*/ 0 h 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65"/>
                    <a:gd name="T53" fmla="*/ 105 w 105"/>
                    <a:gd name="T54" fmla="*/ 65 h 6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65">
                      <a:moveTo>
                        <a:pt x="52" y="12"/>
                      </a:moveTo>
                      <a:lnTo>
                        <a:pt x="104" y="0"/>
                      </a:lnTo>
                      <a:lnTo>
                        <a:pt x="105" y="12"/>
                      </a:lnTo>
                      <a:lnTo>
                        <a:pt x="104" y="24"/>
                      </a:lnTo>
                      <a:lnTo>
                        <a:pt x="99" y="35"/>
                      </a:lnTo>
                      <a:lnTo>
                        <a:pt x="93" y="45"/>
                      </a:lnTo>
                      <a:lnTo>
                        <a:pt x="85" y="54"/>
                      </a:lnTo>
                      <a:lnTo>
                        <a:pt x="75" y="60"/>
                      </a:lnTo>
                      <a:lnTo>
                        <a:pt x="63" y="63"/>
                      </a:lnTo>
                      <a:lnTo>
                        <a:pt x="52" y="65"/>
                      </a:lnTo>
                      <a:lnTo>
                        <a:pt x="39" y="63"/>
                      </a:lnTo>
                      <a:lnTo>
                        <a:pt x="29" y="59"/>
                      </a:lnTo>
                      <a:lnTo>
                        <a:pt x="18" y="53"/>
                      </a:lnTo>
                      <a:lnTo>
                        <a:pt x="9" y="44"/>
                      </a:lnTo>
                      <a:lnTo>
                        <a:pt x="3" y="35"/>
                      </a:lnTo>
                      <a:lnTo>
                        <a:pt x="0" y="23"/>
                      </a:lnTo>
                      <a:lnTo>
                        <a:pt x="52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0" name="Freeform 1813">
                  <a:extLst>
                    <a:ext uri="{FF2B5EF4-FFF2-40B4-BE49-F238E27FC236}">
                      <a16:creationId xmlns:a16="http://schemas.microsoft.com/office/drawing/2014/main" id="{0CB1F5BA-AA14-CBEB-AC62-72AC8EA8E3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6"/>
                  <a:ext cx="17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65"/>
                    <a:gd name="T47" fmla="*/ 105 w 105"/>
                    <a:gd name="T48" fmla="*/ 65 h 6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65">
                      <a:moveTo>
                        <a:pt x="104" y="0"/>
                      </a:moveTo>
                      <a:lnTo>
                        <a:pt x="105" y="12"/>
                      </a:lnTo>
                      <a:lnTo>
                        <a:pt x="104" y="24"/>
                      </a:lnTo>
                      <a:lnTo>
                        <a:pt x="99" y="35"/>
                      </a:lnTo>
                      <a:lnTo>
                        <a:pt x="93" y="45"/>
                      </a:lnTo>
                      <a:lnTo>
                        <a:pt x="85" y="54"/>
                      </a:lnTo>
                      <a:lnTo>
                        <a:pt x="75" y="60"/>
                      </a:lnTo>
                      <a:lnTo>
                        <a:pt x="63" y="63"/>
                      </a:lnTo>
                      <a:lnTo>
                        <a:pt x="52" y="65"/>
                      </a:lnTo>
                      <a:lnTo>
                        <a:pt x="39" y="63"/>
                      </a:lnTo>
                      <a:lnTo>
                        <a:pt x="29" y="59"/>
                      </a:lnTo>
                      <a:lnTo>
                        <a:pt x="18" y="53"/>
                      </a:lnTo>
                      <a:lnTo>
                        <a:pt x="9" y="44"/>
                      </a:lnTo>
                      <a:lnTo>
                        <a:pt x="3" y="35"/>
                      </a:lnTo>
                      <a:lnTo>
                        <a:pt x="0" y="2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1" name="Freeform 1814">
                  <a:extLst>
                    <a:ext uri="{FF2B5EF4-FFF2-40B4-BE49-F238E27FC236}">
                      <a16:creationId xmlns:a16="http://schemas.microsoft.com/office/drawing/2014/main" id="{1E07B940-0016-3831-19A4-6A641A5672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6" y="2173"/>
                  <a:ext cx="13" cy="16"/>
                </a:xfrm>
                <a:custGeom>
                  <a:avLst/>
                  <a:gdLst>
                    <a:gd name="T0" fmla="*/ 0 w 77"/>
                    <a:gd name="T1" fmla="*/ 0 h 101"/>
                    <a:gd name="T2" fmla="*/ 0 w 77"/>
                    <a:gd name="T3" fmla="*/ 0 h 101"/>
                    <a:gd name="T4" fmla="*/ 0 w 77"/>
                    <a:gd name="T5" fmla="*/ 0 h 101"/>
                    <a:gd name="T6" fmla="*/ 0 w 77"/>
                    <a:gd name="T7" fmla="*/ 0 h 101"/>
                    <a:gd name="T8" fmla="*/ 0 w 77"/>
                    <a:gd name="T9" fmla="*/ 0 h 101"/>
                    <a:gd name="T10" fmla="*/ 0 w 77"/>
                    <a:gd name="T11" fmla="*/ 0 h 101"/>
                    <a:gd name="T12" fmla="*/ 0 w 77"/>
                    <a:gd name="T13" fmla="*/ 0 h 101"/>
                    <a:gd name="T14" fmla="*/ 0 w 77"/>
                    <a:gd name="T15" fmla="*/ 0 h 101"/>
                    <a:gd name="T16" fmla="*/ 0 w 77"/>
                    <a:gd name="T17" fmla="*/ 0 h 101"/>
                    <a:gd name="T18" fmla="*/ 0 w 77"/>
                    <a:gd name="T19" fmla="*/ 0 h 101"/>
                    <a:gd name="T20" fmla="*/ 0 w 77"/>
                    <a:gd name="T21" fmla="*/ 0 h 101"/>
                    <a:gd name="T22" fmla="*/ 0 w 77"/>
                    <a:gd name="T23" fmla="*/ 0 h 101"/>
                    <a:gd name="T24" fmla="*/ 0 w 77"/>
                    <a:gd name="T25" fmla="*/ 0 h 101"/>
                    <a:gd name="T26" fmla="*/ 0 w 77"/>
                    <a:gd name="T27" fmla="*/ 0 h 101"/>
                    <a:gd name="T28" fmla="*/ 0 w 77"/>
                    <a:gd name="T29" fmla="*/ 0 h 101"/>
                    <a:gd name="T30" fmla="*/ 0 w 77"/>
                    <a:gd name="T31" fmla="*/ 0 h 101"/>
                    <a:gd name="T32" fmla="*/ 0 w 77"/>
                    <a:gd name="T33" fmla="*/ 0 h 10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7"/>
                    <a:gd name="T52" fmla="*/ 0 h 101"/>
                    <a:gd name="T53" fmla="*/ 77 w 77"/>
                    <a:gd name="T54" fmla="*/ 101 h 10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7" h="101">
                      <a:moveTo>
                        <a:pt x="53" y="48"/>
                      </a:moveTo>
                      <a:lnTo>
                        <a:pt x="77" y="95"/>
                      </a:lnTo>
                      <a:lnTo>
                        <a:pt x="66" y="100"/>
                      </a:lnTo>
                      <a:lnTo>
                        <a:pt x="54" y="101"/>
                      </a:lnTo>
                      <a:lnTo>
                        <a:pt x="42" y="100"/>
                      </a:lnTo>
                      <a:lnTo>
                        <a:pt x="31" y="97"/>
                      </a:lnTo>
                      <a:lnTo>
                        <a:pt x="21" y="90"/>
                      </a:lnTo>
                      <a:lnTo>
                        <a:pt x="12" y="82"/>
                      </a:lnTo>
                      <a:lnTo>
                        <a:pt x="6" y="71"/>
                      </a:lnTo>
                      <a:lnTo>
                        <a:pt x="2" y="61"/>
                      </a:lnTo>
                      <a:lnTo>
                        <a:pt x="0" y="49"/>
                      </a:lnTo>
                      <a:lnTo>
                        <a:pt x="2" y="36"/>
                      </a:lnTo>
                      <a:lnTo>
                        <a:pt x="5" y="26"/>
                      </a:lnTo>
                      <a:lnTo>
                        <a:pt x="11" y="15"/>
                      </a:lnTo>
                      <a:lnTo>
                        <a:pt x="20" y="7"/>
                      </a:lnTo>
                      <a:lnTo>
                        <a:pt x="30" y="0"/>
                      </a:lnTo>
                      <a:lnTo>
                        <a:pt x="53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2" name="Freeform 1815">
                  <a:extLst>
                    <a:ext uri="{FF2B5EF4-FFF2-40B4-BE49-F238E27FC236}">
                      <a16:creationId xmlns:a16="http://schemas.microsoft.com/office/drawing/2014/main" id="{497FA2D8-F2E2-78CB-CB2E-4D4C03665E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6" y="2173"/>
                  <a:ext cx="13" cy="16"/>
                </a:xfrm>
                <a:custGeom>
                  <a:avLst/>
                  <a:gdLst>
                    <a:gd name="T0" fmla="*/ 0 w 77"/>
                    <a:gd name="T1" fmla="*/ 0 h 101"/>
                    <a:gd name="T2" fmla="*/ 0 w 77"/>
                    <a:gd name="T3" fmla="*/ 0 h 101"/>
                    <a:gd name="T4" fmla="*/ 0 w 77"/>
                    <a:gd name="T5" fmla="*/ 0 h 101"/>
                    <a:gd name="T6" fmla="*/ 0 w 77"/>
                    <a:gd name="T7" fmla="*/ 0 h 101"/>
                    <a:gd name="T8" fmla="*/ 0 w 77"/>
                    <a:gd name="T9" fmla="*/ 0 h 101"/>
                    <a:gd name="T10" fmla="*/ 0 w 77"/>
                    <a:gd name="T11" fmla="*/ 0 h 101"/>
                    <a:gd name="T12" fmla="*/ 0 w 77"/>
                    <a:gd name="T13" fmla="*/ 0 h 101"/>
                    <a:gd name="T14" fmla="*/ 0 w 77"/>
                    <a:gd name="T15" fmla="*/ 0 h 101"/>
                    <a:gd name="T16" fmla="*/ 0 w 77"/>
                    <a:gd name="T17" fmla="*/ 0 h 101"/>
                    <a:gd name="T18" fmla="*/ 0 w 77"/>
                    <a:gd name="T19" fmla="*/ 0 h 101"/>
                    <a:gd name="T20" fmla="*/ 0 w 77"/>
                    <a:gd name="T21" fmla="*/ 0 h 101"/>
                    <a:gd name="T22" fmla="*/ 0 w 77"/>
                    <a:gd name="T23" fmla="*/ 0 h 101"/>
                    <a:gd name="T24" fmla="*/ 0 w 77"/>
                    <a:gd name="T25" fmla="*/ 0 h 101"/>
                    <a:gd name="T26" fmla="*/ 0 w 77"/>
                    <a:gd name="T27" fmla="*/ 0 h 101"/>
                    <a:gd name="T28" fmla="*/ 0 w 77"/>
                    <a:gd name="T29" fmla="*/ 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7"/>
                    <a:gd name="T46" fmla="*/ 0 h 101"/>
                    <a:gd name="T47" fmla="*/ 77 w 77"/>
                    <a:gd name="T48" fmla="*/ 101 h 10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7" h="101">
                      <a:moveTo>
                        <a:pt x="77" y="95"/>
                      </a:moveTo>
                      <a:lnTo>
                        <a:pt x="66" y="100"/>
                      </a:lnTo>
                      <a:lnTo>
                        <a:pt x="54" y="101"/>
                      </a:lnTo>
                      <a:lnTo>
                        <a:pt x="42" y="100"/>
                      </a:lnTo>
                      <a:lnTo>
                        <a:pt x="31" y="97"/>
                      </a:lnTo>
                      <a:lnTo>
                        <a:pt x="21" y="90"/>
                      </a:lnTo>
                      <a:lnTo>
                        <a:pt x="12" y="82"/>
                      </a:lnTo>
                      <a:lnTo>
                        <a:pt x="6" y="71"/>
                      </a:lnTo>
                      <a:lnTo>
                        <a:pt x="2" y="61"/>
                      </a:lnTo>
                      <a:lnTo>
                        <a:pt x="0" y="49"/>
                      </a:lnTo>
                      <a:lnTo>
                        <a:pt x="2" y="36"/>
                      </a:lnTo>
                      <a:lnTo>
                        <a:pt x="5" y="26"/>
                      </a:lnTo>
                      <a:lnTo>
                        <a:pt x="11" y="15"/>
                      </a:lnTo>
                      <a:lnTo>
                        <a:pt x="20" y="7"/>
                      </a:lnTo>
                      <a:lnTo>
                        <a:pt x="3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3" name="Freeform 1816">
                  <a:extLst>
                    <a:ext uri="{FF2B5EF4-FFF2-40B4-BE49-F238E27FC236}">
                      <a16:creationId xmlns:a16="http://schemas.microsoft.com/office/drawing/2014/main" id="{AD86691F-00F2-F0FF-A7DD-33FF833DEB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" y="2163"/>
                  <a:ext cx="27" cy="25"/>
                </a:xfrm>
                <a:custGeom>
                  <a:avLst/>
                  <a:gdLst>
                    <a:gd name="T0" fmla="*/ 0 w 162"/>
                    <a:gd name="T1" fmla="*/ 0 h 152"/>
                    <a:gd name="T2" fmla="*/ 0 w 162"/>
                    <a:gd name="T3" fmla="*/ 0 h 152"/>
                    <a:gd name="T4" fmla="*/ 0 w 162"/>
                    <a:gd name="T5" fmla="*/ 0 h 152"/>
                    <a:gd name="T6" fmla="*/ 0 w 162"/>
                    <a:gd name="T7" fmla="*/ 0 h 152"/>
                    <a:gd name="T8" fmla="*/ 0 w 162"/>
                    <a:gd name="T9" fmla="*/ 0 h 152"/>
                    <a:gd name="T10" fmla="*/ 0 w 162"/>
                    <a:gd name="T11" fmla="*/ 0 h 152"/>
                    <a:gd name="T12" fmla="*/ 0 w 162"/>
                    <a:gd name="T13" fmla="*/ 0 h 15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52"/>
                    <a:gd name="T23" fmla="*/ 162 w 162"/>
                    <a:gd name="T24" fmla="*/ 152 h 15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52">
                      <a:moveTo>
                        <a:pt x="0" y="57"/>
                      </a:moveTo>
                      <a:lnTo>
                        <a:pt x="23" y="105"/>
                      </a:lnTo>
                      <a:lnTo>
                        <a:pt x="47" y="152"/>
                      </a:lnTo>
                      <a:lnTo>
                        <a:pt x="162" y="95"/>
                      </a:lnTo>
                      <a:lnTo>
                        <a:pt x="139" y="48"/>
                      </a:lnTo>
                      <a:lnTo>
                        <a:pt x="116" y="0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4" name="Freeform 1817">
                  <a:extLst>
                    <a:ext uri="{FF2B5EF4-FFF2-40B4-BE49-F238E27FC236}">
                      <a16:creationId xmlns:a16="http://schemas.microsoft.com/office/drawing/2014/main" id="{6E09130A-7EBA-EF66-A41C-919646E3AE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" y="2163"/>
                  <a:ext cx="27" cy="25"/>
                </a:xfrm>
                <a:custGeom>
                  <a:avLst/>
                  <a:gdLst>
                    <a:gd name="T0" fmla="*/ 0 w 162"/>
                    <a:gd name="T1" fmla="*/ 0 h 152"/>
                    <a:gd name="T2" fmla="*/ 0 w 162"/>
                    <a:gd name="T3" fmla="*/ 0 h 152"/>
                    <a:gd name="T4" fmla="*/ 0 w 162"/>
                    <a:gd name="T5" fmla="*/ 0 h 152"/>
                    <a:gd name="T6" fmla="*/ 0 w 162"/>
                    <a:gd name="T7" fmla="*/ 0 h 152"/>
                    <a:gd name="T8" fmla="*/ 0 w 162"/>
                    <a:gd name="T9" fmla="*/ 0 h 152"/>
                    <a:gd name="T10" fmla="*/ 0 w 162"/>
                    <a:gd name="T11" fmla="*/ 0 h 152"/>
                    <a:gd name="T12" fmla="*/ 0 w 162"/>
                    <a:gd name="T13" fmla="*/ 0 h 15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52"/>
                    <a:gd name="T23" fmla="*/ 162 w 162"/>
                    <a:gd name="T24" fmla="*/ 152 h 15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52">
                      <a:moveTo>
                        <a:pt x="0" y="57"/>
                      </a:moveTo>
                      <a:lnTo>
                        <a:pt x="23" y="105"/>
                      </a:lnTo>
                      <a:lnTo>
                        <a:pt x="47" y="152"/>
                      </a:lnTo>
                      <a:lnTo>
                        <a:pt x="162" y="95"/>
                      </a:lnTo>
                      <a:lnTo>
                        <a:pt x="139" y="48"/>
                      </a:lnTo>
                      <a:lnTo>
                        <a:pt x="116" y="0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5" name="Freeform 1818">
                  <a:extLst>
                    <a:ext uri="{FF2B5EF4-FFF2-40B4-BE49-F238E27FC236}">
                      <a16:creationId xmlns:a16="http://schemas.microsoft.com/office/drawing/2014/main" id="{31B15287-00F3-0F1A-298D-C7FC594AE7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4" y="2171"/>
                  <a:ext cx="5" cy="8"/>
                </a:xfrm>
                <a:custGeom>
                  <a:avLst/>
                  <a:gdLst>
                    <a:gd name="T0" fmla="*/ 0 w 27"/>
                    <a:gd name="T1" fmla="*/ 0 h 47"/>
                    <a:gd name="T2" fmla="*/ 0 w 27"/>
                    <a:gd name="T3" fmla="*/ 0 h 47"/>
                    <a:gd name="T4" fmla="*/ 0 w 27"/>
                    <a:gd name="T5" fmla="*/ 0 h 47"/>
                    <a:gd name="T6" fmla="*/ 0 w 27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7"/>
                    <a:gd name="T14" fmla="*/ 27 w 27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7">
                      <a:moveTo>
                        <a:pt x="0" y="0"/>
                      </a:moveTo>
                      <a:lnTo>
                        <a:pt x="23" y="47"/>
                      </a:lnTo>
                      <a:lnTo>
                        <a:pt x="27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6" name="Line 1819">
                  <a:extLst>
                    <a:ext uri="{FF2B5EF4-FFF2-40B4-BE49-F238E27FC236}">
                      <a16:creationId xmlns:a16="http://schemas.microsoft.com/office/drawing/2014/main" id="{8ED39FE3-FB84-0072-672C-4B8350C9E7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68" y="217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7" name="Freeform 1820">
                  <a:extLst>
                    <a:ext uri="{FF2B5EF4-FFF2-40B4-BE49-F238E27FC236}">
                      <a16:creationId xmlns:a16="http://schemas.microsoft.com/office/drawing/2014/main" id="{53B313D8-76D5-3A7B-60A0-043861698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2152"/>
                  <a:ext cx="28" cy="27"/>
                </a:xfrm>
                <a:custGeom>
                  <a:avLst/>
                  <a:gdLst>
                    <a:gd name="T0" fmla="*/ 0 w 167"/>
                    <a:gd name="T1" fmla="*/ 0 h 158"/>
                    <a:gd name="T2" fmla="*/ 0 w 167"/>
                    <a:gd name="T3" fmla="*/ 0 h 158"/>
                    <a:gd name="T4" fmla="*/ 0 w 167"/>
                    <a:gd name="T5" fmla="*/ 0 h 158"/>
                    <a:gd name="T6" fmla="*/ 0 w 167"/>
                    <a:gd name="T7" fmla="*/ 0 h 158"/>
                    <a:gd name="T8" fmla="*/ 0 w 167"/>
                    <a:gd name="T9" fmla="*/ 0 h 158"/>
                    <a:gd name="T10" fmla="*/ 0 w 167"/>
                    <a:gd name="T11" fmla="*/ 0 h 158"/>
                    <a:gd name="T12" fmla="*/ 0 w 167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8"/>
                    <a:gd name="T23" fmla="*/ 167 w 167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8">
                      <a:moveTo>
                        <a:pt x="0" y="67"/>
                      </a:moveTo>
                      <a:lnTo>
                        <a:pt x="28" y="113"/>
                      </a:lnTo>
                      <a:lnTo>
                        <a:pt x="55" y="158"/>
                      </a:lnTo>
                      <a:lnTo>
                        <a:pt x="167" y="91"/>
                      </a:lnTo>
                      <a:lnTo>
                        <a:pt x="139" y="46"/>
                      </a:lnTo>
                      <a:lnTo>
                        <a:pt x="111" y="0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8" name="Freeform 1821">
                  <a:extLst>
                    <a:ext uri="{FF2B5EF4-FFF2-40B4-BE49-F238E27FC236}">
                      <a16:creationId xmlns:a16="http://schemas.microsoft.com/office/drawing/2014/main" id="{584A1AAB-AB6F-E957-7449-727DC13200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2152"/>
                  <a:ext cx="28" cy="27"/>
                </a:xfrm>
                <a:custGeom>
                  <a:avLst/>
                  <a:gdLst>
                    <a:gd name="T0" fmla="*/ 0 w 167"/>
                    <a:gd name="T1" fmla="*/ 0 h 158"/>
                    <a:gd name="T2" fmla="*/ 0 w 167"/>
                    <a:gd name="T3" fmla="*/ 0 h 158"/>
                    <a:gd name="T4" fmla="*/ 0 w 167"/>
                    <a:gd name="T5" fmla="*/ 0 h 158"/>
                    <a:gd name="T6" fmla="*/ 0 w 167"/>
                    <a:gd name="T7" fmla="*/ 0 h 158"/>
                    <a:gd name="T8" fmla="*/ 0 w 167"/>
                    <a:gd name="T9" fmla="*/ 0 h 158"/>
                    <a:gd name="T10" fmla="*/ 0 w 167"/>
                    <a:gd name="T11" fmla="*/ 0 h 158"/>
                    <a:gd name="T12" fmla="*/ 0 w 167"/>
                    <a:gd name="T13" fmla="*/ 0 h 15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58"/>
                    <a:gd name="T23" fmla="*/ 167 w 167"/>
                    <a:gd name="T24" fmla="*/ 158 h 15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58">
                      <a:moveTo>
                        <a:pt x="0" y="67"/>
                      </a:moveTo>
                      <a:lnTo>
                        <a:pt x="28" y="113"/>
                      </a:lnTo>
                      <a:lnTo>
                        <a:pt x="55" y="158"/>
                      </a:lnTo>
                      <a:lnTo>
                        <a:pt x="167" y="91"/>
                      </a:lnTo>
                      <a:lnTo>
                        <a:pt x="139" y="46"/>
                      </a:lnTo>
                      <a:lnTo>
                        <a:pt x="111" y="0"/>
                      </a:lnTo>
                      <a:lnTo>
                        <a:pt x="0" y="6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9" name="Freeform 1822">
                  <a:extLst>
                    <a:ext uri="{FF2B5EF4-FFF2-40B4-BE49-F238E27FC236}">
                      <a16:creationId xmlns:a16="http://schemas.microsoft.com/office/drawing/2014/main" id="{7C7DA888-C23A-369B-DCFA-E4D806C3BB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3" y="2160"/>
                  <a:ext cx="5" cy="7"/>
                </a:xfrm>
                <a:custGeom>
                  <a:avLst/>
                  <a:gdLst>
                    <a:gd name="T0" fmla="*/ 0 w 32"/>
                    <a:gd name="T1" fmla="*/ 0 h 45"/>
                    <a:gd name="T2" fmla="*/ 0 w 32"/>
                    <a:gd name="T3" fmla="*/ 0 h 45"/>
                    <a:gd name="T4" fmla="*/ 0 w 32"/>
                    <a:gd name="T5" fmla="*/ 0 h 45"/>
                    <a:gd name="T6" fmla="*/ 0 w 32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5"/>
                    <a:gd name="T14" fmla="*/ 32 w 32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5">
                      <a:moveTo>
                        <a:pt x="0" y="0"/>
                      </a:moveTo>
                      <a:lnTo>
                        <a:pt x="28" y="45"/>
                      </a:lnTo>
                      <a:lnTo>
                        <a:pt x="32" y="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0" name="Line 1823">
                  <a:extLst>
                    <a:ext uri="{FF2B5EF4-FFF2-40B4-BE49-F238E27FC236}">
                      <a16:creationId xmlns:a16="http://schemas.microsoft.com/office/drawing/2014/main" id="{3EB1AFCB-561A-FE75-5D88-5190C35071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8" y="21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1" name="Freeform 1824">
                  <a:extLst>
                    <a:ext uri="{FF2B5EF4-FFF2-40B4-BE49-F238E27FC236}">
                      <a16:creationId xmlns:a16="http://schemas.microsoft.com/office/drawing/2014/main" id="{7CE9F97F-6C2D-81F4-7043-2974EFA452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8" y="2140"/>
                  <a:ext cx="28" cy="27"/>
                </a:xfrm>
                <a:custGeom>
                  <a:avLst/>
                  <a:gdLst>
                    <a:gd name="T0" fmla="*/ 0 w 169"/>
                    <a:gd name="T1" fmla="*/ 0 h 163"/>
                    <a:gd name="T2" fmla="*/ 0 w 169"/>
                    <a:gd name="T3" fmla="*/ 0 h 163"/>
                    <a:gd name="T4" fmla="*/ 0 w 169"/>
                    <a:gd name="T5" fmla="*/ 0 h 163"/>
                    <a:gd name="T6" fmla="*/ 0 w 169"/>
                    <a:gd name="T7" fmla="*/ 0 h 163"/>
                    <a:gd name="T8" fmla="*/ 0 w 169"/>
                    <a:gd name="T9" fmla="*/ 0 h 163"/>
                    <a:gd name="T10" fmla="*/ 0 w 169"/>
                    <a:gd name="T11" fmla="*/ 0 h 163"/>
                    <a:gd name="T12" fmla="*/ 0 w 16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3"/>
                    <a:gd name="T23" fmla="*/ 169 w 16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3">
                      <a:moveTo>
                        <a:pt x="0" y="77"/>
                      </a:moveTo>
                      <a:lnTo>
                        <a:pt x="32" y="120"/>
                      </a:lnTo>
                      <a:lnTo>
                        <a:pt x="64" y="163"/>
                      </a:lnTo>
                      <a:lnTo>
                        <a:pt x="169" y="87"/>
                      </a:lnTo>
                      <a:lnTo>
                        <a:pt x="137" y="44"/>
                      </a:lnTo>
                      <a:lnTo>
                        <a:pt x="105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2" name="Freeform 1825">
                  <a:extLst>
                    <a:ext uri="{FF2B5EF4-FFF2-40B4-BE49-F238E27FC236}">
                      <a16:creationId xmlns:a16="http://schemas.microsoft.com/office/drawing/2014/main" id="{A600C48B-ABBB-6DCC-3E94-60795C60D1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8" y="2140"/>
                  <a:ext cx="28" cy="27"/>
                </a:xfrm>
                <a:custGeom>
                  <a:avLst/>
                  <a:gdLst>
                    <a:gd name="T0" fmla="*/ 0 w 169"/>
                    <a:gd name="T1" fmla="*/ 0 h 163"/>
                    <a:gd name="T2" fmla="*/ 0 w 169"/>
                    <a:gd name="T3" fmla="*/ 0 h 163"/>
                    <a:gd name="T4" fmla="*/ 0 w 169"/>
                    <a:gd name="T5" fmla="*/ 0 h 163"/>
                    <a:gd name="T6" fmla="*/ 0 w 169"/>
                    <a:gd name="T7" fmla="*/ 0 h 163"/>
                    <a:gd name="T8" fmla="*/ 0 w 169"/>
                    <a:gd name="T9" fmla="*/ 0 h 163"/>
                    <a:gd name="T10" fmla="*/ 0 w 169"/>
                    <a:gd name="T11" fmla="*/ 0 h 163"/>
                    <a:gd name="T12" fmla="*/ 0 w 169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3"/>
                    <a:gd name="T23" fmla="*/ 169 w 169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3">
                      <a:moveTo>
                        <a:pt x="0" y="77"/>
                      </a:moveTo>
                      <a:lnTo>
                        <a:pt x="32" y="120"/>
                      </a:lnTo>
                      <a:lnTo>
                        <a:pt x="64" y="163"/>
                      </a:lnTo>
                      <a:lnTo>
                        <a:pt x="169" y="87"/>
                      </a:lnTo>
                      <a:lnTo>
                        <a:pt x="137" y="44"/>
                      </a:lnTo>
                      <a:lnTo>
                        <a:pt x="105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3" name="Freeform 1826">
                  <a:extLst>
                    <a:ext uri="{FF2B5EF4-FFF2-40B4-BE49-F238E27FC236}">
                      <a16:creationId xmlns:a16="http://schemas.microsoft.com/office/drawing/2014/main" id="{8B7E2DF4-3221-A698-F517-B6BAB1FB49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0" y="2147"/>
                  <a:ext cx="6" cy="7"/>
                </a:xfrm>
                <a:custGeom>
                  <a:avLst/>
                  <a:gdLst>
                    <a:gd name="T0" fmla="*/ 0 w 35"/>
                    <a:gd name="T1" fmla="*/ 0 h 43"/>
                    <a:gd name="T2" fmla="*/ 0 w 35"/>
                    <a:gd name="T3" fmla="*/ 0 h 43"/>
                    <a:gd name="T4" fmla="*/ 0 w 35"/>
                    <a:gd name="T5" fmla="*/ 0 h 43"/>
                    <a:gd name="T6" fmla="*/ 0 w 35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3"/>
                    <a:gd name="T14" fmla="*/ 35 w 35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3">
                      <a:moveTo>
                        <a:pt x="0" y="0"/>
                      </a:moveTo>
                      <a:lnTo>
                        <a:pt x="32" y="43"/>
                      </a:lnTo>
                      <a:lnTo>
                        <a:pt x="35" y="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4" name="Line 1827">
                  <a:extLst>
                    <a:ext uri="{FF2B5EF4-FFF2-40B4-BE49-F238E27FC236}">
                      <a16:creationId xmlns:a16="http://schemas.microsoft.com/office/drawing/2014/main" id="{E57C3441-C31A-47AA-32C9-A1EF0DD484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06" y="215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5" name="Freeform 1828">
                  <a:extLst>
                    <a:ext uri="{FF2B5EF4-FFF2-40B4-BE49-F238E27FC236}">
                      <a16:creationId xmlns:a16="http://schemas.microsoft.com/office/drawing/2014/main" id="{7223D08F-BCFA-A811-8C62-1FDB31A4F3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95" y="2126"/>
                  <a:ext cx="28" cy="28"/>
                </a:xfrm>
                <a:custGeom>
                  <a:avLst/>
                  <a:gdLst>
                    <a:gd name="T0" fmla="*/ 0 w 168"/>
                    <a:gd name="T1" fmla="*/ 0 h 164"/>
                    <a:gd name="T2" fmla="*/ 0 w 168"/>
                    <a:gd name="T3" fmla="*/ 0 h 164"/>
                    <a:gd name="T4" fmla="*/ 0 w 168"/>
                    <a:gd name="T5" fmla="*/ 0 h 164"/>
                    <a:gd name="T6" fmla="*/ 0 w 168"/>
                    <a:gd name="T7" fmla="*/ 0 h 164"/>
                    <a:gd name="T8" fmla="*/ 0 w 168"/>
                    <a:gd name="T9" fmla="*/ 0 h 164"/>
                    <a:gd name="T10" fmla="*/ 0 w 168"/>
                    <a:gd name="T11" fmla="*/ 0 h 164"/>
                    <a:gd name="T12" fmla="*/ 0 w 168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4"/>
                    <a:gd name="T23" fmla="*/ 168 w 168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4">
                      <a:moveTo>
                        <a:pt x="0" y="83"/>
                      </a:moveTo>
                      <a:lnTo>
                        <a:pt x="35" y="124"/>
                      </a:lnTo>
                      <a:lnTo>
                        <a:pt x="70" y="164"/>
                      </a:lnTo>
                      <a:lnTo>
                        <a:pt x="168" y="80"/>
                      </a:lnTo>
                      <a:lnTo>
                        <a:pt x="133" y="40"/>
                      </a:lnTo>
                      <a:lnTo>
                        <a:pt x="98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6" name="Freeform 1829">
                  <a:extLst>
                    <a:ext uri="{FF2B5EF4-FFF2-40B4-BE49-F238E27FC236}">
                      <a16:creationId xmlns:a16="http://schemas.microsoft.com/office/drawing/2014/main" id="{476DF15E-8C0D-0371-12B0-395F695DFC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95" y="2126"/>
                  <a:ext cx="28" cy="28"/>
                </a:xfrm>
                <a:custGeom>
                  <a:avLst/>
                  <a:gdLst>
                    <a:gd name="T0" fmla="*/ 0 w 168"/>
                    <a:gd name="T1" fmla="*/ 0 h 164"/>
                    <a:gd name="T2" fmla="*/ 0 w 168"/>
                    <a:gd name="T3" fmla="*/ 0 h 164"/>
                    <a:gd name="T4" fmla="*/ 0 w 168"/>
                    <a:gd name="T5" fmla="*/ 0 h 164"/>
                    <a:gd name="T6" fmla="*/ 0 w 168"/>
                    <a:gd name="T7" fmla="*/ 0 h 164"/>
                    <a:gd name="T8" fmla="*/ 0 w 168"/>
                    <a:gd name="T9" fmla="*/ 0 h 164"/>
                    <a:gd name="T10" fmla="*/ 0 w 168"/>
                    <a:gd name="T11" fmla="*/ 0 h 164"/>
                    <a:gd name="T12" fmla="*/ 0 w 168"/>
                    <a:gd name="T13" fmla="*/ 0 h 16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8"/>
                    <a:gd name="T22" fmla="*/ 0 h 164"/>
                    <a:gd name="T23" fmla="*/ 168 w 168"/>
                    <a:gd name="T24" fmla="*/ 164 h 16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8" h="164">
                      <a:moveTo>
                        <a:pt x="0" y="83"/>
                      </a:moveTo>
                      <a:lnTo>
                        <a:pt x="35" y="124"/>
                      </a:lnTo>
                      <a:lnTo>
                        <a:pt x="70" y="164"/>
                      </a:lnTo>
                      <a:lnTo>
                        <a:pt x="168" y="80"/>
                      </a:lnTo>
                      <a:lnTo>
                        <a:pt x="133" y="40"/>
                      </a:lnTo>
                      <a:lnTo>
                        <a:pt x="98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7" name="Freeform 1830">
                  <a:extLst>
                    <a:ext uri="{FF2B5EF4-FFF2-40B4-BE49-F238E27FC236}">
                      <a16:creationId xmlns:a16="http://schemas.microsoft.com/office/drawing/2014/main" id="{E2483AB3-B98C-C097-51C3-FDBE8490A0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7" y="2133"/>
                  <a:ext cx="6" cy="7"/>
                </a:xfrm>
                <a:custGeom>
                  <a:avLst/>
                  <a:gdLst>
                    <a:gd name="T0" fmla="*/ 0 w 38"/>
                    <a:gd name="T1" fmla="*/ 0 h 40"/>
                    <a:gd name="T2" fmla="*/ 0 w 38"/>
                    <a:gd name="T3" fmla="*/ 0 h 40"/>
                    <a:gd name="T4" fmla="*/ 0 w 38"/>
                    <a:gd name="T5" fmla="*/ 0 h 40"/>
                    <a:gd name="T6" fmla="*/ 0 w 38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0"/>
                    <a:gd name="T14" fmla="*/ 38 w 38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0">
                      <a:moveTo>
                        <a:pt x="0" y="0"/>
                      </a:moveTo>
                      <a:lnTo>
                        <a:pt x="35" y="40"/>
                      </a:lnTo>
                      <a:lnTo>
                        <a:pt x="38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8" name="Line 1831">
                  <a:extLst>
                    <a:ext uri="{FF2B5EF4-FFF2-40B4-BE49-F238E27FC236}">
                      <a16:creationId xmlns:a16="http://schemas.microsoft.com/office/drawing/2014/main" id="{1F81AD35-A043-C761-868C-6312EA36D8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23" y="214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19" name="Freeform 1832">
                  <a:extLst>
                    <a:ext uri="{FF2B5EF4-FFF2-40B4-BE49-F238E27FC236}">
                      <a16:creationId xmlns:a16="http://schemas.microsoft.com/office/drawing/2014/main" id="{79A4116F-7B54-F7F6-3244-E34C5879C9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" y="2112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0" y="91"/>
                      </a:moveTo>
                      <a:lnTo>
                        <a:pt x="38" y="129"/>
                      </a:lnTo>
                      <a:lnTo>
                        <a:pt x="76" y="167"/>
                      </a:lnTo>
                      <a:lnTo>
                        <a:pt x="169" y="76"/>
                      </a:lnTo>
                      <a:lnTo>
                        <a:pt x="130" y="38"/>
                      </a:lnTo>
                      <a:lnTo>
                        <a:pt x="92" y="0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0" name="Freeform 1833">
                  <a:extLst>
                    <a:ext uri="{FF2B5EF4-FFF2-40B4-BE49-F238E27FC236}">
                      <a16:creationId xmlns:a16="http://schemas.microsoft.com/office/drawing/2014/main" id="{B139E922-8E41-DC70-801A-2A70E2A7C3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1" y="2112"/>
                  <a:ext cx="28" cy="28"/>
                </a:xfrm>
                <a:custGeom>
                  <a:avLst/>
                  <a:gdLst>
                    <a:gd name="T0" fmla="*/ 0 w 169"/>
                    <a:gd name="T1" fmla="*/ 0 h 167"/>
                    <a:gd name="T2" fmla="*/ 0 w 169"/>
                    <a:gd name="T3" fmla="*/ 0 h 167"/>
                    <a:gd name="T4" fmla="*/ 0 w 169"/>
                    <a:gd name="T5" fmla="*/ 0 h 167"/>
                    <a:gd name="T6" fmla="*/ 0 w 169"/>
                    <a:gd name="T7" fmla="*/ 0 h 167"/>
                    <a:gd name="T8" fmla="*/ 0 w 169"/>
                    <a:gd name="T9" fmla="*/ 0 h 167"/>
                    <a:gd name="T10" fmla="*/ 0 w 169"/>
                    <a:gd name="T11" fmla="*/ 0 h 167"/>
                    <a:gd name="T12" fmla="*/ 0 w 169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67"/>
                    <a:gd name="T23" fmla="*/ 169 w 169"/>
                    <a:gd name="T24" fmla="*/ 167 h 1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67">
                      <a:moveTo>
                        <a:pt x="0" y="91"/>
                      </a:moveTo>
                      <a:lnTo>
                        <a:pt x="38" y="129"/>
                      </a:lnTo>
                      <a:lnTo>
                        <a:pt x="76" y="167"/>
                      </a:lnTo>
                      <a:lnTo>
                        <a:pt x="169" y="76"/>
                      </a:lnTo>
                      <a:lnTo>
                        <a:pt x="130" y="38"/>
                      </a:lnTo>
                      <a:lnTo>
                        <a:pt x="92" y="0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1" name="Freeform 1834">
                  <a:extLst>
                    <a:ext uri="{FF2B5EF4-FFF2-40B4-BE49-F238E27FC236}">
                      <a16:creationId xmlns:a16="http://schemas.microsoft.com/office/drawing/2014/main" id="{B23E1B8B-11EB-D55F-B467-0E72DA65DE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2" y="2118"/>
                  <a:ext cx="7" cy="6"/>
                </a:xfrm>
                <a:custGeom>
                  <a:avLst/>
                  <a:gdLst>
                    <a:gd name="T0" fmla="*/ 0 w 41"/>
                    <a:gd name="T1" fmla="*/ 0 h 38"/>
                    <a:gd name="T2" fmla="*/ 0 w 41"/>
                    <a:gd name="T3" fmla="*/ 0 h 38"/>
                    <a:gd name="T4" fmla="*/ 0 w 41"/>
                    <a:gd name="T5" fmla="*/ 0 h 38"/>
                    <a:gd name="T6" fmla="*/ 0 w 41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"/>
                    <a:gd name="T13" fmla="*/ 0 h 38"/>
                    <a:gd name="T14" fmla="*/ 41 w 41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" h="38">
                      <a:moveTo>
                        <a:pt x="0" y="0"/>
                      </a:moveTo>
                      <a:lnTo>
                        <a:pt x="39" y="38"/>
                      </a:lnTo>
                      <a:lnTo>
                        <a:pt x="41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2" name="Line 1835">
                  <a:extLst>
                    <a:ext uri="{FF2B5EF4-FFF2-40B4-BE49-F238E27FC236}">
                      <a16:creationId xmlns:a16="http://schemas.microsoft.com/office/drawing/2014/main" id="{BAF38026-722E-03E7-63BC-5F0FFBA217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9" y="212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3" name="Freeform 1836">
                  <a:extLst>
                    <a:ext uri="{FF2B5EF4-FFF2-40B4-BE49-F238E27FC236}">
                      <a16:creationId xmlns:a16="http://schemas.microsoft.com/office/drawing/2014/main" id="{79C6861A-C5F3-E7B7-8E1D-1A9E9D583E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6" y="2096"/>
                  <a:ext cx="27" cy="28"/>
                </a:xfrm>
                <a:custGeom>
                  <a:avLst/>
                  <a:gdLst>
                    <a:gd name="T0" fmla="*/ 0 w 164"/>
                    <a:gd name="T1" fmla="*/ 0 h 168"/>
                    <a:gd name="T2" fmla="*/ 0 w 164"/>
                    <a:gd name="T3" fmla="*/ 0 h 168"/>
                    <a:gd name="T4" fmla="*/ 0 w 164"/>
                    <a:gd name="T5" fmla="*/ 0 h 168"/>
                    <a:gd name="T6" fmla="*/ 0 w 164"/>
                    <a:gd name="T7" fmla="*/ 0 h 168"/>
                    <a:gd name="T8" fmla="*/ 0 w 164"/>
                    <a:gd name="T9" fmla="*/ 0 h 168"/>
                    <a:gd name="T10" fmla="*/ 0 w 164"/>
                    <a:gd name="T11" fmla="*/ 0 h 168"/>
                    <a:gd name="T12" fmla="*/ 0 w 164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68"/>
                    <a:gd name="T23" fmla="*/ 164 w 164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68">
                      <a:moveTo>
                        <a:pt x="0" y="98"/>
                      </a:moveTo>
                      <a:lnTo>
                        <a:pt x="40" y="133"/>
                      </a:lnTo>
                      <a:lnTo>
                        <a:pt x="81" y="168"/>
                      </a:lnTo>
                      <a:lnTo>
                        <a:pt x="164" y="69"/>
                      </a:lnTo>
                      <a:lnTo>
                        <a:pt x="124" y="35"/>
                      </a:lnTo>
                      <a:lnTo>
                        <a:pt x="84" y="0"/>
                      </a:lnTo>
                      <a:lnTo>
                        <a:pt x="0" y="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4" name="Freeform 1837">
                  <a:extLst>
                    <a:ext uri="{FF2B5EF4-FFF2-40B4-BE49-F238E27FC236}">
                      <a16:creationId xmlns:a16="http://schemas.microsoft.com/office/drawing/2014/main" id="{43C8A098-7498-9698-4410-9C4CF4A2E1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6" y="2096"/>
                  <a:ext cx="27" cy="28"/>
                </a:xfrm>
                <a:custGeom>
                  <a:avLst/>
                  <a:gdLst>
                    <a:gd name="T0" fmla="*/ 0 w 164"/>
                    <a:gd name="T1" fmla="*/ 0 h 168"/>
                    <a:gd name="T2" fmla="*/ 0 w 164"/>
                    <a:gd name="T3" fmla="*/ 0 h 168"/>
                    <a:gd name="T4" fmla="*/ 0 w 164"/>
                    <a:gd name="T5" fmla="*/ 0 h 168"/>
                    <a:gd name="T6" fmla="*/ 0 w 164"/>
                    <a:gd name="T7" fmla="*/ 0 h 168"/>
                    <a:gd name="T8" fmla="*/ 0 w 164"/>
                    <a:gd name="T9" fmla="*/ 0 h 168"/>
                    <a:gd name="T10" fmla="*/ 0 w 164"/>
                    <a:gd name="T11" fmla="*/ 0 h 168"/>
                    <a:gd name="T12" fmla="*/ 0 w 164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68"/>
                    <a:gd name="T23" fmla="*/ 164 w 164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68">
                      <a:moveTo>
                        <a:pt x="0" y="98"/>
                      </a:moveTo>
                      <a:lnTo>
                        <a:pt x="40" y="133"/>
                      </a:lnTo>
                      <a:lnTo>
                        <a:pt x="81" y="168"/>
                      </a:lnTo>
                      <a:lnTo>
                        <a:pt x="164" y="69"/>
                      </a:lnTo>
                      <a:lnTo>
                        <a:pt x="124" y="35"/>
                      </a:lnTo>
                      <a:lnTo>
                        <a:pt x="84" y="0"/>
                      </a:lnTo>
                      <a:lnTo>
                        <a:pt x="0" y="9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5" name="Freeform 1838">
                  <a:extLst>
                    <a:ext uri="{FF2B5EF4-FFF2-40B4-BE49-F238E27FC236}">
                      <a16:creationId xmlns:a16="http://schemas.microsoft.com/office/drawing/2014/main" id="{4FA84EE7-0F7A-6E9A-35E2-D734EE3CE8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6" y="2102"/>
                  <a:ext cx="7" cy="5"/>
                </a:xfrm>
                <a:custGeom>
                  <a:avLst/>
                  <a:gdLst>
                    <a:gd name="T0" fmla="*/ 0 w 43"/>
                    <a:gd name="T1" fmla="*/ 0 h 34"/>
                    <a:gd name="T2" fmla="*/ 0 w 43"/>
                    <a:gd name="T3" fmla="*/ 0 h 34"/>
                    <a:gd name="T4" fmla="*/ 0 w 43"/>
                    <a:gd name="T5" fmla="*/ 0 h 34"/>
                    <a:gd name="T6" fmla="*/ 0 w 43"/>
                    <a:gd name="T7" fmla="*/ 0 h 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4"/>
                    <a:gd name="T14" fmla="*/ 43 w 43"/>
                    <a:gd name="T15" fmla="*/ 34 h 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4">
                      <a:moveTo>
                        <a:pt x="0" y="0"/>
                      </a:moveTo>
                      <a:lnTo>
                        <a:pt x="40" y="34"/>
                      </a:lnTo>
                      <a:lnTo>
                        <a:pt x="43" y="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6" name="Line 1839">
                  <a:extLst>
                    <a:ext uri="{FF2B5EF4-FFF2-40B4-BE49-F238E27FC236}">
                      <a16:creationId xmlns:a16="http://schemas.microsoft.com/office/drawing/2014/main" id="{DCB9DB2D-9EA9-1C85-09F5-4CCF4A5257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53" y="21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7" name="Freeform 1840">
                  <a:extLst>
                    <a:ext uri="{FF2B5EF4-FFF2-40B4-BE49-F238E27FC236}">
                      <a16:creationId xmlns:a16="http://schemas.microsoft.com/office/drawing/2014/main" id="{67806FA3-3543-96EC-3C62-3832EC5C5D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9" y="2079"/>
                  <a:ext cx="27" cy="28"/>
                </a:xfrm>
                <a:custGeom>
                  <a:avLst/>
                  <a:gdLst>
                    <a:gd name="T0" fmla="*/ 0 w 162"/>
                    <a:gd name="T1" fmla="*/ 0 h 166"/>
                    <a:gd name="T2" fmla="*/ 0 w 162"/>
                    <a:gd name="T3" fmla="*/ 0 h 166"/>
                    <a:gd name="T4" fmla="*/ 0 w 162"/>
                    <a:gd name="T5" fmla="*/ 0 h 166"/>
                    <a:gd name="T6" fmla="*/ 0 w 162"/>
                    <a:gd name="T7" fmla="*/ 0 h 166"/>
                    <a:gd name="T8" fmla="*/ 0 w 162"/>
                    <a:gd name="T9" fmla="*/ 0 h 166"/>
                    <a:gd name="T10" fmla="*/ 0 w 162"/>
                    <a:gd name="T11" fmla="*/ 0 h 166"/>
                    <a:gd name="T12" fmla="*/ 0 w 162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66"/>
                    <a:gd name="T23" fmla="*/ 162 w 162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66">
                      <a:moveTo>
                        <a:pt x="0" y="105"/>
                      </a:moveTo>
                      <a:lnTo>
                        <a:pt x="43" y="136"/>
                      </a:lnTo>
                      <a:lnTo>
                        <a:pt x="86" y="166"/>
                      </a:lnTo>
                      <a:lnTo>
                        <a:pt x="162" y="61"/>
                      </a:lnTo>
                      <a:lnTo>
                        <a:pt x="118" y="31"/>
                      </a:lnTo>
                      <a:lnTo>
                        <a:pt x="75" y="0"/>
                      </a:lnTo>
                      <a:lnTo>
                        <a:pt x="0" y="1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" name="Freeform 1841">
                  <a:extLst>
                    <a:ext uri="{FF2B5EF4-FFF2-40B4-BE49-F238E27FC236}">
                      <a16:creationId xmlns:a16="http://schemas.microsoft.com/office/drawing/2014/main" id="{A8491430-3D51-FE6D-32AA-7541AA02A8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9" y="2079"/>
                  <a:ext cx="27" cy="28"/>
                </a:xfrm>
                <a:custGeom>
                  <a:avLst/>
                  <a:gdLst>
                    <a:gd name="T0" fmla="*/ 0 w 162"/>
                    <a:gd name="T1" fmla="*/ 0 h 166"/>
                    <a:gd name="T2" fmla="*/ 0 w 162"/>
                    <a:gd name="T3" fmla="*/ 0 h 166"/>
                    <a:gd name="T4" fmla="*/ 0 w 162"/>
                    <a:gd name="T5" fmla="*/ 0 h 166"/>
                    <a:gd name="T6" fmla="*/ 0 w 162"/>
                    <a:gd name="T7" fmla="*/ 0 h 166"/>
                    <a:gd name="T8" fmla="*/ 0 w 162"/>
                    <a:gd name="T9" fmla="*/ 0 h 166"/>
                    <a:gd name="T10" fmla="*/ 0 w 162"/>
                    <a:gd name="T11" fmla="*/ 0 h 166"/>
                    <a:gd name="T12" fmla="*/ 0 w 162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2"/>
                    <a:gd name="T22" fmla="*/ 0 h 166"/>
                    <a:gd name="T23" fmla="*/ 162 w 162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2" h="166">
                      <a:moveTo>
                        <a:pt x="0" y="105"/>
                      </a:moveTo>
                      <a:lnTo>
                        <a:pt x="43" y="136"/>
                      </a:lnTo>
                      <a:lnTo>
                        <a:pt x="86" y="166"/>
                      </a:lnTo>
                      <a:lnTo>
                        <a:pt x="162" y="61"/>
                      </a:lnTo>
                      <a:lnTo>
                        <a:pt x="118" y="31"/>
                      </a:lnTo>
                      <a:lnTo>
                        <a:pt x="75" y="0"/>
                      </a:lnTo>
                      <a:lnTo>
                        <a:pt x="0" y="10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" name="Freeform 1842">
                  <a:extLst>
                    <a:ext uri="{FF2B5EF4-FFF2-40B4-BE49-F238E27FC236}">
                      <a16:creationId xmlns:a16="http://schemas.microsoft.com/office/drawing/2014/main" id="{A81894F9-1DA1-C8B2-591A-5521A54BAB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9" y="2084"/>
                  <a:ext cx="7" cy="5"/>
                </a:xfrm>
                <a:custGeom>
                  <a:avLst/>
                  <a:gdLst>
                    <a:gd name="T0" fmla="*/ 0 w 46"/>
                    <a:gd name="T1" fmla="*/ 0 h 30"/>
                    <a:gd name="T2" fmla="*/ 0 w 46"/>
                    <a:gd name="T3" fmla="*/ 0 h 30"/>
                    <a:gd name="T4" fmla="*/ 0 w 46"/>
                    <a:gd name="T5" fmla="*/ 0 h 30"/>
                    <a:gd name="T6" fmla="*/ 0 w 4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0"/>
                    <a:gd name="T14" fmla="*/ 46 w 4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0">
                      <a:moveTo>
                        <a:pt x="0" y="0"/>
                      </a:moveTo>
                      <a:lnTo>
                        <a:pt x="44" y="30"/>
                      </a:lnTo>
                      <a:lnTo>
                        <a:pt x="46" y="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0" name="Line 1843">
                  <a:extLst>
                    <a:ext uri="{FF2B5EF4-FFF2-40B4-BE49-F238E27FC236}">
                      <a16:creationId xmlns:a16="http://schemas.microsoft.com/office/drawing/2014/main" id="{E5C4D56D-7095-530A-9A1A-3334272745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66" y="20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1" name="Freeform 1844">
                  <a:extLst>
                    <a:ext uri="{FF2B5EF4-FFF2-40B4-BE49-F238E27FC236}">
                      <a16:creationId xmlns:a16="http://schemas.microsoft.com/office/drawing/2014/main" id="{AEC83494-4309-BEA6-F388-805B1EB3A4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1" y="2061"/>
                  <a:ext cx="26" cy="28"/>
                </a:xfrm>
                <a:custGeom>
                  <a:avLst/>
                  <a:gdLst>
                    <a:gd name="T0" fmla="*/ 0 w 157"/>
                    <a:gd name="T1" fmla="*/ 0 h 166"/>
                    <a:gd name="T2" fmla="*/ 0 w 157"/>
                    <a:gd name="T3" fmla="*/ 0 h 166"/>
                    <a:gd name="T4" fmla="*/ 0 w 157"/>
                    <a:gd name="T5" fmla="*/ 0 h 166"/>
                    <a:gd name="T6" fmla="*/ 0 w 157"/>
                    <a:gd name="T7" fmla="*/ 0 h 166"/>
                    <a:gd name="T8" fmla="*/ 0 w 157"/>
                    <a:gd name="T9" fmla="*/ 0 h 166"/>
                    <a:gd name="T10" fmla="*/ 0 w 157"/>
                    <a:gd name="T11" fmla="*/ 0 h 166"/>
                    <a:gd name="T12" fmla="*/ 0 w 157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7"/>
                    <a:gd name="T22" fmla="*/ 0 h 166"/>
                    <a:gd name="T23" fmla="*/ 157 w 157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7" h="166">
                      <a:moveTo>
                        <a:pt x="0" y="111"/>
                      </a:moveTo>
                      <a:lnTo>
                        <a:pt x="45" y="139"/>
                      </a:lnTo>
                      <a:lnTo>
                        <a:pt x="91" y="166"/>
                      </a:lnTo>
                      <a:lnTo>
                        <a:pt x="157" y="55"/>
                      </a:lnTo>
                      <a:lnTo>
                        <a:pt x="112" y="28"/>
                      </a:lnTo>
                      <a:lnTo>
                        <a:pt x="66" y="0"/>
                      </a:lnTo>
                      <a:lnTo>
                        <a:pt x="0" y="1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2" name="Freeform 1845">
                  <a:extLst>
                    <a:ext uri="{FF2B5EF4-FFF2-40B4-BE49-F238E27FC236}">
                      <a16:creationId xmlns:a16="http://schemas.microsoft.com/office/drawing/2014/main" id="{2E55DD4E-7312-5883-418C-A1471C7099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1" y="2061"/>
                  <a:ext cx="26" cy="28"/>
                </a:xfrm>
                <a:custGeom>
                  <a:avLst/>
                  <a:gdLst>
                    <a:gd name="T0" fmla="*/ 0 w 157"/>
                    <a:gd name="T1" fmla="*/ 0 h 166"/>
                    <a:gd name="T2" fmla="*/ 0 w 157"/>
                    <a:gd name="T3" fmla="*/ 0 h 166"/>
                    <a:gd name="T4" fmla="*/ 0 w 157"/>
                    <a:gd name="T5" fmla="*/ 0 h 166"/>
                    <a:gd name="T6" fmla="*/ 0 w 157"/>
                    <a:gd name="T7" fmla="*/ 0 h 166"/>
                    <a:gd name="T8" fmla="*/ 0 w 157"/>
                    <a:gd name="T9" fmla="*/ 0 h 166"/>
                    <a:gd name="T10" fmla="*/ 0 w 157"/>
                    <a:gd name="T11" fmla="*/ 0 h 166"/>
                    <a:gd name="T12" fmla="*/ 0 w 157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7"/>
                    <a:gd name="T22" fmla="*/ 0 h 166"/>
                    <a:gd name="T23" fmla="*/ 157 w 157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7" h="166">
                      <a:moveTo>
                        <a:pt x="0" y="111"/>
                      </a:moveTo>
                      <a:lnTo>
                        <a:pt x="45" y="139"/>
                      </a:lnTo>
                      <a:lnTo>
                        <a:pt x="91" y="166"/>
                      </a:lnTo>
                      <a:lnTo>
                        <a:pt x="157" y="55"/>
                      </a:lnTo>
                      <a:lnTo>
                        <a:pt x="112" y="28"/>
                      </a:lnTo>
                      <a:lnTo>
                        <a:pt x="66" y="0"/>
                      </a:lnTo>
                      <a:lnTo>
                        <a:pt x="0" y="11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3" name="Freeform 1846">
                  <a:extLst>
                    <a:ext uri="{FF2B5EF4-FFF2-40B4-BE49-F238E27FC236}">
                      <a16:creationId xmlns:a16="http://schemas.microsoft.com/office/drawing/2014/main" id="{DF8C67BE-D56C-6CE5-62AE-BA7BC029F0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066"/>
                  <a:ext cx="8" cy="4"/>
                </a:xfrm>
                <a:custGeom>
                  <a:avLst/>
                  <a:gdLst>
                    <a:gd name="T0" fmla="*/ 0 w 48"/>
                    <a:gd name="T1" fmla="*/ 0 h 27"/>
                    <a:gd name="T2" fmla="*/ 0 w 48"/>
                    <a:gd name="T3" fmla="*/ 0 h 27"/>
                    <a:gd name="T4" fmla="*/ 0 w 48"/>
                    <a:gd name="T5" fmla="*/ 0 h 27"/>
                    <a:gd name="T6" fmla="*/ 0 w 48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27"/>
                    <a:gd name="T14" fmla="*/ 48 w 4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27">
                      <a:moveTo>
                        <a:pt x="0" y="0"/>
                      </a:moveTo>
                      <a:lnTo>
                        <a:pt x="45" y="27"/>
                      </a:lnTo>
                      <a:lnTo>
                        <a:pt x="48" y="2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4" name="Line 1847">
                  <a:extLst>
                    <a:ext uri="{FF2B5EF4-FFF2-40B4-BE49-F238E27FC236}">
                      <a16:creationId xmlns:a16="http://schemas.microsoft.com/office/drawing/2014/main" id="{539B3FFE-CBE9-F037-45E6-8FEC5205D1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77" y="20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5" name="Freeform 1848">
                  <a:extLst>
                    <a:ext uri="{FF2B5EF4-FFF2-40B4-BE49-F238E27FC236}">
                      <a16:creationId xmlns:a16="http://schemas.microsoft.com/office/drawing/2014/main" id="{1331B3D6-6B3D-C0DA-2C93-5788C960B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2" y="2042"/>
                  <a:ext cx="25" cy="27"/>
                </a:xfrm>
                <a:custGeom>
                  <a:avLst/>
                  <a:gdLst>
                    <a:gd name="T0" fmla="*/ 0 w 153"/>
                    <a:gd name="T1" fmla="*/ 0 h 163"/>
                    <a:gd name="T2" fmla="*/ 0 w 153"/>
                    <a:gd name="T3" fmla="*/ 0 h 163"/>
                    <a:gd name="T4" fmla="*/ 0 w 153"/>
                    <a:gd name="T5" fmla="*/ 0 h 163"/>
                    <a:gd name="T6" fmla="*/ 0 w 153"/>
                    <a:gd name="T7" fmla="*/ 0 h 163"/>
                    <a:gd name="T8" fmla="*/ 0 w 153"/>
                    <a:gd name="T9" fmla="*/ 0 h 163"/>
                    <a:gd name="T10" fmla="*/ 0 w 153"/>
                    <a:gd name="T11" fmla="*/ 0 h 163"/>
                    <a:gd name="T12" fmla="*/ 0 w 153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63"/>
                    <a:gd name="T23" fmla="*/ 153 w 153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63">
                      <a:moveTo>
                        <a:pt x="0" y="116"/>
                      </a:moveTo>
                      <a:lnTo>
                        <a:pt x="48" y="140"/>
                      </a:lnTo>
                      <a:lnTo>
                        <a:pt x="96" y="163"/>
                      </a:lnTo>
                      <a:lnTo>
                        <a:pt x="153" y="46"/>
                      </a:lnTo>
                      <a:lnTo>
                        <a:pt x="105" y="23"/>
                      </a:lnTo>
                      <a:lnTo>
                        <a:pt x="57" y="0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6" name="Freeform 1849">
                  <a:extLst>
                    <a:ext uri="{FF2B5EF4-FFF2-40B4-BE49-F238E27FC236}">
                      <a16:creationId xmlns:a16="http://schemas.microsoft.com/office/drawing/2014/main" id="{E8278DC0-D41A-D239-04AA-E355E0DCE0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62" y="2042"/>
                  <a:ext cx="25" cy="27"/>
                </a:xfrm>
                <a:custGeom>
                  <a:avLst/>
                  <a:gdLst>
                    <a:gd name="T0" fmla="*/ 0 w 153"/>
                    <a:gd name="T1" fmla="*/ 0 h 163"/>
                    <a:gd name="T2" fmla="*/ 0 w 153"/>
                    <a:gd name="T3" fmla="*/ 0 h 163"/>
                    <a:gd name="T4" fmla="*/ 0 w 153"/>
                    <a:gd name="T5" fmla="*/ 0 h 163"/>
                    <a:gd name="T6" fmla="*/ 0 w 153"/>
                    <a:gd name="T7" fmla="*/ 0 h 163"/>
                    <a:gd name="T8" fmla="*/ 0 w 153"/>
                    <a:gd name="T9" fmla="*/ 0 h 163"/>
                    <a:gd name="T10" fmla="*/ 0 w 153"/>
                    <a:gd name="T11" fmla="*/ 0 h 163"/>
                    <a:gd name="T12" fmla="*/ 0 w 153"/>
                    <a:gd name="T13" fmla="*/ 0 h 16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63"/>
                    <a:gd name="T23" fmla="*/ 153 w 153"/>
                    <a:gd name="T24" fmla="*/ 163 h 16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63">
                      <a:moveTo>
                        <a:pt x="0" y="116"/>
                      </a:moveTo>
                      <a:lnTo>
                        <a:pt x="48" y="140"/>
                      </a:lnTo>
                      <a:lnTo>
                        <a:pt x="96" y="163"/>
                      </a:lnTo>
                      <a:lnTo>
                        <a:pt x="153" y="46"/>
                      </a:lnTo>
                      <a:lnTo>
                        <a:pt x="105" y="23"/>
                      </a:lnTo>
                      <a:lnTo>
                        <a:pt x="57" y="0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7" name="Freeform 1850">
                  <a:extLst>
                    <a:ext uri="{FF2B5EF4-FFF2-40B4-BE49-F238E27FC236}">
                      <a16:creationId xmlns:a16="http://schemas.microsoft.com/office/drawing/2014/main" id="{BF65E0F6-360C-D7FE-DB96-EC0C8772E2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9" y="2046"/>
                  <a:ext cx="9" cy="4"/>
                </a:xfrm>
                <a:custGeom>
                  <a:avLst/>
                  <a:gdLst>
                    <a:gd name="T0" fmla="*/ 0 w 50"/>
                    <a:gd name="T1" fmla="*/ 0 h 23"/>
                    <a:gd name="T2" fmla="*/ 0 w 50"/>
                    <a:gd name="T3" fmla="*/ 0 h 23"/>
                    <a:gd name="T4" fmla="*/ 0 w 50"/>
                    <a:gd name="T5" fmla="*/ 0 h 23"/>
                    <a:gd name="T6" fmla="*/ 0 w 50"/>
                    <a:gd name="T7" fmla="*/ 0 h 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3"/>
                    <a:gd name="T14" fmla="*/ 50 w 50"/>
                    <a:gd name="T15" fmla="*/ 23 h 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3">
                      <a:moveTo>
                        <a:pt x="0" y="0"/>
                      </a:moveTo>
                      <a:lnTo>
                        <a:pt x="48" y="23"/>
                      </a:lnTo>
                      <a:lnTo>
                        <a:pt x="50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8" name="Line 1851">
                  <a:extLst>
                    <a:ext uri="{FF2B5EF4-FFF2-40B4-BE49-F238E27FC236}">
                      <a16:creationId xmlns:a16="http://schemas.microsoft.com/office/drawing/2014/main" id="{F64904C6-8453-753F-689A-359E083D2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7" y="205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9" name="Freeform 1852">
                  <a:extLst>
                    <a:ext uri="{FF2B5EF4-FFF2-40B4-BE49-F238E27FC236}">
                      <a16:creationId xmlns:a16="http://schemas.microsoft.com/office/drawing/2014/main" id="{E49F7A7D-13CE-FF43-6D36-1D95EB2321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1" y="2023"/>
                  <a:ext cx="25" cy="27"/>
                </a:xfrm>
                <a:custGeom>
                  <a:avLst/>
                  <a:gdLst>
                    <a:gd name="T0" fmla="*/ 0 w 148"/>
                    <a:gd name="T1" fmla="*/ 0 h 160"/>
                    <a:gd name="T2" fmla="*/ 0 w 148"/>
                    <a:gd name="T3" fmla="*/ 0 h 160"/>
                    <a:gd name="T4" fmla="*/ 0 w 148"/>
                    <a:gd name="T5" fmla="*/ 0 h 160"/>
                    <a:gd name="T6" fmla="*/ 0 w 148"/>
                    <a:gd name="T7" fmla="*/ 0 h 160"/>
                    <a:gd name="T8" fmla="*/ 0 w 148"/>
                    <a:gd name="T9" fmla="*/ 0 h 160"/>
                    <a:gd name="T10" fmla="*/ 0 w 148"/>
                    <a:gd name="T11" fmla="*/ 0 h 160"/>
                    <a:gd name="T12" fmla="*/ 0 w 148"/>
                    <a:gd name="T13" fmla="*/ 0 h 1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8"/>
                    <a:gd name="T22" fmla="*/ 0 h 160"/>
                    <a:gd name="T23" fmla="*/ 148 w 148"/>
                    <a:gd name="T24" fmla="*/ 160 h 1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8" h="160">
                      <a:moveTo>
                        <a:pt x="0" y="120"/>
                      </a:moveTo>
                      <a:lnTo>
                        <a:pt x="50" y="140"/>
                      </a:lnTo>
                      <a:lnTo>
                        <a:pt x="100" y="160"/>
                      </a:lnTo>
                      <a:lnTo>
                        <a:pt x="148" y="41"/>
                      </a:lnTo>
                      <a:lnTo>
                        <a:pt x="98" y="20"/>
                      </a:lnTo>
                      <a:lnTo>
                        <a:pt x="48" y="0"/>
                      </a:lnTo>
                      <a:lnTo>
                        <a:pt x="0" y="1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0" name="Freeform 1853">
                  <a:extLst>
                    <a:ext uri="{FF2B5EF4-FFF2-40B4-BE49-F238E27FC236}">
                      <a16:creationId xmlns:a16="http://schemas.microsoft.com/office/drawing/2014/main" id="{6255CAF1-3D6D-968F-E112-6182DE30BD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1" y="2023"/>
                  <a:ext cx="25" cy="27"/>
                </a:xfrm>
                <a:custGeom>
                  <a:avLst/>
                  <a:gdLst>
                    <a:gd name="T0" fmla="*/ 0 w 148"/>
                    <a:gd name="T1" fmla="*/ 0 h 160"/>
                    <a:gd name="T2" fmla="*/ 0 w 148"/>
                    <a:gd name="T3" fmla="*/ 0 h 160"/>
                    <a:gd name="T4" fmla="*/ 0 w 148"/>
                    <a:gd name="T5" fmla="*/ 0 h 160"/>
                    <a:gd name="T6" fmla="*/ 0 w 148"/>
                    <a:gd name="T7" fmla="*/ 0 h 160"/>
                    <a:gd name="T8" fmla="*/ 0 w 148"/>
                    <a:gd name="T9" fmla="*/ 0 h 160"/>
                    <a:gd name="T10" fmla="*/ 0 w 148"/>
                    <a:gd name="T11" fmla="*/ 0 h 160"/>
                    <a:gd name="T12" fmla="*/ 0 w 148"/>
                    <a:gd name="T13" fmla="*/ 0 h 1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8"/>
                    <a:gd name="T22" fmla="*/ 0 h 160"/>
                    <a:gd name="T23" fmla="*/ 148 w 148"/>
                    <a:gd name="T24" fmla="*/ 160 h 16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8" h="160">
                      <a:moveTo>
                        <a:pt x="0" y="120"/>
                      </a:moveTo>
                      <a:lnTo>
                        <a:pt x="50" y="140"/>
                      </a:lnTo>
                      <a:lnTo>
                        <a:pt x="100" y="160"/>
                      </a:lnTo>
                      <a:lnTo>
                        <a:pt x="148" y="41"/>
                      </a:lnTo>
                      <a:lnTo>
                        <a:pt x="98" y="20"/>
                      </a:lnTo>
                      <a:lnTo>
                        <a:pt x="48" y="0"/>
                      </a:lnTo>
                      <a:lnTo>
                        <a:pt x="0" y="12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1" name="Freeform 1854">
                  <a:extLst>
                    <a:ext uri="{FF2B5EF4-FFF2-40B4-BE49-F238E27FC236}">
                      <a16:creationId xmlns:a16="http://schemas.microsoft.com/office/drawing/2014/main" id="{3705182D-6B1C-341A-B0DB-ECC590BB33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7" y="2026"/>
                  <a:ext cx="9" cy="4"/>
                </a:xfrm>
                <a:custGeom>
                  <a:avLst/>
                  <a:gdLst>
                    <a:gd name="T0" fmla="*/ 0 w 51"/>
                    <a:gd name="T1" fmla="*/ 0 h 21"/>
                    <a:gd name="T2" fmla="*/ 0 w 51"/>
                    <a:gd name="T3" fmla="*/ 0 h 21"/>
                    <a:gd name="T4" fmla="*/ 0 w 51"/>
                    <a:gd name="T5" fmla="*/ 0 h 21"/>
                    <a:gd name="T6" fmla="*/ 0 w 51"/>
                    <a:gd name="T7" fmla="*/ 0 h 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1"/>
                    <a:gd name="T14" fmla="*/ 51 w 51"/>
                    <a:gd name="T15" fmla="*/ 21 h 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1">
                      <a:moveTo>
                        <a:pt x="0" y="0"/>
                      </a:moveTo>
                      <a:lnTo>
                        <a:pt x="50" y="21"/>
                      </a:lnTo>
                      <a:lnTo>
                        <a:pt x="51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2" name="Line 1855">
                  <a:extLst>
                    <a:ext uri="{FF2B5EF4-FFF2-40B4-BE49-F238E27FC236}">
                      <a16:creationId xmlns:a16="http://schemas.microsoft.com/office/drawing/2014/main" id="{43CE2F40-AA00-A4CF-5F68-F055A2620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96" y="202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3" name="Freeform 1856">
                  <a:extLst>
                    <a:ext uri="{FF2B5EF4-FFF2-40B4-BE49-F238E27FC236}">
                      <a16:creationId xmlns:a16="http://schemas.microsoft.com/office/drawing/2014/main" id="{CFC44426-1907-4F4B-A574-B37723BCD2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9" y="2003"/>
                  <a:ext cx="23" cy="26"/>
                </a:xfrm>
                <a:custGeom>
                  <a:avLst/>
                  <a:gdLst>
                    <a:gd name="T0" fmla="*/ 0 w 140"/>
                    <a:gd name="T1" fmla="*/ 0 h 155"/>
                    <a:gd name="T2" fmla="*/ 0 w 140"/>
                    <a:gd name="T3" fmla="*/ 0 h 155"/>
                    <a:gd name="T4" fmla="*/ 0 w 140"/>
                    <a:gd name="T5" fmla="*/ 0 h 155"/>
                    <a:gd name="T6" fmla="*/ 0 w 140"/>
                    <a:gd name="T7" fmla="*/ 0 h 155"/>
                    <a:gd name="T8" fmla="*/ 0 w 140"/>
                    <a:gd name="T9" fmla="*/ 0 h 155"/>
                    <a:gd name="T10" fmla="*/ 0 w 140"/>
                    <a:gd name="T11" fmla="*/ 0 h 155"/>
                    <a:gd name="T12" fmla="*/ 0 w 140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55"/>
                    <a:gd name="T23" fmla="*/ 140 w 140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55">
                      <a:moveTo>
                        <a:pt x="0" y="124"/>
                      </a:moveTo>
                      <a:lnTo>
                        <a:pt x="51" y="139"/>
                      </a:lnTo>
                      <a:lnTo>
                        <a:pt x="102" y="155"/>
                      </a:lnTo>
                      <a:lnTo>
                        <a:pt x="140" y="31"/>
                      </a:lnTo>
                      <a:lnTo>
                        <a:pt x="89" y="16"/>
                      </a:lnTo>
                      <a:lnTo>
                        <a:pt x="38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4" name="Freeform 1857">
                  <a:extLst>
                    <a:ext uri="{FF2B5EF4-FFF2-40B4-BE49-F238E27FC236}">
                      <a16:creationId xmlns:a16="http://schemas.microsoft.com/office/drawing/2014/main" id="{253F0792-5C7B-592E-4AAC-F1BB22736B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9" y="2003"/>
                  <a:ext cx="23" cy="26"/>
                </a:xfrm>
                <a:custGeom>
                  <a:avLst/>
                  <a:gdLst>
                    <a:gd name="T0" fmla="*/ 0 w 140"/>
                    <a:gd name="T1" fmla="*/ 0 h 155"/>
                    <a:gd name="T2" fmla="*/ 0 w 140"/>
                    <a:gd name="T3" fmla="*/ 0 h 155"/>
                    <a:gd name="T4" fmla="*/ 0 w 140"/>
                    <a:gd name="T5" fmla="*/ 0 h 155"/>
                    <a:gd name="T6" fmla="*/ 0 w 140"/>
                    <a:gd name="T7" fmla="*/ 0 h 155"/>
                    <a:gd name="T8" fmla="*/ 0 w 140"/>
                    <a:gd name="T9" fmla="*/ 0 h 155"/>
                    <a:gd name="T10" fmla="*/ 0 w 140"/>
                    <a:gd name="T11" fmla="*/ 0 h 155"/>
                    <a:gd name="T12" fmla="*/ 0 w 140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55"/>
                    <a:gd name="T23" fmla="*/ 140 w 140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55">
                      <a:moveTo>
                        <a:pt x="0" y="124"/>
                      </a:moveTo>
                      <a:lnTo>
                        <a:pt x="51" y="139"/>
                      </a:lnTo>
                      <a:lnTo>
                        <a:pt x="102" y="155"/>
                      </a:lnTo>
                      <a:lnTo>
                        <a:pt x="140" y="31"/>
                      </a:lnTo>
                      <a:lnTo>
                        <a:pt x="89" y="16"/>
                      </a:lnTo>
                      <a:lnTo>
                        <a:pt x="38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5" name="Freeform 1858">
                  <a:extLst>
                    <a:ext uri="{FF2B5EF4-FFF2-40B4-BE49-F238E27FC236}">
                      <a16:creationId xmlns:a16="http://schemas.microsoft.com/office/drawing/2014/main" id="{E5829F38-1794-711F-175E-EE66F3EE07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4" y="2006"/>
                  <a:ext cx="8" cy="2"/>
                </a:xfrm>
                <a:custGeom>
                  <a:avLst/>
                  <a:gdLst>
                    <a:gd name="T0" fmla="*/ 0 w 52"/>
                    <a:gd name="T1" fmla="*/ 0 h 15"/>
                    <a:gd name="T2" fmla="*/ 0 w 52"/>
                    <a:gd name="T3" fmla="*/ 0 h 15"/>
                    <a:gd name="T4" fmla="*/ 0 w 52"/>
                    <a:gd name="T5" fmla="*/ 0 h 15"/>
                    <a:gd name="T6" fmla="*/ 0 w 52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5"/>
                    <a:gd name="T14" fmla="*/ 52 w 52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5">
                      <a:moveTo>
                        <a:pt x="0" y="0"/>
                      </a:moveTo>
                      <a:lnTo>
                        <a:pt x="51" y="15"/>
                      </a:lnTo>
                      <a:lnTo>
                        <a:pt x="52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6" name="Line 1859">
                  <a:extLst>
                    <a:ext uri="{FF2B5EF4-FFF2-40B4-BE49-F238E27FC236}">
                      <a16:creationId xmlns:a16="http://schemas.microsoft.com/office/drawing/2014/main" id="{5CB698B9-41B5-5D75-18BD-3D2ED4AA92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02" y="20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7" name="Freeform 1860">
                  <a:extLst>
                    <a:ext uri="{FF2B5EF4-FFF2-40B4-BE49-F238E27FC236}">
                      <a16:creationId xmlns:a16="http://schemas.microsoft.com/office/drawing/2014/main" id="{7776A5B8-15B4-17B7-D18F-546E198650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5" y="1982"/>
                  <a:ext cx="22" cy="26"/>
                </a:xfrm>
                <a:custGeom>
                  <a:avLst/>
                  <a:gdLst>
                    <a:gd name="T0" fmla="*/ 0 w 131"/>
                    <a:gd name="T1" fmla="*/ 0 h 150"/>
                    <a:gd name="T2" fmla="*/ 0 w 131"/>
                    <a:gd name="T3" fmla="*/ 0 h 150"/>
                    <a:gd name="T4" fmla="*/ 0 w 131"/>
                    <a:gd name="T5" fmla="*/ 0 h 150"/>
                    <a:gd name="T6" fmla="*/ 0 w 131"/>
                    <a:gd name="T7" fmla="*/ 0 h 150"/>
                    <a:gd name="T8" fmla="*/ 0 w 131"/>
                    <a:gd name="T9" fmla="*/ 0 h 150"/>
                    <a:gd name="T10" fmla="*/ 0 w 131"/>
                    <a:gd name="T11" fmla="*/ 0 h 150"/>
                    <a:gd name="T12" fmla="*/ 0 w 131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50"/>
                    <a:gd name="T23" fmla="*/ 131 w 131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50">
                      <a:moveTo>
                        <a:pt x="0" y="127"/>
                      </a:moveTo>
                      <a:lnTo>
                        <a:pt x="52" y="139"/>
                      </a:lnTo>
                      <a:lnTo>
                        <a:pt x="104" y="150"/>
                      </a:lnTo>
                      <a:lnTo>
                        <a:pt x="131" y="23"/>
                      </a:lnTo>
                      <a:lnTo>
                        <a:pt x="79" y="11"/>
                      </a:lnTo>
                      <a:lnTo>
                        <a:pt x="28" y="0"/>
                      </a:lnTo>
                      <a:lnTo>
                        <a:pt x="0" y="1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8" name="Freeform 1861">
                  <a:extLst>
                    <a:ext uri="{FF2B5EF4-FFF2-40B4-BE49-F238E27FC236}">
                      <a16:creationId xmlns:a16="http://schemas.microsoft.com/office/drawing/2014/main" id="{710584D1-005E-5988-F77D-CCE49981EA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5" y="1982"/>
                  <a:ext cx="22" cy="26"/>
                </a:xfrm>
                <a:custGeom>
                  <a:avLst/>
                  <a:gdLst>
                    <a:gd name="T0" fmla="*/ 0 w 131"/>
                    <a:gd name="T1" fmla="*/ 0 h 150"/>
                    <a:gd name="T2" fmla="*/ 0 w 131"/>
                    <a:gd name="T3" fmla="*/ 0 h 150"/>
                    <a:gd name="T4" fmla="*/ 0 w 131"/>
                    <a:gd name="T5" fmla="*/ 0 h 150"/>
                    <a:gd name="T6" fmla="*/ 0 w 131"/>
                    <a:gd name="T7" fmla="*/ 0 h 150"/>
                    <a:gd name="T8" fmla="*/ 0 w 131"/>
                    <a:gd name="T9" fmla="*/ 0 h 150"/>
                    <a:gd name="T10" fmla="*/ 0 w 131"/>
                    <a:gd name="T11" fmla="*/ 0 h 150"/>
                    <a:gd name="T12" fmla="*/ 0 w 131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50"/>
                    <a:gd name="T23" fmla="*/ 131 w 131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50">
                      <a:moveTo>
                        <a:pt x="0" y="127"/>
                      </a:moveTo>
                      <a:lnTo>
                        <a:pt x="52" y="139"/>
                      </a:lnTo>
                      <a:lnTo>
                        <a:pt x="104" y="150"/>
                      </a:lnTo>
                      <a:lnTo>
                        <a:pt x="131" y="23"/>
                      </a:lnTo>
                      <a:lnTo>
                        <a:pt x="79" y="11"/>
                      </a:lnTo>
                      <a:lnTo>
                        <a:pt x="28" y="0"/>
                      </a:lnTo>
                      <a:lnTo>
                        <a:pt x="0" y="12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49" name="Freeform 1862">
                  <a:extLst>
                    <a:ext uri="{FF2B5EF4-FFF2-40B4-BE49-F238E27FC236}">
                      <a16:creationId xmlns:a16="http://schemas.microsoft.com/office/drawing/2014/main" id="{293BCD96-E31D-09EB-C7E5-04C92970A2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8" y="1984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0" y="0"/>
                      </a:moveTo>
                      <a:lnTo>
                        <a:pt x="52" y="12"/>
                      </a:lnTo>
                      <a:lnTo>
                        <a:pt x="53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0" name="Line 1863">
                  <a:extLst>
                    <a:ext uri="{FF2B5EF4-FFF2-40B4-BE49-F238E27FC236}">
                      <a16:creationId xmlns:a16="http://schemas.microsoft.com/office/drawing/2014/main" id="{12A3C8AB-081B-F65B-8023-D2E224B28E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07" y="19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1" name="Freeform 1864">
                  <a:extLst>
                    <a:ext uri="{FF2B5EF4-FFF2-40B4-BE49-F238E27FC236}">
                      <a16:creationId xmlns:a16="http://schemas.microsoft.com/office/drawing/2014/main" id="{649AE7EB-A768-6F92-EA3A-873D1C145C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1962"/>
                  <a:ext cx="21" cy="24"/>
                </a:xfrm>
                <a:custGeom>
                  <a:avLst/>
                  <a:gdLst>
                    <a:gd name="T0" fmla="*/ 0 w 124"/>
                    <a:gd name="T1" fmla="*/ 0 h 143"/>
                    <a:gd name="T2" fmla="*/ 0 w 124"/>
                    <a:gd name="T3" fmla="*/ 0 h 143"/>
                    <a:gd name="T4" fmla="*/ 0 w 124"/>
                    <a:gd name="T5" fmla="*/ 0 h 143"/>
                    <a:gd name="T6" fmla="*/ 0 w 124"/>
                    <a:gd name="T7" fmla="*/ 0 h 143"/>
                    <a:gd name="T8" fmla="*/ 0 w 124"/>
                    <a:gd name="T9" fmla="*/ 0 h 143"/>
                    <a:gd name="T10" fmla="*/ 0 w 124"/>
                    <a:gd name="T11" fmla="*/ 0 h 143"/>
                    <a:gd name="T12" fmla="*/ 0 w 124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"/>
                    <a:gd name="T22" fmla="*/ 0 h 143"/>
                    <a:gd name="T23" fmla="*/ 124 w 124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" h="143">
                      <a:moveTo>
                        <a:pt x="0" y="128"/>
                      </a:moveTo>
                      <a:lnTo>
                        <a:pt x="53" y="135"/>
                      </a:lnTo>
                      <a:lnTo>
                        <a:pt x="106" y="143"/>
                      </a:lnTo>
                      <a:lnTo>
                        <a:pt x="124" y="15"/>
                      </a:lnTo>
                      <a:lnTo>
                        <a:pt x="71" y="7"/>
                      </a:lnTo>
                      <a:lnTo>
                        <a:pt x="18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2" name="Freeform 1865">
                  <a:extLst>
                    <a:ext uri="{FF2B5EF4-FFF2-40B4-BE49-F238E27FC236}">
                      <a16:creationId xmlns:a16="http://schemas.microsoft.com/office/drawing/2014/main" id="{C65D692D-F6D8-6974-512C-E18BD98ACD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1962"/>
                  <a:ext cx="21" cy="24"/>
                </a:xfrm>
                <a:custGeom>
                  <a:avLst/>
                  <a:gdLst>
                    <a:gd name="T0" fmla="*/ 0 w 124"/>
                    <a:gd name="T1" fmla="*/ 0 h 143"/>
                    <a:gd name="T2" fmla="*/ 0 w 124"/>
                    <a:gd name="T3" fmla="*/ 0 h 143"/>
                    <a:gd name="T4" fmla="*/ 0 w 124"/>
                    <a:gd name="T5" fmla="*/ 0 h 143"/>
                    <a:gd name="T6" fmla="*/ 0 w 124"/>
                    <a:gd name="T7" fmla="*/ 0 h 143"/>
                    <a:gd name="T8" fmla="*/ 0 w 124"/>
                    <a:gd name="T9" fmla="*/ 0 h 143"/>
                    <a:gd name="T10" fmla="*/ 0 w 124"/>
                    <a:gd name="T11" fmla="*/ 0 h 143"/>
                    <a:gd name="T12" fmla="*/ 0 w 124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4"/>
                    <a:gd name="T22" fmla="*/ 0 h 143"/>
                    <a:gd name="T23" fmla="*/ 124 w 124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4" h="143">
                      <a:moveTo>
                        <a:pt x="0" y="128"/>
                      </a:moveTo>
                      <a:lnTo>
                        <a:pt x="53" y="135"/>
                      </a:lnTo>
                      <a:lnTo>
                        <a:pt x="106" y="143"/>
                      </a:lnTo>
                      <a:lnTo>
                        <a:pt x="124" y="15"/>
                      </a:lnTo>
                      <a:lnTo>
                        <a:pt x="71" y="7"/>
                      </a:lnTo>
                      <a:lnTo>
                        <a:pt x="18" y="0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3" name="Freeform 1866">
                  <a:extLst>
                    <a:ext uri="{FF2B5EF4-FFF2-40B4-BE49-F238E27FC236}">
                      <a16:creationId xmlns:a16="http://schemas.microsoft.com/office/drawing/2014/main" id="{708D883E-9DE8-56B4-FD92-E156671A1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1" y="1963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0" y="0"/>
                      </a:moveTo>
                      <a:lnTo>
                        <a:pt x="53" y="8"/>
                      </a:lnTo>
                      <a:lnTo>
                        <a:pt x="53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4" name="Line 1867">
                  <a:extLst>
                    <a:ext uri="{FF2B5EF4-FFF2-40B4-BE49-F238E27FC236}">
                      <a16:creationId xmlns:a16="http://schemas.microsoft.com/office/drawing/2014/main" id="{EBED0EE9-CE58-CD5A-74A2-3E0EA6E4D2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10" y="196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5" name="Freeform 1868">
                  <a:extLst>
                    <a:ext uri="{FF2B5EF4-FFF2-40B4-BE49-F238E27FC236}">
                      <a16:creationId xmlns:a16="http://schemas.microsoft.com/office/drawing/2014/main" id="{E940F514-7296-8C59-26B4-397F50442F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2" y="1941"/>
                  <a:ext cx="19" cy="22"/>
                </a:xfrm>
                <a:custGeom>
                  <a:avLst/>
                  <a:gdLst>
                    <a:gd name="T0" fmla="*/ 0 w 113"/>
                    <a:gd name="T1" fmla="*/ 0 h 133"/>
                    <a:gd name="T2" fmla="*/ 0 w 113"/>
                    <a:gd name="T3" fmla="*/ 0 h 133"/>
                    <a:gd name="T4" fmla="*/ 0 w 113"/>
                    <a:gd name="T5" fmla="*/ 0 h 133"/>
                    <a:gd name="T6" fmla="*/ 0 w 113"/>
                    <a:gd name="T7" fmla="*/ 0 h 133"/>
                    <a:gd name="T8" fmla="*/ 0 w 113"/>
                    <a:gd name="T9" fmla="*/ 0 h 133"/>
                    <a:gd name="T10" fmla="*/ 0 w 113"/>
                    <a:gd name="T11" fmla="*/ 0 h 133"/>
                    <a:gd name="T12" fmla="*/ 0 w 11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3"/>
                    <a:gd name="T23" fmla="*/ 113 w 11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3">
                      <a:moveTo>
                        <a:pt x="0" y="129"/>
                      </a:moveTo>
                      <a:lnTo>
                        <a:pt x="53" y="131"/>
                      </a:lnTo>
                      <a:lnTo>
                        <a:pt x="106" y="133"/>
                      </a:lnTo>
                      <a:lnTo>
                        <a:pt x="113" y="4"/>
                      </a:lnTo>
                      <a:lnTo>
                        <a:pt x="60" y="2"/>
                      </a:lnTo>
                      <a:lnTo>
                        <a:pt x="7" y="0"/>
                      </a:lnTo>
                      <a:lnTo>
                        <a:pt x="0" y="1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6" name="Freeform 1869">
                  <a:extLst>
                    <a:ext uri="{FF2B5EF4-FFF2-40B4-BE49-F238E27FC236}">
                      <a16:creationId xmlns:a16="http://schemas.microsoft.com/office/drawing/2014/main" id="{3D4878B1-7921-02B7-1AC7-BCD67A3F6A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2" y="1941"/>
                  <a:ext cx="19" cy="22"/>
                </a:xfrm>
                <a:custGeom>
                  <a:avLst/>
                  <a:gdLst>
                    <a:gd name="T0" fmla="*/ 0 w 113"/>
                    <a:gd name="T1" fmla="*/ 0 h 133"/>
                    <a:gd name="T2" fmla="*/ 0 w 113"/>
                    <a:gd name="T3" fmla="*/ 0 h 133"/>
                    <a:gd name="T4" fmla="*/ 0 w 113"/>
                    <a:gd name="T5" fmla="*/ 0 h 133"/>
                    <a:gd name="T6" fmla="*/ 0 w 113"/>
                    <a:gd name="T7" fmla="*/ 0 h 133"/>
                    <a:gd name="T8" fmla="*/ 0 w 113"/>
                    <a:gd name="T9" fmla="*/ 0 h 133"/>
                    <a:gd name="T10" fmla="*/ 0 w 113"/>
                    <a:gd name="T11" fmla="*/ 0 h 133"/>
                    <a:gd name="T12" fmla="*/ 0 w 11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33"/>
                    <a:gd name="T23" fmla="*/ 113 w 11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33">
                      <a:moveTo>
                        <a:pt x="0" y="129"/>
                      </a:moveTo>
                      <a:lnTo>
                        <a:pt x="53" y="131"/>
                      </a:lnTo>
                      <a:lnTo>
                        <a:pt x="106" y="133"/>
                      </a:lnTo>
                      <a:lnTo>
                        <a:pt x="113" y="4"/>
                      </a:lnTo>
                      <a:lnTo>
                        <a:pt x="60" y="2"/>
                      </a:lnTo>
                      <a:lnTo>
                        <a:pt x="7" y="0"/>
                      </a:lnTo>
                      <a:lnTo>
                        <a:pt x="0" y="1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7" name="Freeform 1870">
                  <a:extLst>
                    <a:ext uri="{FF2B5EF4-FFF2-40B4-BE49-F238E27FC236}">
                      <a16:creationId xmlns:a16="http://schemas.microsoft.com/office/drawing/2014/main" id="{770BD8AF-CB78-84BC-ED45-AA92E2628B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02" y="1941"/>
                  <a:ext cx="9" cy="1"/>
                </a:xfrm>
                <a:custGeom>
                  <a:avLst/>
                  <a:gdLst>
                    <a:gd name="T0" fmla="*/ 0 w 53"/>
                    <a:gd name="T1" fmla="*/ 0 h 4"/>
                    <a:gd name="T2" fmla="*/ 0 w 53"/>
                    <a:gd name="T3" fmla="*/ 0 h 4"/>
                    <a:gd name="T4" fmla="*/ 0 w 53"/>
                    <a:gd name="T5" fmla="*/ 0 h 4"/>
                    <a:gd name="T6" fmla="*/ 0 w 53"/>
                    <a:gd name="T7" fmla="*/ 0 h 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4"/>
                    <a:gd name="T14" fmla="*/ 53 w 53"/>
                    <a:gd name="T15" fmla="*/ 4 h 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4">
                      <a:moveTo>
                        <a:pt x="0" y="2"/>
                      </a:moveTo>
                      <a:lnTo>
                        <a:pt x="53" y="4"/>
                      </a:lnTo>
                      <a:lnTo>
                        <a:pt x="53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8" name="Line 1871">
                  <a:extLst>
                    <a:ext uri="{FF2B5EF4-FFF2-40B4-BE49-F238E27FC236}">
                      <a16:creationId xmlns:a16="http://schemas.microsoft.com/office/drawing/2014/main" id="{A63AD12A-AF6B-0D7B-42E6-73D19A3829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11" y="194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9" name="Freeform 1872">
                  <a:extLst>
                    <a:ext uri="{FF2B5EF4-FFF2-40B4-BE49-F238E27FC236}">
                      <a16:creationId xmlns:a16="http://schemas.microsoft.com/office/drawing/2014/main" id="{B2E26880-C408-FA5C-D32C-E526304FC1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20"/>
                  <a:ext cx="18" cy="22"/>
                </a:xfrm>
                <a:custGeom>
                  <a:avLst/>
                  <a:gdLst>
                    <a:gd name="T0" fmla="*/ 0 w 110"/>
                    <a:gd name="T1" fmla="*/ 0 h 133"/>
                    <a:gd name="T2" fmla="*/ 0 w 110"/>
                    <a:gd name="T3" fmla="*/ 0 h 133"/>
                    <a:gd name="T4" fmla="*/ 0 w 110"/>
                    <a:gd name="T5" fmla="*/ 0 h 133"/>
                    <a:gd name="T6" fmla="*/ 0 w 110"/>
                    <a:gd name="T7" fmla="*/ 0 h 133"/>
                    <a:gd name="T8" fmla="*/ 0 w 110"/>
                    <a:gd name="T9" fmla="*/ 0 h 133"/>
                    <a:gd name="T10" fmla="*/ 0 w 110"/>
                    <a:gd name="T11" fmla="*/ 0 h 133"/>
                    <a:gd name="T12" fmla="*/ 0 w 110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0"/>
                    <a:gd name="T22" fmla="*/ 0 h 133"/>
                    <a:gd name="T23" fmla="*/ 110 w 110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0" h="133">
                      <a:moveTo>
                        <a:pt x="4" y="133"/>
                      </a:moveTo>
                      <a:lnTo>
                        <a:pt x="57" y="131"/>
                      </a:lnTo>
                      <a:lnTo>
                        <a:pt x="110" y="129"/>
                      </a:lnTo>
                      <a:lnTo>
                        <a:pt x="105" y="0"/>
                      </a:lnTo>
                      <a:lnTo>
                        <a:pt x="53" y="2"/>
                      </a:lnTo>
                      <a:lnTo>
                        <a:pt x="0" y="4"/>
                      </a:lnTo>
                      <a:lnTo>
                        <a:pt x="4" y="1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0" name="Freeform 1873">
                  <a:extLst>
                    <a:ext uri="{FF2B5EF4-FFF2-40B4-BE49-F238E27FC236}">
                      <a16:creationId xmlns:a16="http://schemas.microsoft.com/office/drawing/2014/main" id="{87F962C0-B754-3295-95B1-CEBA6DF43C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20"/>
                  <a:ext cx="18" cy="22"/>
                </a:xfrm>
                <a:custGeom>
                  <a:avLst/>
                  <a:gdLst>
                    <a:gd name="T0" fmla="*/ 0 w 110"/>
                    <a:gd name="T1" fmla="*/ 0 h 133"/>
                    <a:gd name="T2" fmla="*/ 0 w 110"/>
                    <a:gd name="T3" fmla="*/ 0 h 133"/>
                    <a:gd name="T4" fmla="*/ 0 w 110"/>
                    <a:gd name="T5" fmla="*/ 0 h 133"/>
                    <a:gd name="T6" fmla="*/ 0 w 110"/>
                    <a:gd name="T7" fmla="*/ 0 h 133"/>
                    <a:gd name="T8" fmla="*/ 0 w 110"/>
                    <a:gd name="T9" fmla="*/ 0 h 133"/>
                    <a:gd name="T10" fmla="*/ 0 w 110"/>
                    <a:gd name="T11" fmla="*/ 0 h 133"/>
                    <a:gd name="T12" fmla="*/ 0 w 110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0"/>
                    <a:gd name="T22" fmla="*/ 0 h 133"/>
                    <a:gd name="T23" fmla="*/ 110 w 110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0" h="133">
                      <a:moveTo>
                        <a:pt x="4" y="133"/>
                      </a:moveTo>
                      <a:lnTo>
                        <a:pt x="57" y="131"/>
                      </a:lnTo>
                      <a:lnTo>
                        <a:pt x="110" y="129"/>
                      </a:lnTo>
                      <a:lnTo>
                        <a:pt x="105" y="0"/>
                      </a:lnTo>
                      <a:lnTo>
                        <a:pt x="53" y="2"/>
                      </a:lnTo>
                      <a:lnTo>
                        <a:pt x="0" y="4"/>
                      </a:lnTo>
                      <a:lnTo>
                        <a:pt x="4" y="13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1" name="Freeform 1874">
                  <a:extLst>
                    <a:ext uri="{FF2B5EF4-FFF2-40B4-BE49-F238E27FC236}">
                      <a16:creationId xmlns:a16="http://schemas.microsoft.com/office/drawing/2014/main" id="{E517C07B-BEE6-3B5D-BF55-E941781383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11"/>
                  <a:ext cx="17" cy="9"/>
                </a:xfrm>
                <a:custGeom>
                  <a:avLst/>
                  <a:gdLst>
                    <a:gd name="T0" fmla="*/ 0 w 105"/>
                    <a:gd name="T1" fmla="*/ 0 h 55"/>
                    <a:gd name="T2" fmla="*/ 0 w 105"/>
                    <a:gd name="T3" fmla="*/ 0 h 55"/>
                    <a:gd name="T4" fmla="*/ 0 w 105"/>
                    <a:gd name="T5" fmla="*/ 0 h 55"/>
                    <a:gd name="T6" fmla="*/ 0 w 105"/>
                    <a:gd name="T7" fmla="*/ 0 h 55"/>
                    <a:gd name="T8" fmla="*/ 0 w 105"/>
                    <a:gd name="T9" fmla="*/ 0 h 55"/>
                    <a:gd name="T10" fmla="*/ 0 w 105"/>
                    <a:gd name="T11" fmla="*/ 0 h 55"/>
                    <a:gd name="T12" fmla="*/ 0 w 105"/>
                    <a:gd name="T13" fmla="*/ 0 h 55"/>
                    <a:gd name="T14" fmla="*/ 0 w 105"/>
                    <a:gd name="T15" fmla="*/ 0 h 55"/>
                    <a:gd name="T16" fmla="*/ 0 w 105"/>
                    <a:gd name="T17" fmla="*/ 0 h 55"/>
                    <a:gd name="T18" fmla="*/ 0 w 105"/>
                    <a:gd name="T19" fmla="*/ 0 h 55"/>
                    <a:gd name="T20" fmla="*/ 0 w 105"/>
                    <a:gd name="T21" fmla="*/ 0 h 55"/>
                    <a:gd name="T22" fmla="*/ 0 w 105"/>
                    <a:gd name="T23" fmla="*/ 0 h 55"/>
                    <a:gd name="T24" fmla="*/ 0 w 105"/>
                    <a:gd name="T25" fmla="*/ 0 h 55"/>
                    <a:gd name="T26" fmla="*/ 0 w 105"/>
                    <a:gd name="T27" fmla="*/ 0 h 55"/>
                    <a:gd name="T28" fmla="*/ 0 w 105"/>
                    <a:gd name="T29" fmla="*/ 0 h 55"/>
                    <a:gd name="T30" fmla="*/ 0 w 105"/>
                    <a:gd name="T31" fmla="*/ 0 h 55"/>
                    <a:gd name="T32" fmla="*/ 0 w 105"/>
                    <a:gd name="T33" fmla="*/ 0 h 5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55"/>
                    <a:gd name="T53" fmla="*/ 105 w 105"/>
                    <a:gd name="T54" fmla="*/ 55 h 5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55">
                      <a:moveTo>
                        <a:pt x="53" y="53"/>
                      </a:moveTo>
                      <a:lnTo>
                        <a:pt x="0" y="55"/>
                      </a:lnTo>
                      <a:lnTo>
                        <a:pt x="0" y="42"/>
                      </a:lnTo>
                      <a:lnTo>
                        <a:pt x="4" y="32"/>
                      </a:lnTo>
                      <a:lnTo>
                        <a:pt x="10" y="21"/>
                      </a:lnTo>
                      <a:lnTo>
                        <a:pt x="18" y="13"/>
                      </a:lnTo>
                      <a:lnTo>
                        <a:pt x="28" y="5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4" y="4"/>
                      </a:lnTo>
                      <a:lnTo>
                        <a:pt x="84" y="11"/>
                      </a:lnTo>
                      <a:lnTo>
                        <a:pt x="93" y="18"/>
                      </a:lnTo>
                      <a:lnTo>
                        <a:pt x="100" y="29"/>
                      </a:lnTo>
                      <a:lnTo>
                        <a:pt x="104" y="39"/>
                      </a:lnTo>
                      <a:lnTo>
                        <a:pt x="105" y="51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2" name="Freeform 1875">
                  <a:extLst>
                    <a:ext uri="{FF2B5EF4-FFF2-40B4-BE49-F238E27FC236}">
                      <a16:creationId xmlns:a16="http://schemas.microsoft.com/office/drawing/2014/main" id="{A7F3B571-018F-33EB-16A7-CAA990C844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3" y="1911"/>
                  <a:ext cx="17" cy="9"/>
                </a:xfrm>
                <a:custGeom>
                  <a:avLst/>
                  <a:gdLst>
                    <a:gd name="T0" fmla="*/ 0 w 105"/>
                    <a:gd name="T1" fmla="*/ 0 h 55"/>
                    <a:gd name="T2" fmla="*/ 0 w 105"/>
                    <a:gd name="T3" fmla="*/ 0 h 55"/>
                    <a:gd name="T4" fmla="*/ 0 w 105"/>
                    <a:gd name="T5" fmla="*/ 0 h 55"/>
                    <a:gd name="T6" fmla="*/ 0 w 105"/>
                    <a:gd name="T7" fmla="*/ 0 h 55"/>
                    <a:gd name="T8" fmla="*/ 0 w 105"/>
                    <a:gd name="T9" fmla="*/ 0 h 55"/>
                    <a:gd name="T10" fmla="*/ 0 w 105"/>
                    <a:gd name="T11" fmla="*/ 0 h 55"/>
                    <a:gd name="T12" fmla="*/ 0 w 105"/>
                    <a:gd name="T13" fmla="*/ 0 h 55"/>
                    <a:gd name="T14" fmla="*/ 0 w 105"/>
                    <a:gd name="T15" fmla="*/ 0 h 55"/>
                    <a:gd name="T16" fmla="*/ 0 w 105"/>
                    <a:gd name="T17" fmla="*/ 0 h 55"/>
                    <a:gd name="T18" fmla="*/ 0 w 105"/>
                    <a:gd name="T19" fmla="*/ 0 h 55"/>
                    <a:gd name="T20" fmla="*/ 0 w 105"/>
                    <a:gd name="T21" fmla="*/ 0 h 55"/>
                    <a:gd name="T22" fmla="*/ 0 w 105"/>
                    <a:gd name="T23" fmla="*/ 0 h 55"/>
                    <a:gd name="T24" fmla="*/ 0 w 105"/>
                    <a:gd name="T25" fmla="*/ 0 h 55"/>
                    <a:gd name="T26" fmla="*/ 0 w 105"/>
                    <a:gd name="T27" fmla="*/ 0 h 55"/>
                    <a:gd name="T28" fmla="*/ 0 w 105"/>
                    <a:gd name="T29" fmla="*/ 0 h 5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55"/>
                    <a:gd name="T47" fmla="*/ 105 w 105"/>
                    <a:gd name="T48" fmla="*/ 55 h 5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55">
                      <a:moveTo>
                        <a:pt x="0" y="55"/>
                      </a:moveTo>
                      <a:lnTo>
                        <a:pt x="0" y="42"/>
                      </a:lnTo>
                      <a:lnTo>
                        <a:pt x="4" y="32"/>
                      </a:lnTo>
                      <a:lnTo>
                        <a:pt x="10" y="21"/>
                      </a:lnTo>
                      <a:lnTo>
                        <a:pt x="18" y="13"/>
                      </a:lnTo>
                      <a:lnTo>
                        <a:pt x="28" y="5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4" y="4"/>
                      </a:lnTo>
                      <a:lnTo>
                        <a:pt x="84" y="11"/>
                      </a:lnTo>
                      <a:lnTo>
                        <a:pt x="93" y="18"/>
                      </a:lnTo>
                      <a:lnTo>
                        <a:pt x="100" y="29"/>
                      </a:lnTo>
                      <a:lnTo>
                        <a:pt x="104" y="39"/>
                      </a:lnTo>
                      <a:lnTo>
                        <a:pt x="105" y="5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3" name="Freeform 1876">
                  <a:extLst>
                    <a:ext uri="{FF2B5EF4-FFF2-40B4-BE49-F238E27FC236}">
                      <a16:creationId xmlns:a16="http://schemas.microsoft.com/office/drawing/2014/main" id="{91CBCE56-9155-F938-5F7A-F864259B90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4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4" name="Freeform 1877">
                  <a:extLst>
                    <a:ext uri="{FF2B5EF4-FFF2-40B4-BE49-F238E27FC236}">
                      <a16:creationId xmlns:a16="http://schemas.microsoft.com/office/drawing/2014/main" id="{E6D18264-0BEF-13C0-6A3F-8614BC4F3A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46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4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5" name="Freeform 1878">
                  <a:extLst>
                    <a:ext uri="{FF2B5EF4-FFF2-40B4-BE49-F238E27FC236}">
                      <a16:creationId xmlns:a16="http://schemas.microsoft.com/office/drawing/2014/main" id="{EE68F72F-2B3A-3F6F-FD47-37AB6646B9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6" name="Freeform 1879">
                  <a:extLst>
                    <a:ext uri="{FF2B5EF4-FFF2-40B4-BE49-F238E27FC236}">
                      <a16:creationId xmlns:a16="http://schemas.microsoft.com/office/drawing/2014/main" id="{075235D8-CFD5-E809-C8B9-80BF65C6E9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85"/>
                  <a:ext cx="18" cy="283"/>
                </a:xfrm>
                <a:custGeom>
                  <a:avLst/>
                  <a:gdLst>
                    <a:gd name="T0" fmla="*/ 0 w 107"/>
                    <a:gd name="T1" fmla="*/ 0 h 1697"/>
                    <a:gd name="T2" fmla="*/ 0 w 107"/>
                    <a:gd name="T3" fmla="*/ 0 h 1697"/>
                    <a:gd name="T4" fmla="*/ 0 w 107"/>
                    <a:gd name="T5" fmla="*/ 0 h 1697"/>
                    <a:gd name="T6" fmla="*/ 0 w 107"/>
                    <a:gd name="T7" fmla="*/ 0 h 1697"/>
                    <a:gd name="T8" fmla="*/ 0 w 107"/>
                    <a:gd name="T9" fmla="*/ 0 h 1697"/>
                    <a:gd name="T10" fmla="*/ 0 w 107"/>
                    <a:gd name="T11" fmla="*/ 0 h 1697"/>
                    <a:gd name="T12" fmla="*/ 0 w 107"/>
                    <a:gd name="T13" fmla="*/ 0 h 16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697"/>
                    <a:gd name="T23" fmla="*/ 107 w 107"/>
                    <a:gd name="T24" fmla="*/ 1697 h 16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697">
                      <a:moveTo>
                        <a:pt x="0" y="1697"/>
                      </a:moveTo>
                      <a:lnTo>
                        <a:pt x="53" y="1697"/>
                      </a:lnTo>
                      <a:lnTo>
                        <a:pt x="107" y="1697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69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7" name="Freeform 1880">
                  <a:extLst>
                    <a:ext uri="{FF2B5EF4-FFF2-40B4-BE49-F238E27FC236}">
                      <a16:creationId xmlns:a16="http://schemas.microsoft.com/office/drawing/2014/main" id="{AE2AE1C1-CF9D-C8DB-D7E7-D827BBECF9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4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8" name="Freeform 1881">
                  <a:extLst>
                    <a:ext uri="{FF2B5EF4-FFF2-40B4-BE49-F238E27FC236}">
                      <a16:creationId xmlns:a16="http://schemas.microsoft.com/office/drawing/2014/main" id="{D2A63DA4-157F-4FA4-6641-E1F87CBED5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3" y="2176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4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69" name="Freeform 1882">
                  <a:extLst>
                    <a:ext uri="{FF2B5EF4-FFF2-40B4-BE49-F238E27FC236}">
                      <a16:creationId xmlns:a16="http://schemas.microsoft.com/office/drawing/2014/main" id="{40636CC3-FF47-4FC3-6004-B64D35EEF6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1"/>
                  <a:ext cx="17" cy="11"/>
                </a:xfrm>
                <a:custGeom>
                  <a:avLst/>
                  <a:gdLst>
                    <a:gd name="T0" fmla="*/ 0 w 104"/>
                    <a:gd name="T1" fmla="*/ 0 h 65"/>
                    <a:gd name="T2" fmla="*/ 0 w 104"/>
                    <a:gd name="T3" fmla="*/ 0 h 65"/>
                    <a:gd name="T4" fmla="*/ 0 w 104"/>
                    <a:gd name="T5" fmla="*/ 0 h 65"/>
                    <a:gd name="T6" fmla="*/ 0 w 104"/>
                    <a:gd name="T7" fmla="*/ 0 h 65"/>
                    <a:gd name="T8" fmla="*/ 0 w 104"/>
                    <a:gd name="T9" fmla="*/ 0 h 65"/>
                    <a:gd name="T10" fmla="*/ 0 w 104"/>
                    <a:gd name="T11" fmla="*/ 0 h 65"/>
                    <a:gd name="T12" fmla="*/ 0 w 104"/>
                    <a:gd name="T13" fmla="*/ 0 h 65"/>
                    <a:gd name="T14" fmla="*/ 0 w 104"/>
                    <a:gd name="T15" fmla="*/ 0 h 65"/>
                    <a:gd name="T16" fmla="*/ 0 w 104"/>
                    <a:gd name="T17" fmla="*/ 0 h 65"/>
                    <a:gd name="T18" fmla="*/ 0 w 104"/>
                    <a:gd name="T19" fmla="*/ 0 h 65"/>
                    <a:gd name="T20" fmla="*/ 0 w 104"/>
                    <a:gd name="T21" fmla="*/ 0 h 65"/>
                    <a:gd name="T22" fmla="*/ 0 w 104"/>
                    <a:gd name="T23" fmla="*/ 0 h 65"/>
                    <a:gd name="T24" fmla="*/ 0 w 104"/>
                    <a:gd name="T25" fmla="*/ 0 h 65"/>
                    <a:gd name="T26" fmla="*/ 0 w 104"/>
                    <a:gd name="T27" fmla="*/ 0 h 65"/>
                    <a:gd name="T28" fmla="*/ 0 w 104"/>
                    <a:gd name="T29" fmla="*/ 0 h 65"/>
                    <a:gd name="T30" fmla="*/ 0 w 104"/>
                    <a:gd name="T31" fmla="*/ 0 h 65"/>
                    <a:gd name="T32" fmla="*/ 0 w 104"/>
                    <a:gd name="T33" fmla="*/ 0 h 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4"/>
                    <a:gd name="T52" fmla="*/ 0 h 65"/>
                    <a:gd name="T53" fmla="*/ 104 w 104"/>
                    <a:gd name="T54" fmla="*/ 65 h 6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4" h="65">
                      <a:moveTo>
                        <a:pt x="52" y="53"/>
                      </a:moveTo>
                      <a:lnTo>
                        <a:pt x="0" y="42"/>
                      </a:lnTo>
                      <a:lnTo>
                        <a:pt x="3" y="31"/>
                      </a:lnTo>
                      <a:lnTo>
                        <a:pt x="9" y="20"/>
                      </a:lnTo>
                      <a:lnTo>
                        <a:pt x="18" y="12"/>
                      </a:lnTo>
                      <a:lnTo>
                        <a:pt x="28" y="6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1"/>
                      </a:lnTo>
                      <a:lnTo>
                        <a:pt x="74" y="5"/>
                      </a:lnTo>
                      <a:lnTo>
                        <a:pt x="84" y="11"/>
                      </a:lnTo>
                      <a:lnTo>
                        <a:pt x="93" y="19"/>
                      </a:lnTo>
                      <a:lnTo>
                        <a:pt x="99" y="30"/>
                      </a:lnTo>
                      <a:lnTo>
                        <a:pt x="103" y="41"/>
                      </a:lnTo>
                      <a:lnTo>
                        <a:pt x="104" y="52"/>
                      </a:lnTo>
                      <a:lnTo>
                        <a:pt x="103" y="65"/>
                      </a:lnTo>
                      <a:lnTo>
                        <a:pt x="5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0" name="Freeform 1883">
                  <a:extLst>
                    <a:ext uri="{FF2B5EF4-FFF2-40B4-BE49-F238E27FC236}">
                      <a16:creationId xmlns:a16="http://schemas.microsoft.com/office/drawing/2014/main" id="{83A639BD-E329-5DC5-79EB-8DB7DD3C68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4" y="1861"/>
                  <a:ext cx="17" cy="11"/>
                </a:xfrm>
                <a:custGeom>
                  <a:avLst/>
                  <a:gdLst>
                    <a:gd name="T0" fmla="*/ 0 w 104"/>
                    <a:gd name="T1" fmla="*/ 0 h 65"/>
                    <a:gd name="T2" fmla="*/ 0 w 104"/>
                    <a:gd name="T3" fmla="*/ 0 h 65"/>
                    <a:gd name="T4" fmla="*/ 0 w 104"/>
                    <a:gd name="T5" fmla="*/ 0 h 65"/>
                    <a:gd name="T6" fmla="*/ 0 w 104"/>
                    <a:gd name="T7" fmla="*/ 0 h 65"/>
                    <a:gd name="T8" fmla="*/ 0 w 104"/>
                    <a:gd name="T9" fmla="*/ 0 h 65"/>
                    <a:gd name="T10" fmla="*/ 0 w 104"/>
                    <a:gd name="T11" fmla="*/ 0 h 65"/>
                    <a:gd name="T12" fmla="*/ 0 w 104"/>
                    <a:gd name="T13" fmla="*/ 0 h 65"/>
                    <a:gd name="T14" fmla="*/ 0 w 104"/>
                    <a:gd name="T15" fmla="*/ 0 h 65"/>
                    <a:gd name="T16" fmla="*/ 0 w 104"/>
                    <a:gd name="T17" fmla="*/ 0 h 65"/>
                    <a:gd name="T18" fmla="*/ 0 w 104"/>
                    <a:gd name="T19" fmla="*/ 0 h 65"/>
                    <a:gd name="T20" fmla="*/ 0 w 104"/>
                    <a:gd name="T21" fmla="*/ 0 h 65"/>
                    <a:gd name="T22" fmla="*/ 0 w 104"/>
                    <a:gd name="T23" fmla="*/ 0 h 65"/>
                    <a:gd name="T24" fmla="*/ 0 w 104"/>
                    <a:gd name="T25" fmla="*/ 0 h 65"/>
                    <a:gd name="T26" fmla="*/ 0 w 104"/>
                    <a:gd name="T27" fmla="*/ 0 h 65"/>
                    <a:gd name="T28" fmla="*/ 0 w 104"/>
                    <a:gd name="T29" fmla="*/ 0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4"/>
                    <a:gd name="T46" fmla="*/ 0 h 65"/>
                    <a:gd name="T47" fmla="*/ 104 w 104"/>
                    <a:gd name="T48" fmla="*/ 65 h 6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4" h="65">
                      <a:moveTo>
                        <a:pt x="0" y="42"/>
                      </a:moveTo>
                      <a:lnTo>
                        <a:pt x="3" y="31"/>
                      </a:lnTo>
                      <a:lnTo>
                        <a:pt x="9" y="20"/>
                      </a:lnTo>
                      <a:lnTo>
                        <a:pt x="18" y="12"/>
                      </a:lnTo>
                      <a:lnTo>
                        <a:pt x="28" y="6"/>
                      </a:lnTo>
                      <a:lnTo>
                        <a:pt x="39" y="1"/>
                      </a:lnTo>
                      <a:lnTo>
                        <a:pt x="50" y="0"/>
                      </a:lnTo>
                      <a:lnTo>
                        <a:pt x="63" y="1"/>
                      </a:lnTo>
                      <a:lnTo>
                        <a:pt x="74" y="5"/>
                      </a:lnTo>
                      <a:lnTo>
                        <a:pt x="84" y="11"/>
                      </a:lnTo>
                      <a:lnTo>
                        <a:pt x="93" y="19"/>
                      </a:lnTo>
                      <a:lnTo>
                        <a:pt x="99" y="30"/>
                      </a:lnTo>
                      <a:lnTo>
                        <a:pt x="103" y="41"/>
                      </a:lnTo>
                      <a:lnTo>
                        <a:pt x="104" y="52"/>
                      </a:lnTo>
                      <a:lnTo>
                        <a:pt x="103" y="6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1" name="Freeform 1884">
                  <a:extLst>
                    <a:ext uri="{FF2B5EF4-FFF2-40B4-BE49-F238E27FC236}">
                      <a16:creationId xmlns:a16="http://schemas.microsoft.com/office/drawing/2014/main" id="{F86E360A-B52A-4F22-6D4D-836AFFCEB9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1868"/>
                  <a:ext cx="146" cy="602"/>
                </a:xfrm>
                <a:custGeom>
                  <a:avLst/>
                  <a:gdLst>
                    <a:gd name="T0" fmla="*/ 0 w 879"/>
                    <a:gd name="T1" fmla="*/ 0 h 3611"/>
                    <a:gd name="T2" fmla="*/ 0 w 879"/>
                    <a:gd name="T3" fmla="*/ 0 h 3611"/>
                    <a:gd name="T4" fmla="*/ 0 w 879"/>
                    <a:gd name="T5" fmla="*/ 0 h 3611"/>
                    <a:gd name="T6" fmla="*/ 0 w 879"/>
                    <a:gd name="T7" fmla="*/ 0 h 3611"/>
                    <a:gd name="T8" fmla="*/ 0 w 879"/>
                    <a:gd name="T9" fmla="*/ 0 h 3611"/>
                    <a:gd name="T10" fmla="*/ 0 w 879"/>
                    <a:gd name="T11" fmla="*/ 0 h 3611"/>
                    <a:gd name="T12" fmla="*/ 0 w 879"/>
                    <a:gd name="T13" fmla="*/ 0 h 36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79"/>
                    <a:gd name="T22" fmla="*/ 0 h 3611"/>
                    <a:gd name="T23" fmla="*/ 879 w 879"/>
                    <a:gd name="T24" fmla="*/ 3611 h 36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79" h="3611">
                      <a:moveTo>
                        <a:pt x="879" y="23"/>
                      </a:moveTo>
                      <a:lnTo>
                        <a:pt x="828" y="11"/>
                      </a:lnTo>
                      <a:lnTo>
                        <a:pt x="776" y="0"/>
                      </a:lnTo>
                      <a:lnTo>
                        <a:pt x="0" y="3588"/>
                      </a:lnTo>
                      <a:lnTo>
                        <a:pt x="51" y="3600"/>
                      </a:lnTo>
                      <a:lnTo>
                        <a:pt x="103" y="3611"/>
                      </a:lnTo>
                      <a:lnTo>
                        <a:pt x="879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2" name="Freeform 1885">
                  <a:extLst>
                    <a:ext uri="{FF2B5EF4-FFF2-40B4-BE49-F238E27FC236}">
                      <a16:creationId xmlns:a16="http://schemas.microsoft.com/office/drawing/2014/main" id="{B9F7D7BA-C416-C0F4-D9A7-E216620305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5" y="1868"/>
                  <a:ext cx="146" cy="602"/>
                </a:xfrm>
                <a:custGeom>
                  <a:avLst/>
                  <a:gdLst>
                    <a:gd name="T0" fmla="*/ 0 w 879"/>
                    <a:gd name="T1" fmla="*/ 0 h 3611"/>
                    <a:gd name="T2" fmla="*/ 0 w 879"/>
                    <a:gd name="T3" fmla="*/ 0 h 3611"/>
                    <a:gd name="T4" fmla="*/ 0 w 879"/>
                    <a:gd name="T5" fmla="*/ 0 h 3611"/>
                    <a:gd name="T6" fmla="*/ 0 w 879"/>
                    <a:gd name="T7" fmla="*/ 0 h 3611"/>
                    <a:gd name="T8" fmla="*/ 0 w 879"/>
                    <a:gd name="T9" fmla="*/ 0 h 3611"/>
                    <a:gd name="T10" fmla="*/ 0 w 879"/>
                    <a:gd name="T11" fmla="*/ 0 h 3611"/>
                    <a:gd name="T12" fmla="*/ 0 w 879"/>
                    <a:gd name="T13" fmla="*/ 0 h 36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79"/>
                    <a:gd name="T22" fmla="*/ 0 h 3611"/>
                    <a:gd name="T23" fmla="*/ 879 w 879"/>
                    <a:gd name="T24" fmla="*/ 3611 h 36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79" h="3611">
                      <a:moveTo>
                        <a:pt x="879" y="23"/>
                      </a:moveTo>
                      <a:lnTo>
                        <a:pt x="828" y="11"/>
                      </a:lnTo>
                      <a:lnTo>
                        <a:pt x="776" y="0"/>
                      </a:lnTo>
                      <a:lnTo>
                        <a:pt x="0" y="3588"/>
                      </a:lnTo>
                      <a:lnTo>
                        <a:pt x="51" y="3600"/>
                      </a:lnTo>
                      <a:lnTo>
                        <a:pt x="103" y="3611"/>
                      </a:lnTo>
                      <a:lnTo>
                        <a:pt x="879" y="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3" name="Freeform 1886">
                  <a:extLst>
                    <a:ext uri="{FF2B5EF4-FFF2-40B4-BE49-F238E27FC236}">
                      <a16:creationId xmlns:a16="http://schemas.microsoft.com/office/drawing/2014/main" id="{3CF848D1-5D1B-6AE9-FABB-91E387FF9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6"/>
                  <a:ext cx="18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w 105"/>
                    <a:gd name="T31" fmla="*/ 0 h 65"/>
                    <a:gd name="T32" fmla="*/ 0 w 105"/>
                    <a:gd name="T33" fmla="*/ 0 h 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5"/>
                    <a:gd name="T52" fmla="*/ 0 h 65"/>
                    <a:gd name="T53" fmla="*/ 105 w 105"/>
                    <a:gd name="T54" fmla="*/ 65 h 6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5" h="65">
                      <a:moveTo>
                        <a:pt x="53" y="12"/>
                      </a:moveTo>
                      <a:lnTo>
                        <a:pt x="105" y="23"/>
                      </a:lnTo>
                      <a:lnTo>
                        <a:pt x="102" y="34"/>
                      </a:lnTo>
                      <a:lnTo>
                        <a:pt x="96" y="44"/>
                      </a:lnTo>
                      <a:lnTo>
                        <a:pt x="87" y="53"/>
                      </a:lnTo>
                      <a:lnTo>
                        <a:pt x="77" y="59"/>
                      </a:lnTo>
                      <a:lnTo>
                        <a:pt x="66" y="63"/>
                      </a:lnTo>
                      <a:lnTo>
                        <a:pt x="54" y="65"/>
                      </a:lnTo>
                      <a:lnTo>
                        <a:pt x="42" y="63"/>
                      </a:lnTo>
                      <a:lnTo>
                        <a:pt x="31" y="60"/>
                      </a:lnTo>
                      <a:lnTo>
                        <a:pt x="21" y="54"/>
                      </a:lnTo>
                      <a:lnTo>
                        <a:pt x="12" y="45"/>
                      </a:lnTo>
                      <a:lnTo>
                        <a:pt x="6" y="35"/>
                      </a:lnTo>
                      <a:lnTo>
                        <a:pt x="2" y="24"/>
                      </a:lnTo>
                      <a:lnTo>
                        <a:pt x="0" y="13"/>
                      </a:lnTo>
                      <a:lnTo>
                        <a:pt x="2" y="0"/>
                      </a:lnTo>
                      <a:lnTo>
                        <a:pt x="53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4" name="Freeform 1887">
                  <a:extLst>
                    <a:ext uri="{FF2B5EF4-FFF2-40B4-BE49-F238E27FC236}">
                      <a16:creationId xmlns:a16="http://schemas.microsoft.com/office/drawing/2014/main" id="{36846627-6832-7349-762A-694FBB468C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6"/>
                  <a:ext cx="18" cy="11"/>
                </a:xfrm>
                <a:custGeom>
                  <a:avLst/>
                  <a:gdLst>
                    <a:gd name="T0" fmla="*/ 0 w 105"/>
                    <a:gd name="T1" fmla="*/ 0 h 65"/>
                    <a:gd name="T2" fmla="*/ 0 w 105"/>
                    <a:gd name="T3" fmla="*/ 0 h 65"/>
                    <a:gd name="T4" fmla="*/ 0 w 105"/>
                    <a:gd name="T5" fmla="*/ 0 h 65"/>
                    <a:gd name="T6" fmla="*/ 0 w 105"/>
                    <a:gd name="T7" fmla="*/ 0 h 65"/>
                    <a:gd name="T8" fmla="*/ 0 w 105"/>
                    <a:gd name="T9" fmla="*/ 0 h 65"/>
                    <a:gd name="T10" fmla="*/ 0 w 105"/>
                    <a:gd name="T11" fmla="*/ 0 h 65"/>
                    <a:gd name="T12" fmla="*/ 0 w 105"/>
                    <a:gd name="T13" fmla="*/ 0 h 65"/>
                    <a:gd name="T14" fmla="*/ 0 w 105"/>
                    <a:gd name="T15" fmla="*/ 0 h 65"/>
                    <a:gd name="T16" fmla="*/ 0 w 105"/>
                    <a:gd name="T17" fmla="*/ 0 h 65"/>
                    <a:gd name="T18" fmla="*/ 0 w 105"/>
                    <a:gd name="T19" fmla="*/ 0 h 65"/>
                    <a:gd name="T20" fmla="*/ 0 w 105"/>
                    <a:gd name="T21" fmla="*/ 0 h 65"/>
                    <a:gd name="T22" fmla="*/ 0 w 105"/>
                    <a:gd name="T23" fmla="*/ 0 h 65"/>
                    <a:gd name="T24" fmla="*/ 0 w 105"/>
                    <a:gd name="T25" fmla="*/ 0 h 65"/>
                    <a:gd name="T26" fmla="*/ 0 w 105"/>
                    <a:gd name="T27" fmla="*/ 0 h 65"/>
                    <a:gd name="T28" fmla="*/ 0 w 105"/>
                    <a:gd name="T29" fmla="*/ 0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5"/>
                    <a:gd name="T46" fmla="*/ 0 h 65"/>
                    <a:gd name="T47" fmla="*/ 105 w 105"/>
                    <a:gd name="T48" fmla="*/ 65 h 6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5" h="65">
                      <a:moveTo>
                        <a:pt x="105" y="23"/>
                      </a:moveTo>
                      <a:lnTo>
                        <a:pt x="102" y="34"/>
                      </a:lnTo>
                      <a:lnTo>
                        <a:pt x="96" y="44"/>
                      </a:lnTo>
                      <a:lnTo>
                        <a:pt x="87" y="53"/>
                      </a:lnTo>
                      <a:lnTo>
                        <a:pt x="77" y="59"/>
                      </a:lnTo>
                      <a:lnTo>
                        <a:pt x="66" y="63"/>
                      </a:lnTo>
                      <a:lnTo>
                        <a:pt x="54" y="65"/>
                      </a:lnTo>
                      <a:lnTo>
                        <a:pt x="42" y="63"/>
                      </a:lnTo>
                      <a:lnTo>
                        <a:pt x="31" y="60"/>
                      </a:lnTo>
                      <a:lnTo>
                        <a:pt x="21" y="54"/>
                      </a:lnTo>
                      <a:lnTo>
                        <a:pt x="12" y="45"/>
                      </a:lnTo>
                      <a:lnTo>
                        <a:pt x="6" y="35"/>
                      </a:lnTo>
                      <a:lnTo>
                        <a:pt x="2" y="24"/>
                      </a:lnTo>
                      <a:lnTo>
                        <a:pt x="0" y="13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5" name="Freeform 1888">
                  <a:extLst>
                    <a:ext uri="{FF2B5EF4-FFF2-40B4-BE49-F238E27FC236}">
                      <a16:creationId xmlns:a16="http://schemas.microsoft.com/office/drawing/2014/main" id="{9D542F5C-3751-9480-445C-B21F6589C7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6" name="Freeform 1889">
                  <a:extLst>
                    <a:ext uri="{FF2B5EF4-FFF2-40B4-BE49-F238E27FC236}">
                      <a16:creationId xmlns:a16="http://schemas.microsoft.com/office/drawing/2014/main" id="{9465CF32-0202-8D1A-1451-10BB128769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7" name="Freeform 1890">
                  <a:extLst>
                    <a:ext uri="{FF2B5EF4-FFF2-40B4-BE49-F238E27FC236}">
                      <a16:creationId xmlns:a16="http://schemas.microsoft.com/office/drawing/2014/main" id="{EB51642F-44A0-0B3A-B51A-81EE4E8D79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459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8" name="Freeform 1891">
                  <a:extLst>
                    <a:ext uri="{FF2B5EF4-FFF2-40B4-BE49-F238E27FC236}">
                      <a16:creationId xmlns:a16="http://schemas.microsoft.com/office/drawing/2014/main" id="{83DFB281-8B90-0CE8-7078-E1D196AFAF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459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9" name="Freeform 1892">
                  <a:extLst>
                    <a:ext uri="{FF2B5EF4-FFF2-40B4-BE49-F238E27FC236}">
                      <a16:creationId xmlns:a16="http://schemas.microsoft.com/office/drawing/2014/main" id="{0F3A6D67-3E49-EF3F-B543-42FB778326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0" name="Freeform 1893">
                  <a:extLst>
                    <a:ext uri="{FF2B5EF4-FFF2-40B4-BE49-F238E27FC236}">
                      <a16:creationId xmlns:a16="http://schemas.microsoft.com/office/drawing/2014/main" id="{B92EADC9-586B-EC53-985B-07275D2F0C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459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1" name="Line 1894">
                  <a:extLst>
                    <a:ext uri="{FF2B5EF4-FFF2-40B4-BE49-F238E27FC236}">
                      <a16:creationId xmlns:a16="http://schemas.microsoft.com/office/drawing/2014/main" id="{544CE7FB-3497-BF4A-3B6E-3E3A103431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9" y="1939"/>
                  <a:ext cx="21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2" name="Line 1895">
                  <a:extLst>
                    <a:ext uri="{FF2B5EF4-FFF2-40B4-BE49-F238E27FC236}">
                      <a16:creationId xmlns:a16="http://schemas.microsoft.com/office/drawing/2014/main" id="{FE2A7087-B4AB-E8B0-C4C6-FCE7185FBD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74" y="1939"/>
                  <a:ext cx="25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3" name="Line 1896">
                  <a:extLst>
                    <a:ext uri="{FF2B5EF4-FFF2-40B4-BE49-F238E27FC236}">
                      <a16:creationId xmlns:a16="http://schemas.microsoft.com/office/drawing/2014/main" id="{46395927-566E-D00B-F1DA-79180C77E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5" y="1939"/>
                  <a:ext cx="21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4" name="Line 1897">
                  <a:extLst>
                    <a:ext uri="{FF2B5EF4-FFF2-40B4-BE49-F238E27FC236}">
                      <a16:creationId xmlns:a16="http://schemas.microsoft.com/office/drawing/2014/main" id="{FC4976BB-5607-6C0C-2FB6-5D2AC2D75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44" y="1939"/>
                  <a:ext cx="10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5" name="Freeform 1898">
                  <a:extLst>
                    <a:ext uri="{FF2B5EF4-FFF2-40B4-BE49-F238E27FC236}">
                      <a16:creationId xmlns:a16="http://schemas.microsoft.com/office/drawing/2014/main" id="{894B6407-D5C7-072C-B01E-5CB8A5AE44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0" y="1877"/>
                  <a:ext cx="18" cy="11"/>
                </a:xfrm>
                <a:custGeom>
                  <a:avLst/>
                  <a:gdLst>
                    <a:gd name="T0" fmla="*/ 0 w 106"/>
                    <a:gd name="T1" fmla="*/ 0 h 61"/>
                    <a:gd name="T2" fmla="*/ 0 w 106"/>
                    <a:gd name="T3" fmla="*/ 0 h 61"/>
                    <a:gd name="T4" fmla="*/ 0 w 106"/>
                    <a:gd name="T5" fmla="*/ 0 h 61"/>
                    <a:gd name="T6" fmla="*/ 0 w 106"/>
                    <a:gd name="T7" fmla="*/ 0 h 61"/>
                    <a:gd name="T8" fmla="*/ 0 w 106"/>
                    <a:gd name="T9" fmla="*/ 0 h 61"/>
                    <a:gd name="T10" fmla="*/ 0 w 106"/>
                    <a:gd name="T11" fmla="*/ 0 h 61"/>
                    <a:gd name="T12" fmla="*/ 0 w 106"/>
                    <a:gd name="T13" fmla="*/ 0 h 61"/>
                    <a:gd name="T14" fmla="*/ 0 w 106"/>
                    <a:gd name="T15" fmla="*/ 0 h 61"/>
                    <a:gd name="T16" fmla="*/ 0 w 106"/>
                    <a:gd name="T17" fmla="*/ 0 h 61"/>
                    <a:gd name="T18" fmla="*/ 0 w 106"/>
                    <a:gd name="T19" fmla="*/ 0 h 61"/>
                    <a:gd name="T20" fmla="*/ 0 w 106"/>
                    <a:gd name="T21" fmla="*/ 0 h 61"/>
                    <a:gd name="T22" fmla="*/ 0 w 106"/>
                    <a:gd name="T23" fmla="*/ 0 h 61"/>
                    <a:gd name="T24" fmla="*/ 0 w 106"/>
                    <a:gd name="T25" fmla="*/ 0 h 61"/>
                    <a:gd name="T26" fmla="*/ 0 w 106"/>
                    <a:gd name="T27" fmla="*/ 0 h 61"/>
                    <a:gd name="T28" fmla="*/ 0 w 106"/>
                    <a:gd name="T29" fmla="*/ 0 h 61"/>
                    <a:gd name="T30" fmla="*/ 0 w 106"/>
                    <a:gd name="T31" fmla="*/ 0 h 61"/>
                    <a:gd name="T32" fmla="*/ 0 w 106"/>
                    <a:gd name="T33" fmla="*/ 0 h 6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6"/>
                    <a:gd name="T52" fmla="*/ 0 h 61"/>
                    <a:gd name="T53" fmla="*/ 106 w 106"/>
                    <a:gd name="T54" fmla="*/ 61 h 61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6" h="61">
                      <a:moveTo>
                        <a:pt x="53" y="53"/>
                      </a:moveTo>
                      <a:lnTo>
                        <a:pt x="0" y="44"/>
                      </a:ln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4"/>
                      </a:lnTo>
                      <a:lnTo>
                        <a:pt x="27" y="6"/>
                      </a:lnTo>
                      <a:lnTo>
                        <a:pt x="38" y="2"/>
                      </a:lnTo>
                      <a:lnTo>
                        <a:pt x="50" y="0"/>
                      </a:lnTo>
                      <a:lnTo>
                        <a:pt x="62" y="0"/>
                      </a:lnTo>
                      <a:lnTo>
                        <a:pt x="73" y="3"/>
                      </a:lnTo>
                      <a:lnTo>
                        <a:pt x="84" y="9"/>
                      </a:lnTo>
                      <a:lnTo>
                        <a:pt x="92" y="17"/>
                      </a:lnTo>
                      <a:lnTo>
                        <a:pt x="100" y="26"/>
                      </a:lnTo>
                      <a:lnTo>
                        <a:pt x="104" y="38"/>
                      </a:lnTo>
                      <a:lnTo>
                        <a:pt x="106" y="50"/>
                      </a:lnTo>
                      <a:lnTo>
                        <a:pt x="106" y="61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6" name="Freeform 1899">
                  <a:extLst>
                    <a:ext uri="{FF2B5EF4-FFF2-40B4-BE49-F238E27FC236}">
                      <a16:creationId xmlns:a16="http://schemas.microsoft.com/office/drawing/2014/main" id="{62218D57-E77D-30A0-66D5-8B6704E108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0" y="1877"/>
                  <a:ext cx="18" cy="11"/>
                </a:xfrm>
                <a:custGeom>
                  <a:avLst/>
                  <a:gdLst>
                    <a:gd name="T0" fmla="*/ 0 w 106"/>
                    <a:gd name="T1" fmla="*/ 0 h 61"/>
                    <a:gd name="T2" fmla="*/ 0 w 106"/>
                    <a:gd name="T3" fmla="*/ 0 h 61"/>
                    <a:gd name="T4" fmla="*/ 0 w 106"/>
                    <a:gd name="T5" fmla="*/ 0 h 61"/>
                    <a:gd name="T6" fmla="*/ 0 w 106"/>
                    <a:gd name="T7" fmla="*/ 0 h 61"/>
                    <a:gd name="T8" fmla="*/ 0 w 106"/>
                    <a:gd name="T9" fmla="*/ 0 h 61"/>
                    <a:gd name="T10" fmla="*/ 0 w 106"/>
                    <a:gd name="T11" fmla="*/ 0 h 61"/>
                    <a:gd name="T12" fmla="*/ 0 w 106"/>
                    <a:gd name="T13" fmla="*/ 0 h 61"/>
                    <a:gd name="T14" fmla="*/ 0 w 106"/>
                    <a:gd name="T15" fmla="*/ 0 h 61"/>
                    <a:gd name="T16" fmla="*/ 0 w 106"/>
                    <a:gd name="T17" fmla="*/ 0 h 61"/>
                    <a:gd name="T18" fmla="*/ 0 w 106"/>
                    <a:gd name="T19" fmla="*/ 0 h 61"/>
                    <a:gd name="T20" fmla="*/ 0 w 106"/>
                    <a:gd name="T21" fmla="*/ 0 h 61"/>
                    <a:gd name="T22" fmla="*/ 0 w 106"/>
                    <a:gd name="T23" fmla="*/ 0 h 61"/>
                    <a:gd name="T24" fmla="*/ 0 w 106"/>
                    <a:gd name="T25" fmla="*/ 0 h 61"/>
                    <a:gd name="T26" fmla="*/ 0 w 106"/>
                    <a:gd name="T27" fmla="*/ 0 h 61"/>
                    <a:gd name="T28" fmla="*/ 0 w 106"/>
                    <a:gd name="T29" fmla="*/ 0 h 6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6"/>
                    <a:gd name="T46" fmla="*/ 0 h 61"/>
                    <a:gd name="T47" fmla="*/ 106 w 106"/>
                    <a:gd name="T48" fmla="*/ 61 h 61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6" h="61">
                      <a:moveTo>
                        <a:pt x="0" y="44"/>
                      </a:move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4"/>
                      </a:lnTo>
                      <a:lnTo>
                        <a:pt x="27" y="6"/>
                      </a:lnTo>
                      <a:lnTo>
                        <a:pt x="38" y="2"/>
                      </a:lnTo>
                      <a:lnTo>
                        <a:pt x="50" y="0"/>
                      </a:lnTo>
                      <a:lnTo>
                        <a:pt x="62" y="0"/>
                      </a:lnTo>
                      <a:lnTo>
                        <a:pt x="73" y="3"/>
                      </a:lnTo>
                      <a:lnTo>
                        <a:pt x="84" y="9"/>
                      </a:lnTo>
                      <a:lnTo>
                        <a:pt x="92" y="17"/>
                      </a:lnTo>
                      <a:lnTo>
                        <a:pt x="100" y="26"/>
                      </a:lnTo>
                      <a:lnTo>
                        <a:pt x="104" y="38"/>
                      </a:lnTo>
                      <a:lnTo>
                        <a:pt x="106" y="50"/>
                      </a:lnTo>
                      <a:lnTo>
                        <a:pt x="106" y="6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7" name="Freeform 1900">
                  <a:extLst>
                    <a:ext uri="{FF2B5EF4-FFF2-40B4-BE49-F238E27FC236}">
                      <a16:creationId xmlns:a16="http://schemas.microsoft.com/office/drawing/2014/main" id="{7E0C8FC2-1459-B737-98A8-CE2AABAEFB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6" y="1885"/>
                  <a:ext cx="22" cy="25"/>
                </a:xfrm>
                <a:custGeom>
                  <a:avLst/>
                  <a:gdLst>
                    <a:gd name="T0" fmla="*/ 0 w 127"/>
                    <a:gd name="T1" fmla="*/ 0 h 150"/>
                    <a:gd name="T2" fmla="*/ 0 w 127"/>
                    <a:gd name="T3" fmla="*/ 0 h 150"/>
                    <a:gd name="T4" fmla="*/ 0 w 127"/>
                    <a:gd name="T5" fmla="*/ 0 h 150"/>
                    <a:gd name="T6" fmla="*/ 0 w 127"/>
                    <a:gd name="T7" fmla="*/ 0 h 150"/>
                    <a:gd name="T8" fmla="*/ 0 w 127"/>
                    <a:gd name="T9" fmla="*/ 0 h 150"/>
                    <a:gd name="T10" fmla="*/ 0 w 127"/>
                    <a:gd name="T11" fmla="*/ 0 h 150"/>
                    <a:gd name="T12" fmla="*/ 0 w 127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50"/>
                    <a:gd name="T23" fmla="*/ 127 w 127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50">
                      <a:moveTo>
                        <a:pt x="127" y="17"/>
                      </a:moveTo>
                      <a:lnTo>
                        <a:pt x="74" y="9"/>
                      </a:lnTo>
                      <a:lnTo>
                        <a:pt x="21" y="0"/>
                      </a:lnTo>
                      <a:lnTo>
                        <a:pt x="0" y="133"/>
                      </a:lnTo>
                      <a:lnTo>
                        <a:pt x="53" y="141"/>
                      </a:lnTo>
                      <a:lnTo>
                        <a:pt x="106" y="150"/>
                      </a:lnTo>
                      <a:lnTo>
                        <a:pt x="127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8" name="Freeform 1901">
                  <a:extLst>
                    <a:ext uri="{FF2B5EF4-FFF2-40B4-BE49-F238E27FC236}">
                      <a16:creationId xmlns:a16="http://schemas.microsoft.com/office/drawing/2014/main" id="{5AE2CE70-798D-E8DB-A59A-690D641D3B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6" y="1885"/>
                  <a:ext cx="22" cy="25"/>
                </a:xfrm>
                <a:custGeom>
                  <a:avLst/>
                  <a:gdLst>
                    <a:gd name="T0" fmla="*/ 0 w 127"/>
                    <a:gd name="T1" fmla="*/ 0 h 150"/>
                    <a:gd name="T2" fmla="*/ 0 w 127"/>
                    <a:gd name="T3" fmla="*/ 0 h 150"/>
                    <a:gd name="T4" fmla="*/ 0 w 127"/>
                    <a:gd name="T5" fmla="*/ 0 h 150"/>
                    <a:gd name="T6" fmla="*/ 0 w 127"/>
                    <a:gd name="T7" fmla="*/ 0 h 150"/>
                    <a:gd name="T8" fmla="*/ 0 w 127"/>
                    <a:gd name="T9" fmla="*/ 0 h 150"/>
                    <a:gd name="T10" fmla="*/ 0 w 127"/>
                    <a:gd name="T11" fmla="*/ 0 h 150"/>
                    <a:gd name="T12" fmla="*/ 0 w 127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50"/>
                    <a:gd name="T23" fmla="*/ 127 w 127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50">
                      <a:moveTo>
                        <a:pt x="127" y="17"/>
                      </a:moveTo>
                      <a:lnTo>
                        <a:pt x="74" y="9"/>
                      </a:lnTo>
                      <a:lnTo>
                        <a:pt x="21" y="0"/>
                      </a:lnTo>
                      <a:lnTo>
                        <a:pt x="0" y="133"/>
                      </a:lnTo>
                      <a:lnTo>
                        <a:pt x="53" y="141"/>
                      </a:lnTo>
                      <a:lnTo>
                        <a:pt x="106" y="150"/>
                      </a:lnTo>
                      <a:lnTo>
                        <a:pt x="127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9" name="Freeform 1902">
                  <a:extLst>
                    <a:ext uri="{FF2B5EF4-FFF2-40B4-BE49-F238E27FC236}">
                      <a16:creationId xmlns:a16="http://schemas.microsoft.com/office/drawing/2014/main" id="{03B851E3-4F1D-0BFC-DF67-3285731946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6" y="1907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53" y="8"/>
                      </a:moveTo>
                      <a:lnTo>
                        <a:pt x="0" y="0"/>
                      </a:lnTo>
                      <a:lnTo>
                        <a:pt x="0" y="4"/>
                      </a:lnTo>
                      <a:lnTo>
                        <a:pt x="5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0" name="Line 1903">
                  <a:extLst>
                    <a:ext uri="{FF2B5EF4-FFF2-40B4-BE49-F238E27FC236}">
                      <a16:creationId xmlns:a16="http://schemas.microsoft.com/office/drawing/2014/main" id="{458A6BE7-A02A-9620-A6ED-936B2B85A2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6" y="19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1" name="Freeform 1904">
                  <a:extLst>
                    <a:ext uri="{FF2B5EF4-FFF2-40B4-BE49-F238E27FC236}">
                      <a16:creationId xmlns:a16="http://schemas.microsoft.com/office/drawing/2014/main" id="{99B9BA75-F21F-472D-25AD-CA20382CC6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07"/>
                  <a:ext cx="19" cy="24"/>
                </a:xfrm>
                <a:custGeom>
                  <a:avLst/>
                  <a:gdLst>
                    <a:gd name="T0" fmla="*/ 0 w 115"/>
                    <a:gd name="T1" fmla="*/ 0 h 142"/>
                    <a:gd name="T2" fmla="*/ 0 w 115"/>
                    <a:gd name="T3" fmla="*/ 0 h 142"/>
                    <a:gd name="T4" fmla="*/ 0 w 115"/>
                    <a:gd name="T5" fmla="*/ 0 h 142"/>
                    <a:gd name="T6" fmla="*/ 0 w 115"/>
                    <a:gd name="T7" fmla="*/ 0 h 142"/>
                    <a:gd name="T8" fmla="*/ 0 w 115"/>
                    <a:gd name="T9" fmla="*/ 0 h 142"/>
                    <a:gd name="T10" fmla="*/ 0 w 115"/>
                    <a:gd name="T11" fmla="*/ 0 h 142"/>
                    <a:gd name="T12" fmla="*/ 0 w 115"/>
                    <a:gd name="T13" fmla="*/ 0 h 1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42"/>
                    <a:gd name="T23" fmla="*/ 115 w 115"/>
                    <a:gd name="T24" fmla="*/ 142 h 1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42">
                      <a:moveTo>
                        <a:pt x="115" y="8"/>
                      </a:moveTo>
                      <a:lnTo>
                        <a:pt x="62" y="4"/>
                      </a:lnTo>
                      <a:lnTo>
                        <a:pt x="9" y="0"/>
                      </a:lnTo>
                      <a:lnTo>
                        <a:pt x="0" y="133"/>
                      </a:lnTo>
                      <a:lnTo>
                        <a:pt x="53" y="137"/>
                      </a:lnTo>
                      <a:lnTo>
                        <a:pt x="105" y="142"/>
                      </a:lnTo>
                      <a:lnTo>
                        <a:pt x="115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2" name="Freeform 1905">
                  <a:extLst>
                    <a:ext uri="{FF2B5EF4-FFF2-40B4-BE49-F238E27FC236}">
                      <a16:creationId xmlns:a16="http://schemas.microsoft.com/office/drawing/2014/main" id="{4ADCE694-E4CF-CB7E-2318-078AE65D45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07"/>
                  <a:ext cx="19" cy="24"/>
                </a:xfrm>
                <a:custGeom>
                  <a:avLst/>
                  <a:gdLst>
                    <a:gd name="T0" fmla="*/ 0 w 115"/>
                    <a:gd name="T1" fmla="*/ 0 h 142"/>
                    <a:gd name="T2" fmla="*/ 0 w 115"/>
                    <a:gd name="T3" fmla="*/ 0 h 142"/>
                    <a:gd name="T4" fmla="*/ 0 w 115"/>
                    <a:gd name="T5" fmla="*/ 0 h 142"/>
                    <a:gd name="T6" fmla="*/ 0 w 115"/>
                    <a:gd name="T7" fmla="*/ 0 h 142"/>
                    <a:gd name="T8" fmla="*/ 0 w 115"/>
                    <a:gd name="T9" fmla="*/ 0 h 142"/>
                    <a:gd name="T10" fmla="*/ 0 w 115"/>
                    <a:gd name="T11" fmla="*/ 0 h 142"/>
                    <a:gd name="T12" fmla="*/ 0 w 115"/>
                    <a:gd name="T13" fmla="*/ 0 h 1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42"/>
                    <a:gd name="T23" fmla="*/ 115 w 115"/>
                    <a:gd name="T24" fmla="*/ 142 h 14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42">
                      <a:moveTo>
                        <a:pt x="115" y="8"/>
                      </a:moveTo>
                      <a:lnTo>
                        <a:pt x="62" y="4"/>
                      </a:lnTo>
                      <a:lnTo>
                        <a:pt x="9" y="0"/>
                      </a:lnTo>
                      <a:lnTo>
                        <a:pt x="0" y="133"/>
                      </a:lnTo>
                      <a:lnTo>
                        <a:pt x="53" y="137"/>
                      </a:lnTo>
                      <a:lnTo>
                        <a:pt x="105" y="142"/>
                      </a:lnTo>
                      <a:lnTo>
                        <a:pt x="115" y="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3" name="Freeform 1906">
                  <a:extLst>
                    <a:ext uri="{FF2B5EF4-FFF2-40B4-BE49-F238E27FC236}">
                      <a16:creationId xmlns:a16="http://schemas.microsoft.com/office/drawing/2014/main" id="{FA4D4AB7-249F-9EE4-BE6B-0B79A7CB50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30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53" y="4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4" name="Line 1907">
                  <a:extLst>
                    <a:ext uri="{FF2B5EF4-FFF2-40B4-BE49-F238E27FC236}">
                      <a16:creationId xmlns:a16="http://schemas.microsoft.com/office/drawing/2014/main" id="{5B7E4D59-823F-366A-25ED-FAA4B9FB6F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5" y="19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5" name="Freeform 1908">
                  <a:extLst>
                    <a:ext uri="{FF2B5EF4-FFF2-40B4-BE49-F238E27FC236}">
                      <a16:creationId xmlns:a16="http://schemas.microsoft.com/office/drawing/2014/main" id="{6CE156B4-12E9-9F57-077E-95218DD12A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30"/>
                  <a:ext cx="18" cy="23"/>
                </a:xfrm>
                <a:custGeom>
                  <a:avLst/>
                  <a:gdLst>
                    <a:gd name="T0" fmla="*/ 0 w 108"/>
                    <a:gd name="T1" fmla="*/ 0 h 136"/>
                    <a:gd name="T2" fmla="*/ 0 w 108"/>
                    <a:gd name="T3" fmla="*/ 0 h 136"/>
                    <a:gd name="T4" fmla="*/ 0 w 108"/>
                    <a:gd name="T5" fmla="*/ 0 h 136"/>
                    <a:gd name="T6" fmla="*/ 0 w 108"/>
                    <a:gd name="T7" fmla="*/ 0 h 136"/>
                    <a:gd name="T8" fmla="*/ 0 w 108"/>
                    <a:gd name="T9" fmla="*/ 0 h 136"/>
                    <a:gd name="T10" fmla="*/ 0 w 108"/>
                    <a:gd name="T11" fmla="*/ 0 h 136"/>
                    <a:gd name="T12" fmla="*/ 0 w 108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8"/>
                    <a:gd name="T22" fmla="*/ 0 h 136"/>
                    <a:gd name="T23" fmla="*/ 108 w 108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8" h="136">
                      <a:moveTo>
                        <a:pt x="105" y="0"/>
                      </a:moveTo>
                      <a:lnTo>
                        <a:pt x="53" y="1"/>
                      </a:lnTo>
                      <a:lnTo>
                        <a:pt x="0" y="3"/>
                      </a:lnTo>
                      <a:lnTo>
                        <a:pt x="2" y="136"/>
                      </a:lnTo>
                      <a:lnTo>
                        <a:pt x="55" y="135"/>
                      </a:lnTo>
                      <a:lnTo>
                        <a:pt x="108" y="134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6" name="Freeform 1909">
                  <a:extLst>
                    <a:ext uri="{FF2B5EF4-FFF2-40B4-BE49-F238E27FC236}">
                      <a16:creationId xmlns:a16="http://schemas.microsoft.com/office/drawing/2014/main" id="{1AEEBF4B-270D-EFC0-C221-00156C8612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30"/>
                  <a:ext cx="18" cy="23"/>
                </a:xfrm>
                <a:custGeom>
                  <a:avLst/>
                  <a:gdLst>
                    <a:gd name="T0" fmla="*/ 0 w 108"/>
                    <a:gd name="T1" fmla="*/ 0 h 136"/>
                    <a:gd name="T2" fmla="*/ 0 w 108"/>
                    <a:gd name="T3" fmla="*/ 0 h 136"/>
                    <a:gd name="T4" fmla="*/ 0 w 108"/>
                    <a:gd name="T5" fmla="*/ 0 h 136"/>
                    <a:gd name="T6" fmla="*/ 0 w 108"/>
                    <a:gd name="T7" fmla="*/ 0 h 136"/>
                    <a:gd name="T8" fmla="*/ 0 w 108"/>
                    <a:gd name="T9" fmla="*/ 0 h 136"/>
                    <a:gd name="T10" fmla="*/ 0 w 108"/>
                    <a:gd name="T11" fmla="*/ 0 h 136"/>
                    <a:gd name="T12" fmla="*/ 0 w 108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8"/>
                    <a:gd name="T22" fmla="*/ 0 h 136"/>
                    <a:gd name="T23" fmla="*/ 108 w 108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8" h="136">
                      <a:moveTo>
                        <a:pt x="105" y="0"/>
                      </a:moveTo>
                      <a:lnTo>
                        <a:pt x="53" y="1"/>
                      </a:lnTo>
                      <a:lnTo>
                        <a:pt x="0" y="3"/>
                      </a:lnTo>
                      <a:lnTo>
                        <a:pt x="2" y="136"/>
                      </a:lnTo>
                      <a:lnTo>
                        <a:pt x="55" y="135"/>
                      </a:lnTo>
                      <a:lnTo>
                        <a:pt x="108" y="134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7" name="Freeform 1910">
                  <a:extLst>
                    <a:ext uri="{FF2B5EF4-FFF2-40B4-BE49-F238E27FC236}">
                      <a16:creationId xmlns:a16="http://schemas.microsoft.com/office/drawing/2014/main" id="{3F0C939D-0FF8-4134-58BF-210003C9E9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53"/>
                  <a:ext cx="9" cy="1"/>
                </a:xfrm>
                <a:custGeom>
                  <a:avLst/>
                  <a:gdLst>
                    <a:gd name="T0" fmla="*/ 0 w 53"/>
                    <a:gd name="T1" fmla="*/ 0 h 5"/>
                    <a:gd name="T2" fmla="*/ 0 w 53"/>
                    <a:gd name="T3" fmla="*/ 0 h 5"/>
                    <a:gd name="T4" fmla="*/ 0 w 53"/>
                    <a:gd name="T5" fmla="*/ 0 h 5"/>
                    <a:gd name="T6" fmla="*/ 0 w 53"/>
                    <a:gd name="T7" fmla="*/ 0 h 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5"/>
                    <a:gd name="T14" fmla="*/ 53 w 53"/>
                    <a:gd name="T15" fmla="*/ 5 h 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5">
                      <a:moveTo>
                        <a:pt x="53" y="0"/>
                      </a:moveTo>
                      <a:lnTo>
                        <a:pt x="0" y="1"/>
                      </a:lnTo>
                      <a:lnTo>
                        <a:pt x="0" y="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8" name="Line 1911">
                  <a:extLst>
                    <a:ext uri="{FF2B5EF4-FFF2-40B4-BE49-F238E27FC236}">
                      <a16:creationId xmlns:a16="http://schemas.microsoft.com/office/drawing/2014/main" id="{D118D392-9056-C820-D012-E1DCD9081C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5" y="195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99" name="Freeform 1912">
                  <a:extLst>
                    <a:ext uri="{FF2B5EF4-FFF2-40B4-BE49-F238E27FC236}">
                      <a16:creationId xmlns:a16="http://schemas.microsoft.com/office/drawing/2014/main" id="{A727FBB4-2114-8B46-320F-8D0244B16F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52"/>
                  <a:ext cx="20" cy="24"/>
                </a:xfrm>
                <a:custGeom>
                  <a:avLst/>
                  <a:gdLst>
                    <a:gd name="T0" fmla="*/ 0 w 118"/>
                    <a:gd name="T1" fmla="*/ 0 h 143"/>
                    <a:gd name="T2" fmla="*/ 0 w 118"/>
                    <a:gd name="T3" fmla="*/ 0 h 143"/>
                    <a:gd name="T4" fmla="*/ 0 w 118"/>
                    <a:gd name="T5" fmla="*/ 0 h 143"/>
                    <a:gd name="T6" fmla="*/ 0 w 118"/>
                    <a:gd name="T7" fmla="*/ 0 h 143"/>
                    <a:gd name="T8" fmla="*/ 0 w 118"/>
                    <a:gd name="T9" fmla="*/ 0 h 143"/>
                    <a:gd name="T10" fmla="*/ 0 w 118"/>
                    <a:gd name="T11" fmla="*/ 0 h 143"/>
                    <a:gd name="T12" fmla="*/ 0 w 118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8"/>
                    <a:gd name="T22" fmla="*/ 0 h 143"/>
                    <a:gd name="T23" fmla="*/ 118 w 118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8" h="143">
                      <a:moveTo>
                        <a:pt x="106" y="0"/>
                      </a:moveTo>
                      <a:lnTo>
                        <a:pt x="53" y="5"/>
                      </a:lnTo>
                      <a:lnTo>
                        <a:pt x="0" y="10"/>
                      </a:lnTo>
                      <a:lnTo>
                        <a:pt x="12" y="143"/>
                      </a:lnTo>
                      <a:lnTo>
                        <a:pt x="65" y="137"/>
                      </a:lnTo>
                      <a:lnTo>
                        <a:pt x="118" y="132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0" name="Freeform 1913">
                  <a:extLst>
                    <a:ext uri="{FF2B5EF4-FFF2-40B4-BE49-F238E27FC236}">
                      <a16:creationId xmlns:a16="http://schemas.microsoft.com/office/drawing/2014/main" id="{B9CE5F37-89EB-76B8-88A6-E707815E73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5" y="1952"/>
                  <a:ext cx="20" cy="24"/>
                </a:xfrm>
                <a:custGeom>
                  <a:avLst/>
                  <a:gdLst>
                    <a:gd name="T0" fmla="*/ 0 w 118"/>
                    <a:gd name="T1" fmla="*/ 0 h 143"/>
                    <a:gd name="T2" fmla="*/ 0 w 118"/>
                    <a:gd name="T3" fmla="*/ 0 h 143"/>
                    <a:gd name="T4" fmla="*/ 0 w 118"/>
                    <a:gd name="T5" fmla="*/ 0 h 143"/>
                    <a:gd name="T6" fmla="*/ 0 w 118"/>
                    <a:gd name="T7" fmla="*/ 0 h 143"/>
                    <a:gd name="T8" fmla="*/ 0 w 118"/>
                    <a:gd name="T9" fmla="*/ 0 h 143"/>
                    <a:gd name="T10" fmla="*/ 0 w 118"/>
                    <a:gd name="T11" fmla="*/ 0 h 143"/>
                    <a:gd name="T12" fmla="*/ 0 w 118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8"/>
                    <a:gd name="T22" fmla="*/ 0 h 143"/>
                    <a:gd name="T23" fmla="*/ 118 w 118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8" h="143">
                      <a:moveTo>
                        <a:pt x="106" y="0"/>
                      </a:moveTo>
                      <a:lnTo>
                        <a:pt x="53" y="5"/>
                      </a:lnTo>
                      <a:lnTo>
                        <a:pt x="0" y="10"/>
                      </a:lnTo>
                      <a:lnTo>
                        <a:pt x="12" y="143"/>
                      </a:lnTo>
                      <a:lnTo>
                        <a:pt x="65" y="137"/>
                      </a:lnTo>
                      <a:lnTo>
                        <a:pt x="118" y="132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1" name="Freeform 1914">
                  <a:extLst>
                    <a:ext uri="{FF2B5EF4-FFF2-40B4-BE49-F238E27FC236}">
                      <a16:creationId xmlns:a16="http://schemas.microsoft.com/office/drawing/2014/main" id="{A3CA4414-C78F-87B0-F073-06FD17F456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7" y="1975"/>
                  <a:ext cx="9" cy="1"/>
                </a:xfrm>
                <a:custGeom>
                  <a:avLst/>
                  <a:gdLst>
                    <a:gd name="T0" fmla="*/ 0 w 53"/>
                    <a:gd name="T1" fmla="*/ 0 h 10"/>
                    <a:gd name="T2" fmla="*/ 0 w 53"/>
                    <a:gd name="T3" fmla="*/ 0 h 10"/>
                    <a:gd name="T4" fmla="*/ 0 w 53"/>
                    <a:gd name="T5" fmla="*/ 0 h 10"/>
                    <a:gd name="T6" fmla="*/ 0 w 53"/>
                    <a:gd name="T7" fmla="*/ 0 h 1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0"/>
                    <a:gd name="T14" fmla="*/ 53 w 53"/>
                    <a:gd name="T15" fmla="*/ 10 h 1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0">
                      <a:moveTo>
                        <a:pt x="53" y="0"/>
                      </a:move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2" name="Line 1915">
                  <a:extLst>
                    <a:ext uri="{FF2B5EF4-FFF2-40B4-BE49-F238E27FC236}">
                      <a16:creationId xmlns:a16="http://schemas.microsoft.com/office/drawing/2014/main" id="{864F3323-CDC7-89FB-AF3E-C339189917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67" y="19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3" name="Freeform 1916">
                  <a:extLst>
                    <a:ext uri="{FF2B5EF4-FFF2-40B4-BE49-F238E27FC236}">
                      <a16:creationId xmlns:a16="http://schemas.microsoft.com/office/drawing/2014/main" id="{759D2807-7A53-CC87-D6AF-6A030EE59F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7" y="1973"/>
                  <a:ext cx="22" cy="25"/>
                </a:xfrm>
                <a:custGeom>
                  <a:avLst/>
                  <a:gdLst>
                    <a:gd name="T0" fmla="*/ 0 w 130"/>
                    <a:gd name="T1" fmla="*/ 0 h 150"/>
                    <a:gd name="T2" fmla="*/ 0 w 130"/>
                    <a:gd name="T3" fmla="*/ 0 h 150"/>
                    <a:gd name="T4" fmla="*/ 0 w 130"/>
                    <a:gd name="T5" fmla="*/ 0 h 150"/>
                    <a:gd name="T6" fmla="*/ 0 w 130"/>
                    <a:gd name="T7" fmla="*/ 0 h 150"/>
                    <a:gd name="T8" fmla="*/ 0 w 130"/>
                    <a:gd name="T9" fmla="*/ 0 h 150"/>
                    <a:gd name="T10" fmla="*/ 0 w 130"/>
                    <a:gd name="T11" fmla="*/ 0 h 150"/>
                    <a:gd name="T12" fmla="*/ 0 w 130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50"/>
                    <a:gd name="T23" fmla="*/ 130 w 130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50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9"/>
                      </a:lnTo>
                      <a:lnTo>
                        <a:pt x="24" y="150"/>
                      </a:lnTo>
                      <a:lnTo>
                        <a:pt x="77" y="141"/>
                      </a:lnTo>
                      <a:lnTo>
                        <a:pt x="130" y="13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4" name="Freeform 1917">
                  <a:extLst>
                    <a:ext uri="{FF2B5EF4-FFF2-40B4-BE49-F238E27FC236}">
                      <a16:creationId xmlns:a16="http://schemas.microsoft.com/office/drawing/2014/main" id="{3690047E-A66A-8EFB-BC95-B5D2195D3E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67" y="1973"/>
                  <a:ext cx="22" cy="25"/>
                </a:xfrm>
                <a:custGeom>
                  <a:avLst/>
                  <a:gdLst>
                    <a:gd name="T0" fmla="*/ 0 w 130"/>
                    <a:gd name="T1" fmla="*/ 0 h 150"/>
                    <a:gd name="T2" fmla="*/ 0 w 130"/>
                    <a:gd name="T3" fmla="*/ 0 h 150"/>
                    <a:gd name="T4" fmla="*/ 0 w 130"/>
                    <a:gd name="T5" fmla="*/ 0 h 150"/>
                    <a:gd name="T6" fmla="*/ 0 w 130"/>
                    <a:gd name="T7" fmla="*/ 0 h 150"/>
                    <a:gd name="T8" fmla="*/ 0 w 130"/>
                    <a:gd name="T9" fmla="*/ 0 h 150"/>
                    <a:gd name="T10" fmla="*/ 0 w 130"/>
                    <a:gd name="T11" fmla="*/ 0 h 150"/>
                    <a:gd name="T12" fmla="*/ 0 w 130"/>
                    <a:gd name="T13" fmla="*/ 0 h 15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50"/>
                    <a:gd name="T23" fmla="*/ 130 w 130"/>
                    <a:gd name="T24" fmla="*/ 150 h 15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50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9"/>
                      </a:lnTo>
                      <a:lnTo>
                        <a:pt x="24" y="150"/>
                      </a:lnTo>
                      <a:lnTo>
                        <a:pt x="77" y="141"/>
                      </a:lnTo>
                      <a:lnTo>
                        <a:pt x="130" y="13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5" name="Freeform 1918">
                  <a:extLst>
                    <a:ext uri="{FF2B5EF4-FFF2-40B4-BE49-F238E27FC236}">
                      <a16:creationId xmlns:a16="http://schemas.microsoft.com/office/drawing/2014/main" id="{8C2B3EEC-62F3-B7D0-EDE4-2A044A92BA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1" y="1997"/>
                  <a:ext cx="9" cy="2"/>
                </a:xfrm>
                <a:custGeom>
                  <a:avLst/>
                  <a:gdLst>
                    <a:gd name="T0" fmla="*/ 0 w 53"/>
                    <a:gd name="T1" fmla="*/ 0 h 13"/>
                    <a:gd name="T2" fmla="*/ 0 w 53"/>
                    <a:gd name="T3" fmla="*/ 0 h 13"/>
                    <a:gd name="T4" fmla="*/ 0 w 53"/>
                    <a:gd name="T5" fmla="*/ 0 h 13"/>
                    <a:gd name="T6" fmla="*/ 0 w 53"/>
                    <a:gd name="T7" fmla="*/ 0 h 1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3"/>
                    <a:gd name="T14" fmla="*/ 53 w 53"/>
                    <a:gd name="T15" fmla="*/ 13 h 1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3">
                      <a:moveTo>
                        <a:pt x="53" y="0"/>
                      </a:moveTo>
                      <a:lnTo>
                        <a:pt x="0" y="9"/>
                      </a:lnTo>
                      <a:lnTo>
                        <a:pt x="1" y="13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6" name="Line 1919">
                  <a:extLst>
                    <a:ext uri="{FF2B5EF4-FFF2-40B4-BE49-F238E27FC236}">
                      <a16:creationId xmlns:a16="http://schemas.microsoft.com/office/drawing/2014/main" id="{A27CDD15-18F2-BE0B-E8AB-FCBF4FF2AD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71" y="199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7" name="Freeform 1920">
                  <a:extLst>
                    <a:ext uri="{FF2B5EF4-FFF2-40B4-BE49-F238E27FC236}">
                      <a16:creationId xmlns:a16="http://schemas.microsoft.com/office/drawing/2014/main" id="{40D54457-0B59-E606-8F92-8679E94DA4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1" y="1994"/>
                  <a:ext cx="23" cy="26"/>
                </a:xfrm>
                <a:custGeom>
                  <a:avLst/>
                  <a:gdLst>
                    <a:gd name="T0" fmla="*/ 0 w 138"/>
                    <a:gd name="T1" fmla="*/ 0 h 156"/>
                    <a:gd name="T2" fmla="*/ 0 w 138"/>
                    <a:gd name="T3" fmla="*/ 0 h 156"/>
                    <a:gd name="T4" fmla="*/ 0 w 138"/>
                    <a:gd name="T5" fmla="*/ 0 h 156"/>
                    <a:gd name="T6" fmla="*/ 0 w 138"/>
                    <a:gd name="T7" fmla="*/ 0 h 156"/>
                    <a:gd name="T8" fmla="*/ 0 w 138"/>
                    <a:gd name="T9" fmla="*/ 0 h 156"/>
                    <a:gd name="T10" fmla="*/ 0 w 138"/>
                    <a:gd name="T11" fmla="*/ 0 h 156"/>
                    <a:gd name="T12" fmla="*/ 0 w 138"/>
                    <a:gd name="T13" fmla="*/ 0 h 15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56"/>
                    <a:gd name="T23" fmla="*/ 138 w 138"/>
                    <a:gd name="T24" fmla="*/ 156 h 15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56">
                      <a:moveTo>
                        <a:pt x="104" y="0"/>
                      </a:moveTo>
                      <a:lnTo>
                        <a:pt x="52" y="14"/>
                      </a:lnTo>
                      <a:lnTo>
                        <a:pt x="0" y="27"/>
                      </a:lnTo>
                      <a:lnTo>
                        <a:pt x="35" y="156"/>
                      </a:lnTo>
                      <a:lnTo>
                        <a:pt x="87" y="143"/>
                      </a:lnTo>
                      <a:lnTo>
                        <a:pt x="138" y="129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8" name="Freeform 1921">
                  <a:extLst>
                    <a:ext uri="{FF2B5EF4-FFF2-40B4-BE49-F238E27FC236}">
                      <a16:creationId xmlns:a16="http://schemas.microsoft.com/office/drawing/2014/main" id="{482D6701-B82E-090D-390C-ECBBE82182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1" y="1994"/>
                  <a:ext cx="23" cy="26"/>
                </a:xfrm>
                <a:custGeom>
                  <a:avLst/>
                  <a:gdLst>
                    <a:gd name="T0" fmla="*/ 0 w 138"/>
                    <a:gd name="T1" fmla="*/ 0 h 156"/>
                    <a:gd name="T2" fmla="*/ 0 w 138"/>
                    <a:gd name="T3" fmla="*/ 0 h 156"/>
                    <a:gd name="T4" fmla="*/ 0 w 138"/>
                    <a:gd name="T5" fmla="*/ 0 h 156"/>
                    <a:gd name="T6" fmla="*/ 0 w 138"/>
                    <a:gd name="T7" fmla="*/ 0 h 156"/>
                    <a:gd name="T8" fmla="*/ 0 w 138"/>
                    <a:gd name="T9" fmla="*/ 0 h 156"/>
                    <a:gd name="T10" fmla="*/ 0 w 138"/>
                    <a:gd name="T11" fmla="*/ 0 h 156"/>
                    <a:gd name="T12" fmla="*/ 0 w 138"/>
                    <a:gd name="T13" fmla="*/ 0 h 15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56"/>
                    <a:gd name="T23" fmla="*/ 138 w 138"/>
                    <a:gd name="T24" fmla="*/ 156 h 15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56">
                      <a:moveTo>
                        <a:pt x="104" y="0"/>
                      </a:moveTo>
                      <a:lnTo>
                        <a:pt x="52" y="14"/>
                      </a:lnTo>
                      <a:lnTo>
                        <a:pt x="0" y="27"/>
                      </a:lnTo>
                      <a:lnTo>
                        <a:pt x="35" y="156"/>
                      </a:lnTo>
                      <a:lnTo>
                        <a:pt x="87" y="143"/>
                      </a:lnTo>
                      <a:lnTo>
                        <a:pt x="138" y="129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9" name="Freeform 1922">
                  <a:extLst>
                    <a:ext uri="{FF2B5EF4-FFF2-40B4-BE49-F238E27FC236}">
                      <a16:creationId xmlns:a16="http://schemas.microsoft.com/office/drawing/2014/main" id="{33491FE1-84DD-1FA0-256B-FFEA37CD2F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7" y="2018"/>
                  <a:ext cx="9" cy="3"/>
                </a:xfrm>
                <a:custGeom>
                  <a:avLst/>
                  <a:gdLst>
                    <a:gd name="T0" fmla="*/ 0 w 52"/>
                    <a:gd name="T1" fmla="*/ 0 h 18"/>
                    <a:gd name="T2" fmla="*/ 0 w 52"/>
                    <a:gd name="T3" fmla="*/ 0 h 18"/>
                    <a:gd name="T4" fmla="*/ 0 w 52"/>
                    <a:gd name="T5" fmla="*/ 0 h 18"/>
                    <a:gd name="T6" fmla="*/ 0 w 52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8"/>
                    <a:gd name="T14" fmla="*/ 52 w 52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8">
                      <a:moveTo>
                        <a:pt x="52" y="0"/>
                      </a:moveTo>
                      <a:lnTo>
                        <a:pt x="0" y="13"/>
                      </a:lnTo>
                      <a:lnTo>
                        <a:pt x="2" y="18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0" name="Line 1923">
                  <a:extLst>
                    <a:ext uri="{FF2B5EF4-FFF2-40B4-BE49-F238E27FC236}">
                      <a16:creationId xmlns:a16="http://schemas.microsoft.com/office/drawing/2014/main" id="{11F3AE5C-BA57-A2E4-7651-232AD52741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77" y="20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1" name="Freeform 1924">
                  <a:extLst>
                    <a:ext uri="{FF2B5EF4-FFF2-40B4-BE49-F238E27FC236}">
                      <a16:creationId xmlns:a16="http://schemas.microsoft.com/office/drawing/2014/main" id="{F0F208BC-1211-B6F9-1024-49129FF743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7" y="2015"/>
                  <a:ext cx="25" cy="27"/>
                </a:xfrm>
                <a:custGeom>
                  <a:avLst/>
                  <a:gdLst>
                    <a:gd name="T0" fmla="*/ 0 w 145"/>
                    <a:gd name="T1" fmla="*/ 0 h 162"/>
                    <a:gd name="T2" fmla="*/ 0 w 145"/>
                    <a:gd name="T3" fmla="*/ 0 h 162"/>
                    <a:gd name="T4" fmla="*/ 0 w 145"/>
                    <a:gd name="T5" fmla="*/ 0 h 162"/>
                    <a:gd name="T6" fmla="*/ 0 w 145"/>
                    <a:gd name="T7" fmla="*/ 0 h 162"/>
                    <a:gd name="T8" fmla="*/ 0 w 145"/>
                    <a:gd name="T9" fmla="*/ 0 h 162"/>
                    <a:gd name="T10" fmla="*/ 0 w 145"/>
                    <a:gd name="T11" fmla="*/ 0 h 162"/>
                    <a:gd name="T12" fmla="*/ 0 w 145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62"/>
                    <a:gd name="T23" fmla="*/ 145 w 145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62">
                      <a:moveTo>
                        <a:pt x="99" y="0"/>
                      </a:moveTo>
                      <a:lnTo>
                        <a:pt x="50" y="18"/>
                      </a:lnTo>
                      <a:lnTo>
                        <a:pt x="0" y="36"/>
                      </a:lnTo>
                      <a:lnTo>
                        <a:pt x="45" y="162"/>
                      </a:lnTo>
                      <a:lnTo>
                        <a:pt x="95" y="144"/>
                      </a:lnTo>
                      <a:lnTo>
                        <a:pt x="145" y="126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2" name="Freeform 1925">
                  <a:extLst>
                    <a:ext uri="{FF2B5EF4-FFF2-40B4-BE49-F238E27FC236}">
                      <a16:creationId xmlns:a16="http://schemas.microsoft.com/office/drawing/2014/main" id="{7B67766D-8E46-8F95-DD90-DD2E61B688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77" y="2015"/>
                  <a:ext cx="25" cy="27"/>
                </a:xfrm>
                <a:custGeom>
                  <a:avLst/>
                  <a:gdLst>
                    <a:gd name="T0" fmla="*/ 0 w 145"/>
                    <a:gd name="T1" fmla="*/ 0 h 162"/>
                    <a:gd name="T2" fmla="*/ 0 w 145"/>
                    <a:gd name="T3" fmla="*/ 0 h 162"/>
                    <a:gd name="T4" fmla="*/ 0 w 145"/>
                    <a:gd name="T5" fmla="*/ 0 h 162"/>
                    <a:gd name="T6" fmla="*/ 0 w 145"/>
                    <a:gd name="T7" fmla="*/ 0 h 162"/>
                    <a:gd name="T8" fmla="*/ 0 w 145"/>
                    <a:gd name="T9" fmla="*/ 0 h 162"/>
                    <a:gd name="T10" fmla="*/ 0 w 145"/>
                    <a:gd name="T11" fmla="*/ 0 h 162"/>
                    <a:gd name="T12" fmla="*/ 0 w 145"/>
                    <a:gd name="T13" fmla="*/ 0 h 16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62"/>
                    <a:gd name="T23" fmla="*/ 145 w 145"/>
                    <a:gd name="T24" fmla="*/ 162 h 16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62">
                      <a:moveTo>
                        <a:pt x="99" y="0"/>
                      </a:moveTo>
                      <a:lnTo>
                        <a:pt x="50" y="18"/>
                      </a:lnTo>
                      <a:lnTo>
                        <a:pt x="0" y="36"/>
                      </a:lnTo>
                      <a:lnTo>
                        <a:pt x="45" y="162"/>
                      </a:lnTo>
                      <a:lnTo>
                        <a:pt x="95" y="144"/>
                      </a:lnTo>
                      <a:lnTo>
                        <a:pt x="145" y="126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3" name="Freeform 1926">
                  <a:extLst>
                    <a:ext uri="{FF2B5EF4-FFF2-40B4-BE49-F238E27FC236}">
                      <a16:creationId xmlns:a16="http://schemas.microsoft.com/office/drawing/2014/main" id="{B0301324-70C3-570F-C622-1634EB86F2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5" y="2039"/>
                  <a:ext cx="8" cy="4"/>
                </a:xfrm>
                <a:custGeom>
                  <a:avLst/>
                  <a:gdLst>
                    <a:gd name="T0" fmla="*/ 0 w 50"/>
                    <a:gd name="T1" fmla="*/ 0 h 22"/>
                    <a:gd name="T2" fmla="*/ 0 w 50"/>
                    <a:gd name="T3" fmla="*/ 0 h 22"/>
                    <a:gd name="T4" fmla="*/ 0 w 50"/>
                    <a:gd name="T5" fmla="*/ 0 h 22"/>
                    <a:gd name="T6" fmla="*/ 0 w 50"/>
                    <a:gd name="T7" fmla="*/ 0 h 2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2"/>
                    <a:gd name="T14" fmla="*/ 50 w 50"/>
                    <a:gd name="T15" fmla="*/ 22 h 2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2">
                      <a:moveTo>
                        <a:pt x="50" y="0"/>
                      </a:moveTo>
                      <a:lnTo>
                        <a:pt x="0" y="18"/>
                      </a:lnTo>
                      <a:lnTo>
                        <a:pt x="1" y="22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4" name="Line 1927">
                  <a:extLst>
                    <a:ext uri="{FF2B5EF4-FFF2-40B4-BE49-F238E27FC236}">
                      <a16:creationId xmlns:a16="http://schemas.microsoft.com/office/drawing/2014/main" id="{C8FF0F88-50BC-E9E3-59C7-10C1C48134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5" y="20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5" name="Freeform 1928">
                  <a:extLst>
                    <a:ext uri="{FF2B5EF4-FFF2-40B4-BE49-F238E27FC236}">
                      <a16:creationId xmlns:a16="http://schemas.microsoft.com/office/drawing/2014/main" id="{F4AC2541-DA91-8AC8-AD86-F787A9A9FE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5" y="2035"/>
                  <a:ext cx="26" cy="28"/>
                </a:xfrm>
                <a:custGeom>
                  <a:avLst/>
                  <a:gdLst>
                    <a:gd name="T0" fmla="*/ 0 w 154"/>
                    <a:gd name="T1" fmla="*/ 0 h 166"/>
                    <a:gd name="T2" fmla="*/ 0 w 154"/>
                    <a:gd name="T3" fmla="*/ 0 h 166"/>
                    <a:gd name="T4" fmla="*/ 0 w 154"/>
                    <a:gd name="T5" fmla="*/ 0 h 166"/>
                    <a:gd name="T6" fmla="*/ 0 w 154"/>
                    <a:gd name="T7" fmla="*/ 0 h 166"/>
                    <a:gd name="T8" fmla="*/ 0 w 154"/>
                    <a:gd name="T9" fmla="*/ 0 h 166"/>
                    <a:gd name="T10" fmla="*/ 0 w 154"/>
                    <a:gd name="T11" fmla="*/ 0 h 166"/>
                    <a:gd name="T12" fmla="*/ 0 w 154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4"/>
                    <a:gd name="T22" fmla="*/ 0 h 166"/>
                    <a:gd name="T23" fmla="*/ 154 w 154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4" h="166">
                      <a:moveTo>
                        <a:pt x="98" y="0"/>
                      </a:moveTo>
                      <a:lnTo>
                        <a:pt x="49" y="23"/>
                      </a:lnTo>
                      <a:lnTo>
                        <a:pt x="0" y="45"/>
                      </a:lnTo>
                      <a:lnTo>
                        <a:pt x="57" y="166"/>
                      </a:lnTo>
                      <a:lnTo>
                        <a:pt x="105" y="143"/>
                      </a:lnTo>
                      <a:lnTo>
                        <a:pt x="154" y="121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6" name="Freeform 1929">
                  <a:extLst>
                    <a:ext uri="{FF2B5EF4-FFF2-40B4-BE49-F238E27FC236}">
                      <a16:creationId xmlns:a16="http://schemas.microsoft.com/office/drawing/2014/main" id="{8B50CA5D-AA88-E749-5E70-D3030F4FD7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5" y="2035"/>
                  <a:ext cx="26" cy="28"/>
                </a:xfrm>
                <a:custGeom>
                  <a:avLst/>
                  <a:gdLst>
                    <a:gd name="T0" fmla="*/ 0 w 154"/>
                    <a:gd name="T1" fmla="*/ 0 h 166"/>
                    <a:gd name="T2" fmla="*/ 0 w 154"/>
                    <a:gd name="T3" fmla="*/ 0 h 166"/>
                    <a:gd name="T4" fmla="*/ 0 w 154"/>
                    <a:gd name="T5" fmla="*/ 0 h 166"/>
                    <a:gd name="T6" fmla="*/ 0 w 154"/>
                    <a:gd name="T7" fmla="*/ 0 h 166"/>
                    <a:gd name="T8" fmla="*/ 0 w 154"/>
                    <a:gd name="T9" fmla="*/ 0 h 166"/>
                    <a:gd name="T10" fmla="*/ 0 w 154"/>
                    <a:gd name="T11" fmla="*/ 0 h 166"/>
                    <a:gd name="T12" fmla="*/ 0 w 154"/>
                    <a:gd name="T13" fmla="*/ 0 h 1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4"/>
                    <a:gd name="T22" fmla="*/ 0 h 166"/>
                    <a:gd name="T23" fmla="*/ 154 w 154"/>
                    <a:gd name="T24" fmla="*/ 166 h 16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4" h="166">
                      <a:moveTo>
                        <a:pt x="98" y="0"/>
                      </a:moveTo>
                      <a:lnTo>
                        <a:pt x="49" y="23"/>
                      </a:lnTo>
                      <a:lnTo>
                        <a:pt x="0" y="45"/>
                      </a:lnTo>
                      <a:lnTo>
                        <a:pt x="57" y="166"/>
                      </a:lnTo>
                      <a:lnTo>
                        <a:pt x="105" y="143"/>
                      </a:lnTo>
                      <a:lnTo>
                        <a:pt x="154" y="121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7" name="Freeform 1930">
                  <a:extLst>
                    <a:ext uri="{FF2B5EF4-FFF2-40B4-BE49-F238E27FC236}">
                      <a16:creationId xmlns:a16="http://schemas.microsoft.com/office/drawing/2014/main" id="{B943C705-F692-9C20-511D-751231BAB2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5" y="2059"/>
                  <a:ext cx="8" cy="5"/>
                </a:xfrm>
                <a:custGeom>
                  <a:avLst/>
                  <a:gdLst>
                    <a:gd name="T0" fmla="*/ 0 w 48"/>
                    <a:gd name="T1" fmla="*/ 0 h 27"/>
                    <a:gd name="T2" fmla="*/ 0 w 48"/>
                    <a:gd name="T3" fmla="*/ 0 h 27"/>
                    <a:gd name="T4" fmla="*/ 0 w 48"/>
                    <a:gd name="T5" fmla="*/ 0 h 27"/>
                    <a:gd name="T6" fmla="*/ 0 w 48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27"/>
                    <a:gd name="T14" fmla="*/ 48 w 4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27">
                      <a:moveTo>
                        <a:pt x="48" y="0"/>
                      </a:move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8" name="Line 1931">
                  <a:extLst>
                    <a:ext uri="{FF2B5EF4-FFF2-40B4-BE49-F238E27FC236}">
                      <a16:creationId xmlns:a16="http://schemas.microsoft.com/office/drawing/2014/main" id="{1E18A4EC-4ED5-2BD2-B1AB-74F013DFA3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5" y="206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9" name="Freeform 1932">
                  <a:extLst>
                    <a:ext uri="{FF2B5EF4-FFF2-40B4-BE49-F238E27FC236}">
                      <a16:creationId xmlns:a16="http://schemas.microsoft.com/office/drawing/2014/main" id="{EB25D0A9-B2FE-67DA-FE85-0B884106B8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5" y="2055"/>
                  <a:ext cx="26" cy="28"/>
                </a:xfrm>
                <a:custGeom>
                  <a:avLst/>
                  <a:gdLst>
                    <a:gd name="T0" fmla="*/ 0 w 158"/>
                    <a:gd name="T1" fmla="*/ 0 h 169"/>
                    <a:gd name="T2" fmla="*/ 0 w 158"/>
                    <a:gd name="T3" fmla="*/ 0 h 169"/>
                    <a:gd name="T4" fmla="*/ 0 w 158"/>
                    <a:gd name="T5" fmla="*/ 0 h 169"/>
                    <a:gd name="T6" fmla="*/ 0 w 158"/>
                    <a:gd name="T7" fmla="*/ 0 h 169"/>
                    <a:gd name="T8" fmla="*/ 0 w 158"/>
                    <a:gd name="T9" fmla="*/ 0 h 169"/>
                    <a:gd name="T10" fmla="*/ 0 w 158"/>
                    <a:gd name="T11" fmla="*/ 0 h 169"/>
                    <a:gd name="T12" fmla="*/ 0 w 15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9"/>
                    <a:gd name="T23" fmla="*/ 158 w 15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9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65" y="169"/>
                      </a:lnTo>
                      <a:lnTo>
                        <a:pt x="112" y="143"/>
                      </a:lnTo>
                      <a:lnTo>
                        <a:pt x="158" y="116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0" name="Freeform 1933">
                  <a:extLst>
                    <a:ext uri="{FF2B5EF4-FFF2-40B4-BE49-F238E27FC236}">
                      <a16:creationId xmlns:a16="http://schemas.microsoft.com/office/drawing/2014/main" id="{6EFB1DEB-6B4E-38A7-5924-842F89B43C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5" y="2055"/>
                  <a:ext cx="26" cy="28"/>
                </a:xfrm>
                <a:custGeom>
                  <a:avLst/>
                  <a:gdLst>
                    <a:gd name="T0" fmla="*/ 0 w 158"/>
                    <a:gd name="T1" fmla="*/ 0 h 169"/>
                    <a:gd name="T2" fmla="*/ 0 w 158"/>
                    <a:gd name="T3" fmla="*/ 0 h 169"/>
                    <a:gd name="T4" fmla="*/ 0 w 158"/>
                    <a:gd name="T5" fmla="*/ 0 h 169"/>
                    <a:gd name="T6" fmla="*/ 0 w 158"/>
                    <a:gd name="T7" fmla="*/ 0 h 169"/>
                    <a:gd name="T8" fmla="*/ 0 w 158"/>
                    <a:gd name="T9" fmla="*/ 0 h 169"/>
                    <a:gd name="T10" fmla="*/ 0 w 158"/>
                    <a:gd name="T11" fmla="*/ 0 h 169"/>
                    <a:gd name="T12" fmla="*/ 0 w 158"/>
                    <a:gd name="T13" fmla="*/ 0 h 1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69"/>
                    <a:gd name="T23" fmla="*/ 158 w 158"/>
                    <a:gd name="T24" fmla="*/ 169 h 16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69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65" y="169"/>
                      </a:lnTo>
                      <a:lnTo>
                        <a:pt x="112" y="143"/>
                      </a:lnTo>
                      <a:lnTo>
                        <a:pt x="158" y="116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1" name="Freeform 1934">
                  <a:extLst>
                    <a:ext uri="{FF2B5EF4-FFF2-40B4-BE49-F238E27FC236}">
                      <a16:creationId xmlns:a16="http://schemas.microsoft.com/office/drawing/2014/main" id="{4F72247B-A9FB-C3FC-B7C0-6D716B69D8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6" y="2079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2" y="3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2" name="Line 1935">
                  <a:extLst>
                    <a:ext uri="{FF2B5EF4-FFF2-40B4-BE49-F238E27FC236}">
                      <a16:creationId xmlns:a16="http://schemas.microsoft.com/office/drawing/2014/main" id="{51ED66B8-AAE0-2602-F40B-938ECBAE0C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6" y="20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3" name="Freeform 1936">
                  <a:extLst>
                    <a:ext uri="{FF2B5EF4-FFF2-40B4-BE49-F238E27FC236}">
                      <a16:creationId xmlns:a16="http://schemas.microsoft.com/office/drawing/2014/main" id="{EA2BF429-D949-DEA7-F022-804540929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6" y="2074"/>
                  <a:ext cx="28" cy="28"/>
                </a:xfrm>
                <a:custGeom>
                  <a:avLst/>
                  <a:gdLst>
                    <a:gd name="T0" fmla="*/ 0 w 165"/>
                    <a:gd name="T1" fmla="*/ 0 h 170"/>
                    <a:gd name="T2" fmla="*/ 0 w 165"/>
                    <a:gd name="T3" fmla="*/ 0 h 170"/>
                    <a:gd name="T4" fmla="*/ 0 w 165"/>
                    <a:gd name="T5" fmla="*/ 0 h 170"/>
                    <a:gd name="T6" fmla="*/ 0 w 165"/>
                    <a:gd name="T7" fmla="*/ 0 h 170"/>
                    <a:gd name="T8" fmla="*/ 0 w 165"/>
                    <a:gd name="T9" fmla="*/ 0 h 170"/>
                    <a:gd name="T10" fmla="*/ 0 w 165"/>
                    <a:gd name="T11" fmla="*/ 0 h 170"/>
                    <a:gd name="T12" fmla="*/ 0 w 165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5"/>
                    <a:gd name="T22" fmla="*/ 0 h 170"/>
                    <a:gd name="T23" fmla="*/ 165 w 165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5" h="170">
                      <a:moveTo>
                        <a:pt x="89" y="0"/>
                      </a:moveTo>
                      <a:lnTo>
                        <a:pt x="45" y="30"/>
                      </a:lnTo>
                      <a:lnTo>
                        <a:pt x="0" y="60"/>
                      </a:lnTo>
                      <a:lnTo>
                        <a:pt x="76" y="170"/>
                      </a:lnTo>
                      <a:lnTo>
                        <a:pt x="120" y="140"/>
                      </a:lnTo>
                      <a:lnTo>
                        <a:pt x="165" y="11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4" name="Freeform 1937">
                  <a:extLst>
                    <a:ext uri="{FF2B5EF4-FFF2-40B4-BE49-F238E27FC236}">
                      <a16:creationId xmlns:a16="http://schemas.microsoft.com/office/drawing/2014/main" id="{52402D96-C878-6957-AF0C-9E69357A63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6" y="2074"/>
                  <a:ext cx="28" cy="28"/>
                </a:xfrm>
                <a:custGeom>
                  <a:avLst/>
                  <a:gdLst>
                    <a:gd name="T0" fmla="*/ 0 w 165"/>
                    <a:gd name="T1" fmla="*/ 0 h 170"/>
                    <a:gd name="T2" fmla="*/ 0 w 165"/>
                    <a:gd name="T3" fmla="*/ 0 h 170"/>
                    <a:gd name="T4" fmla="*/ 0 w 165"/>
                    <a:gd name="T5" fmla="*/ 0 h 170"/>
                    <a:gd name="T6" fmla="*/ 0 w 165"/>
                    <a:gd name="T7" fmla="*/ 0 h 170"/>
                    <a:gd name="T8" fmla="*/ 0 w 165"/>
                    <a:gd name="T9" fmla="*/ 0 h 170"/>
                    <a:gd name="T10" fmla="*/ 0 w 165"/>
                    <a:gd name="T11" fmla="*/ 0 h 170"/>
                    <a:gd name="T12" fmla="*/ 0 w 165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5"/>
                    <a:gd name="T22" fmla="*/ 0 h 170"/>
                    <a:gd name="T23" fmla="*/ 165 w 165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5" h="170">
                      <a:moveTo>
                        <a:pt x="89" y="0"/>
                      </a:moveTo>
                      <a:lnTo>
                        <a:pt x="45" y="30"/>
                      </a:lnTo>
                      <a:lnTo>
                        <a:pt x="0" y="60"/>
                      </a:lnTo>
                      <a:lnTo>
                        <a:pt x="76" y="170"/>
                      </a:lnTo>
                      <a:lnTo>
                        <a:pt x="120" y="140"/>
                      </a:lnTo>
                      <a:lnTo>
                        <a:pt x="165" y="110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5" name="Freeform 1938">
                  <a:extLst>
                    <a:ext uri="{FF2B5EF4-FFF2-40B4-BE49-F238E27FC236}">
                      <a16:creationId xmlns:a16="http://schemas.microsoft.com/office/drawing/2014/main" id="{54B0210C-338A-8DD9-FC55-EBEE331D98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" y="2097"/>
                  <a:ext cx="7" cy="6"/>
                </a:xfrm>
                <a:custGeom>
                  <a:avLst/>
                  <a:gdLst>
                    <a:gd name="T0" fmla="*/ 0 w 44"/>
                    <a:gd name="T1" fmla="*/ 0 h 34"/>
                    <a:gd name="T2" fmla="*/ 0 w 44"/>
                    <a:gd name="T3" fmla="*/ 0 h 34"/>
                    <a:gd name="T4" fmla="*/ 0 w 44"/>
                    <a:gd name="T5" fmla="*/ 0 h 34"/>
                    <a:gd name="T6" fmla="*/ 0 w 44"/>
                    <a:gd name="T7" fmla="*/ 0 h 3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4"/>
                    <a:gd name="T14" fmla="*/ 44 w 44"/>
                    <a:gd name="T15" fmla="*/ 34 h 3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4">
                      <a:moveTo>
                        <a:pt x="44" y="0"/>
                      </a:moveTo>
                      <a:lnTo>
                        <a:pt x="0" y="30"/>
                      </a:lnTo>
                      <a:lnTo>
                        <a:pt x="3" y="34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6" name="Line 1939">
                  <a:extLst>
                    <a:ext uri="{FF2B5EF4-FFF2-40B4-BE49-F238E27FC236}">
                      <a16:creationId xmlns:a16="http://schemas.microsoft.com/office/drawing/2014/main" id="{4A3A9B1A-2217-AAE4-4A2F-D5DFA51833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9" y="21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7" name="Freeform 1940">
                  <a:extLst>
                    <a:ext uri="{FF2B5EF4-FFF2-40B4-BE49-F238E27FC236}">
                      <a16:creationId xmlns:a16="http://schemas.microsoft.com/office/drawing/2014/main" id="{E3D88130-01D8-C48B-9D1C-21CB88E084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" y="2091"/>
                  <a:ext cx="28" cy="29"/>
                </a:xfrm>
                <a:custGeom>
                  <a:avLst/>
                  <a:gdLst>
                    <a:gd name="T0" fmla="*/ 0 w 167"/>
                    <a:gd name="T1" fmla="*/ 0 h 172"/>
                    <a:gd name="T2" fmla="*/ 0 w 167"/>
                    <a:gd name="T3" fmla="*/ 0 h 172"/>
                    <a:gd name="T4" fmla="*/ 0 w 167"/>
                    <a:gd name="T5" fmla="*/ 0 h 172"/>
                    <a:gd name="T6" fmla="*/ 0 w 167"/>
                    <a:gd name="T7" fmla="*/ 0 h 172"/>
                    <a:gd name="T8" fmla="*/ 0 w 167"/>
                    <a:gd name="T9" fmla="*/ 0 h 172"/>
                    <a:gd name="T10" fmla="*/ 0 w 167"/>
                    <a:gd name="T11" fmla="*/ 0 h 172"/>
                    <a:gd name="T12" fmla="*/ 0 w 167"/>
                    <a:gd name="T13" fmla="*/ 0 h 1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2"/>
                    <a:gd name="T23" fmla="*/ 167 w 167"/>
                    <a:gd name="T24" fmla="*/ 172 h 1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2">
                      <a:moveTo>
                        <a:pt x="82" y="0"/>
                      </a:moveTo>
                      <a:lnTo>
                        <a:pt x="41" y="34"/>
                      </a:lnTo>
                      <a:lnTo>
                        <a:pt x="0" y="68"/>
                      </a:lnTo>
                      <a:lnTo>
                        <a:pt x="84" y="172"/>
                      </a:lnTo>
                      <a:lnTo>
                        <a:pt x="126" y="138"/>
                      </a:lnTo>
                      <a:lnTo>
                        <a:pt x="167" y="104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8" name="Freeform 1941">
                  <a:extLst>
                    <a:ext uri="{FF2B5EF4-FFF2-40B4-BE49-F238E27FC236}">
                      <a16:creationId xmlns:a16="http://schemas.microsoft.com/office/drawing/2014/main" id="{886F7022-C8BA-B0FB-6DF6-20435DB6C6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9" y="2091"/>
                  <a:ext cx="28" cy="29"/>
                </a:xfrm>
                <a:custGeom>
                  <a:avLst/>
                  <a:gdLst>
                    <a:gd name="T0" fmla="*/ 0 w 167"/>
                    <a:gd name="T1" fmla="*/ 0 h 172"/>
                    <a:gd name="T2" fmla="*/ 0 w 167"/>
                    <a:gd name="T3" fmla="*/ 0 h 172"/>
                    <a:gd name="T4" fmla="*/ 0 w 167"/>
                    <a:gd name="T5" fmla="*/ 0 h 172"/>
                    <a:gd name="T6" fmla="*/ 0 w 167"/>
                    <a:gd name="T7" fmla="*/ 0 h 172"/>
                    <a:gd name="T8" fmla="*/ 0 w 167"/>
                    <a:gd name="T9" fmla="*/ 0 h 172"/>
                    <a:gd name="T10" fmla="*/ 0 w 167"/>
                    <a:gd name="T11" fmla="*/ 0 h 172"/>
                    <a:gd name="T12" fmla="*/ 0 w 167"/>
                    <a:gd name="T13" fmla="*/ 0 h 17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7"/>
                    <a:gd name="T22" fmla="*/ 0 h 172"/>
                    <a:gd name="T23" fmla="*/ 167 w 167"/>
                    <a:gd name="T24" fmla="*/ 172 h 17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7" h="172">
                      <a:moveTo>
                        <a:pt x="82" y="0"/>
                      </a:moveTo>
                      <a:lnTo>
                        <a:pt x="41" y="34"/>
                      </a:lnTo>
                      <a:lnTo>
                        <a:pt x="0" y="68"/>
                      </a:lnTo>
                      <a:lnTo>
                        <a:pt x="84" y="172"/>
                      </a:lnTo>
                      <a:lnTo>
                        <a:pt x="126" y="138"/>
                      </a:lnTo>
                      <a:lnTo>
                        <a:pt x="167" y="104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29" name="Freeform 1942">
                  <a:extLst>
                    <a:ext uri="{FF2B5EF4-FFF2-40B4-BE49-F238E27FC236}">
                      <a16:creationId xmlns:a16="http://schemas.microsoft.com/office/drawing/2014/main" id="{B3A4D858-324B-F909-1C6B-8483823512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3" y="2114"/>
                  <a:ext cx="7" cy="6"/>
                </a:xfrm>
                <a:custGeom>
                  <a:avLst/>
                  <a:gdLst>
                    <a:gd name="T0" fmla="*/ 0 w 42"/>
                    <a:gd name="T1" fmla="*/ 0 h 37"/>
                    <a:gd name="T2" fmla="*/ 0 w 42"/>
                    <a:gd name="T3" fmla="*/ 0 h 37"/>
                    <a:gd name="T4" fmla="*/ 0 w 42"/>
                    <a:gd name="T5" fmla="*/ 0 h 37"/>
                    <a:gd name="T6" fmla="*/ 0 w 42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7"/>
                    <a:gd name="T14" fmla="*/ 42 w 42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7">
                      <a:moveTo>
                        <a:pt x="42" y="0"/>
                      </a:moveTo>
                      <a:lnTo>
                        <a:pt x="0" y="34"/>
                      </a:lnTo>
                      <a:lnTo>
                        <a:pt x="3" y="37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" name="Line 1943">
                  <a:extLst>
                    <a:ext uri="{FF2B5EF4-FFF2-40B4-BE49-F238E27FC236}">
                      <a16:creationId xmlns:a16="http://schemas.microsoft.com/office/drawing/2014/main" id="{55E871AA-E748-D81C-A5CA-106C8320A7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33" y="21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1" name="Freeform 1944">
                  <a:extLst>
                    <a:ext uri="{FF2B5EF4-FFF2-40B4-BE49-F238E27FC236}">
                      <a16:creationId xmlns:a16="http://schemas.microsoft.com/office/drawing/2014/main" id="{4D49A7BF-F4AE-4537-5904-2E48D54AF3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4" y="2108"/>
                  <a:ext cx="28" cy="29"/>
                </a:xfrm>
                <a:custGeom>
                  <a:avLst/>
                  <a:gdLst>
                    <a:gd name="T0" fmla="*/ 0 w 170"/>
                    <a:gd name="T1" fmla="*/ 0 h 170"/>
                    <a:gd name="T2" fmla="*/ 0 w 170"/>
                    <a:gd name="T3" fmla="*/ 0 h 170"/>
                    <a:gd name="T4" fmla="*/ 0 w 170"/>
                    <a:gd name="T5" fmla="*/ 0 h 170"/>
                    <a:gd name="T6" fmla="*/ 0 w 170"/>
                    <a:gd name="T7" fmla="*/ 0 h 170"/>
                    <a:gd name="T8" fmla="*/ 0 w 170"/>
                    <a:gd name="T9" fmla="*/ 0 h 170"/>
                    <a:gd name="T10" fmla="*/ 0 w 170"/>
                    <a:gd name="T11" fmla="*/ 0 h 170"/>
                    <a:gd name="T12" fmla="*/ 0 w 170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70"/>
                    <a:gd name="T23" fmla="*/ 170 w 170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70">
                      <a:moveTo>
                        <a:pt x="78" y="0"/>
                      </a:moveTo>
                      <a:lnTo>
                        <a:pt x="39" y="37"/>
                      </a:lnTo>
                      <a:lnTo>
                        <a:pt x="0" y="74"/>
                      </a:lnTo>
                      <a:lnTo>
                        <a:pt x="92" y="170"/>
                      </a:lnTo>
                      <a:lnTo>
                        <a:pt x="131" y="133"/>
                      </a:lnTo>
                      <a:lnTo>
                        <a:pt x="170" y="96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" name="Freeform 1945">
                  <a:extLst>
                    <a:ext uri="{FF2B5EF4-FFF2-40B4-BE49-F238E27FC236}">
                      <a16:creationId xmlns:a16="http://schemas.microsoft.com/office/drawing/2014/main" id="{4482B616-2448-9990-15D7-E38AFDB808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34" y="2108"/>
                  <a:ext cx="28" cy="29"/>
                </a:xfrm>
                <a:custGeom>
                  <a:avLst/>
                  <a:gdLst>
                    <a:gd name="T0" fmla="*/ 0 w 170"/>
                    <a:gd name="T1" fmla="*/ 0 h 170"/>
                    <a:gd name="T2" fmla="*/ 0 w 170"/>
                    <a:gd name="T3" fmla="*/ 0 h 170"/>
                    <a:gd name="T4" fmla="*/ 0 w 170"/>
                    <a:gd name="T5" fmla="*/ 0 h 170"/>
                    <a:gd name="T6" fmla="*/ 0 w 170"/>
                    <a:gd name="T7" fmla="*/ 0 h 170"/>
                    <a:gd name="T8" fmla="*/ 0 w 170"/>
                    <a:gd name="T9" fmla="*/ 0 h 170"/>
                    <a:gd name="T10" fmla="*/ 0 w 170"/>
                    <a:gd name="T11" fmla="*/ 0 h 170"/>
                    <a:gd name="T12" fmla="*/ 0 w 170"/>
                    <a:gd name="T13" fmla="*/ 0 h 1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70"/>
                    <a:gd name="T23" fmla="*/ 170 w 170"/>
                    <a:gd name="T24" fmla="*/ 170 h 17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70">
                      <a:moveTo>
                        <a:pt x="78" y="0"/>
                      </a:moveTo>
                      <a:lnTo>
                        <a:pt x="39" y="37"/>
                      </a:lnTo>
                      <a:lnTo>
                        <a:pt x="0" y="74"/>
                      </a:lnTo>
                      <a:lnTo>
                        <a:pt x="92" y="170"/>
                      </a:lnTo>
                      <a:lnTo>
                        <a:pt x="131" y="133"/>
                      </a:lnTo>
                      <a:lnTo>
                        <a:pt x="170" y="96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3" name="Freeform 1946">
                  <a:extLst>
                    <a:ext uri="{FF2B5EF4-FFF2-40B4-BE49-F238E27FC236}">
                      <a16:creationId xmlns:a16="http://schemas.microsoft.com/office/drawing/2014/main" id="{FCC54E04-FF12-D25E-43DE-0F7B06374B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9" y="2130"/>
                  <a:ext cx="7" cy="7"/>
                </a:xfrm>
                <a:custGeom>
                  <a:avLst/>
                  <a:gdLst>
                    <a:gd name="T0" fmla="*/ 0 w 39"/>
                    <a:gd name="T1" fmla="*/ 0 h 40"/>
                    <a:gd name="T2" fmla="*/ 0 w 39"/>
                    <a:gd name="T3" fmla="*/ 0 h 40"/>
                    <a:gd name="T4" fmla="*/ 0 w 39"/>
                    <a:gd name="T5" fmla="*/ 0 h 40"/>
                    <a:gd name="T6" fmla="*/ 0 w 39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9"/>
                    <a:gd name="T13" fmla="*/ 0 h 40"/>
                    <a:gd name="T14" fmla="*/ 39 w 39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9" h="40">
                      <a:moveTo>
                        <a:pt x="39" y="0"/>
                      </a:moveTo>
                      <a:lnTo>
                        <a:pt x="0" y="37"/>
                      </a:lnTo>
                      <a:lnTo>
                        <a:pt x="4" y="40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4" name="Line 1947">
                  <a:extLst>
                    <a:ext uri="{FF2B5EF4-FFF2-40B4-BE49-F238E27FC236}">
                      <a16:creationId xmlns:a16="http://schemas.microsoft.com/office/drawing/2014/main" id="{10A4BAA6-AC75-40DA-038B-C1F6A84F0D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9" y="21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5" name="Freeform 1948">
                  <a:extLst>
                    <a:ext uri="{FF2B5EF4-FFF2-40B4-BE49-F238E27FC236}">
                      <a16:creationId xmlns:a16="http://schemas.microsoft.com/office/drawing/2014/main" id="{C8D8F10D-F993-6A00-C94D-FE127B183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0" y="2124"/>
                  <a:ext cx="28" cy="28"/>
                </a:xfrm>
                <a:custGeom>
                  <a:avLst/>
                  <a:gdLst>
                    <a:gd name="T0" fmla="*/ 0 w 170"/>
                    <a:gd name="T1" fmla="*/ 0 h 168"/>
                    <a:gd name="T2" fmla="*/ 0 w 170"/>
                    <a:gd name="T3" fmla="*/ 0 h 168"/>
                    <a:gd name="T4" fmla="*/ 0 w 170"/>
                    <a:gd name="T5" fmla="*/ 0 h 168"/>
                    <a:gd name="T6" fmla="*/ 0 w 170"/>
                    <a:gd name="T7" fmla="*/ 0 h 168"/>
                    <a:gd name="T8" fmla="*/ 0 w 170"/>
                    <a:gd name="T9" fmla="*/ 0 h 168"/>
                    <a:gd name="T10" fmla="*/ 0 w 170"/>
                    <a:gd name="T11" fmla="*/ 0 h 168"/>
                    <a:gd name="T12" fmla="*/ 0 w 170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8"/>
                    <a:gd name="T23" fmla="*/ 170 w 170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8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101" y="168"/>
                      </a:lnTo>
                      <a:lnTo>
                        <a:pt x="135" y="128"/>
                      </a:lnTo>
                      <a:lnTo>
                        <a:pt x="170" y="88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6" name="Freeform 1949">
                  <a:extLst>
                    <a:ext uri="{FF2B5EF4-FFF2-40B4-BE49-F238E27FC236}">
                      <a16:creationId xmlns:a16="http://schemas.microsoft.com/office/drawing/2014/main" id="{1E134791-D944-D11C-180B-C7427AEA1B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50" y="2124"/>
                  <a:ext cx="28" cy="28"/>
                </a:xfrm>
                <a:custGeom>
                  <a:avLst/>
                  <a:gdLst>
                    <a:gd name="T0" fmla="*/ 0 w 170"/>
                    <a:gd name="T1" fmla="*/ 0 h 168"/>
                    <a:gd name="T2" fmla="*/ 0 w 170"/>
                    <a:gd name="T3" fmla="*/ 0 h 168"/>
                    <a:gd name="T4" fmla="*/ 0 w 170"/>
                    <a:gd name="T5" fmla="*/ 0 h 168"/>
                    <a:gd name="T6" fmla="*/ 0 w 170"/>
                    <a:gd name="T7" fmla="*/ 0 h 168"/>
                    <a:gd name="T8" fmla="*/ 0 w 170"/>
                    <a:gd name="T9" fmla="*/ 0 h 168"/>
                    <a:gd name="T10" fmla="*/ 0 w 170"/>
                    <a:gd name="T11" fmla="*/ 0 h 168"/>
                    <a:gd name="T12" fmla="*/ 0 w 170"/>
                    <a:gd name="T13" fmla="*/ 0 h 16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8"/>
                    <a:gd name="T23" fmla="*/ 170 w 170"/>
                    <a:gd name="T24" fmla="*/ 168 h 16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8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101" y="168"/>
                      </a:lnTo>
                      <a:lnTo>
                        <a:pt x="135" y="128"/>
                      </a:lnTo>
                      <a:lnTo>
                        <a:pt x="170" y="88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7" name="Freeform 1950">
                  <a:extLst>
                    <a:ext uri="{FF2B5EF4-FFF2-40B4-BE49-F238E27FC236}">
                      <a16:creationId xmlns:a16="http://schemas.microsoft.com/office/drawing/2014/main" id="{2D358E95-30FA-D110-BF99-BF2077BE8A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67" y="2145"/>
                  <a:ext cx="5" cy="7"/>
                </a:xfrm>
                <a:custGeom>
                  <a:avLst/>
                  <a:gdLst>
                    <a:gd name="T0" fmla="*/ 0 w 34"/>
                    <a:gd name="T1" fmla="*/ 0 h 43"/>
                    <a:gd name="T2" fmla="*/ 0 w 34"/>
                    <a:gd name="T3" fmla="*/ 0 h 43"/>
                    <a:gd name="T4" fmla="*/ 0 w 34"/>
                    <a:gd name="T5" fmla="*/ 0 h 43"/>
                    <a:gd name="T6" fmla="*/ 0 w 34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4"/>
                    <a:gd name="T13" fmla="*/ 0 h 43"/>
                    <a:gd name="T14" fmla="*/ 34 w 34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4" h="43">
                      <a:moveTo>
                        <a:pt x="34" y="0"/>
                      </a:moveTo>
                      <a:lnTo>
                        <a:pt x="0" y="40"/>
                      </a:lnTo>
                      <a:lnTo>
                        <a:pt x="3" y="43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8" name="Line 1951">
                  <a:extLst>
                    <a:ext uri="{FF2B5EF4-FFF2-40B4-BE49-F238E27FC236}">
                      <a16:creationId xmlns:a16="http://schemas.microsoft.com/office/drawing/2014/main" id="{DA367500-95A9-0CF6-8662-2DE13E59E3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67" y="21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9" name="Freeform 1952">
                  <a:extLst>
                    <a:ext uri="{FF2B5EF4-FFF2-40B4-BE49-F238E27FC236}">
                      <a16:creationId xmlns:a16="http://schemas.microsoft.com/office/drawing/2014/main" id="{D0B187D1-1AA1-D2A5-1E3C-CDB3838EB7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67" y="2138"/>
                  <a:ext cx="29" cy="27"/>
                </a:xfrm>
                <a:custGeom>
                  <a:avLst/>
                  <a:gdLst>
                    <a:gd name="T0" fmla="*/ 0 w 171"/>
                    <a:gd name="T1" fmla="*/ 0 h 165"/>
                    <a:gd name="T2" fmla="*/ 0 w 171"/>
                    <a:gd name="T3" fmla="*/ 0 h 165"/>
                    <a:gd name="T4" fmla="*/ 0 w 171"/>
                    <a:gd name="T5" fmla="*/ 0 h 165"/>
                    <a:gd name="T6" fmla="*/ 0 w 171"/>
                    <a:gd name="T7" fmla="*/ 0 h 165"/>
                    <a:gd name="T8" fmla="*/ 0 w 171"/>
                    <a:gd name="T9" fmla="*/ 0 h 165"/>
                    <a:gd name="T10" fmla="*/ 0 w 171"/>
                    <a:gd name="T11" fmla="*/ 0 h 165"/>
                    <a:gd name="T12" fmla="*/ 0 w 17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1"/>
                    <a:gd name="T22" fmla="*/ 0 h 165"/>
                    <a:gd name="T23" fmla="*/ 171 w 17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1" h="165">
                      <a:moveTo>
                        <a:pt x="63" y="0"/>
                      </a:moveTo>
                      <a:lnTo>
                        <a:pt x="31" y="43"/>
                      </a:lnTo>
                      <a:lnTo>
                        <a:pt x="0" y="86"/>
                      </a:lnTo>
                      <a:lnTo>
                        <a:pt x="108" y="165"/>
                      </a:lnTo>
                      <a:lnTo>
                        <a:pt x="139" y="121"/>
                      </a:lnTo>
                      <a:lnTo>
                        <a:pt x="171" y="78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0" name="Freeform 1953">
                  <a:extLst>
                    <a:ext uri="{FF2B5EF4-FFF2-40B4-BE49-F238E27FC236}">
                      <a16:creationId xmlns:a16="http://schemas.microsoft.com/office/drawing/2014/main" id="{39D568ED-A4F8-E346-F741-D30273464D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67" y="2138"/>
                  <a:ext cx="29" cy="27"/>
                </a:xfrm>
                <a:custGeom>
                  <a:avLst/>
                  <a:gdLst>
                    <a:gd name="T0" fmla="*/ 0 w 171"/>
                    <a:gd name="T1" fmla="*/ 0 h 165"/>
                    <a:gd name="T2" fmla="*/ 0 w 171"/>
                    <a:gd name="T3" fmla="*/ 0 h 165"/>
                    <a:gd name="T4" fmla="*/ 0 w 171"/>
                    <a:gd name="T5" fmla="*/ 0 h 165"/>
                    <a:gd name="T6" fmla="*/ 0 w 171"/>
                    <a:gd name="T7" fmla="*/ 0 h 165"/>
                    <a:gd name="T8" fmla="*/ 0 w 171"/>
                    <a:gd name="T9" fmla="*/ 0 h 165"/>
                    <a:gd name="T10" fmla="*/ 0 w 171"/>
                    <a:gd name="T11" fmla="*/ 0 h 165"/>
                    <a:gd name="T12" fmla="*/ 0 w 171"/>
                    <a:gd name="T13" fmla="*/ 0 h 16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1"/>
                    <a:gd name="T22" fmla="*/ 0 h 165"/>
                    <a:gd name="T23" fmla="*/ 171 w 171"/>
                    <a:gd name="T24" fmla="*/ 165 h 16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1" h="165">
                      <a:moveTo>
                        <a:pt x="63" y="0"/>
                      </a:moveTo>
                      <a:lnTo>
                        <a:pt x="31" y="43"/>
                      </a:lnTo>
                      <a:lnTo>
                        <a:pt x="0" y="86"/>
                      </a:lnTo>
                      <a:lnTo>
                        <a:pt x="108" y="165"/>
                      </a:lnTo>
                      <a:lnTo>
                        <a:pt x="139" y="121"/>
                      </a:lnTo>
                      <a:lnTo>
                        <a:pt x="171" y="78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1" name="Freeform 1954">
                  <a:extLst>
                    <a:ext uri="{FF2B5EF4-FFF2-40B4-BE49-F238E27FC236}">
                      <a16:creationId xmlns:a16="http://schemas.microsoft.com/office/drawing/2014/main" id="{30054245-C5B1-DBEC-9473-CB741AA2F5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2158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0"/>
                      </a:moveTo>
                      <a:lnTo>
                        <a:pt x="0" y="44"/>
                      </a:lnTo>
                      <a:lnTo>
                        <a:pt x="3" y="46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2" name="Line 1955">
                  <a:extLst>
                    <a:ext uri="{FF2B5EF4-FFF2-40B4-BE49-F238E27FC236}">
                      <a16:creationId xmlns:a16="http://schemas.microsoft.com/office/drawing/2014/main" id="{224F65AA-A18F-600E-83B4-DAA730342E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5" y="216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3" name="Freeform 1956">
                  <a:extLst>
                    <a:ext uri="{FF2B5EF4-FFF2-40B4-BE49-F238E27FC236}">
                      <a16:creationId xmlns:a16="http://schemas.microsoft.com/office/drawing/2014/main" id="{01A950CD-FC6F-535F-6165-46294ED583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2150"/>
                  <a:ext cx="28" cy="27"/>
                </a:xfrm>
                <a:custGeom>
                  <a:avLst/>
                  <a:gdLst>
                    <a:gd name="T0" fmla="*/ 0 w 170"/>
                    <a:gd name="T1" fmla="*/ 0 h 161"/>
                    <a:gd name="T2" fmla="*/ 0 w 170"/>
                    <a:gd name="T3" fmla="*/ 0 h 161"/>
                    <a:gd name="T4" fmla="*/ 0 w 170"/>
                    <a:gd name="T5" fmla="*/ 0 h 161"/>
                    <a:gd name="T6" fmla="*/ 0 w 170"/>
                    <a:gd name="T7" fmla="*/ 0 h 161"/>
                    <a:gd name="T8" fmla="*/ 0 w 170"/>
                    <a:gd name="T9" fmla="*/ 0 h 161"/>
                    <a:gd name="T10" fmla="*/ 0 w 170"/>
                    <a:gd name="T11" fmla="*/ 0 h 161"/>
                    <a:gd name="T12" fmla="*/ 0 w 170"/>
                    <a:gd name="T13" fmla="*/ 0 h 16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1"/>
                    <a:gd name="T23" fmla="*/ 170 w 170"/>
                    <a:gd name="T24" fmla="*/ 161 h 16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1">
                      <a:moveTo>
                        <a:pt x="57" y="0"/>
                      </a:moveTo>
                      <a:lnTo>
                        <a:pt x="28" y="45"/>
                      </a:lnTo>
                      <a:lnTo>
                        <a:pt x="0" y="91"/>
                      </a:lnTo>
                      <a:lnTo>
                        <a:pt x="113" y="161"/>
                      </a:lnTo>
                      <a:lnTo>
                        <a:pt x="142" y="115"/>
                      </a:lnTo>
                      <a:lnTo>
                        <a:pt x="170" y="70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4" name="Freeform 1957">
                  <a:extLst>
                    <a:ext uri="{FF2B5EF4-FFF2-40B4-BE49-F238E27FC236}">
                      <a16:creationId xmlns:a16="http://schemas.microsoft.com/office/drawing/2014/main" id="{AB185497-8769-7DA1-E1E4-7AD37CEEF5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2150"/>
                  <a:ext cx="28" cy="27"/>
                </a:xfrm>
                <a:custGeom>
                  <a:avLst/>
                  <a:gdLst>
                    <a:gd name="T0" fmla="*/ 0 w 170"/>
                    <a:gd name="T1" fmla="*/ 0 h 161"/>
                    <a:gd name="T2" fmla="*/ 0 w 170"/>
                    <a:gd name="T3" fmla="*/ 0 h 161"/>
                    <a:gd name="T4" fmla="*/ 0 w 170"/>
                    <a:gd name="T5" fmla="*/ 0 h 161"/>
                    <a:gd name="T6" fmla="*/ 0 w 170"/>
                    <a:gd name="T7" fmla="*/ 0 h 161"/>
                    <a:gd name="T8" fmla="*/ 0 w 170"/>
                    <a:gd name="T9" fmla="*/ 0 h 161"/>
                    <a:gd name="T10" fmla="*/ 0 w 170"/>
                    <a:gd name="T11" fmla="*/ 0 h 161"/>
                    <a:gd name="T12" fmla="*/ 0 w 170"/>
                    <a:gd name="T13" fmla="*/ 0 h 16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0"/>
                    <a:gd name="T22" fmla="*/ 0 h 161"/>
                    <a:gd name="T23" fmla="*/ 170 w 170"/>
                    <a:gd name="T24" fmla="*/ 161 h 16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0" h="161">
                      <a:moveTo>
                        <a:pt x="57" y="0"/>
                      </a:moveTo>
                      <a:lnTo>
                        <a:pt x="28" y="45"/>
                      </a:lnTo>
                      <a:lnTo>
                        <a:pt x="0" y="91"/>
                      </a:lnTo>
                      <a:lnTo>
                        <a:pt x="113" y="161"/>
                      </a:lnTo>
                      <a:lnTo>
                        <a:pt x="142" y="115"/>
                      </a:lnTo>
                      <a:lnTo>
                        <a:pt x="170" y="70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5" name="Freeform 1958">
                  <a:extLst>
                    <a:ext uri="{FF2B5EF4-FFF2-40B4-BE49-F238E27FC236}">
                      <a16:creationId xmlns:a16="http://schemas.microsoft.com/office/drawing/2014/main" id="{E67941FA-37A7-4490-9BBE-276A5E0E7D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2170"/>
                  <a:ext cx="4" cy="8"/>
                </a:xfrm>
                <a:custGeom>
                  <a:avLst/>
                  <a:gdLst>
                    <a:gd name="T0" fmla="*/ 0 w 29"/>
                    <a:gd name="T1" fmla="*/ 0 h 48"/>
                    <a:gd name="T2" fmla="*/ 0 w 29"/>
                    <a:gd name="T3" fmla="*/ 0 h 48"/>
                    <a:gd name="T4" fmla="*/ 0 w 29"/>
                    <a:gd name="T5" fmla="*/ 0 h 48"/>
                    <a:gd name="T6" fmla="*/ 0 w 29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"/>
                    <a:gd name="T13" fmla="*/ 0 h 48"/>
                    <a:gd name="T14" fmla="*/ 29 w 29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" h="48">
                      <a:moveTo>
                        <a:pt x="29" y="0"/>
                      </a:moveTo>
                      <a:lnTo>
                        <a:pt x="0" y="46"/>
                      </a:lnTo>
                      <a:lnTo>
                        <a:pt x="4" y="48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6" name="Line 1959">
                  <a:extLst>
                    <a:ext uri="{FF2B5EF4-FFF2-40B4-BE49-F238E27FC236}">
                      <a16:creationId xmlns:a16="http://schemas.microsoft.com/office/drawing/2014/main" id="{F22916DC-C456-1901-AA45-524541A2F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5" y="21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7" name="Freeform 1960">
                  <a:extLst>
                    <a:ext uri="{FF2B5EF4-FFF2-40B4-BE49-F238E27FC236}">
                      <a16:creationId xmlns:a16="http://schemas.microsoft.com/office/drawing/2014/main" id="{0FE0E7F0-A1EE-6637-6E30-0CFD0F95E8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2162"/>
                  <a:ext cx="28" cy="26"/>
                </a:xfrm>
                <a:custGeom>
                  <a:avLst/>
                  <a:gdLst>
                    <a:gd name="T0" fmla="*/ 0 w 169"/>
                    <a:gd name="T1" fmla="*/ 0 h 155"/>
                    <a:gd name="T2" fmla="*/ 0 w 169"/>
                    <a:gd name="T3" fmla="*/ 0 h 155"/>
                    <a:gd name="T4" fmla="*/ 0 w 169"/>
                    <a:gd name="T5" fmla="*/ 0 h 155"/>
                    <a:gd name="T6" fmla="*/ 0 w 169"/>
                    <a:gd name="T7" fmla="*/ 0 h 155"/>
                    <a:gd name="T8" fmla="*/ 0 w 169"/>
                    <a:gd name="T9" fmla="*/ 0 h 155"/>
                    <a:gd name="T10" fmla="*/ 0 w 169"/>
                    <a:gd name="T11" fmla="*/ 0 h 155"/>
                    <a:gd name="T12" fmla="*/ 0 w 169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55"/>
                    <a:gd name="T23" fmla="*/ 169 w 169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55">
                      <a:moveTo>
                        <a:pt x="49" y="0"/>
                      </a:moveTo>
                      <a:lnTo>
                        <a:pt x="25" y="47"/>
                      </a:lnTo>
                      <a:lnTo>
                        <a:pt x="0" y="95"/>
                      </a:lnTo>
                      <a:lnTo>
                        <a:pt x="120" y="155"/>
                      </a:lnTo>
                      <a:lnTo>
                        <a:pt x="144" y="108"/>
                      </a:lnTo>
                      <a:lnTo>
                        <a:pt x="169" y="6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8" name="Freeform 1961">
                  <a:extLst>
                    <a:ext uri="{FF2B5EF4-FFF2-40B4-BE49-F238E27FC236}">
                      <a16:creationId xmlns:a16="http://schemas.microsoft.com/office/drawing/2014/main" id="{C63E2942-2DEB-0970-C54C-945265C2CE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5" y="2162"/>
                  <a:ext cx="28" cy="26"/>
                </a:xfrm>
                <a:custGeom>
                  <a:avLst/>
                  <a:gdLst>
                    <a:gd name="T0" fmla="*/ 0 w 169"/>
                    <a:gd name="T1" fmla="*/ 0 h 155"/>
                    <a:gd name="T2" fmla="*/ 0 w 169"/>
                    <a:gd name="T3" fmla="*/ 0 h 155"/>
                    <a:gd name="T4" fmla="*/ 0 w 169"/>
                    <a:gd name="T5" fmla="*/ 0 h 155"/>
                    <a:gd name="T6" fmla="*/ 0 w 169"/>
                    <a:gd name="T7" fmla="*/ 0 h 155"/>
                    <a:gd name="T8" fmla="*/ 0 w 169"/>
                    <a:gd name="T9" fmla="*/ 0 h 155"/>
                    <a:gd name="T10" fmla="*/ 0 w 169"/>
                    <a:gd name="T11" fmla="*/ 0 h 155"/>
                    <a:gd name="T12" fmla="*/ 0 w 169"/>
                    <a:gd name="T13" fmla="*/ 0 h 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9"/>
                    <a:gd name="T22" fmla="*/ 0 h 155"/>
                    <a:gd name="T23" fmla="*/ 169 w 169"/>
                    <a:gd name="T24" fmla="*/ 155 h 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9" h="155">
                      <a:moveTo>
                        <a:pt x="49" y="0"/>
                      </a:moveTo>
                      <a:lnTo>
                        <a:pt x="25" y="47"/>
                      </a:lnTo>
                      <a:lnTo>
                        <a:pt x="0" y="95"/>
                      </a:lnTo>
                      <a:lnTo>
                        <a:pt x="120" y="155"/>
                      </a:lnTo>
                      <a:lnTo>
                        <a:pt x="144" y="108"/>
                      </a:lnTo>
                      <a:lnTo>
                        <a:pt x="169" y="60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9" name="Freeform 1962">
                  <a:extLst>
                    <a:ext uri="{FF2B5EF4-FFF2-40B4-BE49-F238E27FC236}">
                      <a16:creationId xmlns:a16="http://schemas.microsoft.com/office/drawing/2014/main" id="{DD6A0DF0-6C08-C209-6251-D0CD360B7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5" y="2180"/>
                  <a:ext cx="4" cy="8"/>
                </a:xfrm>
                <a:custGeom>
                  <a:avLst/>
                  <a:gdLst>
                    <a:gd name="T0" fmla="*/ 0 w 24"/>
                    <a:gd name="T1" fmla="*/ 0 h 49"/>
                    <a:gd name="T2" fmla="*/ 0 w 24"/>
                    <a:gd name="T3" fmla="*/ 0 h 49"/>
                    <a:gd name="T4" fmla="*/ 0 w 24"/>
                    <a:gd name="T5" fmla="*/ 0 h 49"/>
                    <a:gd name="T6" fmla="*/ 0 w 24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"/>
                    <a:gd name="T13" fmla="*/ 0 h 49"/>
                    <a:gd name="T14" fmla="*/ 24 w 24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" h="49">
                      <a:moveTo>
                        <a:pt x="24" y="0"/>
                      </a:moveTo>
                      <a:lnTo>
                        <a:pt x="0" y="47"/>
                      </a:lnTo>
                      <a:lnTo>
                        <a:pt x="4" y="49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0" name="Line 1963">
                  <a:extLst>
                    <a:ext uri="{FF2B5EF4-FFF2-40B4-BE49-F238E27FC236}">
                      <a16:creationId xmlns:a16="http://schemas.microsoft.com/office/drawing/2014/main" id="{3B754A49-3ACD-0C22-C07C-4436C654E4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5" y="21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1" name="Freeform 1964">
                  <a:extLst>
                    <a:ext uri="{FF2B5EF4-FFF2-40B4-BE49-F238E27FC236}">
                      <a16:creationId xmlns:a16="http://schemas.microsoft.com/office/drawing/2014/main" id="{0992ECEC-D9AE-82BD-5752-620081B1DA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6" y="2171"/>
                  <a:ext cx="27" cy="25"/>
                </a:xfrm>
                <a:custGeom>
                  <a:avLst/>
                  <a:gdLst>
                    <a:gd name="T0" fmla="*/ 0 w 164"/>
                    <a:gd name="T1" fmla="*/ 0 h 149"/>
                    <a:gd name="T2" fmla="*/ 0 w 164"/>
                    <a:gd name="T3" fmla="*/ 0 h 149"/>
                    <a:gd name="T4" fmla="*/ 0 w 164"/>
                    <a:gd name="T5" fmla="*/ 0 h 149"/>
                    <a:gd name="T6" fmla="*/ 0 w 164"/>
                    <a:gd name="T7" fmla="*/ 0 h 149"/>
                    <a:gd name="T8" fmla="*/ 0 w 164"/>
                    <a:gd name="T9" fmla="*/ 0 h 149"/>
                    <a:gd name="T10" fmla="*/ 0 w 164"/>
                    <a:gd name="T11" fmla="*/ 0 h 149"/>
                    <a:gd name="T12" fmla="*/ 0 w 164"/>
                    <a:gd name="T13" fmla="*/ 0 h 1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49"/>
                    <a:gd name="T23" fmla="*/ 164 w 164"/>
                    <a:gd name="T24" fmla="*/ 149 h 1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49">
                      <a:moveTo>
                        <a:pt x="41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124" y="149"/>
                      </a:lnTo>
                      <a:lnTo>
                        <a:pt x="144" y="99"/>
                      </a:lnTo>
                      <a:lnTo>
                        <a:pt x="164" y="5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2" name="Freeform 1965">
                  <a:extLst>
                    <a:ext uri="{FF2B5EF4-FFF2-40B4-BE49-F238E27FC236}">
                      <a16:creationId xmlns:a16="http://schemas.microsoft.com/office/drawing/2014/main" id="{D49E525C-98DA-A7E3-79C2-F60FCB28AE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6" y="2171"/>
                  <a:ext cx="27" cy="25"/>
                </a:xfrm>
                <a:custGeom>
                  <a:avLst/>
                  <a:gdLst>
                    <a:gd name="T0" fmla="*/ 0 w 164"/>
                    <a:gd name="T1" fmla="*/ 0 h 149"/>
                    <a:gd name="T2" fmla="*/ 0 w 164"/>
                    <a:gd name="T3" fmla="*/ 0 h 149"/>
                    <a:gd name="T4" fmla="*/ 0 w 164"/>
                    <a:gd name="T5" fmla="*/ 0 h 149"/>
                    <a:gd name="T6" fmla="*/ 0 w 164"/>
                    <a:gd name="T7" fmla="*/ 0 h 149"/>
                    <a:gd name="T8" fmla="*/ 0 w 164"/>
                    <a:gd name="T9" fmla="*/ 0 h 149"/>
                    <a:gd name="T10" fmla="*/ 0 w 164"/>
                    <a:gd name="T11" fmla="*/ 0 h 149"/>
                    <a:gd name="T12" fmla="*/ 0 w 164"/>
                    <a:gd name="T13" fmla="*/ 0 h 1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4"/>
                    <a:gd name="T22" fmla="*/ 0 h 149"/>
                    <a:gd name="T23" fmla="*/ 164 w 164"/>
                    <a:gd name="T24" fmla="*/ 149 h 14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4" h="149">
                      <a:moveTo>
                        <a:pt x="41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124" y="149"/>
                      </a:lnTo>
                      <a:lnTo>
                        <a:pt x="144" y="99"/>
                      </a:lnTo>
                      <a:lnTo>
                        <a:pt x="164" y="5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3" name="Freeform 1966">
                  <a:extLst>
                    <a:ext uri="{FF2B5EF4-FFF2-40B4-BE49-F238E27FC236}">
                      <a16:creationId xmlns:a16="http://schemas.microsoft.com/office/drawing/2014/main" id="{3CA51EF0-F0A3-3BE9-1348-43EEBF3912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7" y="2188"/>
                  <a:ext cx="3" cy="9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20" y="0"/>
                      </a:moveTo>
                      <a:lnTo>
                        <a:pt x="0" y="50"/>
                      </a:lnTo>
                      <a:lnTo>
                        <a:pt x="4" y="51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4" name="Line 1967">
                  <a:extLst>
                    <a:ext uri="{FF2B5EF4-FFF2-40B4-BE49-F238E27FC236}">
                      <a16:creationId xmlns:a16="http://schemas.microsoft.com/office/drawing/2014/main" id="{017F0EE3-F554-ECF9-3367-69F825B8E0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7" y="219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5" name="Freeform 1968">
                  <a:extLst>
                    <a:ext uri="{FF2B5EF4-FFF2-40B4-BE49-F238E27FC236}">
                      <a16:creationId xmlns:a16="http://schemas.microsoft.com/office/drawing/2014/main" id="{B19767C6-9A06-C4E2-3AB6-EA5AA6230F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7" y="2180"/>
                  <a:ext cx="27" cy="23"/>
                </a:xfrm>
                <a:custGeom>
                  <a:avLst/>
                  <a:gdLst>
                    <a:gd name="T0" fmla="*/ 0 w 159"/>
                    <a:gd name="T1" fmla="*/ 0 h 140"/>
                    <a:gd name="T2" fmla="*/ 0 w 159"/>
                    <a:gd name="T3" fmla="*/ 0 h 140"/>
                    <a:gd name="T4" fmla="*/ 0 w 159"/>
                    <a:gd name="T5" fmla="*/ 0 h 140"/>
                    <a:gd name="T6" fmla="*/ 0 w 159"/>
                    <a:gd name="T7" fmla="*/ 0 h 140"/>
                    <a:gd name="T8" fmla="*/ 0 w 159"/>
                    <a:gd name="T9" fmla="*/ 0 h 140"/>
                    <a:gd name="T10" fmla="*/ 0 w 159"/>
                    <a:gd name="T11" fmla="*/ 0 h 140"/>
                    <a:gd name="T12" fmla="*/ 0 w 159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"/>
                    <a:gd name="T22" fmla="*/ 0 h 140"/>
                    <a:gd name="T23" fmla="*/ 159 w 159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" h="140">
                      <a:moveTo>
                        <a:pt x="32" y="0"/>
                      </a:moveTo>
                      <a:lnTo>
                        <a:pt x="16" y="50"/>
                      </a:lnTo>
                      <a:lnTo>
                        <a:pt x="0" y="101"/>
                      </a:lnTo>
                      <a:lnTo>
                        <a:pt x="127" y="140"/>
                      </a:lnTo>
                      <a:lnTo>
                        <a:pt x="143" y="90"/>
                      </a:lnTo>
                      <a:lnTo>
                        <a:pt x="159" y="39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6" name="Freeform 1969">
                  <a:extLst>
                    <a:ext uri="{FF2B5EF4-FFF2-40B4-BE49-F238E27FC236}">
                      <a16:creationId xmlns:a16="http://schemas.microsoft.com/office/drawing/2014/main" id="{64087476-D505-56AD-A371-C54671C9C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7" y="2180"/>
                  <a:ext cx="27" cy="23"/>
                </a:xfrm>
                <a:custGeom>
                  <a:avLst/>
                  <a:gdLst>
                    <a:gd name="T0" fmla="*/ 0 w 159"/>
                    <a:gd name="T1" fmla="*/ 0 h 140"/>
                    <a:gd name="T2" fmla="*/ 0 w 159"/>
                    <a:gd name="T3" fmla="*/ 0 h 140"/>
                    <a:gd name="T4" fmla="*/ 0 w 159"/>
                    <a:gd name="T5" fmla="*/ 0 h 140"/>
                    <a:gd name="T6" fmla="*/ 0 w 159"/>
                    <a:gd name="T7" fmla="*/ 0 h 140"/>
                    <a:gd name="T8" fmla="*/ 0 w 159"/>
                    <a:gd name="T9" fmla="*/ 0 h 140"/>
                    <a:gd name="T10" fmla="*/ 0 w 159"/>
                    <a:gd name="T11" fmla="*/ 0 h 140"/>
                    <a:gd name="T12" fmla="*/ 0 w 159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9"/>
                    <a:gd name="T22" fmla="*/ 0 h 140"/>
                    <a:gd name="T23" fmla="*/ 159 w 159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9" h="140">
                      <a:moveTo>
                        <a:pt x="32" y="0"/>
                      </a:moveTo>
                      <a:lnTo>
                        <a:pt x="16" y="50"/>
                      </a:lnTo>
                      <a:lnTo>
                        <a:pt x="0" y="101"/>
                      </a:lnTo>
                      <a:lnTo>
                        <a:pt x="127" y="140"/>
                      </a:lnTo>
                      <a:lnTo>
                        <a:pt x="143" y="90"/>
                      </a:lnTo>
                      <a:lnTo>
                        <a:pt x="159" y="39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7" name="Freeform 1970">
                  <a:extLst>
                    <a:ext uri="{FF2B5EF4-FFF2-40B4-BE49-F238E27FC236}">
                      <a16:creationId xmlns:a16="http://schemas.microsoft.com/office/drawing/2014/main" id="{538E2C89-2113-ABBA-B1B6-C223B23521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8" y="2195"/>
                  <a:ext cx="3" cy="8"/>
                </a:xfrm>
                <a:custGeom>
                  <a:avLst/>
                  <a:gdLst>
                    <a:gd name="T0" fmla="*/ 0 w 16"/>
                    <a:gd name="T1" fmla="*/ 0 h 51"/>
                    <a:gd name="T2" fmla="*/ 0 w 16"/>
                    <a:gd name="T3" fmla="*/ 0 h 51"/>
                    <a:gd name="T4" fmla="*/ 0 w 16"/>
                    <a:gd name="T5" fmla="*/ 0 h 51"/>
                    <a:gd name="T6" fmla="*/ 0 w 16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51"/>
                    <a:gd name="T14" fmla="*/ 16 w 16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51">
                      <a:moveTo>
                        <a:pt x="16" y="0"/>
                      </a:moveTo>
                      <a:lnTo>
                        <a:pt x="0" y="50"/>
                      </a:lnTo>
                      <a:lnTo>
                        <a:pt x="5" y="51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8" name="Line 1971">
                  <a:extLst>
                    <a:ext uri="{FF2B5EF4-FFF2-40B4-BE49-F238E27FC236}">
                      <a16:creationId xmlns:a16="http://schemas.microsoft.com/office/drawing/2014/main" id="{4591392B-7D61-E9B7-75F5-08BCE6921C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68" y="22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59" name="Freeform 1972">
                  <a:extLst>
                    <a:ext uri="{FF2B5EF4-FFF2-40B4-BE49-F238E27FC236}">
                      <a16:creationId xmlns:a16="http://schemas.microsoft.com/office/drawing/2014/main" id="{153EBF75-0532-A0F4-07D1-74BFAD0785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9" y="2186"/>
                  <a:ext cx="26" cy="22"/>
                </a:xfrm>
                <a:custGeom>
                  <a:avLst/>
                  <a:gdLst>
                    <a:gd name="T0" fmla="*/ 0 w 153"/>
                    <a:gd name="T1" fmla="*/ 0 h 132"/>
                    <a:gd name="T2" fmla="*/ 0 w 153"/>
                    <a:gd name="T3" fmla="*/ 0 h 132"/>
                    <a:gd name="T4" fmla="*/ 0 w 153"/>
                    <a:gd name="T5" fmla="*/ 0 h 132"/>
                    <a:gd name="T6" fmla="*/ 0 w 153"/>
                    <a:gd name="T7" fmla="*/ 0 h 132"/>
                    <a:gd name="T8" fmla="*/ 0 w 153"/>
                    <a:gd name="T9" fmla="*/ 0 h 132"/>
                    <a:gd name="T10" fmla="*/ 0 w 153"/>
                    <a:gd name="T11" fmla="*/ 0 h 132"/>
                    <a:gd name="T12" fmla="*/ 0 w 15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32"/>
                    <a:gd name="T23" fmla="*/ 153 w 15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3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3"/>
                      </a:lnTo>
                      <a:lnTo>
                        <a:pt x="130" y="132"/>
                      </a:lnTo>
                      <a:lnTo>
                        <a:pt x="142" y="80"/>
                      </a:lnTo>
                      <a:lnTo>
                        <a:pt x="153" y="2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0" name="Freeform 1973">
                  <a:extLst>
                    <a:ext uri="{FF2B5EF4-FFF2-40B4-BE49-F238E27FC236}">
                      <a16:creationId xmlns:a16="http://schemas.microsoft.com/office/drawing/2014/main" id="{BDE9C16F-40D7-02F7-D555-1D7ED0344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9" y="2186"/>
                  <a:ext cx="26" cy="22"/>
                </a:xfrm>
                <a:custGeom>
                  <a:avLst/>
                  <a:gdLst>
                    <a:gd name="T0" fmla="*/ 0 w 153"/>
                    <a:gd name="T1" fmla="*/ 0 h 132"/>
                    <a:gd name="T2" fmla="*/ 0 w 153"/>
                    <a:gd name="T3" fmla="*/ 0 h 132"/>
                    <a:gd name="T4" fmla="*/ 0 w 153"/>
                    <a:gd name="T5" fmla="*/ 0 h 132"/>
                    <a:gd name="T6" fmla="*/ 0 w 153"/>
                    <a:gd name="T7" fmla="*/ 0 h 132"/>
                    <a:gd name="T8" fmla="*/ 0 w 153"/>
                    <a:gd name="T9" fmla="*/ 0 h 132"/>
                    <a:gd name="T10" fmla="*/ 0 w 153"/>
                    <a:gd name="T11" fmla="*/ 0 h 132"/>
                    <a:gd name="T12" fmla="*/ 0 w 15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3"/>
                    <a:gd name="T22" fmla="*/ 0 h 132"/>
                    <a:gd name="T23" fmla="*/ 153 w 15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3" h="13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3"/>
                      </a:lnTo>
                      <a:lnTo>
                        <a:pt x="130" y="132"/>
                      </a:lnTo>
                      <a:lnTo>
                        <a:pt x="142" y="80"/>
                      </a:lnTo>
                      <a:lnTo>
                        <a:pt x="153" y="2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1" name="Freeform 1974">
                  <a:extLst>
                    <a:ext uri="{FF2B5EF4-FFF2-40B4-BE49-F238E27FC236}">
                      <a16:creationId xmlns:a16="http://schemas.microsoft.com/office/drawing/2014/main" id="{FA200D74-64EB-0CD6-306E-7047AE7CC6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1" y="2199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5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2" name="Line 1975">
                  <a:extLst>
                    <a:ext uri="{FF2B5EF4-FFF2-40B4-BE49-F238E27FC236}">
                      <a16:creationId xmlns:a16="http://schemas.microsoft.com/office/drawing/2014/main" id="{5031F5E2-E0BA-F20E-E42A-00497F5FF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91" y="22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3" name="Freeform 1976">
                  <a:extLst>
                    <a:ext uri="{FF2B5EF4-FFF2-40B4-BE49-F238E27FC236}">
                      <a16:creationId xmlns:a16="http://schemas.microsoft.com/office/drawing/2014/main" id="{8A6F4E43-0188-7782-87FE-BFDBC07364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2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13" y="0"/>
                      </a:moveTo>
                      <a:lnTo>
                        <a:pt x="7" y="53"/>
                      </a:lnTo>
                      <a:lnTo>
                        <a:pt x="0" y="106"/>
                      </a:lnTo>
                      <a:lnTo>
                        <a:pt x="133" y="123"/>
                      </a:lnTo>
                      <a:lnTo>
                        <a:pt x="139" y="70"/>
                      </a:lnTo>
                      <a:lnTo>
                        <a:pt x="145" y="17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4" name="Freeform 1977">
                  <a:extLst>
                    <a:ext uri="{FF2B5EF4-FFF2-40B4-BE49-F238E27FC236}">
                      <a16:creationId xmlns:a16="http://schemas.microsoft.com/office/drawing/2014/main" id="{41B892FF-9FA6-074B-A00E-2E4C221BE0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92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13" y="0"/>
                      </a:moveTo>
                      <a:lnTo>
                        <a:pt x="7" y="53"/>
                      </a:lnTo>
                      <a:lnTo>
                        <a:pt x="0" y="106"/>
                      </a:lnTo>
                      <a:lnTo>
                        <a:pt x="133" y="123"/>
                      </a:lnTo>
                      <a:lnTo>
                        <a:pt x="139" y="70"/>
                      </a:lnTo>
                      <a:lnTo>
                        <a:pt x="145" y="17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5" name="Freeform 1978">
                  <a:extLst>
                    <a:ext uri="{FF2B5EF4-FFF2-40B4-BE49-F238E27FC236}">
                      <a16:creationId xmlns:a16="http://schemas.microsoft.com/office/drawing/2014/main" id="{D422C01D-C84B-48ED-0FE5-2DD772661A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4" y="2202"/>
                  <a:ext cx="1" cy="9"/>
                </a:xfrm>
                <a:custGeom>
                  <a:avLst/>
                  <a:gdLst>
                    <a:gd name="T0" fmla="*/ 0 w 6"/>
                    <a:gd name="T1" fmla="*/ 0 h 53"/>
                    <a:gd name="T2" fmla="*/ 0 w 6"/>
                    <a:gd name="T3" fmla="*/ 0 h 53"/>
                    <a:gd name="T4" fmla="*/ 0 w 6"/>
                    <a:gd name="T5" fmla="*/ 0 h 53"/>
                    <a:gd name="T6" fmla="*/ 0 w 6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"/>
                    <a:gd name="T13" fmla="*/ 0 h 53"/>
                    <a:gd name="T14" fmla="*/ 6 w 6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" h="53">
                      <a:moveTo>
                        <a:pt x="6" y="0"/>
                      </a:moveTo>
                      <a:lnTo>
                        <a:pt x="0" y="53"/>
                      </a:lnTo>
                      <a:lnTo>
                        <a:pt x="4" y="53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6" name="Line 1979">
                  <a:extLst>
                    <a:ext uri="{FF2B5EF4-FFF2-40B4-BE49-F238E27FC236}">
                      <a16:creationId xmlns:a16="http://schemas.microsoft.com/office/drawing/2014/main" id="{1C5AF711-CC70-416C-8D77-69965A0C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14" y="221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7" name="Freeform 1980">
                  <a:extLst>
                    <a:ext uri="{FF2B5EF4-FFF2-40B4-BE49-F238E27FC236}">
                      <a16:creationId xmlns:a16="http://schemas.microsoft.com/office/drawing/2014/main" id="{2B03B60D-E839-780E-F5D9-752772A357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4" y="2193"/>
                  <a:ext cx="23" cy="19"/>
                </a:xfrm>
                <a:custGeom>
                  <a:avLst/>
                  <a:gdLst>
                    <a:gd name="T0" fmla="*/ 0 w 137"/>
                    <a:gd name="T1" fmla="*/ 0 h 111"/>
                    <a:gd name="T2" fmla="*/ 0 w 137"/>
                    <a:gd name="T3" fmla="*/ 0 h 111"/>
                    <a:gd name="T4" fmla="*/ 0 w 137"/>
                    <a:gd name="T5" fmla="*/ 0 h 111"/>
                    <a:gd name="T6" fmla="*/ 0 w 137"/>
                    <a:gd name="T7" fmla="*/ 0 h 111"/>
                    <a:gd name="T8" fmla="*/ 0 w 137"/>
                    <a:gd name="T9" fmla="*/ 0 h 111"/>
                    <a:gd name="T10" fmla="*/ 0 w 137"/>
                    <a:gd name="T11" fmla="*/ 0 h 111"/>
                    <a:gd name="T12" fmla="*/ 0 w 137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11"/>
                    <a:gd name="T23" fmla="*/ 137 w 137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11">
                      <a:moveTo>
                        <a:pt x="4" y="0"/>
                      </a:moveTo>
                      <a:lnTo>
                        <a:pt x="2" y="53"/>
                      </a:lnTo>
                      <a:lnTo>
                        <a:pt x="0" y="106"/>
                      </a:lnTo>
                      <a:lnTo>
                        <a:pt x="133" y="111"/>
                      </a:lnTo>
                      <a:lnTo>
                        <a:pt x="135" y="58"/>
                      </a:lnTo>
                      <a:lnTo>
                        <a:pt x="137" y="5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8" name="Freeform 1981">
                  <a:extLst>
                    <a:ext uri="{FF2B5EF4-FFF2-40B4-BE49-F238E27FC236}">
                      <a16:creationId xmlns:a16="http://schemas.microsoft.com/office/drawing/2014/main" id="{7AA84F19-202F-CFE7-5CAC-AB4EF9D311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4" y="2193"/>
                  <a:ext cx="23" cy="19"/>
                </a:xfrm>
                <a:custGeom>
                  <a:avLst/>
                  <a:gdLst>
                    <a:gd name="T0" fmla="*/ 0 w 137"/>
                    <a:gd name="T1" fmla="*/ 0 h 111"/>
                    <a:gd name="T2" fmla="*/ 0 w 137"/>
                    <a:gd name="T3" fmla="*/ 0 h 111"/>
                    <a:gd name="T4" fmla="*/ 0 w 137"/>
                    <a:gd name="T5" fmla="*/ 0 h 111"/>
                    <a:gd name="T6" fmla="*/ 0 w 137"/>
                    <a:gd name="T7" fmla="*/ 0 h 111"/>
                    <a:gd name="T8" fmla="*/ 0 w 137"/>
                    <a:gd name="T9" fmla="*/ 0 h 111"/>
                    <a:gd name="T10" fmla="*/ 0 w 137"/>
                    <a:gd name="T11" fmla="*/ 0 h 111"/>
                    <a:gd name="T12" fmla="*/ 0 w 137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11"/>
                    <a:gd name="T23" fmla="*/ 137 w 137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11">
                      <a:moveTo>
                        <a:pt x="4" y="0"/>
                      </a:moveTo>
                      <a:lnTo>
                        <a:pt x="2" y="53"/>
                      </a:lnTo>
                      <a:lnTo>
                        <a:pt x="0" y="106"/>
                      </a:lnTo>
                      <a:lnTo>
                        <a:pt x="133" y="111"/>
                      </a:lnTo>
                      <a:lnTo>
                        <a:pt x="135" y="58"/>
                      </a:lnTo>
                      <a:lnTo>
                        <a:pt x="137" y="5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9" name="Freeform 1982">
                  <a:extLst>
                    <a:ext uri="{FF2B5EF4-FFF2-40B4-BE49-F238E27FC236}">
                      <a16:creationId xmlns:a16="http://schemas.microsoft.com/office/drawing/2014/main" id="{ED2DE339-2A63-595F-948A-AAAA169B4B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203"/>
                  <a:ext cx="1" cy="9"/>
                </a:xfrm>
                <a:custGeom>
                  <a:avLst/>
                  <a:gdLst>
                    <a:gd name="T0" fmla="*/ 0 w 4"/>
                    <a:gd name="T1" fmla="*/ 0 h 53"/>
                    <a:gd name="T2" fmla="*/ 0 w 4"/>
                    <a:gd name="T3" fmla="*/ 0 h 53"/>
                    <a:gd name="T4" fmla="*/ 0 w 4"/>
                    <a:gd name="T5" fmla="*/ 0 h 53"/>
                    <a:gd name="T6" fmla="*/ 0 w 4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"/>
                    <a:gd name="T13" fmla="*/ 0 h 53"/>
                    <a:gd name="T14" fmla="*/ 4 w 4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" h="53">
                      <a:moveTo>
                        <a:pt x="2" y="0"/>
                      </a:moveTo>
                      <a:lnTo>
                        <a:pt x="0" y="53"/>
                      </a:lnTo>
                      <a:lnTo>
                        <a:pt x="4" y="53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0" name="Line 1983">
                  <a:extLst>
                    <a:ext uri="{FF2B5EF4-FFF2-40B4-BE49-F238E27FC236}">
                      <a16:creationId xmlns:a16="http://schemas.microsoft.com/office/drawing/2014/main" id="{6562670A-37B9-EAAF-BEF6-3E4C63EFFE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21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1" name="Freeform 1984">
                  <a:extLst>
                    <a:ext uri="{FF2B5EF4-FFF2-40B4-BE49-F238E27FC236}">
                      <a16:creationId xmlns:a16="http://schemas.microsoft.com/office/drawing/2014/main" id="{DEB4B36E-E521-9402-6861-582EA2FC36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194"/>
                  <a:ext cx="23" cy="18"/>
                </a:xfrm>
                <a:custGeom>
                  <a:avLst/>
                  <a:gdLst>
                    <a:gd name="T0" fmla="*/ 0 w 138"/>
                    <a:gd name="T1" fmla="*/ 0 h 110"/>
                    <a:gd name="T2" fmla="*/ 0 w 138"/>
                    <a:gd name="T3" fmla="*/ 0 h 110"/>
                    <a:gd name="T4" fmla="*/ 0 w 138"/>
                    <a:gd name="T5" fmla="*/ 0 h 110"/>
                    <a:gd name="T6" fmla="*/ 0 w 138"/>
                    <a:gd name="T7" fmla="*/ 0 h 110"/>
                    <a:gd name="T8" fmla="*/ 0 w 138"/>
                    <a:gd name="T9" fmla="*/ 0 h 110"/>
                    <a:gd name="T10" fmla="*/ 0 w 138"/>
                    <a:gd name="T11" fmla="*/ 0 h 110"/>
                    <a:gd name="T12" fmla="*/ 0 w 138"/>
                    <a:gd name="T13" fmla="*/ 0 h 11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10"/>
                    <a:gd name="T23" fmla="*/ 138 w 138"/>
                    <a:gd name="T24" fmla="*/ 110 h 11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10">
                      <a:moveTo>
                        <a:pt x="0" y="4"/>
                      </a:moveTo>
                      <a:lnTo>
                        <a:pt x="2" y="57"/>
                      </a:lnTo>
                      <a:lnTo>
                        <a:pt x="4" y="110"/>
                      </a:lnTo>
                      <a:lnTo>
                        <a:pt x="138" y="106"/>
                      </a:lnTo>
                      <a:lnTo>
                        <a:pt x="136" y="53"/>
                      </a:lnTo>
                      <a:lnTo>
                        <a:pt x="134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2" name="Freeform 1985">
                  <a:extLst>
                    <a:ext uri="{FF2B5EF4-FFF2-40B4-BE49-F238E27FC236}">
                      <a16:creationId xmlns:a16="http://schemas.microsoft.com/office/drawing/2014/main" id="{01ABC98F-C53E-5A63-7CA2-E8B7AC8E7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194"/>
                  <a:ext cx="23" cy="18"/>
                </a:xfrm>
                <a:custGeom>
                  <a:avLst/>
                  <a:gdLst>
                    <a:gd name="T0" fmla="*/ 0 w 138"/>
                    <a:gd name="T1" fmla="*/ 0 h 110"/>
                    <a:gd name="T2" fmla="*/ 0 w 138"/>
                    <a:gd name="T3" fmla="*/ 0 h 110"/>
                    <a:gd name="T4" fmla="*/ 0 w 138"/>
                    <a:gd name="T5" fmla="*/ 0 h 110"/>
                    <a:gd name="T6" fmla="*/ 0 w 138"/>
                    <a:gd name="T7" fmla="*/ 0 h 110"/>
                    <a:gd name="T8" fmla="*/ 0 w 138"/>
                    <a:gd name="T9" fmla="*/ 0 h 110"/>
                    <a:gd name="T10" fmla="*/ 0 w 138"/>
                    <a:gd name="T11" fmla="*/ 0 h 110"/>
                    <a:gd name="T12" fmla="*/ 0 w 138"/>
                    <a:gd name="T13" fmla="*/ 0 h 11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10"/>
                    <a:gd name="T23" fmla="*/ 138 w 138"/>
                    <a:gd name="T24" fmla="*/ 110 h 11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10">
                      <a:moveTo>
                        <a:pt x="0" y="4"/>
                      </a:moveTo>
                      <a:lnTo>
                        <a:pt x="2" y="57"/>
                      </a:lnTo>
                      <a:lnTo>
                        <a:pt x="4" y="110"/>
                      </a:lnTo>
                      <a:lnTo>
                        <a:pt x="138" y="106"/>
                      </a:lnTo>
                      <a:lnTo>
                        <a:pt x="136" y="53"/>
                      </a:lnTo>
                      <a:lnTo>
                        <a:pt x="134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3" name="Freeform 1986">
                  <a:extLst>
                    <a:ext uri="{FF2B5EF4-FFF2-40B4-BE49-F238E27FC236}">
                      <a16:creationId xmlns:a16="http://schemas.microsoft.com/office/drawing/2014/main" id="{D7F9C7AB-A0D6-0F6F-5A6E-11B27FAF9D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9" y="2202"/>
                  <a:ext cx="1" cy="9"/>
                </a:xfrm>
                <a:custGeom>
                  <a:avLst/>
                  <a:gdLst>
                    <a:gd name="T0" fmla="*/ 0 w 6"/>
                    <a:gd name="T1" fmla="*/ 0 h 53"/>
                    <a:gd name="T2" fmla="*/ 0 w 6"/>
                    <a:gd name="T3" fmla="*/ 0 h 53"/>
                    <a:gd name="T4" fmla="*/ 0 w 6"/>
                    <a:gd name="T5" fmla="*/ 0 h 53"/>
                    <a:gd name="T6" fmla="*/ 0 w 6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"/>
                    <a:gd name="T13" fmla="*/ 0 h 53"/>
                    <a:gd name="T14" fmla="*/ 6 w 6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" h="53">
                      <a:moveTo>
                        <a:pt x="0" y="0"/>
                      </a:moveTo>
                      <a:lnTo>
                        <a:pt x="2" y="53"/>
                      </a:lnTo>
                      <a:lnTo>
                        <a:pt x="6" y="5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4" name="Line 1987">
                  <a:extLst>
                    <a:ext uri="{FF2B5EF4-FFF2-40B4-BE49-F238E27FC236}">
                      <a16:creationId xmlns:a16="http://schemas.microsoft.com/office/drawing/2014/main" id="{DA6EE77D-C800-BA7F-8E4F-E933B5372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" y="221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5" name="Freeform 1988">
                  <a:extLst>
                    <a:ext uri="{FF2B5EF4-FFF2-40B4-BE49-F238E27FC236}">
                      <a16:creationId xmlns:a16="http://schemas.microsoft.com/office/drawing/2014/main" id="{0195EDF8-7174-9ED3-3419-F05F8BF707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8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0" y="17"/>
                      </a:moveTo>
                      <a:lnTo>
                        <a:pt x="7" y="70"/>
                      </a:lnTo>
                      <a:lnTo>
                        <a:pt x="13" y="123"/>
                      </a:lnTo>
                      <a:lnTo>
                        <a:pt x="145" y="106"/>
                      </a:lnTo>
                      <a:lnTo>
                        <a:pt x="139" y="53"/>
                      </a:lnTo>
                      <a:lnTo>
                        <a:pt x="133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6" name="Freeform 1989">
                  <a:extLst>
                    <a:ext uri="{FF2B5EF4-FFF2-40B4-BE49-F238E27FC236}">
                      <a16:creationId xmlns:a16="http://schemas.microsoft.com/office/drawing/2014/main" id="{137A3D3F-61C3-785A-AE7D-78513053B7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8" y="2191"/>
                  <a:ext cx="24" cy="20"/>
                </a:xfrm>
                <a:custGeom>
                  <a:avLst/>
                  <a:gdLst>
                    <a:gd name="T0" fmla="*/ 0 w 145"/>
                    <a:gd name="T1" fmla="*/ 0 h 123"/>
                    <a:gd name="T2" fmla="*/ 0 w 145"/>
                    <a:gd name="T3" fmla="*/ 0 h 123"/>
                    <a:gd name="T4" fmla="*/ 0 w 145"/>
                    <a:gd name="T5" fmla="*/ 0 h 123"/>
                    <a:gd name="T6" fmla="*/ 0 w 145"/>
                    <a:gd name="T7" fmla="*/ 0 h 123"/>
                    <a:gd name="T8" fmla="*/ 0 w 145"/>
                    <a:gd name="T9" fmla="*/ 0 h 123"/>
                    <a:gd name="T10" fmla="*/ 0 w 145"/>
                    <a:gd name="T11" fmla="*/ 0 h 123"/>
                    <a:gd name="T12" fmla="*/ 0 w 14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23"/>
                    <a:gd name="T23" fmla="*/ 145 w 14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23">
                      <a:moveTo>
                        <a:pt x="0" y="17"/>
                      </a:moveTo>
                      <a:lnTo>
                        <a:pt x="7" y="70"/>
                      </a:lnTo>
                      <a:lnTo>
                        <a:pt x="13" y="123"/>
                      </a:lnTo>
                      <a:lnTo>
                        <a:pt x="145" y="106"/>
                      </a:lnTo>
                      <a:lnTo>
                        <a:pt x="139" y="53"/>
                      </a:lnTo>
                      <a:lnTo>
                        <a:pt x="133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7" name="Freeform 1990">
                  <a:extLst>
                    <a:ext uri="{FF2B5EF4-FFF2-40B4-BE49-F238E27FC236}">
                      <a16:creationId xmlns:a16="http://schemas.microsoft.com/office/drawing/2014/main" id="{BBBC57AB-12F1-F668-2F52-F476407453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1" y="2200"/>
                  <a:ext cx="2" cy="8"/>
                </a:xfrm>
                <a:custGeom>
                  <a:avLst/>
                  <a:gdLst>
                    <a:gd name="T0" fmla="*/ 0 w 11"/>
                    <a:gd name="T1" fmla="*/ 0 h 53"/>
                    <a:gd name="T2" fmla="*/ 0 w 11"/>
                    <a:gd name="T3" fmla="*/ 0 h 53"/>
                    <a:gd name="T4" fmla="*/ 0 w 11"/>
                    <a:gd name="T5" fmla="*/ 0 h 53"/>
                    <a:gd name="T6" fmla="*/ 0 w 11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"/>
                    <a:gd name="T13" fmla="*/ 0 h 53"/>
                    <a:gd name="T14" fmla="*/ 11 w 11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" h="53">
                      <a:moveTo>
                        <a:pt x="0" y="0"/>
                      </a:moveTo>
                      <a:lnTo>
                        <a:pt x="6" y="53"/>
                      </a:lnTo>
                      <a:lnTo>
                        <a:pt x="11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8" name="Line 1991">
                  <a:extLst>
                    <a:ext uri="{FF2B5EF4-FFF2-40B4-BE49-F238E27FC236}">
                      <a16:creationId xmlns:a16="http://schemas.microsoft.com/office/drawing/2014/main" id="{1374148C-33CE-D04E-2842-BE63855C1C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82" y="22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9" name="Freeform 1992">
                  <a:extLst>
                    <a:ext uri="{FF2B5EF4-FFF2-40B4-BE49-F238E27FC236}">
                      <a16:creationId xmlns:a16="http://schemas.microsoft.com/office/drawing/2014/main" id="{B43F9F7F-BA5F-710B-1BF3-3E080A7A10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0" y="2186"/>
                  <a:ext cx="25" cy="22"/>
                </a:xfrm>
                <a:custGeom>
                  <a:avLst/>
                  <a:gdLst>
                    <a:gd name="T0" fmla="*/ 0 w 152"/>
                    <a:gd name="T1" fmla="*/ 0 h 131"/>
                    <a:gd name="T2" fmla="*/ 0 w 152"/>
                    <a:gd name="T3" fmla="*/ 0 h 131"/>
                    <a:gd name="T4" fmla="*/ 0 w 152"/>
                    <a:gd name="T5" fmla="*/ 0 h 131"/>
                    <a:gd name="T6" fmla="*/ 0 w 152"/>
                    <a:gd name="T7" fmla="*/ 0 h 131"/>
                    <a:gd name="T8" fmla="*/ 0 w 152"/>
                    <a:gd name="T9" fmla="*/ 0 h 131"/>
                    <a:gd name="T10" fmla="*/ 0 w 152"/>
                    <a:gd name="T11" fmla="*/ 0 h 131"/>
                    <a:gd name="T12" fmla="*/ 0 w 152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2"/>
                    <a:gd name="T22" fmla="*/ 0 h 131"/>
                    <a:gd name="T23" fmla="*/ 152 w 152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2" h="131">
                      <a:moveTo>
                        <a:pt x="0" y="27"/>
                      </a:moveTo>
                      <a:lnTo>
                        <a:pt x="10" y="79"/>
                      </a:lnTo>
                      <a:lnTo>
                        <a:pt x="21" y="131"/>
                      </a:lnTo>
                      <a:lnTo>
                        <a:pt x="152" y="104"/>
                      </a:lnTo>
                      <a:lnTo>
                        <a:pt x="141" y="52"/>
                      </a:lnTo>
                      <a:lnTo>
                        <a:pt x="131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0" name="Freeform 1993">
                  <a:extLst>
                    <a:ext uri="{FF2B5EF4-FFF2-40B4-BE49-F238E27FC236}">
                      <a16:creationId xmlns:a16="http://schemas.microsoft.com/office/drawing/2014/main" id="{1F4FA406-FC91-C2D9-3A38-BC6C70BC26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0" y="2186"/>
                  <a:ext cx="25" cy="22"/>
                </a:xfrm>
                <a:custGeom>
                  <a:avLst/>
                  <a:gdLst>
                    <a:gd name="T0" fmla="*/ 0 w 152"/>
                    <a:gd name="T1" fmla="*/ 0 h 131"/>
                    <a:gd name="T2" fmla="*/ 0 w 152"/>
                    <a:gd name="T3" fmla="*/ 0 h 131"/>
                    <a:gd name="T4" fmla="*/ 0 w 152"/>
                    <a:gd name="T5" fmla="*/ 0 h 131"/>
                    <a:gd name="T6" fmla="*/ 0 w 152"/>
                    <a:gd name="T7" fmla="*/ 0 h 131"/>
                    <a:gd name="T8" fmla="*/ 0 w 152"/>
                    <a:gd name="T9" fmla="*/ 0 h 131"/>
                    <a:gd name="T10" fmla="*/ 0 w 152"/>
                    <a:gd name="T11" fmla="*/ 0 h 131"/>
                    <a:gd name="T12" fmla="*/ 0 w 152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2"/>
                    <a:gd name="T22" fmla="*/ 0 h 131"/>
                    <a:gd name="T23" fmla="*/ 152 w 152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2" h="131">
                      <a:moveTo>
                        <a:pt x="0" y="27"/>
                      </a:moveTo>
                      <a:lnTo>
                        <a:pt x="10" y="79"/>
                      </a:lnTo>
                      <a:lnTo>
                        <a:pt x="21" y="131"/>
                      </a:lnTo>
                      <a:lnTo>
                        <a:pt x="152" y="104"/>
                      </a:lnTo>
                      <a:lnTo>
                        <a:pt x="141" y="52"/>
                      </a:lnTo>
                      <a:lnTo>
                        <a:pt x="131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1" name="Freeform 1994">
                  <a:extLst>
                    <a:ext uri="{FF2B5EF4-FFF2-40B4-BE49-F238E27FC236}">
                      <a16:creationId xmlns:a16="http://schemas.microsoft.com/office/drawing/2014/main" id="{F7E9E5BF-7D5C-E164-1909-0B1600E9C0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3" y="2195"/>
                  <a:ext cx="3" cy="9"/>
                </a:xfrm>
                <a:custGeom>
                  <a:avLst/>
                  <a:gdLst>
                    <a:gd name="T0" fmla="*/ 0 w 16"/>
                    <a:gd name="T1" fmla="*/ 0 h 52"/>
                    <a:gd name="T2" fmla="*/ 0 w 16"/>
                    <a:gd name="T3" fmla="*/ 0 h 52"/>
                    <a:gd name="T4" fmla="*/ 0 w 16"/>
                    <a:gd name="T5" fmla="*/ 0 h 52"/>
                    <a:gd name="T6" fmla="*/ 0 w 16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52"/>
                    <a:gd name="T14" fmla="*/ 16 w 16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52">
                      <a:moveTo>
                        <a:pt x="0" y="0"/>
                      </a:moveTo>
                      <a:lnTo>
                        <a:pt x="11" y="52"/>
                      </a:lnTo>
                      <a:lnTo>
                        <a:pt x="16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2" name="Line 1995">
                  <a:extLst>
                    <a:ext uri="{FF2B5EF4-FFF2-40B4-BE49-F238E27FC236}">
                      <a16:creationId xmlns:a16="http://schemas.microsoft.com/office/drawing/2014/main" id="{7A095921-A911-2973-13F9-07B53A4ACF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5" y="220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3" name="Freeform 1996">
                  <a:extLst>
                    <a:ext uri="{FF2B5EF4-FFF2-40B4-BE49-F238E27FC236}">
                      <a16:creationId xmlns:a16="http://schemas.microsoft.com/office/drawing/2014/main" id="{F5C92829-FFFA-6000-8EA6-AC9CC40004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1" y="2180"/>
                  <a:ext cx="26" cy="23"/>
                </a:xfrm>
                <a:custGeom>
                  <a:avLst/>
                  <a:gdLst>
                    <a:gd name="T0" fmla="*/ 0 w 158"/>
                    <a:gd name="T1" fmla="*/ 0 h 139"/>
                    <a:gd name="T2" fmla="*/ 0 w 158"/>
                    <a:gd name="T3" fmla="*/ 0 h 139"/>
                    <a:gd name="T4" fmla="*/ 0 w 158"/>
                    <a:gd name="T5" fmla="*/ 0 h 139"/>
                    <a:gd name="T6" fmla="*/ 0 w 158"/>
                    <a:gd name="T7" fmla="*/ 0 h 139"/>
                    <a:gd name="T8" fmla="*/ 0 w 158"/>
                    <a:gd name="T9" fmla="*/ 0 h 139"/>
                    <a:gd name="T10" fmla="*/ 0 w 158"/>
                    <a:gd name="T11" fmla="*/ 0 h 139"/>
                    <a:gd name="T12" fmla="*/ 0 w 158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39"/>
                    <a:gd name="T23" fmla="*/ 158 w 158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39">
                      <a:moveTo>
                        <a:pt x="0" y="38"/>
                      </a:moveTo>
                      <a:lnTo>
                        <a:pt x="15" y="89"/>
                      </a:lnTo>
                      <a:lnTo>
                        <a:pt x="31" y="139"/>
                      </a:lnTo>
                      <a:lnTo>
                        <a:pt x="158" y="101"/>
                      </a:lnTo>
                      <a:lnTo>
                        <a:pt x="142" y="51"/>
                      </a:lnTo>
                      <a:lnTo>
                        <a:pt x="127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4" name="Freeform 1997">
                  <a:extLst>
                    <a:ext uri="{FF2B5EF4-FFF2-40B4-BE49-F238E27FC236}">
                      <a16:creationId xmlns:a16="http://schemas.microsoft.com/office/drawing/2014/main" id="{8318745F-47EC-ACC4-2BB2-B643C72231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1" y="2180"/>
                  <a:ext cx="26" cy="23"/>
                </a:xfrm>
                <a:custGeom>
                  <a:avLst/>
                  <a:gdLst>
                    <a:gd name="T0" fmla="*/ 0 w 158"/>
                    <a:gd name="T1" fmla="*/ 0 h 139"/>
                    <a:gd name="T2" fmla="*/ 0 w 158"/>
                    <a:gd name="T3" fmla="*/ 0 h 139"/>
                    <a:gd name="T4" fmla="*/ 0 w 158"/>
                    <a:gd name="T5" fmla="*/ 0 h 139"/>
                    <a:gd name="T6" fmla="*/ 0 w 158"/>
                    <a:gd name="T7" fmla="*/ 0 h 139"/>
                    <a:gd name="T8" fmla="*/ 0 w 158"/>
                    <a:gd name="T9" fmla="*/ 0 h 139"/>
                    <a:gd name="T10" fmla="*/ 0 w 158"/>
                    <a:gd name="T11" fmla="*/ 0 h 139"/>
                    <a:gd name="T12" fmla="*/ 0 w 158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58"/>
                    <a:gd name="T22" fmla="*/ 0 h 139"/>
                    <a:gd name="T23" fmla="*/ 158 w 158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58" h="139">
                      <a:moveTo>
                        <a:pt x="0" y="38"/>
                      </a:moveTo>
                      <a:lnTo>
                        <a:pt x="15" y="89"/>
                      </a:lnTo>
                      <a:lnTo>
                        <a:pt x="31" y="139"/>
                      </a:lnTo>
                      <a:lnTo>
                        <a:pt x="158" y="101"/>
                      </a:lnTo>
                      <a:lnTo>
                        <a:pt x="142" y="51"/>
                      </a:lnTo>
                      <a:lnTo>
                        <a:pt x="127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5" name="Freeform 1998">
                  <a:extLst>
                    <a:ext uri="{FF2B5EF4-FFF2-40B4-BE49-F238E27FC236}">
                      <a16:creationId xmlns:a16="http://schemas.microsoft.com/office/drawing/2014/main" id="{129930EE-8A1C-E725-FAB6-0B4788C63B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4" y="2189"/>
                  <a:ext cx="4" cy="8"/>
                </a:xfrm>
                <a:custGeom>
                  <a:avLst/>
                  <a:gdLst>
                    <a:gd name="T0" fmla="*/ 0 w 20"/>
                    <a:gd name="T1" fmla="*/ 0 h 50"/>
                    <a:gd name="T2" fmla="*/ 0 w 20"/>
                    <a:gd name="T3" fmla="*/ 0 h 50"/>
                    <a:gd name="T4" fmla="*/ 0 w 20"/>
                    <a:gd name="T5" fmla="*/ 0 h 50"/>
                    <a:gd name="T6" fmla="*/ 0 w 20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0"/>
                    <a:gd name="T14" fmla="*/ 20 w 20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0">
                      <a:moveTo>
                        <a:pt x="0" y="0"/>
                      </a:moveTo>
                      <a:lnTo>
                        <a:pt x="16" y="50"/>
                      </a:lnTo>
                      <a:lnTo>
                        <a:pt x="20" y="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6" name="Line 1999">
                  <a:extLst>
                    <a:ext uri="{FF2B5EF4-FFF2-40B4-BE49-F238E27FC236}">
                      <a16:creationId xmlns:a16="http://schemas.microsoft.com/office/drawing/2014/main" id="{CB1B1883-562C-296B-A67A-12F9A3D77C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27" y="219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7" name="Freeform 2000">
                  <a:extLst>
                    <a:ext uri="{FF2B5EF4-FFF2-40B4-BE49-F238E27FC236}">
                      <a16:creationId xmlns:a16="http://schemas.microsoft.com/office/drawing/2014/main" id="{D154505F-2C95-5F8D-8569-15967E91FB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1" y="2172"/>
                  <a:ext cx="27" cy="25"/>
                </a:xfrm>
                <a:custGeom>
                  <a:avLst/>
                  <a:gdLst>
                    <a:gd name="T0" fmla="*/ 0 w 163"/>
                    <a:gd name="T1" fmla="*/ 0 h 148"/>
                    <a:gd name="T2" fmla="*/ 0 w 163"/>
                    <a:gd name="T3" fmla="*/ 0 h 148"/>
                    <a:gd name="T4" fmla="*/ 0 w 163"/>
                    <a:gd name="T5" fmla="*/ 0 h 148"/>
                    <a:gd name="T6" fmla="*/ 0 w 163"/>
                    <a:gd name="T7" fmla="*/ 0 h 148"/>
                    <a:gd name="T8" fmla="*/ 0 w 163"/>
                    <a:gd name="T9" fmla="*/ 0 h 148"/>
                    <a:gd name="T10" fmla="*/ 0 w 163"/>
                    <a:gd name="T11" fmla="*/ 0 h 148"/>
                    <a:gd name="T12" fmla="*/ 0 w 163"/>
                    <a:gd name="T13" fmla="*/ 0 h 14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48"/>
                    <a:gd name="T23" fmla="*/ 163 w 163"/>
                    <a:gd name="T24" fmla="*/ 148 h 14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48">
                      <a:moveTo>
                        <a:pt x="0" y="49"/>
                      </a:moveTo>
                      <a:lnTo>
                        <a:pt x="19" y="99"/>
                      </a:lnTo>
                      <a:lnTo>
                        <a:pt x="39" y="148"/>
                      </a:lnTo>
                      <a:lnTo>
                        <a:pt x="163" y="100"/>
                      </a:lnTo>
                      <a:lnTo>
                        <a:pt x="144" y="50"/>
                      </a:lnTo>
                      <a:lnTo>
                        <a:pt x="12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8" name="Freeform 2001">
                  <a:extLst>
                    <a:ext uri="{FF2B5EF4-FFF2-40B4-BE49-F238E27FC236}">
                      <a16:creationId xmlns:a16="http://schemas.microsoft.com/office/drawing/2014/main" id="{E75760D7-F7C6-8BB6-9A85-B1D30EA668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1" y="2172"/>
                  <a:ext cx="27" cy="25"/>
                </a:xfrm>
                <a:custGeom>
                  <a:avLst/>
                  <a:gdLst>
                    <a:gd name="T0" fmla="*/ 0 w 163"/>
                    <a:gd name="T1" fmla="*/ 0 h 148"/>
                    <a:gd name="T2" fmla="*/ 0 w 163"/>
                    <a:gd name="T3" fmla="*/ 0 h 148"/>
                    <a:gd name="T4" fmla="*/ 0 w 163"/>
                    <a:gd name="T5" fmla="*/ 0 h 148"/>
                    <a:gd name="T6" fmla="*/ 0 w 163"/>
                    <a:gd name="T7" fmla="*/ 0 h 148"/>
                    <a:gd name="T8" fmla="*/ 0 w 163"/>
                    <a:gd name="T9" fmla="*/ 0 h 148"/>
                    <a:gd name="T10" fmla="*/ 0 w 163"/>
                    <a:gd name="T11" fmla="*/ 0 h 148"/>
                    <a:gd name="T12" fmla="*/ 0 w 163"/>
                    <a:gd name="T13" fmla="*/ 0 h 14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63"/>
                    <a:gd name="T22" fmla="*/ 0 h 148"/>
                    <a:gd name="T23" fmla="*/ 163 w 163"/>
                    <a:gd name="T24" fmla="*/ 148 h 14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63" h="148">
                      <a:moveTo>
                        <a:pt x="0" y="49"/>
                      </a:moveTo>
                      <a:lnTo>
                        <a:pt x="19" y="99"/>
                      </a:lnTo>
                      <a:lnTo>
                        <a:pt x="39" y="148"/>
                      </a:lnTo>
                      <a:lnTo>
                        <a:pt x="163" y="100"/>
                      </a:lnTo>
                      <a:lnTo>
                        <a:pt x="144" y="50"/>
                      </a:lnTo>
                      <a:lnTo>
                        <a:pt x="12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9" name="Freeform 2002">
                  <a:extLst>
                    <a:ext uri="{FF2B5EF4-FFF2-40B4-BE49-F238E27FC236}">
                      <a16:creationId xmlns:a16="http://schemas.microsoft.com/office/drawing/2014/main" id="{A1BDC69C-3A2D-32BD-4E27-0FE629D699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2" y="2172"/>
                  <a:ext cx="12" cy="17"/>
                </a:xfrm>
                <a:custGeom>
                  <a:avLst/>
                  <a:gdLst>
                    <a:gd name="T0" fmla="*/ 0 w 72"/>
                    <a:gd name="T1" fmla="*/ 0 h 103"/>
                    <a:gd name="T2" fmla="*/ 0 w 72"/>
                    <a:gd name="T3" fmla="*/ 0 h 103"/>
                    <a:gd name="T4" fmla="*/ 0 w 72"/>
                    <a:gd name="T5" fmla="*/ 0 h 103"/>
                    <a:gd name="T6" fmla="*/ 0 w 72"/>
                    <a:gd name="T7" fmla="*/ 0 h 103"/>
                    <a:gd name="T8" fmla="*/ 0 w 72"/>
                    <a:gd name="T9" fmla="*/ 0 h 103"/>
                    <a:gd name="T10" fmla="*/ 0 w 72"/>
                    <a:gd name="T11" fmla="*/ 0 h 103"/>
                    <a:gd name="T12" fmla="*/ 0 w 72"/>
                    <a:gd name="T13" fmla="*/ 0 h 103"/>
                    <a:gd name="T14" fmla="*/ 0 w 72"/>
                    <a:gd name="T15" fmla="*/ 0 h 103"/>
                    <a:gd name="T16" fmla="*/ 0 w 72"/>
                    <a:gd name="T17" fmla="*/ 0 h 103"/>
                    <a:gd name="T18" fmla="*/ 0 w 72"/>
                    <a:gd name="T19" fmla="*/ 0 h 103"/>
                    <a:gd name="T20" fmla="*/ 0 w 72"/>
                    <a:gd name="T21" fmla="*/ 0 h 103"/>
                    <a:gd name="T22" fmla="*/ 0 w 72"/>
                    <a:gd name="T23" fmla="*/ 0 h 103"/>
                    <a:gd name="T24" fmla="*/ 0 w 72"/>
                    <a:gd name="T25" fmla="*/ 0 h 103"/>
                    <a:gd name="T26" fmla="*/ 0 w 72"/>
                    <a:gd name="T27" fmla="*/ 0 h 103"/>
                    <a:gd name="T28" fmla="*/ 0 w 72"/>
                    <a:gd name="T29" fmla="*/ 0 h 103"/>
                    <a:gd name="T30" fmla="*/ 0 w 72"/>
                    <a:gd name="T31" fmla="*/ 0 h 103"/>
                    <a:gd name="T32" fmla="*/ 0 w 72"/>
                    <a:gd name="T33" fmla="*/ 0 h 10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2"/>
                    <a:gd name="T52" fmla="*/ 0 h 103"/>
                    <a:gd name="T53" fmla="*/ 72 w 72"/>
                    <a:gd name="T54" fmla="*/ 103 h 10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2" h="103">
                      <a:moveTo>
                        <a:pt x="19" y="53"/>
                      </a:moveTo>
                      <a:lnTo>
                        <a:pt x="0" y="3"/>
                      </a:lnTo>
                      <a:lnTo>
                        <a:pt x="12" y="0"/>
                      </a:lnTo>
                      <a:lnTo>
                        <a:pt x="24" y="0"/>
                      </a:lnTo>
                      <a:lnTo>
                        <a:pt x="35" y="2"/>
                      </a:lnTo>
                      <a:lnTo>
                        <a:pt x="46" y="6"/>
                      </a:lnTo>
                      <a:lnTo>
                        <a:pt x="55" y="14"/>
                      </a:lnTo>
                      <a:lnTo>
                        <a:pt x="64" y="23"/>
                      </a:lnTo>
                      <a:lnTo>
                        <a:pt x="69" y="34"/>
                      </a:lnTo>
                      <a:lnTo>
                        <a:pt x="72" y="45"/>
                      </a:lnTo>
                      <a:lnTo>
                        <a:pt x="72" y="57"/>
                      </a:lnTo>
                      <a:lnTo>
                        <a:pt x="70" y="69"/>
                      </a:lnTo>
                      <a:lnTo>
                        <a:pt x="66" y="79"/>
                      </a:lnTo>
                      <a:lnTo>
                        <a:pt x="59" y="89"/>
                      </a:lnTo>
                      <a:lnTo>
                        <a:pt x="49" y="97"/>
                      </a:lnTo>
                      <a:lnTo>
                        <a:pt x="38" y="103"/>
                      </a:lnTo>
                      <a:lnTo>
                        <a:pt x="19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" name="Freeform 2003">
                  <a:extLst>
                    <a:ext uri="{FF2B5EF4-FFF2-40B4-BE49-F238E27FC236}">
                      <a16:creationId xmlns:a16="http://schemas.microsoft.com/office/drawing/2014/main" id="{B62001B8-05EB-ABD0-2776-0CFA7E5129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2" y="2172"/>
                  <a:ext cx="12" cy="17"/>
                </a:xfrm>
                <a:custGeom>
                  <a:avLst/>
                  <a:gdLst>
                    <a:gd name="T0" fmla="*/ 0 w 72"/>
                    <a:gd name="T1" fmla="*/ 0 h 103"/>
                    <a:gd name="T2" fmla="*/ 0 w 72"/>
                    <a:gd name="T3" fmla="*/ 0 h 103"/>
                    <a:gd name="T4" fmla="*/ 0 w 72"/>
                    <a:gd name="T5" fmla="*/ 0 h 103"/>
                    <a:gd name="T6" fmla="*/ 0 w 72"/>
                    <a:gd name="T7" fmla="*/ 0 h 103"/>
                    <a:gd name="T8" fmla="*/ 0 w 72"/>
                    <a:gd name="T9" fmla="*/ 0 h 103"/>
                    <a:gd name="T10" fmla="*/ 0 w 72"/>
                    <a:gd name="T11" fmla="*/ 0 h 103"/>
                    <a:gd name="T12" fmla="*/ 0 w 72"/>
                    <a:gd name="T13" fmla="*/ 0 h 103"/>
                    <a:gd name="T14" fmla="*/ 0 w 72"/>
                    <a:gd name="T15" fmla="*/ 0 h 103"/>
                    <a:gd name="T16" fmla="*/ 0 w 72"/>
                    <a:gd name="T17" fmla="*/ 0 h 103"/>
                    <a:gd name="T18" fmla="*/ 0 w 72"/>
                    <a:gd name="T19" fmla="*/ 0 h 103"/>
                    <a:gd name="T20" fmla="*/ 0 w 72"/>
                    <a:gd name="T21" fmla="*/ 0 h 103"/>
                    <a:gd name="T22" fmla="*/ 0 w 72"/>
                    <a:gd name="T23" fmla="*/ 0 h 103"/>
                    <a:gd name="T24" fmla="*/ 0 w 72"/>
                    <a:gd name="T25" fmla="*/ 0 h 103"/>
                    <a:gd name="T26" fmla="*/ 0 w 72"/>
                    <a:gd name="T27" fmla="*/ 0 h 103"/>
                    <a:gd name="T28" fmla="*/ 0 w 72"/>
                    <a:gd name="T29" fmla="*/ 0 h 10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72"/>
                    <a:gd name="T46" fmla="*/ 0 h 103"/>
                    <a:gd name="T47" fmla="*/ 72 w 72"/>
                    <a:gd name="T48" fmla="*/ 103 h 10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72" h="103">
                      <a:moveTo>
                        <a:pt x="0" y="3"/>
                      </a:moveTo>
                      <a:lnTo>
                        <a:pt x="12" y="0"/>
                      </a:lnTo>
                      <a:lnTo>
                        <a:pt x="24" y="0"/>
                      </a:lnTo>
                      <a:lnTo>
                        <a:pt x="35" y="2"/>
                      </a:lnTo>
                      <a:lnTo>
                        <a:pt x="46" y="6"/>
                      </a:lnTo>
                      <a:lnTo>
                        <a:pt x="55" y="14"/>
                      </a:lnTo>
                      <a:lnTo>
                        <a:pt x="64" y="23"/>
                      </a:lnTo>
                      <a:lnTo>
                        <a:pt x="69" y="34"/>
                      </a:lnTo>
                      <a:lnTo>
                        <a:pt x="72" y="45"/>
                      </a:lnTo>
                      <a:lnTo>
                        <a:pt x="72" y="57"/>
                      </a:lnTo>
                      <a:lnTo>
                        <a:pt x="70" y="69"/>
                      </a:lnTo>
                      <a:lnTo>
                        <a:pt x="66" y="79"/>
                      </a:lnTo>
                      <a:lnTo>
                        <a:pt x="59" y="89"/>
                      </a:lnTo>
                      <a:lnTo>
                        <a:pt x="49" y="97"/>
                      </a:lnTo>
                      <a:lnTo>
                        <a:pt x="38" y="10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1" name="Freeform 2004">
                  <a:extLst>
                    <a:ext uri="{FF2B5EF4-FFF2-40B4-BE49-F238E27FC236}">
                      <a16:creationId xmlns:a16="http://schemas.microsoft.com/office/drawing/2014/main" id="{D56614A4-3F97-A986-337E-14674AFA51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22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6" y="103"/>
                      </a:moveTo>
                      <a:lnTo>
                        <a:pt x="59" y="100"/>
                      </a:lnTo>
                      <a:lnTo>
                        <a:pt x="112" y="97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2" name="Freeform 2005">
                  <a:extLst>
                    <a:ext uri="{FF2B5EF4-FFF2-40B4-BE49-F238E27FC236}">
                      <a16:creationId xmlns:a16="http://schemas.microsoft.com/office/drawing/2014/main" id="{A6760185-2614-DDE9-6CE7-59152F0042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22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6" y="103"/>
                      </a:moveTo>
                      <a:lnTo>
                        <a:pt x="59" y="100"/>
                      </a:lnTo>
                      <a:lnTo>
                        <a:pt x="112" y="97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3" name="Freeform 2006">
                  <a:extLst>
                    <a:ext uri="{FF2B5EF4-FFF2-40B4-BE49-F238E27FC236}">
                      <a16:creationId xmlns:a16="http://schemas.microsoft.com/office/drawing/2014/main" id="{EC30B7DF-A060-3A61-0C24-AB85B607E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1" y="1921"/>
                  <a:ext cx="9" cy="1"/>
                </a:xfrm>
                <a:custGeom>
                  <a:avLst/>
                  <a:gdLst>
                    <a:gd name="T0" fmla="*/ 0 w 53"/>
                    <a:gd name="T1" fmla="*/ 0 h 9"/>
                    <a:gd name="T2" fmla="*/ 0 w 53"/>
                    <a:gd name="T3" fmla="*/ 0 h 9"/>
                    <a:gd name="T4" fmla="*/ 0 w 53"/>
                    <a:gd name="T5" fmla="*/ 0 h 9"/>
                    <a:gd name="T6" fmla="*/ 0 w 53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9"/>
                    <a:gd name="T14" fmla="*/ 53 w 53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9">
                      <a:moveTo>
                        <a:pt x="0" y="9"/>
                      </a:moveTo>
                      <a:lnTo>
                        <a:pt x="53" y="6"/>
                      </a:lnTo>
                      <a:lnTo>
                        <a:pt x="53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4" name="Line 2007">
                  <a:extLst>
                    <a:ext uri="{FF2B5EF4-FFF2-40B4-BE49-F238E27FC236}">
                      <a16:creationId xmlns:a16="http://schemas.microsoft.com/office/drawing/2014/main" id="{80707F4B-5038-3453-E2A6-3BD47F1AF8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0" y="192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5" name="Freeform 2008">
                  <a:extLst>
                    <a:ext uri="{FF2B5EF4-FFF2-40B4-BE49-F238E27FC236}">
                      <a16:creationId xmlns:a16="http://schemas.microsoft.com/office/drawing/2014/main" id="{310C5441-DEA5-718B-2B6E-19A47B0111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05"/>
                  <a:ext cx="20" cy="19"/>
                </a:xfrm>
                <a:custGeom>
                  <a:avLst/>
                  <a:gdLst>
                    <a:gd name="T0" fmla="*/ 0 w 121"/>
                    <a:gd name="T1" fmla="*/ 0 h 112"/>
                    <a:gd name="T2" fmla="*/ 0 w 121"/>
                    <a:gd name="T3" fmla="*/ 0 h 112"/>
                    <a:gd name="T4" fmla="*/ 0 w 121"/>
                    <a:gd name="T5" fmla="*/ 0 h 112"/>
                    <a:gd name="T6" fmla="*/ 0 w 121"/>
                    <a:gd name="T7" fmla="*/ 0 h 112"/>
                    <a:gd name="T8" fmla="*/ 0 w 121"/>
                    <a:gd name="T9" fmla="*/ 0 h 112"/>
                    <a:gd name="T10" fmla="*/ 0 w 121"/>
                    <a:gd name="T11" fmla="*/ 0 h 112"/>
                    <a:gd name="T12" fmla="*/ 0 w 12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2"/>
                    <a:gd name="T23" fmla="*/ 121 w 12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2">
                      <a:moveTo>
                        <a:pt x="15" y="112"/>
                      </a:moveTo>
                      <a:lnTo>
                        <a:pt x="68" y="104"/>
                      </a:lnTo>
                      <a:lnTo>
                        <a:pt x="121" y="95"/>
                      </a:lnTo>
                      <a:lnTo>
                        <a:pt x="105" y="0"/>
                      </a:ln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6" name="Freeform 2009">
                  <a:extLst>
                    <a:ext uri="{FF2B5EF4-FFF2-40B4-BE49-F238E27FC236}">
                      <a16:creationId xmlns:a16="http://schemas.microsoft.com/office/drawing/2014/main" id="{B4335690-BB3B-E933-E561-37A83F9567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05"/>
                  <a:ext cx="20" cy="19"/>
                </a:xfrm>
                <a:custGeom>
                  <a:avLst/>
                  <a:gdLst>
                    <a:gd name="T0" fmla="*/ 0 w 121"/>
                    <a:gd name="T1" fmla="*/ 0 h 112"/>
                    <a:gd name="T2" fmla="*/ 0 w 121"/>
                    <a:gd name="T3" fmla="*/ 0 h 112"/>
                    <a:gd name="T4" fmla="*/ 0 w 121"/>
                    <a:gd name="T5" fmla="*/ 0 h 112"/>
                    <a:gd name="T6" fmla="*/ 0 w 121"/>
                    <a:gd name="T7" fmla="*/ 0 h 112"/>
                    <a:gd name="T8" fmla="*/ 0 w 121"/>
                    <a:gd name="T9" fmla="*/ 0 h 112"/>
                    <a:gd name="T10" fmla="*/ 0 w 121"/>
                    <a:gd name="T11" fmla="*/ 0 h 112"/>
                    <a:gd name="T12" fmla="*/ 0 w 12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2"/>
                    <a:gd name="T23" fmla="*/ 121 w 12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2">
                      <a:moveTo>
                        <a:pt x="15" y="112"/>
                      </a:moveTo>
                      <a:lnTo>
                        <a:pt x="68" y="104"/>
                      </a:lnTo>
                      <a:lnTo>
                        <a:pt x="121" y="95"/>
                      </a:lnTo>
                      <a:lnTo>
                        <a:pt x="105" y="0"/>
                      </a:ln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7" name="Freeform 2010">
                  <a:extLst>
                    <a:ext uri="{FF2B5EF4-FFF2-40B4-BE49-F238E27FC236}">
                      <a16:creationId xmlns:a16="http://schemas.microsoft.com/office/drawing/2014/main" id="{38D49AD1-55B1-23D2-C587-2D85BA25AD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9" y="1904"/>
                  <a:ext cx="8" cy="2"/>
                </a:xfrm>
                <a:custGeom>
                  <a:avLst/>
                  <a:gdLst>
                    <a:gd name="T0" fmla="*/ 0 w 52"/>
                    <a:gd name="T1" fmla="*/ 0 h 14"/>
                    <a:gd name="T2" fmla="*/ 0 w 52"/>
                    <a:gd name="T3" fmla="*/ 0 h 14"/>
                    <a:gd name="T4" fmla="*/ 0 w 52"/>
                    <a:gd name="T5" fmla="*/ 0 h 14"/>
                    <a:gd name="T6" fmla="*/ 0 w 52"/>
                    <a:gd name="T7" fmla="*/ 0 h 1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4"/>
                    <a:gd name="T14" fmla="*/ 52 w 52"/>
                    <a:gd name="T15" fmla="*/ 14 h 1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4">
                      <a:moveTo>
                        <a:pt x="0" y="14"/>
                      </a:moveTo>
                      <a:lnTo>
                        <a:pt x="52" y="6"/>
                      </a:lnTo>
                      <a:lnTo>
                        <a:pt x="50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8" name="Line 2011">
                  <a:extLst>
                    <a:ext uri="{FF2B5EF4-FFF2-40B4-BE49-F238E27FC236}">
                      <a16:creationId xmlns:a16="http://schemas.microsoft.com/office/drawing/2014/main" id="{44DF7838-0046-C3A3-EA7A-C454E05E0C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87" y="19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9" name="Freeform 2012">
                  <a:extLst>
                    <a:ext uri="{FF2B5EF4-FFF2-40B4-BE49-F238E27FC236}">
                      <a16:creationId xmlns:a16="http://schemas.microsoft.com/office/drawing/2014/main" id="{9EBF1DAC-661E-92CD-7561-8AFC6C5E20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88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28" y="123"/>
                      </a:moveTo>
                      <a:lnTo>
                        <a:pt x="79" y="108"/>
                      </a:lnTo>
                      <a:lnTo>
                        <a:pt x="129" y="94"/>
                      </a:lnTo>
                      <a:lnTo>
                        <a:pt x="102" y="0"/>
                      </a:lnTo>
                      <a:lnTo>
                        <a:pt x="51" y="15"/>
                      </a:lnTo>
                      <a:lnTo>
                        <a:pt x="0" y="30"/>
                      </a:lnTo>
                      <a:lnTo>
                        <a:pt x="28" y="1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0" name="Freeform 2013">
                  <a:extLst>
                    <a:ext uri="{FF2B5EF4-FFF2-40B4-BE49-F238E27FC236}">
                      <a16:creationId xmlns:a16="http://schemas.microsoft.com/office/drawing/2014/main" id="{60B9679D-4821-9B25-EF92-680AF45D13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88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28" y="123"/>
                      </a:moveTo>
                      <a:lnTo>
                        <a:pt x="79" y="108"/>
                      </a:lnTo>
                      <a:lnTo>
                        <a:pt x="129" y="94"/>
                      </a:lnTo>
                      <a:lnTo>
                        <a:pt x="102" y="0"/>
                      </a:lnTo>
                      <a:lnTo>
                        <a:pt x="51" y="15"/>
                      </a:lnTo>
                      <a:lnTo>
                        <a:pt x="0" y="30"/>
                      </a:lnTo>
                      <a:lnTo>
                        <a:pt x="28" y="1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1" name="Freeform 2014">
                  <a:extLst>
                    <a:ext uri="{FF2B5EF4-FFF2-40B4-BE49-F238E27FC236}">
                      <a16:creationId xmlns:a16="http://schemas.microsoft.com/office/drawing/2014/main" id="{71B224AF-3A2A-6A45-448F-F654CFC8A1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4" y="1888"/>
                  <a:ext cx="8" cy="3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0" y="20"/>
                      </a:moveTo>
                      <a:lnTo>
                        <a:pt x="51" y="5"/>
                      </a:lnTo>
                      <a:lnTo>
                        <a:pt x="50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2" name="Line 2015">
                  <a:extLst>
                    <a:ext uri="{FF2B5EF4-FFF2-40B4-BE49-F238E27FC236}">
                      <a16:creationId xmlns:a16="http://schemas.microsoft.com/office/drawing/2014/main" id="{C73F53B0-E841-B730-C3EB-5D517465A9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82" y="18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3" name="Freeform 2016">
                  <a:extLst>
                    <a:ext uri="{FF2B5EF4-FFF2-40B4-BE49-F238E27FC236}">
                      <a16:creationId xmlns:a16="http://schemas.microsoft.com/office/drawing/2014/main" id="{DBA6BCBA-7638-00A0-A47C-F16E164989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873"/>
                  <a:ext cx="22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37" y="130"/>
                      </a:move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4" name="Freeform 2017">
                  <a:extLst>
                    <a:ext uri="{FF2B5EF4-FFF2-40B4-BE49-F238E27FC236}">
                      <a16:creationId xmlns:a16="http://schemas.microsoft.com/office/drawing/2014/main" id="{9A2434AF-A9CE-CCF4-6E42-0F7CE628A9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873"/>
                  <a:ext cx="22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37" y="130"/>
                      </a:move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5" name="Freeform 2018">
                  <a:extLst>
                    <a:ext uri="{FF2B5EF4-FFF2-40B4-BE49-F238E27FC236}">
                      <a16:creationId xmlns:a16="http://schemas.microsoft.com/office/drawing/2014/main" id="{063ADFBB-A2FC-5FAD-CDEE-3EDEB2EEEA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1872"/>
                  <a:ext cx="8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25"/>
                      </a:moveTo>
                      <a:lnTo>
                        <a:pt x="50" y="5"/>
                      </a:lnTo>
                      <a:lnTo>
                        <a:pt x="47" y="0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6" name="Line 2019">
                  <a:extLst>
                    <a:ext uri="{FF2B5EF4-FFF2-40B4-BE49-F238E27FC236}">
                      <a16:creationId xmlns:a16="http://schemas.microsoft.com/office/drawing/2014/main" id="{9AF5EF36-536C-FB7C-9057-92DB9A0167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76" y="18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7" name="Freeform 2020">
                  <a:extLst>
                    <a:ext uri="{FF2B5EF4-FFF2-40B4-BE49-F238E27FC236}">
                      <a16:creationId xmlns:a16="http://schemas.microsoft.com/office/drawing/2014/main" id="{22000D6C-D342-D4D0-B237-FD40DC935B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858"/>
                  <a:ext cx="24" cy="22"/>
                </a:xfrm>
                <a:custGeom>
                  <a:avLst/>
                  <a:gdLst>
                    <a:gd name="T0" fmla="*/ 0 w 140"/>
                    <a:gd name="T1" fmla="*/ 0 h 136"/>
                    <a:gd name="T2" fmla="*/ 0 w 140"/>
                    <a:gd name="T3" fmla="*/ 0 h 136"/>
                    <a:gd name="T4" fmla="*/ 0 w 140"/>
                    <a:gd name="T5" fmla="*/ 0 h 136"/>
                    <a:gd name="T6" fmla="*/ 0 w 140"/>
                    <a:gd name="T7" fmla="*/ 0 h 136"/>
                    <a:gd name="T8" fmla="*/ 0 w 140"/>
                    <a:gd name="T9" fmla="*/ 0 h 136"/>
                    <a:gd name="T10" fmla="*/ 0 w 140"/>
                    <a:gd name="T11" fmla="*/ 0 h 136"/>
                    <a:gd name="T12" fmla="*/ 0 w 14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6"/>
                    <a:gd name="T23" fmla="*/ 140 w 14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6">
                      <a:moveTo>
                        <a:pt x="46" y="136"/>
                      </a:moveTo>
                      <a:lnTo>
                        <a:pt x="93" y="110"/>
                      </a:lnTo>
                      <a:lnTo>
                        <a:pt x="140" y="85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46" y="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8" name="Freeform 2021">
                  <a:extLst>
                    <a:ext uri="{FF2B5EF4-FFF2-40B4-BE49-F238E27FC236}">
                      <a16:creationId xmlns:a16="http://schemas.microsoft.com/office/drawing/2014/main" id="{068E0377-4EB3-A9BE-0021-6A4EF6D9E0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858"/>
                  <a:ext cx="24" cy="22"/>
                </a:xfrm>
                <a:custGeom>
                  <a:avLst/>
                  <a:gdLst>
                    <a:gd name="T0" fmla="*/ 0 w 140"/>
                    <a:gd name="T1" fmla="*/ 0 h 136"/>
                    <a:gd name="T2" fmla="*/ 0 w 140"/>
                    <a:gd name="T3" fmla="*/ 0 h 136"/>
                    <a:gd name="T4" fmla="*/ 0 w 140"/>
                    <a:gd name="T5" fmla="*/ 0 h 136"/>
                    <a:gd name="T6" fmla="*/ 0 w 140"/>
                    <a:gd name="T7" fmla="*/ 0 h 136"/>
                    <a:gd name="T8" fmla="*/ 0 w 140"/>
                    <a:gd name="T9" fmla="*/ 0 h 136"/>
                    <a:gd name="T10" fmla="*/ 0 w 140"/>
                    <a:gd name="T11" fmla="*/ 0 h 136"/>
                    <a:gd name="T12" fmla="*/ 0 w 14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6"/>
                    <a:gd name="T23" fmla="*/ 140 w 14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6">
                      <a:moveTo>
                        <a:pt x="46" y="136"/>
                      </a:moveTo>
                      <a:lnTo>
                        <a:pt x="93" y="110"/>
                      </a:lnTo>
                      <a:lnTo>
                        <a:pt x="140" y="85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46" y="13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9" name="Freeform 2022">
                  <a:extLst>
                    <a:ext uri="{FF2B5EF4-FFF2-40B4-BE49-F238E27FC236}">
                      <a16:creationId xmlns:a16="http://schemas.microsoft.com/office/drawing/2014/main" id="{D73F5881-ABCA-9400-4F2B-A3A86E71FF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857"/>
                  <a:ext cx="8" cy="5"/>
                </a:xfrm>
                <a:custGeom>
                  <a:avLst/>
                  <a:gdLst>
                    <a:gd name="T0" fmla="*/ 0 w 47"/>
                    <a:gd name="T1" fmla="*/ 0 h 31"/>
                    <a:gd name="T2" fmla="*/ 0 w 47"/>
                    <a:gd name="T3" fmla="*/ 0 h 31"/>
                    <a:gd name="T4" fmla="*/ 0 w 47"/>
                    <a:gd name="T5" fmla="*/ 0 h 31"/>
                    <a:gd name="T6" fmla="*/ 0 w 47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1"/>
                    <a:gd name="T14" fmla="*/ 47 w 47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1">
                      <a:moveTo>
                        <a:pt x="0" y="31"/>
                      </a:moveTo>
                      <a:lnTo>
                        <a:pt x="47" y="5"/>
                      </a:lnTo>
                      <a:lnTo>
                        <a:pt x="44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0" name="Line 2023">
                  <a:extLst>
                    <a:ext uri="{FF2B5EF4-FFF2-40B4-BE49-F238E27FC236}">
                      <a16:creationId xmlns:a16="http://schemas.microsoft.com/office/drawing/2014/main" id="{E29F4C18-B689-16C6-0CF1-73A95E41B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67" y="185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1" name="Freeform 2024">
                  <a:extLst>
                    <a:ext uri="{FF2B5EF4-FFF2-40B4-BE49-F238E27FC236}">
                      <a16:creationId xmlns:a16="http://schemas.microsoft.com/office/drawing/2014/main" id="{30DE1BC2-52DC-C1B0-4EFE-DED6EABD8B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1843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56" y="141"/>
                      </a:moveTo>
                      <a:lnTo>
                        <a:pt x="99" y="111"/>
                      </a:lnTo>
                      <a:lnTo>
                        <a:pt x="143" y="80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56" y="1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2" name="Freeform 2025">
                  <a:extLst>
                    <a:ext uri="{FF2B5EF4-FFF2-40B4-BE49-F238E27FC236}">
                      <a16:creationId xmlns:a16="http://schemas.microsoft.com/office/drawing/2014/main" id="{688BEFDF-CCAC-421D-0787-3715F9DA2D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1843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56" y="141"/>
                      </a:moveTo>
                      <a:lnTo>
                        <a:pt x="99" y="111"/>
                      </a:lnTo>
                      <a:lnTo>
                        <a:pt x="143" y="80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56" y="14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3" name="Freeform 2026">
                  <a:extLst>
                    <a:ext uri="{FF2B5EF4-FFF2-40B4-BE49-F238E27FC236}">
                      <a16:creationId xmlns:a16="http://schemas.microsoft.com/office/drawing/2014/main" id="{AAA2EF64-831B-B517-FBE9-0203C8729A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1" y="1843"/>
                  <a:ext cx="7" cy="6"/>
                </a:xfrm>
                <a:custGeom>
                  <a:avLst/>
                  <a:gdLst>
                    <a:gd name="T0" fmla="*/ 0 w 44"/>
                    <a:gd name="T1" fmla="*/ 0 h 35"/>
                    <a:gd name="T2" fmla="*/ 0 w 44"/>
                    <a:gd name="T3" fmla="*/ 0 h 35"/>
                    <a:gd name="T4" fmla="*/ 0 w 44"/>
                    <a:gd name="T5" fmla="*/ 0 h 35"/>
                    <a:gd name="T6" fmla="*/ 0 w 44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5"/>
                    <a:gd name="T14" fmla="*/ 44 w 44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5">
                      <a:moveTo>
                        <a:pt x="0" y="35"/>
                      </a:moveTo>
                      <a:lnTo>
                        <a:pt x="44" y="4"/>
                      </a:lnTo>
                      <a:lnTo>
                        <a:pt x="40" y="0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4" name="Line 2027">
                  <a:extLst>
                    <a:ext uri="{FF2B5EF4-FFF2-40B4-BE49-F238E27FC236}">
                      <a16:creationId xmlns:a16="http://schemas.microsoft.com/office/drawing/2014/main" id="{3EDAF92D-23DF-07AE-A0EE-EE553D51BD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57" y="1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5" name="Freeform 2028">
                  <a:extLst>
                    <a:ext uri="{FF2B5EF4-FFF2-40B4-BE49-F238E27FC236}">
                      <a16:creationId xmlns:a16="http://schemas.microsoft.com/office/drawing/2014/main" id="{1D5EF870-75F5-E8A8-E36A-3A917ABC90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1831"/>
                  <a:ext cx="24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65" y="143"/>
                      </a:moveTo>
                      <a:lnTo>
                        <a:pt x="105" y="108"/>
                      </a:lnTo>
                      <a:lnTo>
                        <a:pt x="145" y="73"/>
                      </a:lnTo>
                      <a:lnTo>
                        <a:pt x="81" y="0"/>
                      </a:lnTo>
                      <a:lnTo>
                        <a:pt x="41" y="35"/>
                      </a:lnTo>
                      <a:lnTo>
                        <a:pt x="0" y="70"/>
                      </a:lnTo>
                      <a:lnTo>
                        <a:pt x="65" y="1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6" name="Freeform 2029">
                  <a:extLst>
                    <a:ext uri="{FF2B5EF4-FFF2-40B4-BE49-F238E27FC236}">
                      <a16:creationId xmlns:a16="http://schemas.microsoft.com/office/drawing/2014/main" id="{4A063BAA-B609-07F1-081F-E10960B16A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1831"/>
                  <a:ext cx="24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65" y="143"/>
                      </a:moveTo>
                      <a:lnTo>
                        <a:pt x="105" y="108"/>
                      </a:lnTo>
                      <a:lnTo>
                        <a:pt x="145" y="73"/>
                      </a:lnTo>
                      <a:lnTo>
                        <a:pt x="81" y="0"/>
                      </a:lnTo>
                      <a:lnTo>
                        <a:pt x="41" y="35"/>
                      </a:lnTo>
                      <a:lnTo>
                        <a:pt x="0" y="70"/>
                      </a:lnTo>
                      <a:lnTo>
                        <a:pt x="65" y="14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7" name="Freeform 2030">
                  <a:extLst>
                    <a:ext uri="{FF2B5EF4-FFF2-40B4-BE49-F238E27FC236}">
                      <a16:creationId xmlns:a16="http://schemas.microsoft.com/office/drawing/2014/main" id="{C8805FBA-5395-0CDB-294D-99A7ECFDC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0" y="1830"/>
                  <a:ext cx="7" cy="6"/>
                </a:xfrm>
                <a:custGeom>
                  <a:avLst/>
                  <a:gdLst>
                    <a:gd name="T0" fmla="*/ 0 w 40"/>
                    <a:gd name="T1" fmla="*/ 0 h 40"/>
                    <a:gd name="T2" fmla="*/ 0 w 40"/>
                    <a:gd name="T3" fmla="*/ 0 h 40"/>
                    <a:gd name="T4" fmla="*/ 0 w 40"/>
                    <a:gd name="T5" fmla="*/ 0 h 40"/>
                    <a:gd name="T6" fmla="*/ 0 w 40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0"/>
                    <a:gd name="T14" fmla="*/ 40 w 40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0">
                      <a:moveTo>
                        <a:pt x="0" y="40"/>
                      </a:moveTo>
                      <a:lnTo>
                        <a:pt x="40" y="5"/>
                      </a:lnTo>
                      <a:lnTo>
                        <a:pt x="35" y="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8" name="Line 2031">
                  <a:extLst>
                    <a:ext uri="{FF2B5EF4-FFF2-40B4-BE49-F238E27FC236}">
                      <a16:creationId xmlns:a16="http://schemas.microsoft.com/office/drawing/2014/main" id="{E54E3CD2-6CD3-C3B1-098B-CAE27626BF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46" y="18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9" name="Freeform 2032">
                  <a:extLst>
                    <a:ext uri="{FF2B5EF4-FFF2-40B4-BE49-F238E27FC236}">
                      <a16:creationId xmlns:a16="http://schemas.microsoft.com/office/drawing/2014/main" id="{A257094B-97AE-880C-D381-B8E02CAB4B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1819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3" y="145"/>
                      </a:moveTo>
                      <a:lnTo>
                        <a:pt x="108" y="105"/>
                      </a:lnTo>
                      <a:lnTo>
                        <a:pt x="143" y="65"/>
                      </a:lnTo>
                      <a:lnTo>
                        <a:pt x="70" y="0"/>
                      </a:lnTo>
                      <a:lnTo>
                        <a:pt x="35" y="41"/>
                      </a:lnTo>
                      <a:lnTo>
                        <a:pt x="0" y="81"/>
                      </a:lnTo>
                      <a:lnTo>
                        <a:pt x="73" y="1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0" name="Freeform 2033">
                  <a:extLst>
                    <a:ext uri="{FF2B5EF4-FFF2-40B4-BE49-F238E27FC236}">
                      <a16:creationId xmlns:a16="http://schemas.microsoft.com/office/drawing/2014/main" id="{5A495834-3C86-D88F-7CDC-53378DC987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1819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3" y="145"/>
                      </a:moveTo>
                      <a:lnTo>
                        <a:pt x="108" y="105"/>
                      </a:lnTo>
                      <a:lnTo>
                        <a:pt x="143" y="65"/>
                      </a:lnTo>
                      <a:lnTo>
                        <a:pt x="70" y="0"/>
                      </a:lnTo>
                      <a:lnTo>
                        <a:pt x="35" y="41"/>
                      </a:lnTo>
                      <a:lnTo>
                        <a:pt x="0" y="81"/>
                      </a:lnTo>
                      <a:lnTo>
                        <a:pt x="73" y="14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1" name="Freeform 2034">
                  <a:extLst>
                    <a:ext uri="{FF2B5EF4-FFF2-40B4-BE49-F238E27FC236}">
                      <a16:creationId xmlns:a16="http://schemas.microsoft.com/office/drawing/2014/main" id="{8D97783E-2B3A-3052-8829-562C0BE0A3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8" y="1818"/>
                  <a:ext cx="6" cy="8"/>
                </a:xfrm>
                <a:custGeom>
                  <a:avLst/>
                  <a:gdLst>
                    <a:gd name="T0" fmla="*/ 0 w 35"/>
                    <a:gd name="T1" fmla="*/ 0 h 44"/>
                    <a:gd name="T2" fmla="*/ 0 w 35"/>
                    <a:gd name="T3" fmla="*/ 0 h 44"/>
                    <a:gd name="T4" fmla="*/ 0 w 35"/>
                    <a:gd name="T5" fmla="*/ 0 h 44"/>
                    <a:gd name="T6" fmla="*/ 0 w 35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4"/>
                    <a:gd name="T14" fmla="*/ 35 w 35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4">
                      <a:moveTo>
                        <a:pt x="0" y="44"/>
                      </a:moveTo>
                      <a:lnTo>
                        <a:pt x="35" y="3"/>
                      </a:lnTo>
                      <a:lnTo>
                        <a:pt x="30" y="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2" name="Line 2035">
                  <a:extLst>
                    <a:ext uri="{FF2B5EF4-FFF2-40B4-BE49-F238E27FC236}">
                      <a16:creationId xmlns:a16="http://schemas.microsoft.com/office/drawing/2014/main" id="{A2754C4D-0074-5FE2-99B2-AB7122BB40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33" y="181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3" name="Freeform 2036">
                  <a:extLst>
                    <a:ext uri="{FF2B5EF4-FFF2-40B4-BE49-F238E27FC236}">
                      <a16:creationId xmlns:a16="http://schemas.microsoft.com/office/drawing/2014/main" id="{66E4AE21-AD55-FAA1-6404-6676A81AA1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1809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78" y="143"/>
                      </a:move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lnTo>
                        <a:pt x="30" y="43"/>
                      </a:lnTo>
                      <a:lnTo>
                        <a:pt x="0" y="87"/>
                      </a:lnTo>
                      <a:lnTo>
                        <a:pt x="78" y="1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4" name="Freeform 2037">
                  <a:extLst>
                    <a:ext uri="{FF2B5EF4-FFF2-40B4-BE49-F238E27FC236}">
                      <a16:creationId xmlns:a16="http://schemas.microsoft.com/office/drawing/2014/main" id="{DE7A55EB-F2AD-9135-01DC-422BA9C618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1809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78" y="143"/>
                      </a:move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lnTo>
                        <a:pt x="30" y="43"/>
                      </a:lnTo>
                      <a:lnTo>
                        <a:pt x="0" y="87"/>
                      </a:lnTo>
                      <a:lnTo>
                        <a:pt x="78" y="14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5" name="Freeform 2038">
                  <a:extLst>
                    <a:ext uri="{FF2B5EF4-FFF2-40B4-BE49-F238E27FC236}">
                      <a16:creationId xmlns:a16="http://schemas.microsoft.com/office/drawing/2014/main" id="{760E8F1A-B8E6-A28F-8AF9-246DC9E1E7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5" y="1808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0" y="46"/>
                      </a:moveTo>
                      <a:lnTo>
                        <a:pt x="31" y="3"/>
                      </a:lnTo>
                      <a:lnTo>
                        <a:pt x="26" y="0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6" name="Line 2039">
                  <a:extLst>
                    <a:ext uri="{FF2B5EF4-FFF2-40B4-BE49-F238E27FC236}">
                      <a16:creationId xmlns:a16="http://schemas.microsoft.com/office/drawing/2014/main" id="{5FD14278-0C2F-D436-350F-919D842D0E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19" y="18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7" name="Freeform 2040">
                  <a:extLst>
                    <a:ext uri="{FF2B5EF4-FFF2-40B4-BE49-F238E27FC236}">
                      <a16:creationId xmlns:a16="http://schemas.microsoft.com/office/drawing/2014/main" id="{498EAF7B-4828-8507-7F5F-C9B9724BFB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1801"/>
                  <a:ext cx="23" cy="23"/>
                </a:xfrm>
                <a:custGeom>
                  <a:avLst/>
                  <a:gdLst>
                    <a:gd name="T0" fmla="*/ 0 w 137"/>
                    <a:gd name="T1" fmla="*/ 0 h 140"/>
                    <a:gd name="T2" fmla="*/ 0 w 137"/>
                    <a:gd name="T3" fmla="*/ 0 h 140"/>
                    <a:gd name="T4" fmla="*/ 0 w 137"/>
                    <a:gd name="T5" fmla="*/ 0 h 140"/>
                    <a:gd name="T6" fmla="*/ 0 w 137"/>
                    <a:gd name="T7" fmla="*/ 0 h 140"/>
                    <a:gd name="T8" fmla="*/ 0 w 137"/>
                    <a:gd name="T9" fmla="*/ 0 h 140"/>
                    <a:gd name="T10" fmla="*/ 0 w 137"/>
                    <a:gd name="T11" fmla="*/ 0 h 140"/>
                    <a:gd name="T12" fmla="*/ 0 w 137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0"/>
                    <a:gd name="T23" fmla="*/ 137 w 137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0">
                      <a:moveTo>
                        <a:pt x="86" y="140"/>
                      </a:moveTo>
                      <a:lnTo>
                        <a:pt x="111" y="93"/>
                      </a:lnTo>
                      <a:lnTo>
                        <a:pt x="137" y="47"/>
                      </a:lnTo>
                      <a:lnTo>
                        <a:pt x="51" y="0"/>
                      </a:ln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86" y="1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8" name="Freeform 2041">
                  <a:extLst>
                    <a:ext uri="{FF2B5EF4-FFF2-40B4-BE49-F238E27FC236}">
                      <a16:creationId xmlns:a16="http://schemas.microsoft.com/office/drawing/2014/main" id="{E343F397-1F21-5F42-4D88-3F376EF12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1801"/>
                  <a:ext cx="23" cy="23"/>
                </a:xfrm>
                <a:custGeom>
                  <a:avLst/>
                  <a:gdLst>
                    <a:gd name="T0" fmla="*/ 0 w 137"/>
                    <a:gd name="T1" fmla="*/ 0 h 140"/>
                    <a:gd name="T2" fmla="*/ 0 w 137"/>
                    <a:gd name="T3" fmla="*/ 0 h 140"/>
                    <a:gd name="T4" fmla="*/ 0 w 137"/>
                    <a:gd name="T5" fmla="*/ 0 h 140"/>
                    <a:gd name="T6" fmla="*/ 0 w 137"/>
                    <a:gd name="T7" fmla="*/ 0 h 140"/>
                    <a:gd name="T8" fmla="*/ 0 w 137"/>
                    <a:gd name="T9" fmla="*/ 0 h 140"/>
                    <a:gd name="T10" fmla="*/ 0 w 137"/>
                    <a:gd name="T11" fmla="*/ 0 h 140"/>
                    <a:gd name="T12" fmla="*/ 0 w 137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0"/>
                    <a:gd name="T23" fmla="*/ 137 w 137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0">
                      <a:moveTo>
                        <a:pt x="86" y="140"/>
                      </a:moveTo>
                      <a:lnTo>
                        <a:pt x="111" y="93"/>
                      </a:lnTo>
                      <a:lnTo>
                        <a:pt x="137" y="47"/>
                      </a:lnTo>
                      <a:lnTo>
                        <a:pt x="51" y="0"/>
                      </a:ln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86" y="1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9" name="Freeform 2042">
                  <a:extLst>
                    <a:ext uri="{FF2B5EF4-FFF2-40B4-BE49-F238E27FC236}">
                      <a16:creationId xmlns:a16="http://schemas.microsoft.com/office/drawing/2014/main" id="{41C2135C-8DA9-A658-C872-B78E2B6A39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0" y="1800"/>
                  <a:ext cx="5" cy="8"/>
                </a:xfrm>
                <a:custGeom>
                  <a:avLst/>
                  <a:gdLst>
                    <a:gd name="T0" fmla="*/ 0 w 26"/>
                    <a:gd name="T1" fmla="*/ 0 h 50"/>
                    <a:gd name="T2" fmla="*/ 0 w 26"/>
                    <a:gd name="T3" fmla="*/ 0 h 50"/>
                    <a:gd name="T4" fmla="*/ 0 w 26"/>
                    <a:gd name="T5" fmla="*/ 0 h 50"/>
                    <a:gd name="T6" fmla="*/ 0 w 26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50"/>
                    <a:gd name="T14" fmla="*/ 26 w 26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50">
                      <a:moveTo>
                        <a:pt x="0" y="50"/>
                      </a:moveTo>
                      <a:lnTo>
                        <a:pt x="26" y="3"/>
                      </a:lnTo>
                      <a:lnTo>
                        <a:pt x="21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0" name="Line 2043">
                  <a:extLst>
                    <a:ext uri="{FF2B5EF4-FFF2-40B4-BE49-F238E27FC236}">
                      <a16:creationId xmlns:a16="http://schemas.microsoft.com/office/drawing/2014/main" id="{557111B1-E811-778F-5963-3043826DFD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904" y="18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1" name="Freeform 2044">
                  <a:extLst>
                    <a:ext uri="{FF2B5EF4-FFF2-40B4-BE49-F238E27FC236}">
                      <a16:creationId xmlns:a16="http://schemas.microsoft.com/office/drawing/2014/main" id="{9CC07B43-A69C-BAC3-D546-A35EEF1621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89" y="137"/>
                      </a:moveTo>
                      <a:lnTo>
                        <a:pt x="109" y="87"/>
                      </a:lnTo>
                      <a:lnTo>
                        <a:pt x="130" y="37"/>
                      </a:lnTo>
                      <a:lnTo>
                        <a:pt x="41" y="0"/>
                      </a:lnTo>
                      <a:lnTo>
                        <a:pt x="21" y="50"/>
                      </a:lnTo>
                      <a:lnTo>
                        <a:pt x="0" y="100"/>
                      </a:lnTo>
                      <a:lnTo>
                        <a:pt x="89" y="1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2" name="Freeform 2045">
                  <a:extLst>
                    <a:ext uri="{FF2B5EF4-FFF2-40B4-BE49-F238E27FC236}">
                      <a16:creationId xmlns:a16="http://schemas.microsoft.com/office/drawing/2014/main" id="{F4BC4C1C-3F34-23B8-14CB-A3D83FCE44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89" y="137"/>
                      </a:moveTo>
                      <a:lnTo>
                        <a:pt x="109" y="87"/>
                      </a:lnTo>
                      <a:lnTo>
                        <a:pt x="130" y="37"/>
                      </a:lnTo>
                      <a:lnTo>
                        <a:pt x="41" y="0"/>
                      </a:lnTo>
                      <a:lnTo>
                        <a:pt x="21" y="50"/>
                      </a:lnTo>
                      <a:lnTo>
                        <a:pt x="0" y="100"/>
                      </a:lnTo>
                      <a:lnTo>
                        <a:pt x="89" y="13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" name="Freeform 2046">
                  <a:extLst>
                    <a:ext uri="{FF2B5EF4-FFF2-40B4-BE49-F238E27FC236}">
                      <a16:creationId xmlns:a16="http://schemas.microsoft.com/office/drawing/2014/main" id="{693C3035-E1C0-FE19-02A1-BCF304B6DA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6" y="1794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0" y="51"/>
                      </a:moveTo>
                      <a:lnTo>
                        <a:pt x="20" y="1"/>
                      </a:lnTo>
                      <a:lnTo>
                        <a:pt x="14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" name="Line 2047">
                  <a:extLst>
                    <a:ext uri="{FF2B5EF4-FFF2-40B4-BE49-F238E27FC236}">
                      <a16:creationId xmlns:a16="http://schemas.microsoft.com/office/drawing/2014/main" id="{252490BC-6E2B-5702-9121-07BBC34A3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888" y="17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" name="Freeform 2048">
                  <a:extLst>
                    <a:ext uri="{FF2B5EF4-FFF2-40B4-BE49-F238E27FC236}">
                      <a16:creationId xmlns:a16="http://schemas.microsoft.com/office/drawing/2014/main" id="{368682C8-55D7-2D88-DE5A-B02C57D060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1789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93" y="130"/>
                      </a:moveTo>
                      <a:lnTo>
                        <a:pt x="108" y="79"/>
                      </a:lnTo>
                      <a:lnTo>
                        <a:pt x="122" y="28"/>
                      </a:lnTo>
                      <a:lnTo>
                        <a:pt x="29" y="0"/>
                      </a:lnTo>
                      <a:lnTo>
                        <a:pt x="14" y="51"/>
                      </a:lnTo>
                      <a:lnTo>
                        <a:pt x="0" y="102"/>
                      </a:lnTo>
                      <a:lnTo>
                        <a:pt x="93" y="1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6" name="Freeform 2049">
                  <a:extLst>
                    <a:ext uri="{FF2B5EF4-FFF2-40B4-BE49-F238E27FC236}">
                      <a16:creationId xmlns:a16="http://schemas.microsoft.com/office/drawing/2014/main" id="{72185562-9278-B5F2-931F-FE194B3417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1789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93" y="130"/>
                      </a:moveTo>
                      <a:lnTo>
                        <a:pt x="108" y="79"/>
                      </a:lnTo>
                      <a:lnTo>
                        <a:pt x="122" y="28"/>
                      </a:lnTo>
                      <a:lnTo>
                        <a:pt x="29" y="0"/>
                      </a:lnTo>
                      <a:lnTo>
                        <a:pt x="14" y="51"/>
                      </a:lnTo>
                      <a:lnTo>
                        <a:pt x="0" y="102"/>
                      </a:lnTo>
                      <a:lnTo>
                        <a:pt x="93" y="1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7" name="Freeform 2050">
                  <a:extLst>
                    <a:ext uri="{FF2B5EF4-FFF2-40B4-BE49-F238E27FC236}">
                      <a16:creationId xmlns:a16="http://schemas.microsoft.com/office/drawing/2014/main" id="{40A21523-660C-8F7D-FF87-9178963852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0" y="178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0" y="53"/>
                      </a:moveTo>
                      <a:lnTo>
                        <a:pt x="15" y="2"/>
                      </a:lnTo>
                      <a:lnTo>
                        <a:pt x="9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8" name="Line 2051">
                  <a:extLst>
                    <a:ext uri="{FF2B5EF4-FFF2-40B4-BE49-F238E27FC236}">
                      <a16:creationId xmlns:a16="http://schemas.microsoft.com/office/drawing/2014/main" id="{87E70611-F77E-877B-E21C-3B54B37FF6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871" y="1789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" name="Freeform 2052">
                  <a:extLst>
                    <a:ext uri="{FF2B5EF4-FFF2-40B4-BE49-F238E27FC236}">
                      <a16:creationId xmlns:a16="http://schemas.microsoft.com/office/drawing/2014/main" id="{56455CF3-A18B-C50D-7819-696A1158F1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3" y="1786"/>
                  <a:ext cx="18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96" y="122"/>
                      </a:moveTo>
                      <a:lnTo>
                        <a:pt x="104" y="69"/>
                      </a:lnTo>
                      <a:lnTo>
                        <a:pt x="113" y="16"/>
                      </a:lnTo>
                      <a:lnTo>
                        <a:pt x="16" y="0"/>
                      </a:lnTo>
                      <a:lnTo>
                        <a:pt x="8" y="53"/>
                      </a:lnTo>
                      <a:lnTo>
                        <a:pt x="0" y="106"/>
                      </a:lnTo>
                      <a:lnTo>
                        <a:pt x="96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" name="Freeform 2053">
                  <a:extLst>
                    <a:ext uri="{FF2B5EF4-FFF2-40B4-BE49-F238E27FC236}">
                      <a16:creationId xmlns:a16="http://schemas.microsoft.com/office/drawing/2014/main" id="{FC64549B-6D2F-3AE4-942D-58DD261BD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3" y="1786"/>
                  <a:ext cx="18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96" y="122"/>
                      </a:moveTo>
                      <a:lnTo>
                        <a:pt x="104" y="69"/>
                      </a:lnTo>
                      <a:lnTo>
                        <a:pt x="113" y="16"/>
                      </a:lnTo>
                      <a:lnTo>
                        <a:pt x="16" y="0"/>
                      </a:lnTo>
                      <a:lnTo>
                        <a:pt x="8" y="53"/>
                      </a:lnTo>
                      <a:lnTo>
                        <a:pt x="0" y="106"/>
                      </a:lnTo>
                      <a:lnTo>
                        <a:pt x="96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" name="Freeform 2054">
                  <a:extLst>
                    <a:ext uri="{FF2B5EF4-FFF2-40B4-BE49-F238E27FC236}">
                      <a16:creationId xmlns:a16="http://schemas.microsoft.com/office/drawing/2014/main" id="{2C5A875F-317F-6F7E-257E-9986A2063A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" y="1786"/>
                  <a:ext cx="1" cy="9"/>
                </a:xfrm>
                <a:custGeom>
                  <a:avLst/>
                  <a:gdLst>
                    <a:gd name="T0" fmla="*/ 0 w 8"/>
                    <a:gd name="T1" fmla="*/ 0 h 53"/>
                    <a:gd name="T2" fmla="*/ 0 w 8"/>
                    <a:gd name="T3" fmla="*/ 0 h 53"/>
                    <a:gd name="T4" fmla="*/ 0 w 8"/>
                    <a:gd name="T5" fmla="*/ 0 h 53"/>
                    <a:gd name="T6" fmla="*/ 0 w 8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"/>
                    <a:gd name="T13" fmla="*/ 0 h 53"/>
                    <a:gd name="T14" fmla="*/ 8 w 8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" h="53">
                      <a:moveTo>
                        <a:pt x="0" y="53"/>
                      </a:moveTo>
                      <a:lnTo>
                        <a:pt x="8" y="0"/>
                      </a:lnTo>
                      <a:lnTo>
                        <a:pt x="3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2" name="Line 2055">
                  <a:extLst>
                    <a:ext uri="{FF2B5EF4-FFF2-40B4-BE49-F238E27FC236}">
                      <a16:creationId xmlns:a16="http://schemas.microsoft.com/office/drawing/2014/main" id="{FE7EC2E4-B9D3-B620-8F0B-FA9F57B0B2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55" y="17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3" name="Freeform 2056">
                  <a:extLst>
                    <a:ext uri="{FF2B5EF4-FFF2-40B4-BE49-F238E27FC236}">
                      <a16:creationId xmlns:a16="http://schemas.microsoft.com/office/drawing/2014/main" id="{DD328EAD-8275-1D1D-7883-979D60F9CE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1785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97" y="111"/>
                      </a:moveTo>
                      <a:lnTo>
                        <a:pt x="100" y="58"/>
                      </a:lnTo>
                      <a:lnTo>
                        <a:pt x="103" y="5"/>
                      </a:lnTo>
                      <a:lnTo>
                        <a:pt x="7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4" name="Freeform 2057">
                  <a:extLst>
                    <a:ext uri="{FF2B5EF4-FFF2-40B4-BE49-F238E27FC236}">
                      <a16:creationId xmlns:a16="http://schemas.microsoft.com/office/drawing/2014/main" id="{7555F6CD-2670-C3EC-EE94-CDFEA31159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1785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97" y="111"/>
                      </a:moveTo>
                      <a:lnTo>
                        <a:pt x="100" y="58"/>
                      </a:lnTo>
                      <a:lnTo>
                        <a:pt x="103" y="5"/>
                      </a:lnTo>
                      <a:lnTo>
                        <a:pt x="7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5" name="Freeform 2058">
                  <a:extLst>
                    <a:ext uri="{FF2B5EF4-FFF2-40B4-BE49-F238E27FC236}">
                      <a16:creationId xmlns:a16="http://schemas.microsoft.com/office/drawing/2014/main" id="{66375E8B-C85A-A85D-914F-7C7A6949B8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1785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4" y="53"/>
                      </a:move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6" name="Line 2059">
                  <a:extLst>
                    <a:ext uri="{FF2B5EF4-FFF2-40B4-BE49-F238E27FC236}">
                      <a16:creationId xmlns:a16="http://schemas.microsoft.com/office/drawing/2014/main" id="{1AF3D1C3-0C91-E865-D38D-7BC7141FB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37" y="178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7" name="Freeform 2060">
                  <a:extLst>
                    <a:ext uri="{FF2B5EF4-FFF2-40B4-BE49-F238E27FC236}">
                      <a16:creationId xmlns:a16="http://schemas.microsoft.com/office/drawing/2014/main" id="{A3C4F0C2-2947-DBBD-F786-FA4064F9B3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1785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104" y="106"/>
                      </a:moveTo>
                      <a:lnTo>
                        <a:pt x="101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4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8" name="Freeform 2061">
                  <a:extLst>
                    <a:ext uri="{FF2B5EF4-FFF2-40B4-BE49-F238E27FC236}">
                      <a16:creationId xmlns:a16="http://schemas.microsoft.com/office/drawing/2014/main" id="{36552E7B-5176-18BE-46FE-209BC69C7C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1785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104" y="106"/>
                      </a:moveTo>
                      <a:lnTo>
                        <a:pt x="101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4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9" name="Freeform 2062">
                  <a:extLst>
                    <a:ext uri="{FF2B5EF4-FFF2-40B4-BE49-F238E27FC236}">
                      <a16:creationId xmlns:a16="http://schemas.microsoft.com/office/drawing/2014/main" id="{31E29FF5-7BF2-5A2D-E1FA-AB093BCF4A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0" y="1786"/>
                  <a:ext cx="2" cy="9"/>
                </a:xfrm>
                <a:custGeom>
                  <a:avLst/>
                  <a:gdLst>
                    <a:gd name="T0" fmla="*/ 0 w 8"/>
                    <a:gd name="T1" fmla="*/ 0 h 53"/>
                    <a:gd name="T2" fmla="*/ 0 w 8"/>
                    <a:gd name="T3" fmla="*/ 0 h 53"/>
                    <a:gd name="T4" fmla="*/ 0 w 8"/>
                    <a:gd name="T5" fmla="*/ 0 h 53"/>
                    <a:gd name="T6" fmla="*/ 0 w 8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"/>
                    <a:gd name="T13" fmla="*/ 0 h 53"/>
                    <a:gd name="T14" fmla="*/ 8 w 8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" h="53">
                      <a:moveTo>
                        <a:pt x="8" y="53"/>
                      </a:moveTo>
                      <a:lnTo>
                        <a:pt x="5" y="0"/>
                      </a:lnTo>
                      <a:lnTo>
                        <a:pt x="0" y="0"/>
                      </a:lnTo>
                      <a:lnTo>
                        <a:pt x="8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0" name="Line 2063">
                  <a:extLst>
                    <a:ext uri="{FF2B5EF4-FFF2-40B4-BE49-F238E27FC236}">
                      <a16:creationId xmlns:a16="http://schemas.microsoft.com/office/drawing/2014/main" id="{06FF7E1A-0C20-FBA4-5B92-4B04DAA8A2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20" y="17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1" name="Freeform 2064">
                  <a:extLst>
                    <a:ext uri="{FF2B5EF4-FFF2-40B4-BE49-F238E27FC236}">
                      <a16:creationId xmlns:a16="http://schemas.microsoft.com/office/drawing/2014/main" id="{99EFD8A3-9FC2-8736-09EC-0225BE2207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1786"/>
                  <a:ext cx="19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113" y="106"/>
                      </a:moveTo>
                      <a:lnTo>
                        <a:pt x="104" y="53"/>
                      </a:lnTo>
                      <a:lnTo>
                        <a:pt x="96" y="0"/>
                      </a:lnTo>
                      <a:lnTo>
                        <a:pt x="0" y="16"/>
                      </a:lnTo>
                      <a:lnTo>
                        <a:pt x="9" y="69"/>
                      </a:lnTo>
                      <a:lnTo>
                        <a:pt x="17" y="122"/>
                      </a:lnTo>
                      <a:lnTo>
                        <a:pt x="113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2" name="Freeform 2065">
                  <a:extLst>
                    <a:ext uri="{FF2B5EF4-FFF2-40B4-BE49-F238E27FC236}">
                      <a16:creationId xmlns:a16="http://schemas.microsoft.com/office/drawing/2014/main" id="{4B31EB82-FF0B-CFDD-8B22-08663978BF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1786"/>
                  <a:ext cx="19" cy="21"/>
                </a:xfrm>
                <a:custGeom>
                  <a:avLst/>
                  <a:gdLst>
                    <a:gd name="T0" fmla="*/ 0 w 113"/>
                    <a:gd name="T1" fmla="*/ 0 h 122"/>
                    <a:gd name="T2" fmla="*/ 0 w 113"/>
                    <a:gd name="T3" fmla="*/ 0 h 122"/>
                    <a:gd name="T4" fmla="*/ 0 w 113"/>
                    <a:gd name="T5" fmla="*/ 0 h 122"/>
                    <a:gd name="T6" fmla="*/ 0 w 113"/>
                    <a:gd name="T7" fmla="*/ 0 h 122"/>
                    <a:gd name="T8" fmla="*/ 0 w 113"/>
                    <a:gd name="T9" fmla="*/ 0 h 122"/>
                    <a:gd name="T10" fmla="*/ 0 w 113"/>
                    <a:gd name="T11" fmla="*/ 0 h 122"/>
                    <a:gd name="T12" fmla="*/ 0 w 11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3"/>
                    <a:gd name="T22" fmla="*/ 0 h 122"/>
                    <a:gd name="T23" fmla="*/ 113 w 11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3" h="122">
                      <a:moveTo>
                        <a:pt x="113" y="106"/>
                      </a:moveTo>
                      <a:lnTo>
                        <a:pt x="104" y="53"/>
                      </a:lnTo>
                      <a:lnTo>
                        <a:pt x="96" y="0"/>
                      </a:lnTo>
                      <a:lnTo>
                        <a:pt x="0" y="16"/>
                      </a:lnTo>
                      <a:lnTo>
                        <a:pt x="9" y="69"/>
                      </a:lnTo>
                      <a:lnTo>
                        <a:pt x="17" y="122"/>
                      </a:lnTo>
                      <a:lnTo>
                        <a:pt x="113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3" name="Freeform 2066">
                  <a:extLst>
                    <a:ext uri="{FF2B5EF4-FFF2-40B4-BE49-F238E27FC236}">
                      <a16:creationId xmlns:a16="http://schemas.microsoft.com/office/drawing/2014/main" id="{CDBD3968-1A38-ACFF-E30B-D38AD7134C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3" y="178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53"/>
                      </a:moveTo>
                      <a:lnTo>
                        <a:pt x="6" y="0"/>
                      </a:lnTo>
                      <a:lnTo>
                        <a:pt x="0" y="2"/>
                      </a:lnTo>
                      <a:lnTo>
                        <a:pt x="1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4" name="Line 2067">
                  <a:extLst>
                    <a:ext uri="{FF2B5EF4-FFF2-40B4-BE49-F238E27FC236}">
                      <a16:creationId xmlns:a16="http://schemas.microsoft.com/office/drawing/2014/main" id="{2B879468-2917-4A31-DFBC-511302A05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803" y="17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5" name="Freeform 2068">
                  <a:extLst>
                    <a:ext uri="{FF2B5EF4-FFF2-40B4-BE49-F238E27FC236}">
                      <a16:creationId xmlns:a16="http://schemas.microsoft.com/office/drawing/2014/main" id="{E8BAC1F5-5443-E6F3-E249-624969C22E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1789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123" y="102"/>
                      </a:moveTo>
                      <a:lnTo>
                        <a:pt x="108" y="51"/>
                      </a:lnTo>
                      <a:lnTo>
                        <a:pt x="93" y="0"/>
                      </a:lnTo>
                      <a:lnTo>
                        <a:pt x="0" y="28"/>
                      </a:lnTo>
                      <a:lnTo>
                        <a:pt x="15" y="79"/>
                      </a:lnTo>
                      <a:lnTo>
                        <a:pt x="30" y="130"/>
                      </a:lnTo>
                      <a:lnTo>
                        <a:pt x="123" y="10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6" name="Freeform 2069">
                  <a:extLst>
                    <a:ext uri="{FF2B5EF4-FFF2-40B4-BE49-F238E27FC236}">
                      <a16:creationId xmlns:a16="http://schemas.microsoft.com/office/drawing/2014/main" id="{337D4869-6561-5430-EAA6-E0EE0D3C7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1789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123" y="102"/>
                      </a:moveTo>
                      <a:lnTo>
                        <a:pt x="108" y="51"/>
                      </a:lnTo>
                      <a:lnTo>
                        <a:pt x="93" y="0"/>
                      </a:lnTo>
                      <a:lnTo>
                        <a:pt x="0" y="28"/>
                      </a:lnTo>
                      <a:lnTo>
                        <a:pt x="15" y="79"/>
                      </a:lnTo>
                      <a:lnTo>
                        <a:pt x="30" y="130"/>
                      </a:lnTo>
                      <a:lnTo>
                        <a:pt x="123" y="10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7" name="Freeform 2070">
                  <a:extLst>
                    <a:ext uri="{FF2B5EF4-FFF2-40B4-BE49-F238E27FC236}">
                      <a16:creationId xmlns:a16="http://schemas.microsoft.com/office/drawing/2014/main" id="{9220FA5C-3CD5-896E-31E5-683B95FFEF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7" y="1794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20" y="51"/>
                      </a:moveTo>
                      <a:lnTo>
                        <a:pt x="5" y="0"/>
                      </a:lnTo>
                      <a:lnTo>
                        <a:pt x="0" y="1"/>
                      </a:lnTo>
                      <a:lnTo>
                        <a:pt x="2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8" name="Line 2071">
                  <a:extLst>
                    <a:ext uri="{FF2B5EF4-FFF2-40B4-BE49-F238E27FC236}">
                      <a16:creationId xmlns:a16="http://schemas.microsoft.com/office/drawing/2014/main" id="{3CE2446F-B7AC-34F7-8325-19A648D166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87" y="17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9" name="Freeform 2072">
                  <a:extLst>
                    <a:ext uri="{FF2B5EF4-FFF2-40B4-BE49-F238E27FC236}">
                      <a16:creationId xmlns:a16="http://schemas.microsoft.com/office/drawing/2014/main" id="{81593124-8D7E-BC36-FFD6-6145A35BAC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130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7"/>
                      </a:lnTo>
                      <a:lnTo>
                        <a:pt x="20" y="87"/>
                      </a:lnTo>
                      <a:lnTo>
                        <a:pt x="40" y="137"/>
                      </a:lnTo>
                      <a:lnTo>
                        <a:pt x="130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0" name="Freeform 2073">
                  <a:extLst>
                    <a:ext uri="{FF2B5EF4-FFF2-40B4-BE49-F238E27FC236}">
                      <a16:creationId xmlns:a16="http://schemas.microsoft.com/office/drawing/2014/main" id="{395FF235-B068-FA0B-0BD9-C93E5150A4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1794"/>
                  <a:ext cx="22" cy="23"/>
                </a:xfrm>
                <a:custGeom>
                  <a:avLst/>
                  <a:gdLst>
                    <a:gd name="T0" fmla="*/ 0 w 130"/>
                    <a:gd name="T1" fmla="*/ 0 h 137"/>
                    <a:gd name="T2" fmla="*/ 0 w 130"/>
                    <a:gd name="T3" fmla="*/ 0 h 137"/>
                    <a:gd name="T4" fmla="*/ 0 w 130"/>
                    <a:gd name="T5" fmla="*/ 0 h 137"/>
                    <a:gd name="T6" fmla="*/ 0 w 130"/>
                    <a:gd name="T7" fmla="*/ 0 h 137"/>
                    <a:gd name="T8" fmla="*/ 0 w 130"/>
                    <a:gd name="T9" fmla="*/ 0 h 137"/>
                    <a:gd name="T10" fmla="*/ 0 w 130"/>
                    <a:gd name="T11" fmla="*/ 0 h 137"/>
                    <a:gd name="T12" fmla="*/ 0 w 130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7"/>
                    <a:gd name="T23" fmla="*/ 130 w 130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7">
                      <a:moveTo>
                        <a:pt x="130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7"/>
                      </a:lnTo>
                      <a:lnTo>
                        <a:pt x="20" y="87"/>
                      </a:lnTo>
                      <a:lnTo>
                        <a:pt x="40" y="137"/>
                      </a:lnTo>
                      <a:lnTo>
                        <a:pt x="130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1" name="Freeform 2074">
                  <a:extLst>
                    <a:ext uri="{FF2B5EF4-FFF2-40B4-BE49-F238E27FC236}">
                      <a16:creationId xmlns:a16="http://schemas.microsoft.com/office/drawing/2014/main" id="{44A67D92-BA67-5191-A188-083A3EBDE9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1" y="1800"/>
                  <a:ext cx="4" cy="8"/>
                </a:xfrm>
                <a:custGeom>
                  <a:avLst/>
                  <a:gdLst>
                    <a:gd name="T0" fmla="*/ 0 w 26"/>
                    <a:gd name="T1" fmla="*/ 0 h 50"/>
                    <a:gd name="T2" fmla="*/ 0 w 26"/>
                    <a:gd name="T3" fmla="*/ 0 h 50"/>
                    <a:gd name="T4" fmla="*/ 0 w 26"/>
                    <a:gd name="T5" fmla="*/ 0 h 50"/>
                    <a:gd name="T6" fmla="*/ 0 w 26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50"/>
                    <a:gd name="T14" fmla="*/ 26 w 26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50">
                      <a:moveTo>
                        <a:pt x="26" y="50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2" name="Line 2075">
                  <a:extLst>
                    <a:ext uri="{FF2B5EF4-FFF2-40B4-BE49-F238E27FC236}">
                      <a16:creationId xmlns:a16="http://schemas.microsoft.com/office/drawing/2014/main" id="{A2F0958E-3F0A-33CF-8D6A-9E8D73F4DF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71" y="18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3" name="Freeform 2076">
                  <a:extLst>
                    <a:ext uri="{FF2B5EF4-FFF2-40B4-BE49-F238E27FC236}">
                      <a16:creationId xmlns:a16="http://schemas.microsoft.com/office/drawing/2014/main" id="{A70F9320-743A-E0F0-7E44-EA3E66EEC5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801"/>
                  <a:ext cx="23" cy="23"/>
                </a:xfrm>
                <a:custGeom>
                  <a:avLst/>
                  <a:gdLst>
                    <a:gd name="T0" fmla="*/ 0 w 135"/>
                    <a:gd name="T1" fmla="*/ 0 h 140"/>
                    <a:gd name="T2" fmla="*/ 0 w 135"/>
                    <a:gd name="T3" fmla="*/ 0 h 140"/>
                    <a:gd name="T4" fmla="*/ 0 w 135"/>
                    <a:gd name="T5" fmla="*/ 0 h 140"/>
                    <a:gd name="T6" fmla="*/ 0 w 135"/>
                    <a:gd name="T7" fmla="*/ 0 h 140"/>
                    <a:gd name="T8" fmla="*/ 0 w 135"/>
                    <a:gd name="T9" fmla="*/ 0 h 140"/>
                    <a:gd name="T10" fmla="*/ 0 w 135"/>
                    <a:gd name="T11" fmla="*/ 0 h 140"/>
                    <a:gd name="T12" fmla="*/ 0 w 135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40"/>
                    <a:gd name="T23" fmla="*/ 135 w 135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40">
                      <a:moveTo>
                        <a:pt x="135" y="93"/>
                      </a:moveTo>
                      <a:lnTo>
                        <a:pt x="110" y="47"/>
                      </a:lnTo>
                      <a:lnTo>
                        <a:pt x="84" y="0"/>
                      </a:lnTo>
                      <a:lnTo>
                        <a:pt x="0" y="47"/>
                      </a:lnTo>
                      <a:lnTo>
                        <a:pt x="25" y="93"/>
                      </a:lnTo>
                      <a:lnTo>
                        <a:pt x="50" y="140"/>
                      </a:lnTo>
                      <a:lnTo>
                        <a:pt x="135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4" name="Freeform 2077">
                  <a:extLst>
                    <a:ext uri="{FF2B5EF4-FFF2-40B4-BE49-F238E27FC236}">
                      <a16:creationId xmlns:a16="http://schemas.microsoft.com/office/drawing/2014/main" id="{4FDF0CA1-C51C-44D8-6229-14E2109EF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1801"/>
                  <a:ext cx="23" cy="23"/>
                </a:xfrm>
                <a:custGeom>
                  <a:avLst/>
                  <a:gdLst>
                    <a:gd name="T0" fmla="*/ 0 w 135"/>
                    <a:gd name="T1" fmla="*/ 0 h 140"/>
                    <a:gd name="T2" fmla="*/ 0 w 135"/>
                    <a:gd name="T3" fmla="*/ 0 h 140"/>
                    <a:gd name="T4" fmla="*/ 0 w 135"/>
                    <a:gd name="T5" fmla="*/ 0 h 140"/>
                    <a:gd name="T6" fmla="*/ 0 w 135"/>
                    <a:gd name="T7" fmla="*/ 0 h 140"/>
                    <a:gd name="T8" fmla="*/ 0 w 135"/>
                    <a:gd name="T9" fmla="*/ 0 h 140"/>
                    <a:gd name="T10" fmla="*/ 0 w 135"/>
                    <a:gd name="T11" fmla="*/ 0 h 140"/>
                    <a:gd name="T12" fmla="*/ 0 w 135"/>
                    <a:gd name="T13" fmla="*/ 0 h 14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40"/>
                    <a:gd name="T23" fmla="*/ 135 w 135"/>
                    <a:gd name="T24" fmla="*/ 140 h 14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40">
                      <a:moveTo>
                        <a:pt x="135" y="93"/>
                      </a:moveTo>
                      <a:lnTo>
                        <a:pt x="110" y="47"/>
                      </a:lnTo>
                      <a:lnTo>
                        <a:pt x="84" y="0"/>
                      </a:lnTo>
                      <a:lnTo>
                        <a:pt x="0" y="47"/>
                      </a:lnTo>
                      <a:lnTo>
                        <a:pt x="25" y="93"/>
                      </a:lnTo>
                      <a:lnTo>
                        <a:pt x="50" y="140"/>
                      </a:lnTo>
                      <a:lnTo>
                        <a:pt x="135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5" name="Freeform 2078">
                  <a:extLst>
                    <a:ext uri="{FF2B5EF4-FFF2-40B4-BE49-F238E27FC236}">
                      <a16:creationId xmlns:a16="http://schemas.microsoft.com/office/drawing/2014/main" id="{8014CEF1-523D-5067-6595-3B26C695FF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6" y="1808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46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31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6" name="Line 2079">
                  <a:extLst>
                    <a:ext uri="{FF2B5EF4-FFF2-40B4-BE49-F238E27FC236}">
                      <a16:creationId xmlns:a16="http://schemas.microsoft.com/office/drawing/2014/main" id="{CD237B22-2B08-F3AF-C0A6-B5BE887381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56" y="18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7" name="Freeform 2080">
                  <a:extLst>
                    <a:ext uri="{FF2B5EF4-FFF2-40B4-BE49-F238E27FC236}">
                      <a16:creationId xmlns:a16="http://schemas.microsoft.com/office/drawing/2014/main" id="{781C03A2-4DBE-E1B3-4628-70C911233A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1809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141" y="87"/>
                      </a:moveTo>
                      <a:lnTo>
                        <a:pt x="110" y="43"/>
                      </a:lnTo>
                      <a:lnTo>
                        <a:pt x="79" y="0"/>
                      </a:lnTo>
                      <a:lnTo>
                        <a:pt x="0" y="56"/>
                      </a:lnTo>
                      <a:lnTo>
                        <a:pt x="31" y="100"/>
                      </a:lnTo>
                      <a:lnTo>
                        <a:pt x="61" y="143"/>
                      </a:lnTo>
                      <a:lnTo>
                        <a:pt x="141" y="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8" name="Freeform 2081">
                  <a:extLst>
                    <a:ext uri="{FF2B5EF4-FFF2-40B4-BE49-F238E27FC236}">
                      <a16:creationId xmlns:a16="http://schemas.microsoft.com/office/drawing/2014/main" id="{BA365C90-B8C8-0730-0722-893AB5A874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1809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141" y="87"/>
                      </a:moveTo>
                      <a:lnTo>
                        <a:pt x="110" y="43"/>
                      </a:lnTo>
                      <a:lnTo>
                        <a:pt x="79" y="0"/>
                      </a:lnTo>
                      <a:lnTo>
                        <a:pt x="0" y="56"/>
                      </a:lnTo>
                      <a:lnTo>
                        <a:pt x="31" y="100"/>
                      </a:lnTo>
                      <a:lnTo>
                        <a:pt x="61" y="143"/>
                      </a:lnTo>
                      <a:lnTo>
                        <a:pt x="141" y="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9" name="Freeform 2082">
                  <a:extLst>
                    <a:ext uri="{FF2B5EF4-FFF2-40B4-BE49-F238E27FC236}">
                      <a16:creationId xmlns:a16="http://schemas.microsoft.com/office/drawing/2014/main" id="{DC972584-D99F-AEC7-8B45-9F6E10C86B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1818"/>
                  <a:ext cx="6" cy="8"/>
                </a:xfrm>
                <a:custGeom>
                  <a:avLst/>
                  <a:gdLst>
                    <a:gd name="T0" fmla="*/ 0 w 36"/>
                    <a:gd name="T1" fmla="*/ 0 h 44"/>
                    <a:gd name="T2" fmla="*/ 0 w 36"/>
                    <a:gd name="T3" fmla="*/ 0 h 44"/>
                    <a:gd name="T4" fmla="*/ 0 w 36"/>
                    <a:gd name="T5" fmla="*/ 0 h 44"/>
                    <a:gd name="T6" fmla="*/ 0 w 36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4"/>
                    <a:gd name="T14" fmla="*/ 36 w 36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4">
                      <a:moveTo>
                        <a:pt x="36" y="44"/>
                      </a:moveTo>
                      <a:lnTo>
                        <a:pt x="5" y="0"/>
                      </a:lnTo>
                      <a:lnTo>
                        <a:pt x="0" y="3"/>
                      </a:lnTo>
                      <a:lnTo>
                        <a:pt x="36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0" name="Line 2083">
                  <a:extLst>
                    <a:ext uri="{FF2B5EF4-FFF2-40B4-BE49-F238E27FC236}">
                      <a16:creationId xmlns:a16="http://schemas.microsoft.com/office/drawing/2014/main" id="{D27641F6-8D75-5AEA-0D83-1877B88F4C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42" y="181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1" name="Freeform 2084">
                  <a:extLst>
                    <a:ext uri="{FF2B5EF4-FFF2-40B4-BE49-F238E27FC236}">
                      <a16:creationId xmlns:a16="http://schemas.microsoft.com/office/drawing/2014/main" id="{081A9BDF-B574-82A0-ECEF-1B18E7BC57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1819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144" y="81"/>
                      </a:moveTo>
                      <a:lnTo>
                        <a:pt x="108" y="41"/>
                      </a:lnTo>
                      <a:lnTo>
                        <a:pt x="72" y="0"/>
                      </a:lnTo>
                      <a:lnTo>
                        <a:pt x="0" y="65"/>
                      </a:lnTo>
                      <a:lnTo>
                        <a:pt x="36" y="105"/>
                      </a:lnTo>
                      <a:lnTo>
                        <a:pt x="72" y="145"/>
                      </a:lnTo>
                      <a:lnTo>
                        <a:pt x="144" y="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2" name="Freeform 2085">
                  <a:extLst>
                    <a:ext uri="{FF2B5EF4-FFF2-40B4-BE49-F238E27FC236}">
                      <a16:creationId xmlns:a16="http://schemas.microsoft.com/office/drawing/2014/main" id="{623BF493-DB50-8850-D915-BD76EEE1EE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1819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144" y="81"/>
                      </a:moveTo>
                      <a:lnTo>
                        <a:pt x="108" y="41"/>
                      </a:lnTo>
                      <a:lnTo>
                        <a:pt x="72" y="0"/>
                      </a:lnTo>
                      <a:lnTo>
                        <a:pt x="0" y="65"/>
                      </a:lnTo>
                      <a:lnTo>
                        <a:pt x="36" y="105"/>
                      </a:lnTo>
                      <a:lnTo>
                        <a:pt x="72" y="145"/>
                      </a:lnTo>
                      <a:lnTo>
                        <a:pt x="144" y="8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3" name="Freeform 2086">
                  <a:extLst>
                    <a:ext uri="{FF2B5EF4-FFF2-40B4-BE49-F238E27FC236}">
                      <a16:creationId xmlns:a16="http://schemas.microsoft.com/office/drawing/2014/main" id="{02628E4A-E2B8-0C45-1AC5-4DFBC9531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9" y="1830"/>
                  <a:ext cx="7" cy="6"/>
                </a:xfrm>
                <a:custGeom>
                  <a:avLst/>
                  <a:gdLst>
                    <a:gd name="T0" fmla="*/ 0 w 41"/>
                    <a:gd name="T1" fmla="*/ 0 h 40"/>
                    <a:gd name="T2" fmla="*/ 0 w 41"/>
                    <a:gd name="T3" fmla="*/ 0 h 40"/>
                    <a:gd name="T4" fmla="*/ 0 w 41"/>
                    <a:gd name="T5" fmla="*/ 0 h 40"/>
                    <a:gd name="T6" fmla="*/ 0 w 41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"/>
                    <a:gd name="T13" fmla="*/ 0 h 40"/>
                    <a:gd name="T14" fmla="*/ 41 w 41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" h="40">
                      <a:moveTo>
                        <a:pt x="41" y="40"/>
                      </a:moveTo>
                      <a:lnTo>
                        <a:pt x="5" y="0"/>
                      </a:lnTo>
                      <a:lnTo>
                        <a:pt x="0" y="5"/>
                      </a:lnTo>
                      <a:lnTo>
                        <a:pt x="41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4" name="Line 2087">
                  <a:extLst>
                    <a:ext uri="{FF2B5EF4-FFF2-40B4-BE49-F238E27FC236}">
                      <a16:creationId xmlns:a16="http://schemas.microsoft.com/office/drawing/2014/main" id="{42A06956-8E01-4E02-D061-EDA2ED3250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29" y="183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5" name="Freeform 2088">
                  <a:extLst>
                    <a:ext uri="{FF2B5EF4-FFF2-40B4-BE49-F238E27FC236}">
                      <a16:creationId xmlns:a16="http://schemas.microsoft.com/office/drawing/2014/main" id="{293C7BB4-B38D-E766-B0DB-C0D846FAA7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1831"/>
                  <a:ext cx="25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145" y="70"/>
                      </a:moveTo>
                      <a:lnTo>
                        <a:pt x="105" y="35"/>
                      </a:lnTo>
                      <a:lnTo>
                        <a:pt x="64" y="0"/>
                      </a:lnTo>
                      <a:lnTo>
                        <a:pt x="0" y="73"/>
                      </a:lnTo>
                      <a:lnTo>
                        <a:pt x="40" y="108"/>
                      </a:lnTo>
                      <a:lnTo>
                        <a:pt x="80" y="143"/>
                      </a:lnTo>
                      <a:lnTo>
                        <a:pt x="145" y="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6" name="Freeform 2089">
                  <a:extLst>
                    <a:ext uri="{FF2B5EF4-FFF2-40B4-BE49-F238E27FC236}">
                      <a16:creationId xmlns:a16="http://schemas.microsoft.com/office/drawing/2014/main" id="{BB46DB2E-B5EF-D775-7F8E-8C956C3273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1831"/>
                  <a:ext cx="25" cy="23"/>
                </a:xfrm>
                <a:custGeom>
                  <a:avLst/>
                  <a:gdLst>
                    <a:gd name="T0" fmla="*/ 0 w 145"/>
                    <a:gd name="T1" fmla="*/ 0 h 143"/>
                    <a:gd name="T2" fmla="*/ 0 w 145"/>
                    <a:gd name="T3" fmla="*/ 0 h 143"/>
                    <a:gd name="T4" fmla="*/ 0 w 145"/>
                    <a:gd name="T5" fmla="*/ 0 h 143"/>
                    <a:gd name="T6" fmla="*/ 0 w 145"/>
                    <a:gd name="T7" fmla="*/ 0 h 143"/>
                    <a:gd name="T8" fmla="*/ 0 w 145"/>
                    <a:gd name="T9" fmla="*/ 0 h 143"/>
                    <a:gd name="T10" fmla="*/ 0 w 145"/>
                    <a:gd name="T11" fmla="*/ 0 h 143"/>
                    <a:gd name="T12" fmla="*/ 0 w 145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3"/>
                    <a:gd name="T23" fmla="*/ 145 w 145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3">
                      <a:moveTo>
                        <a:pt x="145" y="70"/>
                      </a:moveTo>
                      <a:lnTo>
                        <a:pt x="105" y="35"/>
                      </a:lnTo>
                      <a:lnTo>
                        <a:pt x="64" y="0"/>
                      </a:lnTo>
                      <a:lnTo>
                        <a:pt x="0" y="73"/>
                      </a:lnTo>
                      <a:lnTo>
                        <a:pt x="40" y="108"/>
                      </a:lnTo>
                      <a:lnTo>
                        <a:pt x="80" y="143"/>
                      </a:lnTo>
                      <a:lnTo>
                        <a:pt x="145" y="7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7" name="Freeform 2090">
                  <a:extLst>
                    <a:ext uri="{FF2B5EF4-FFF2-40B4-BE49-F238E27FC236}">
                      <a16:creationId xmlns:a16="http://schemas.microsoft.com/office/drawing/2014/main" id="{E41BC16C-6D99-DAB8-7A2E-44E30F7624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1843"/>
                  <a:ext cx="7" cy="6"/>
                </a:xfrm>
                <a:custGeom>
                  <a:avLst/>
                  <a:gdLst>
                    <a:gd name="T0" fmla="*/ 0 w 43"/>
                    <a:gd name="T1" fmla="*/ 0 h 35"/>
                    <a:gd name="T2" fmla="*/ 0 w 43"/>
                    <a:gd name="T3" fmla="*/ 0 h 35"/>
                    <a:gd name="T4" fmla="*/ 0 w 43"/>
                    <a:gd name="T5" fmla="*/ 0 h 35"/>
                    <a:gd name="T6" fmla="*/ 0 w 43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5"/>
                    <a:gd name="T14" fmla="*/ 43 w 43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5">
                      <a:moveTo>
                        <a:pt x="43" y="35"/>
                      </a:moveTo>
                      <a:lnTo>
                        <a:pt x="3" y="0"/>
                      </a:lnTo>
                      <a:lnTo>
                        <a:pt x="0" y="4"/>
                      </a:lnTo>
                      <a:lnTo>
                        <a:pt x="43" y="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8" name="Line 2091">
                  <a:extLst>
                    <a:ext uri="{FF2B5EF4-FFF2-40B4-BE49-F238E27FC236}">
                      <a16:creationId xmlns:a16="http://schemas.microsoft.com/office/drawing/2014/main" id="{9621CFB2-43F5-A528-2223-B3C5166868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18" y="1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9" name="Freeform 2092">
                  <a:extLst>
                    <a:ext uri="{FF2B5EF4-FFF2-40B4-BE49-F238E27FC236}">
                      <a16:creationId xmlns:a16="http://schemas.microsoft.com/office/drawing/2014/main" id="{13C05266-1240-00E2-0DC8-7FAB5839B5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1843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142" y="62"/>
                      </a:move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80"/>
                      </a:lnTo>
                      <a:lnTo>
                        <a:pt x="43" y="111"/>
                      </a:lnTo>
                      <a:lnTo>
                        <a:pt x="86" y="141"/>
                      </a:lnTo>
                      <a:lnTo>
                        <a:pt x="142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0" name="Freeform 2093">
                  <a:extLst>
                    <a:ext uri="{FF2B5EF4-FFF2-40B4-BE49-F238E27FC236}">
                      <a16:creationId xmlns:a16="http://schemas.microsoft.com/office/drawing/2014/main" id="{BEAAB9CB-82F6-3C98-B417-8780256FA8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1843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142" y="62"/>
                      </a:move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80"/>
                      </a:lnTo>
                      <a:lnTo>
                        <a:pt x="43" y="111"/>
                      </a:lnTo>
                      <a:lnTo>
                        <a:pt x="86" y="141"/>
                      </a:lnTo>
                      <a:lnTo>
                        <a:pt x="142" y="6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1" name="Freeform 2094">
                  <a:extLst>
                    <a:ext uri="{FF2B5EF4-FFF2-40B4-BE49-F238E27FC236}">
                      <a16:creationId xmlns:a16="http://schemas.microsoft.com/office/drawing/2014/main" id="{A64506DD-C70D-3DFE-A5A2-24AAA4E188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8" y="1857"/>
                  <a:ext cx="8" cy="5"/>
                </a:xfrm>
                <a:custGeom>
                  <a:avLst/>
                  <a:gdLst>
                    <a:gd name="T0" fmla="*/ 0 w 47"/>
                    <a:gd name="T1" fmla="*/ 0 h 31"/>
                    <a:gd name="T2" fmla="*/ 0 w 47"/>
                    <a:gd name="T3" fmla="*/ 0 h 31"/>
                    <a:gd name="T4" fmla="*/ 0 w 47"/>
                    <a:gd name="T5" fmla="*/ 0 h 31"/>
                    <a:gd name="T6" fmla="*/ 0 w 47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1"/>
                    <a:gd name="T14" fmla="*/ 47 w 47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1">
                      <a:moveTo>
                        <a:pt x="47" y="31"/>
                      </a:moveTo>
                      <a:lnTo>
                        <a:pt x="4" y="0"/>
                      </a:lnTo>
                      <a:lnTo>
                        <a:pt x="0" y="4"/>
                      </a:lnTo>
                      <a:lnTo>
                        <a:pt x="47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" name="Line 2095">
                  <a:extLst>
                    <a:ext uri="{FF2B5EF4-FFF2-40B4-BE49-F238E27FC236}">
                      <a16:creationId xmlns:a16="http://schemas.microsoft.com/office/drawing/2014/main" id="{B4007E0D-7D3F-3970-F2E6-E33AB016BC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08" y="185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3" name="Freeform 2096">
                  <a:extLst>
                    <a:ext uri="{FF2B5EF4-FFF2-40B4-BE49-F238E27FC236}">
                      <a16:creationId xmlns:a16="http://schemas.microsoft.com/office/drawing/2014/main" id="{B29D5771-6E8F-3028-DB04-74E6C6E125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857"/>
                  <a:ext cx="24" cy="23"/>
                </a:xfrm>
                <a:custGeom>
                  <a:avLst/>
                  <a:gdLst>
                    <a:gd name="T0" fmla="*/ 0 w 141"/>
                    <a:gd name="T1" fmla="*/ 0 h 138"/>
                    <a:gd name="T2" fmla="*/ 0 w 141"/>
                    <a:gd name="T3" fmla="*/ 0 h 138"/>
                    <a:gd name="T4" fmla="*/ 0 w 141"/>
                    <a:gd name="T5" fmla="*/ 0 h 138"/>
                    <a:gd name="T6" fmla="*/ 0 w 141"/>
                    <a:gd name="T7" fmla="*/ 0 h 138"/>
                    <a:gd name="T8" fmla="*/ 0 w 141"/>
                    <a:gd name="T9" fmla="*/ 0 h 138"/>
                    <a:gd name="T10" fmla="*/ 0 w 141"/>
                    <a:gd name="T11" fmla="*/ 0 h 138"/>
                    <a:gd name="T12" fmla="*/ 0 w 141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8"/>
                    <a:gd name="T23" fmla="*/ 141 w 141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8">
                      <a:moveTo>
                        <a:pt x="141" y="53"/>
                      </a:moveTo>
                      <a:lnTo>
                        <a:pt x="94" y="27"/>
                      </a:lnTo>
                      <a:lnTo>
                        <a:pt x="47" y="0"/>
                      </a:lnTo>
                      <a:lnTo>
                        <a:pt x="0" y="85"/>
                      </a:lnTo>
                      <a:lnTo>
                        <a:pt x="46" y="111"/>
                      </a:lnTo>
                      <a:lnTo>
                        <a:pt x="93" y="138"/>
                      </a:lnTo>
                      <a:lnTo>
                        <a:pt x="141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4" name="Freeform 2097">
                  <a:extLst>
                    <a:ext uri="{FF2B5EF4-FFF2-40B4-BE49-F238E27FC236}">
                      <a16:creationId xmlns:a16="http://schemas.microsoft.com/office/drawing/2014/main" id="{EB20AA6C-E314-9DDA-56BC-358A362B8F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857"/>
                  <a:ext cx="24" cy="23"/>
                </a:xfrm>
                <a:custGeom>
                  <a:avLst/>
                  <a:gdLst>
                    <a:gd name="T0" fmla="*/ 0 w 141"/>
                    <a:gd name="T1" fmla="*/ 0 h 138"/>
                    <a:gd name="T2" fmla="*/ 0 w 141"/>
                    <a:gd name="T3" fmla="*/ 0 h 138"/>
                    <a:gd name="T4" fmla="*/ 0 w 141"/>
                    <a:gd name="T5" fmla="*/ 0 h 138"/>
                    <a:gd name="T6" fmla="*/ 0 w 141"/>
                    <a:gd name="T7" fmla="*/ 0 h 138"/>
                    <a:gd name="T8" fmla="*/ 0 w 141"/>
                    <a:gd name="T9" fmla="*/ 0 h 138"/>
                    <a:gd name="T10" fmla="*/ 0 w 141"/>
                    <a:gd name="T11" fmla="*/ 0 h 138"/>
                    <a:gd name="T12" fmla="*/ 0 w 141"/>
                    <a:gd name="T13" fmla="*/ 0 h 13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8"/>
                    <a:gd name="T23" fmla="*/ 141 w 141"/>
                    <a:gd name="T24" fmla="*/ 138 h 13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8">
                      <a:moveTo>
                        <a:pt x="141" y="53"/>
                      </a:moveTo>
                      <a:lnTo>
                        <a:pt x="94" y="27"/>
                      </a:lnTo>
                      <a:lnTo>
                        <a:pt x="47" y="0"/>
                      </a:lnTo>
                      <a:lnTo>
                        <a:pt x="0" y="85"/>
                      </a:lnTo>
                      <a:lnTo>
                        <a:pt x="46" y="111"/>
                      </a:lnTo>
                      <a:lnTo>
                        <a:pt x="93" y="138"/>
                      </a:lnTo>
                      <a:lnTo>
                        <a:pt x="141" y="5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5" name="Freeform 2098">
                  <a:extLst>
                    <a:ext uri="{FF2B5EF4-FFF2-40B4-BE49-F238E27FC236}">
                      <a16:creationId xmlns:a16="http://schemas.microsoft.com/office/drawing/2014/main" id="{1793F861-A6A6-F779-41F4-D03F832099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871"/>
                  <a:ext cx="8" cy="5"/>
                </a:xfrm>
                <a:custGeom>
                  <a:avLst/>
                  <a:gdLst>
                    <a:gd name="T0" fmla="*/ 0 w 49"/>
                    <a:gd name="T1" fmla="*/ 0 h 26"/>
                    <a:gd name="T2" fmla="*/ 0 w 49"/>
                    <a:gd name="T3" fmla="*/ 0 h 26"/>
                    <a:gd name="T4" fmla="*/ 0 w 49"/>
                    <a:gd name="T5" fmla="*/ 0 h 26"/>
                    <a:gd name="T6" fmla="*/ 0 w 49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9"/>
                    <a:gd name="T13" fmla="*/ 0 h 26"/>
                    <a:gd name="T14" fmla="*/ 49 w 49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9" h="26">
                      <a:moveTo>
                        <a:pt x="49" y="26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49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6" name="Line 2099">
                  <a:extLst>
                    <a:ext uri="{FF2B5EF4-FFF2-40B4-BE49-F238E27FC236}">
                      <a16:creationId xmlns:a16="http://schemas.microsoft.com/office/drawing/2014/main" id="{8E6290A0-4578-47C2-DABC-FF1B692811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700" y="187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7" name="Freeform 2100">
                  <a:extLst>
                    <a:ext uri="{FF2B5EF4-FFF2-40B4-BE49-F238E27FC236}">
                      <a16:creationId xmlns:a16="http://schemas.microsoft.com/office/drawing/2014/main" id="{1F8F4E38-2BD5-60F4-21E1-6A3694CB97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873"/>
                  <a:ext cx="23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8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8" name="Freeform 2101">
                  <a:extLst>
                    <a:ext uri="{FF2B5EF4-FFF2-40B4-BE49-F238E27FC236}">
                      <a16:creationId xmlns:a16="http://schemas.microsoft.com/office/drawing/2014/main" id="{3A918053-159B-2909-4638-2E2FC4FBF5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873"/>
                  <a:ext cx="23" cy="21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8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9" name="Freeform 2102">
                  <a:extLst>
                    <a:ext uri="{FF2B5EF4-FFF2-40B4-BE49-F238E27FC236}">
                      <a16:creationId xmlns:a16="http://schemas.microsoft.com/office/drawing/2014/main" id="{00ACF3D7-750E-CFAD-CB7D-8BA0BE1262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888"/>
                  <a:ext cx="9" cy="3"/>
                </a:xfrm>
                <a:custGeom>
                  <a:avLst/>
                  <a:gdLst>
                    <a:gd name="T0" fmla="*/ 0 w 52"/>
                    <a:gd name="T1" fmla="*/ 0 h 20"/>
                    <a:gd name="T2" fmla="*/ 0 w 52"/>
                    <a:gd name="T3" fmla="*/ 0 h 20"/>
                    <a:gd name="T4" fmla="*/ 0 w 52"/>
                    <a:gd name="T5" fmla="*/ 0 h 20"/>
                    <a:gd name="T6" fmla="*/ 0 w 52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20"/>
                    <a:gd name="T14" fmla="*/ 52 w 52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20">
                      <a:moveTo>
                        <a:pt x="52" y="20"/>
                      </a:moveTo>
                      <a:lnTo>
                        <a:pt x="2" y="0"/>
                      </a:lnTo>
                      <a:lnTo>
                        <a:pt x="0" y="5"/>
                      </a:lnTo>
                      <a:lnTo>
                        <a:pt x="52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0" name="Line 2103">
                  <a:extLst>
                    <a:ext uri="{FF2B5EF4-FFF2-40B4-BE49-F238E27FC236}">
                      <a16:creationId xmlns:a16="http://schemas.microsoft.com/office/drawing/2014/main" id="{8B448BAD-2271-7E6A-D382-B761E123D6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93" y="18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1" name="Freeform 2104">
                  <a:extLst>
                    <a:ext uri="{FF2B5EF4-FFF2-40B4-BE49-F238E27FC236}">
                      <a16:creationId xmlns:a16="http://schemas.microsoft.com/office/drawing/2014/main" id="{A1750160-06AE-7D47-C7CD-3E7E8A6071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88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30" y="30"/>
                      </a:moveTo>
                      <a:lnTo>
                        <a:pt x="78" y="15"/>
                      </a:lnTo>
                      <a:lnTo>
                        <a:pt x="26" y="0"/>
                      </a:lnTo>
                      <a:lnTo>
                        <a:pt x="0" y="94"/>
                      </a:lnTo>
                      <a:lnTo>
                        <a:pt x="52" y="108"/>
                      </a:lnTo>
                      <a:lnTo>
                        <a:pt x="104" y="123"/>
                      </a:lnTo>
                      <a:lnTo>
                        <a:pt x="130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2" name="Freeform 2105">
                  <a:extLst>
                    <a:ext uri="{FF2B5EF4-FFF2-40B4-BE49-F238E27FC236}">
                      <a16:creationId xmlns:a16="http://schemas.microsoft.com/office/drawing/2014/main" id="{8B82D6CC-8863-45BD-FF2F-727508FB23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88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30" y="30"/>
                      </a:moveTo>
                      <a:lnTo>
                        <a:pt x="78" y="15"/>
                      </a:lnTo>
                      <a:lnTo>
                        <a:pt x="26" y="0"/>
                      </a:lnTo>
                      <a:lnTo>
                        <a:pt x="0" y="94"/>
                      </a:lnTo>
                      <a:lnTo>
                        <a:pt x="52" y="108"/>
                      </a:lnTo>
                      <a:lnTo>
                        <a:pt x="104" y="123"/>
                      </a:lnTo>
                      <a:lnTo>
                        <a:pt x="130" y="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3" name="Freeform 2106">
                  <a:extLst>
                    <a:ext uri="{FF2B5EF4-FFF2-40B4-BE49-F238E27FC236}">
                      <a16:creationId xmlns:a16="http://schemas.microsoft.com/office/drawing/2014/main" id="{F3A80C4B-D422-92A0-93BD-1821218CEB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8" y="1904"/>
                  <a:ext cx="9" cy="2"/>
                </a:xfrm>
                <a:custGeom>
                  <a:avLst/>
                  <a:gdLst>
                    <a:gd name="T0" fmla="*/ 0 w 53"/>
                    <a:gd name="T1" fmla="*/ 0 h 14"/>
                    <a:gd name="T2" fmla="*/ 0 w 53"/>
                    <a:gd name="T3" fmla="*/ 0 h 14"/>
                    <a:gd name="T4" fmla="*/ 0 w 53"/>
                    <a:gd name="T5" fmla="*/ 0 h 14"/>
                    <a:gd name="T6" fmla="*/ 0 w 53"/>
                    <a:gd name="T7" fmla="*/ 0 h 1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4"/>
                    <a:gd name="T14" fmla="*/ 53 w 53"/>
                    <a:gd name="T15" fmla="*/ 14 h 1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4">
                      <a:moveTo>
                        <a:pt x="53" y="14"/>
                      </a:moveTo>
                      <a:lnTo>
                        <a:pt x="1" y="0"/>
                      </a:lnTo>
                      <a:lnTo>
                        <a:pt x="0" y="6"/>
                      </a:lnTo>
                      <a:lnTo>
                        <a:pt x="53" y="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4" name="Line 2107">
                  <a:extLst>
                    <a:ext uri="{FF2B5EF4-FFF2-40B4-BE49-F238E27FC236}">
                      <a16:creationId xmlns:a16="http://schemas.microsoft.com/office/drawing/2014/main" id="{E7F86225-1AE6-5FA6-A7A3-811E37D978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88" y="19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5" name="Freeform 2108">
                  <a:extLst>
                    <a:ext uri="{FF2B5EF4-FFF2-40B4-BE49-F238E27FC236}">
                      <a16:creationId xmlns:a16="http://schemas.microsoft.com/office/drawing/2014/main" id="{820F314B-454F-BB8E-57AC-19F8430D0F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05"/>
                  <a:ext cx="20" cy="19"/>
                </a:xfrm>
                <a:custGeom>
                  <a:avLst/>
                  <a:gdLst>
                    <a:gd name="T0" fmla="*/ 0 w 122"/>
                    <a:gd name="T1" fmla="*/ 0 h 112"/>
                    <a:gd name="T2" fmla="*/ 0 w 122"/>
                    <a:gd name="T3" fmla="*/ 0 h 112"/>
                    <a:gd name="T4" fmla="*/ 0 w 122"/>
                    <a:gd name="T5" fmla="*/ 0 h 112"/>
                    <a:gd name="T6" fmla="*/ 0 w 122"/>
                    <a:gd name="T7" fmla="*/ 0 h 112"/>
                    <a:gd name="T8" fmla="*/ 0 w 122"/>
                    <a:gd name="T9" fmla="*/ 0 h 112"/>
                    <a:gd name="T10" fmla="*/ 0 w 122"/>
                    <a:gd name="T11" fmla="*/ 0 h 112"/>
                    <a:gd name="T12" fmla="*/ 0 w 12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2"/>
                    <a:gd name="T23" fmla="*/ 122 w 12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2">
                      <a:moveTo>
                        <a:pt x="122" y="17"/>
                      </a:moveTo>
                      <a:lnTo>
                        <a:pt x="69" y="8"/>
                      </a:lnTo>
                      <a:lnTo>
                        <a:pt x="16" y="0"/>
                      </a:lnTo>
                      <a:lnTo>
                        <a:pt x="0" y="95"/>
                      </a:lnTo>
                      <a:lnTo>
                        <a:pt x="53" y="104"/>
                      </a:lnTo>
                      <a:lnTo>
                        <a:pt x="106" y="112"/>
                      </a:lnTo>
                      <a:lnTo>
                        <a:pt x="12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6" name="Freeform 2109">
                  <a:extLst>
                    <a:ext uri="{FF2B5EF4-FFF2-40B4-BE49-F238E27FC236}">
                      <a16:creationId xmlns:a16="http://schemas.microsoft.com/office/drawing/2014/main" id="{E0EE2344-4581-F968-5030-3E19AABD9F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05"/>
                  <a:ext cx="20" cy="19"/>
                </a:xfrm>
                <a:custGeom>
                  <a:avLst/>
                  <a:gdLst>
                    <a:gd name="T0" fmla="*/ 0 w 122"/>
                    <a:gd name="T1" fmla="*/ 0 h 112"/>
                    <a:gd name="T2" fmla="*/ 0 w 122"/>
                    <a:gd name="T3" fmla="*/ 0 h 112"/>
                    <a:gd name="T4" fmla="*/ 0 w 122"/>
                    <a:gd name="T5" fmla="*/ 0 h 112"/>
                    <a:gd name="T6" fmla="*/ 0 w 122"/>
                    <a:gd name="T7" fmla="*/ 0 h 112"/>
                    <a:gd name="T8" fmla="*/ 0 w 122"/>
                    <a:gd name="T9" fmla="*/ 0 h 112"/>
                    <a:gd name="T10" fmla="*/ 0 w 122"/>
                    <a:gd name="T11" fmla="*/ 0 h 112"/>
                    <a:gd name="T12" fmla="*/ 0 w 12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2"/>
                    <a:gd name="T23" fmla="*/ 122 w 12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2">
                      <a:moveTo>
                        <a:pt x="122" y="17"/>
                      </a:moveTo>
                      <a:lnTo>
                        <a:pt x="69" y="8"/>
                      </a:lnTo>
                      <a:lnTo>
                        <a:pt x="16" y="0"/>
                      </a:lnTo>
                      <a:lnTo>
                        <a:pt x="0" y="95"/>
                      </a:lnTo>
                      <a:lnTo>
                        <a:pt x="53" y="104"/>
                      </a:lnTo>
                      <a:lnTo>
                        <a:pt x="106" y="112"/>
                      </a:lnTo>
                      <a:lnTo>
                        <a:pt x="122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7" name="Freeform 2110">
                  <a:extLst>
                    <a:ext uri="{FF2B5EF4-FFF2-40B4-BE49-F238E27FC236}">
                      <a16:creationId xmlns:a16="http://schemas.microsoft.com/office/drawing/2014/main" id="{11282D33-C6FF-5771-778B-5D1FCB52DF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21"/>
                  <a:ext cx="9" cy="1"/>
                </a:xfrm>
                <a:custGeom>
                  <a:avLst/>
                  <a:gdLst>
                    <a:gd name="T0" fmla="*/ 0 w 53"/>
                    <a:gd name="T1" fmla="*/ 0 h 9"/>
                    <a:gd name="T2" fmla="*/ 0 w 53"/>
                    <a:gd name="T3" fmla="*/ 0 h 9"/>
                    <a:gd name="T4" fmla="*/ 0 w 53"/>
                    <a:gd name="T5" fmla="*/ 0 h 9"/>
                    <a:gd name="T6" fmla="*/ 0 w 53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9"/>
                    <a:gd name="T14" fmla="*/ 53 w 53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9">
                      <a:moveTo>
                        <a:pt x="53" y="9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8" name="Line 2111">
                  <a:extLst>
                    <a:ext uri="{FF2B5EF4-FFF2-40B4-BE49-F238E27FC236}">
                      <a16:creationId xmlns:a16="http://schemas.microsoft.com/office/drawing/2014/main" id="{611F2FFD-74F1-8463-0B90-96CB212F52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6" y="192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99" name="Freeform 2112">
                  <a:extLst>
                    <a:ext uri="{FF2B5EF4-FFF2-40B4-BE49-F238E27FC236}">
                      <a16:creationId xmlns:a16="http://schemas.microsoft.com/office/drawing/2014/main" id="{3CD65DDF-D8F7-890C-2419-E1E2F46C94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22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11" y="6"/>
                      </a:move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97"/>
                      </a:ln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0" name="Freeform 2113">
                  <a:extLst>
                    <a:ext uri="{FF2B5EF4-FFF2-40B4-BE49-F238E27FC236}">
                      <a16:creationId xmlns:a16="http://schemas.microsoft.com/office/drawing/2014/main" id="{34211BF4-1FEE-11D3-0912-4FCAE4F56B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22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11" y="6"/>
                      </a:move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97"/>
                      </a:ln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1" name="Freeform 2114">
                  <a:extLst>
                    <a:ext uri="{FF2B5EF4-FFF2-40B4-BE49-F238E27FC236}">
                      <a16:creationId xmlns:a16="http://schemas.microsoft.com/office/drawing/2014/main" id="{E8376E5E-8E62-E7B1-DB6A-FA4E63736D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53" y="3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2" name="Line 2115">
                  <a:extLst>
                    <a:ext uri="{FF2B5EF4-FFF2-40B4-BE49-F238E27FC236}">
                      <a16:creationId xmlns:a16="http://schemas.microsoft.com/office/drawing/2014/main" id="{45F4DEB2-33C1-D2CE-91E2-E0A3E23695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5" y="19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3" name="Freeform 2116">
                  <a:extLst>
                    <a:ext uri="{FF2B5EF4-FFF2-40B4-BE49-F238E27FC236}">
                      <a16:creationId xmlns:a16="http://schemas.microsoft.com/office/drawing/2014/main" id="{77756504-24D1-61CE-4143-F86AA2D695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103"/>
                      </a:lnTo>
                      <a:lnTo>
                        <a:pt x="58" y="100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4" name="Freeform 2117">
                  <a:extLst>
                    <a:ext uri="{FF2B5EF4-FFF2-40B4-BE49-F238E27FC236}">
                      <a16:creationId xmlns:a16="http://schemas.microsoft.com/office/drawing/2014/main" id="{C31542D3-A5DF-6B15-2470-35007ED6F8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5" y="19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103"/>
                      </a:lnTo>
                      <a:lnTo>
                        <a:pt x="58" y="100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5" name="Freeform 2118">
                  <a:extLst>
                    <a:ext uri="{FF2B5EF4-FFF2-40B4-BE49-F238E27FC236}">
                      <a16:creationId xmlns:a16="http://schemas.microsoft.com/office/drawing/2014/main" id="{D36FA2B7-8FF5-0A38-D377-C336C807BE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55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53" y="0"/>
                      </a:moveTo>
                      <a:lnTo>
                        <a:pt x="0" y="3"/>
                      </a:lnTo>
                      <a:lnTo>
                        <a:pt x="0" y="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6" name="Line 2119">
                  <a:extLst>
                    <a:ext uri="{FF2B5EF4-FFF2-40B4-BE49-F238E27FC236}">
                      <a16:creationId xmlns:a16="http://schemas.microsoft.com/office/drawing/2014/main" id="{DF163953-D73E-9C64-FC8F-C084228588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6" y="195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7" name="Freeform 2120">
                  <a:extLst>
                    <a:ext uri="{FF2B5EF4-FFF2-40B4-BE49-F238E27FC236}">
                      <a16:creationId xmlns:a16="http://schemas.microsoft.com/office/drawing/2014/main" id="{D1301B19-A6C0-9CAE-D0CC-ED5A0E3100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53"/>
                  <a:ext cx="20" cy="19"/>
                </a:xfrm>
                <a:custGeom>
                  <a:avLst/>
                  <a:gdLst>
                    <a:gd name="T0" fmla="*/ 0 w 122"/>
                    <a:gd name="T1" fmla="*/ 0 h 113"/>
                    <a:gd name="T2" fmla="*/ 0 w 122"/>
                    <a:gd name="T3" fmla="*/ 0 h 113"/>
                    <a:gd name="T4" fmla="*/ 0 w 122"/>
                    <a:gd name="T5" fmla="*/ 0 h 113"/>
                    <a:gd name="T6" fmla="*/ 0 w 122"/>
                    <a:gd name="T7" fmla="*/ 0 h 113"/>
                    <a:gd name="T8" fmla="*/ 0 w 122"/>
                    <a:gd name="T9" fmla="*/ 0 h 113"/>
                    <a:gd name="T10" fmla="*/ 0 w 122"/>
                    <a:gd name="T11" fmla="*/ 0 h 113"/>
                    <a:gd name="T12" fmla="*/ 0 w 12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3"/>
                    <a:gd name="T23" fmla="*/ 122 w 12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3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7"/>
                      </a:lnTo>
                      <a:lnTo>
                        <a:pt x="16" y="113"/>
                      </a:lnTo>
                      <a:lnTo>
                        <a:pt x="69" y="105"/>
                      </a:lnTo>
                      <a:lnTo>
                        <a:pt x="122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8" name="Freeform 2121">
                  <a:extLst>
                    <a:ext uri="{FF2B5EF4-FFF2-40B4-BE49-F238E27FC236}">
                      <a16:creationId xmlns:a16="http://schemas.microsoft.com/office/drawing/2014/main" id="{ED03B7A3-9BF6-1983-CF9C-DE17F59AC5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6" y="1953"/>
                  <a:ext cx="20" cy="19"/>
                </a:xfrm>
                <a:custGeom>
                  <a:avLst/>
                  <a:gdLst>
                    <a:gd name="T0" fmla="*/ 0 w 122"/>
                    <a:gd name="T1" fmla="*/ 0 h 113"/>
                    <a:gd name="T2" fmla="*/ 0 w 122"/>
                    <a:gd name="T3" fmla="*/ 0 h 113"/>
                    <a:gd name="T4" fmla="*/ 0 w 122"/>
                    <a:gd name="T5" fmla="*/ 0 h 113"/>
                    <a:gd name="T6" fmla="*/ 0 w 122"/>
                    <a:gd name="T7" fmla="*/ 0 h 113"/>
                    <a:gd name="T8" fmla="*/ 0 w 122"/>
                    <a:gd name="T9" fmla="*/ 0 h 113"/>
                    <a:gd name="T10" fmla="*/ 0 w 122"/>
                    <a:gd name="T11" fmla="*/ 0 h 113"/>
                    <a:gd name="T12" fmla="*/ 0 w 122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13"/>
                    <a:gd name="T23" fmla="*/ 122 w 122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13">
                      <a:moveTo>
                        <a:pt x="106" y="0"/>
                      </a:moveTo>
                      <a:lnTo>
                        <a:pt x="53" y="9"/>
                      </a:lnTo>
                      <a:lnTo>
                        <a:pt x="0" y="17"/>
                      </a:lnTo>
                      <a:lnTo>
                        <a:pt x="16" y="113"/>
                      </a:lnTo>
                      <a:lnTo>
                        <a:pt x="69" y="105"/>
                      </a:lnTo>
                      <a:lnTo>
                        <a:pt x="122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09" name="Freeform 2122">
                  <a:extLst>
                    <a:ext uri="{FF2B5EF4-FFF2-40B4-BE49-F238E27FC236}">
                      <a16:creationId xmlns:a16="http://schemas.microsoft.com/office/drawing/2014/main" id="{2A5BF5A5-CBA1-CBF3-C69E-FC242530A8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8" y="1971"/>
                  <a:ext cx="9" cy="2"/>
                </a:xfrm>
                <a:custGeom>
                  <a:avLst/>
                  <a:gdLst>
                    <a:gd name="T0" fmla="*/ 0 w 53"/>
                    <a:gd name="T1" fmla="*/ 0 h 15"/>
                    <a:gd name="T2" fmla="*/ 0 w 53"/>
                    <a:gd name="T3" fmla="*/ 0 h 15"/>
                    <a:gd name="T4" fmla="*/ 0 w 53"/>
                    <a:gd name="T5" fmla="*/ 0 h 15"/>
                    <a:gd name="T6" fmla="*/ 0 w 53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5"/>
                    <a:gd name="T14" fmla="*/ 53 w 53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5">
                      <a:moveTo>
                        <a:pt x="53" y="0"/>
                      </a:moveTo>
                      <a:lnTo>
                        <a:pt x="0" y="8"/>
                      </a:lnTo>
                      <a:lnTo>
                        <a:pt x="1" y="1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0" name="Line 2123">
                  <a:extLst>
                    <a:ext uri="{FF2B5EF4-FFF2-40B4-BE49-F238E27FC236}">
                      <a16:creationId xmlns:a16="http://schemas.microsoft.com/office/drawing/2014/main" id="{D323EB08-8689-590C-1C8A-E6B7747E03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88" y="19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1" name="Freeform 2124">
                  <a:extLst>
                    <a:ext uri="{FF2B5EF4-FFF2-40B4-BE49-F238E27FC236}">
                      <a16:creationId xmlns:a16="http://schemas.microsoft.com/office/drawing/2014/main" id="{24327B02-3A10-C86E-FDD1-35D069D7CB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96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04" y="0"/>
                      </a:moveTo>
                      <a:lnTo>
                        <a:pt x="52" y="15"/>
                      </a:lnTo>
                      <a:lnTo>
                        <a:pt x="0" y="30"/>
                      </a:lnTo>
                      <a:lnTo>
                        <a:pt x="26" y="123"/>
                      </a:lnTo>
                      <a:lnTo>
                        <a:pt x="78" y="108"/>
                      </a:lnTo>
                      <a:lnTo>
                        <a:pt x="130" y="9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2" name="Freeform 2125">
                  <a:extLst>
                    <a:ext uri="{FF2B5EF4-FFF2-40B4-BE49-F238E27FC236}">
                      <a16:creationId xmlns:a16="http://schemas.microsoft.com/office/drawing/2014/main" id="{A04530EC-984E-B4C8-1215-A1CC190AB0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9" y="1968"/>
                  <a:ext cx="21" cy="21"/>
                </a:xfrm>
                <a:custGeom>
                  <a:avLst/>
                  <a:gdLst>
                    <a:gd name="T0" fmla="*/ 0 w 130"/>
                    <a:gd name="T1" fmla="*/ 0 h 123"/>
                    <a:gd name="T2" fmla="*/ 0 w 130"/>
                    <a:gd name="T3" fmla="*/ 0 h 123"/>
                    <a:gd name="T4" fmla="*/ 0 w 130"/>
                    <a:gd name="T5" fmla="*/ 0 h 123"/>
                    <a:gd name="T6" fmla="*/ 0 w 130"/>
                    <a:gd name="T7" fmla="*/ 0 h 123"/>
                    <a:gd name="T8" fmla="*/ 0 w 130"/>
                    <a:gd name="T9" fmla="*/ 0 h 123"/>
                    <a:gd name="T10" fmla="*/ 0 w 130"/>
                    <a:gd name="T11" fmla="*/ 0 h 123"/>
                    <a:gd name="T12" fmla="*/ 0 w 130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23"/>
                    <a:gd name="T23" fmla="*/ 130 w 130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23">
                      <a:moveTo>
                        <a:pt x="104" y="0"/>
                      </a:moveTo>
                      <a:lnTo>
                        <a:pt x="52" y="15"/>
                      </a:lnTo>
                      <a:lnTo>
                        <a:pt x="0" y="30"/>
                      </a:lnTo>
                      <a:lnTo>
                        <a:pt x="26" y="123"/>
                      </a:lnTo>
                      <a:lnTo>
                        <a:pt x="78" y="108"/>
                      </a:lnTo>
                      <a:lnTo>
                        <a:pt x="130" y="93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3" name="Freeform 2126">
                  <a:extLst>
                    <a:ext uri="{FF2B5EF4-FFF2-40B4-BE49-F238E27FC236}">
                      <a16:creationId xmlns:a16="http://schemas.microsoft.com/office/drawing/2014/main" id="{E951A527-3CB2-E247-794F-BC15AA4BC7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986"/>
                  <a:ext cx="9" cy="4"/>
                </a:xfrm>
                <a:custGeom>
                  <a:avLst/>
                  <a:gdLst>
                    <a:gd name="T0" fmla="*/ 0 w 52"/>
                    <a:gd name="T1" fmla="*/ 0 h 20"/>
                    <a:gd name="T2" fmla="*/ 0 w 52"/>
                    <a:gd name="T3" fmla="*/ 0 h 20"/>
                    <a:gd name="T4" fmla="*/ 0 w 52"/>
                    <a:gd name="T5" fmla="*/ 0 h 20"/>
                    <a:gd name="T6" fmla="*/ 0 w 52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20"/>
                    <a:gd name="T14" fmla="*/ 52 w 52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20">
                      <a:moveTo>
                        <a:pt x="52" y="0"/>
                      </a:moveTo>
                      <a:lnTo>
                        <a:pt x="0" y="15"/>
                      </a:lnTo>
                      <a:lnTo>
                        <a:pt x="2" y="2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4" name="Line 2127">
                  <a:extLst>
                    <a:ext uri="{FF2B5EF4-FFF2-40B4-BE49-F238E27FC236}">
                      <a16:creationId xmlns:a16="http://schemas.microsoft.com/office/drawing/2014/main" id="{BAEB51F8-62E3-1132-3471-4DA39F1B9C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3" y="19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5" name="Freeform 2128">
                  <a:extLst>
                    <a:ext uri="{FF2B5EF4-FFF2-40B4-BE49-F238E27FC236}">
                      <a16:creationId xmlns:a16="http://schemas.microsoft.com/office/drawing/2014/main" id="{824F75CD-EAF9-3605-1581-0947689C5C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983"/>
                  <a:ext cx="23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8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6" name="Freeform 2129">
                  <a:extLst>
                    <a:ext uri="{FF2B5EF4-FFF2-40B4-BE49-F238E27FC236}">
                      <a16:creationId xmlns:a16="http://schemas.microsoft.com/office/drawing/2014/main" id="{0B92EE3B-5307-5861-0935-704347104E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93" y="1983"/>
                  <a:ext cx="23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8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7" name="Freeform 2130">
                  <a:extLst>
                    <a:ext uri="{FF2B5EF4-FFF2-40B4-BE49-F238E27FC236}">
                      <a16:creationId xmlns:a16="http://schemas.microsoft.com/office/drawing/2014/main" id="{CB21A769-F46C-DB4E-219D-59608241EA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2001"/>
                  <a:ext cx="8" cy="5"/>
                </a:xfrm>
                <a:custGeom>
                  <a:avLst/>
                  <a:gdLst>
                    <a:gd name="T0" fmla="*/ 0 w 49"/>
                    <a:gd name="T1" fmla="*/ 0 h 27"/>
                    <a:gd name="T2" fmla="*/ 0 w 49"/>
                    <a:gd name="T3" fmla="*/ 0 h 27"/>
                    <a:gd name="T4" fmla="*/ 0 w 49"/>
                    <a:gd name="T5" fmla="*/ 0 h 27"/>
                    <a:gd name="T6" fmla="*/ 0 w 49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9"/>
                    <a:gd name="T13" fmla="*/ 0 h 27"/>
                    <a:gd name="T14" fmla="*/ 49 w 49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9" h="27">
                      <a:moveTo>
                        <a:pt x="49" y="0"/>
                      </a:moveTo>
                      <a:lnTo>
                        <a:pt x="0" y="20"/>
                      </a:lnTo>
                      <a:lnTo>
                        <a:pt x="3" y="27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8" name="Line 2131">
                  <a:extLst>
                    <a:ext uri="{FF2B5EF4-FFF2-40B4-BE49-F238E27FC236}">
                      <a16:creationId xmlns:a16="http://schemas.microsoft.com/office/drawing/2014/main" id="{08FD9CEC-68A8-D4E8-A4B7-D4F60F3EC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0" y="20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9" name="Freeform 2132">
                  <a:extLst>
                    <a:ext uri="{FF2B5EF4-FFF2-40B4-BE49-F238E27FC236}">
                      <a16:creationId xmlns:a16="http://schemas.microsoft.com/office/drawing/2014/main" id="{7930EFA8-0934-25D3-A19E-CC65B57FC8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997"/>
                  <a:ext cx="24" cy="23"/>
                </a:xfrm>
                <a:custGeom>
                  <a:avLst/>
                  <a:gdLst>
                    <a:gd name="T0" fmla="*/ 0 w 141"/>
                    <a:gd name="T1" fmla="*/ 0 h 137"/>
                    <a:gd name="T2" fmla="*/ 0 w 141"/>
                    <a:gd name="T3" fmla="*/ 0 h 137"/>
                    <a:gd name="T4" fmla="*/ 0 w 141"/>
                    <a:gd name="T5" fmla="*/ 0 h 137"/>
                    <a:gd name="T6" fmla="*/ 0 w 141"/>
                    <a:gd name="T7" fmla="*/ 0 h 137"/>
                    <a:gd name="T8" fmla="*/ 0 w 141"/>
                    <a:gd name="T9" fmla="*/ 0 h 137"/>
                    <a:gd name="T10" fmla="*/ 0 w 141"/>
                    <a:gd name="T11" fmla="*/ 0 h 137"/>
                    <a:gd name="T12" fmla="*/ 0 w 14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7"/>
                    <a:gd name="T23" fmla="*/ 141 w 14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7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47" y="137"/>
                      </a:lnTo>
                      <a:lnTo>
                        <a:pt x="94" y="111"/>
                      </a:lnTo>
                      <a:lnTo>
                        <a:pt x="141" y="84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0" name="Freeform 2133">
                  <a:extLst>
                    <a:ext uri="{FF2B5EF4-FFF2-40B4-BE49-F238E27FC236}">
                      <a16:creationId xmlns:a16="http://schemas.microsoft.com/office/drawing/2014/main" id="{41502C25-E86A-E3AF-61EE-3AB5A811A3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0" y="1997"/>
                  <a:ext cx="24" cy="23"/>
                </a:xfrm>
                <a:custGeom>
                  <a:avLst/>
                  <a:gdLst>
                    <a:gd name="T0" fmla="*/ 0 w 141"/>
                    <a:gd name="T1" fmla="*/ 0 h 137"/>
                    <a:gd name="T2" fmla="*/ 0 w 141"/>
                    <a:gd name="T3" fmla="*/ 0 h 137"/>
                    <a:gd name="T4" fmla="*/ 0 w 141"/>
                    <a:gd name="T5" fmla="*/ 0 h 137"/>
                    <a:gd name="T6" fmla="*/ 0 w 141"/>
                    <a:gd name="T7" fmla="*/ 0 h 137"/>
                    <a:gd name="T8" fmla="*/ 0 w 141"/>
                    <a:gd name="T9" fmla="*/ 0 h 137"/>
                    <a:gd name="T10" fmla="*/ 0 w 141"/>
                    <a:gd name="T11" fmla="*/ 0 h 137"/>
                    <a:gd name="T12" fmla="*/ 0 w 14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37"/>
                    <a:gd name="T23" fmla="*/ 141 w 14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37">
                      <a:moveTo>
                        <a:pt x="93" y="0"/>
                      </a:moveTo>
                      <a:lnTo>
                        <a:pt x="46" y="26"/>
                      </a:lnTo>
                      <a:lnTo>
                        <a:pt x="0" y="53"/>
                      </a:lnTo>
                      <a:lnTo>
                        <a:pt x="47" y="137"/>
                      </a:lnTo>
                      <a:lnTo>
                        <a:pt x="94" y="111"/>
                      </a:lnTo>
                      <a:lnTo>
                        <a:pt x="141" y="84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1" name="Freeform 2134">
                  <a:extLst>
                    <a:ext uri="{FF2B5EF4-FFF2-40B4-BE49-F238E27FC236}">
                      <a16:creationId xmlns:a16="http://schemas.microsoft.com/office/drawing/2014/main" id="{60885A6E-B4FF-26BC-45D1-C95C021676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8" y="2015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4" y="3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2" name="Line 2135">
                  <a:extLst>
                    <a:ext uri="{FF2B5EF4-FFF2-40B4-BE49-F238E27FC236}">
                      <a16:creationId xmlns:a16="http://schemas.microsoft.com/office/drawing/2014/main" id="{F0D689E7-E146-7351-0076-FB91A4A661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8" y="20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3" name="Freeform 2136">
                  <a:extLst>
                    <a:ext uri="{FF2B5EF4-FFF2-40B4-BE49-F238E27FC236}">
                      <a16:creationId xmlns:a16="http://schemas.microsoft.com/office/drawing/2014/main" id="{B4E13D23-DEC3-DBB1-6CBC-A04BAF545F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2010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86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99" y="110"/>
                      </a:lnTo>
                      <a:lnTo>
                        <a:pt x="142" y="79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4" name="Freeform 2137">
                  <a:extLst>
                    <a:ext uri="{FF2B5EF4-FFF2-40B4-BE49-F238E27FC236}">
                      <a16:creationId xmlns:a16="http://schemas.microsoft.com/office/drawing/2014/main" id="{58B52701-F34D-2D1C-CA02-93EC480488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9" y="2010"/>
                  <a:ext cx="23" cy="24"/>
                </a:xfrm>
                <a:custGeom>
                  <a:avLst/>
                  <a:gdLst>
                    <a:gd name="T0" fmla="*/ 0 w 142"/>
                    <a:gd name="T1" fmla="*/ 0 h 141"/>
                    <a:gd name="T2" fmla="*/ 0 w 142"/>
                    <a:gd name="T3" fmla="*/ 0 h 141"/>
                    <a:gd name="T4" fmla="*/ 0 w 142"/>
                    <a:gd name="T5" fmla="*/ 0 h 141"/>
                    <a:gd name="T6" fmla="*/ 0 w 142"/>
                    <a:gd name="T7" fmla="*/ 0 h 141"/>
                    <a:gd name="T8" fmla="*/ 0 w 142"/>
                    <a:gd name="T9" fmla="*/ 0 h 141"/>
                    <a:gd name="T10" fmla="*/ 0 w 142"/>
                    <a:gd name="T11" fmla="*/ 0 h 141"/>
                    <a:gd name="T12" fmla="*/ 0 w 142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2"/>
                    <a:gd name="T22" fmla="*/ 0 h 141"/>
                    <a:gd name="T23" fmla="*/ 142 w 142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2" h="141">
                      <a:moveTo>
                        <a:pt x="86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99" y="110"/>
                      </a:lnTo>
                      <a:lnTo>
                        <a:pt x="142" y="79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5" name="Freeform 2138">
                  <a:extLst>
                    <a:ext uri="{FF2B5EF4-FFF2-40B4-BE49-F238E27FC236}">
                      <a16:creationId xmlns:a16="http://schemas.microsoft.com/office/drawing/2014/main" id="{02E24A80-D631-A891-F287-6CC3AD32BC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2029"/>
                  <a:ext cx="7" cy="6"/>
                </a:xfrm>
                <a:custGeom>
                  <a:avLst/>
                  <a:gdLst>
                    <a:gd name="T0" fmla="*/ 0 w 43"/>
                    <a:gd name="T1" fmla="*/ 0 h 36"/>
                    <a:gd name="T2" fmla="*/ 0 w 43"/>
                    <a:gd name="T3" fmla="*/ 0 h 36"/>
                    <a:gd name="T4" fmla="*/ 0 w 43"/>
                    <a:gd name="T5" fmla="*/ 0 h 36"/>
                    <a:gd name="T6" fmla="*/ 0 w 43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3"/>
                    <a:gd name="T13" fmla="*/ 0 h 36"/>
                    <a:gd name="T14" fmla="*/ 43 w 43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3" h="36">
                      <a:moveTo>
                        <a:pt x="43" y="0"/>
                      </a:moveTo>
                      <a:lnTo>
                        <a:pt x="0" y="31"/>
                      </a:lnTo>
                      <a:lnTo>
                        <a:pt x="3" y="36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6" name="Line 2139">
                  <a:extLst>
                    <a:ext uri="{FF2B5EF4-FFF2-40B4-BE49-F238E27FC236}">
                      <a16:creationId xmlns:a16="http://schemas.microsoft.com/office/drawing/2014/main" id="{3FB05487-F8AB-9808-973E-48B58AB630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18" y="203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7" name="Freeform 2140">
                  <a:extLst>
                    <a:ext uri="{FF2B5EF4-FFF2-40B4-BE49-F238E27FC236}">
                      <a16:creationId xmlns:a16="http://schemas.microsoft.com/office/drawing/2014/main" id="{4F8BD4D0-4167-3A60-F167-9CE8BEDB5B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2023"/>
                  <a:ext cx="25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80" y="0"/>
                      </a:moveTo>
                      <a:lnTo>
                        <a:pt x="40" y="36"/>
                      </a:lnTo>
                      <a:lnTo>
                        <a:pt x="0" y="72"/>
                      </a:lnTo>
                      <a:lnTo>
                        <a:pt x="64" y="144"/>
                      </a:lnTo>
                      <a:lnTo>
                        <a:pt x="105" y="108"/>
                      </a:lnTo>
                      <a:lnTo>
                        <a:pt x="145" y="72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8" name="Freeform 2141">
                  <a:extLst>
                    <a:ext uri="{FF2B5EF4-FFF2-40B4-BE49-F238E27FC236}">
                      <a16:creationId xmlns:a16="http://schemas.microsoft.com/office/drawing/2014/main" id="{D8016767-3B20-474C-2C02-CB0A1C8091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18" y="2023"/>
                  <a:ext cx="25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80" y="0"/>
                      </a:moveTo>
                      <a:lnTo>
                        <a:pt x="40" y="36"/>
                      </a:lnTo>
                      <a:lnTo>
                        <a:pt x="0" y="72"/>
                      </a:lnTo>
                      <a:lnTo>
                        <a:pt x="64" y="144"/>
                      </a:lnTo>
                      <a:lnTo>
                        <a:pt x="105" y="108"/>
                      </a:lnTo>
                      <a:lnTo>
                        <a:pt x="145" y="72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29" name="Freeform 2142">
                  <a:extLst>
                    <a:ext uri="{FF2B5EF4-FFF2-40B4-BE49-F238E27FC236}">
                      <a16:creationId xmlns:a16="http://schemas.microsoft.com/office/drawing/2014/main" id="{51A28927-B624-DE13-581D-C31D89327A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29" y="2041"/>
                  <a:ext cx="7" cy="6"/>
                </a:xfrm>
                <a:custGeom>
                  <a:avLst/>
                  <a:gdLst>
                    <a:gd name="T0" fmla="*/ 0 w 41"/>
                    <a:gd name="T1" fmla="*/ 0 h 40"/>
                    <a:gd name="T2" fmla="*/ 0 w 41"/>
                    <a:gd name="T3" fmla="*/ 0 h 40"/>
                    <a:gd name="T4" fmla="*/ 0 w 41"/>
                    <a:gd name="T5" fmla="*/ 0 h 40"/>
                    <a:gd name="T6" fmla="*/ 0 w 41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"/>
                    <a:gd name="T13" fmla="*/ 0 h 40"/>
                    <a:gd name="T14" fmla="*/ 41 w 41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" h="40">
                      <a:moveTo>
                        <a:pt x="41" y="0"/>
                      </a:moveTo>
                      <a:lnTo>
                        <a:pt x="0" y="36"/>
                      </a:lnTo>
                      <a:lnTo>
                        <a:pt x="5" y="4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0" name="Line 2143">
                  <a:extLst>
                    <a:ext uri="{FF2B5EF4-FFF2-40B4-BE49-F238E27FC236}">
                      <a16:creationId xmlns:a16="http://schemas.microsoft.com/office/drawing/2014/main" id="{0D8C37CB-1BF7-245C-2426-169144646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9" y="204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1" name="Freeform 2144">
                  <a:extLst>
                    <a:ext uri="{FF2B5EF4-FFF2-40B4-BE49-F238E27FC236}">
                      <a16:creationId xmlns:a16="http://schemas.microsoft.com/office/drawing/2014/main" id="{9B1A5B0A-282A-E348-C988-9088AABC3E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2034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72" y="0"/>
                      </a:moveTo>
                      <a:lnTo>
                        <a:pt x="36" y="40"/>
                      </a:lnTo>
                      <a:lnTo>
                        <a:pt x="0" y="80"/>
                      </a:lnTo>
                      <a:lnTo>
                        <a:pt x="72" y="145"/>
                      </a:lnTo>
                      <a:lnTo>
                        <a:pt x="108" y="105"/>
                      </a:lnTo>
                      <a:lnTo>
                        <a:pt x="144" y="65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2" name="Freeform 2145">
                  <a:extLst>
                    <a:ext uri="{FF2B5EF4-FFF2-40B4-BE49-F238E27FC236}">
                      <a16:creationId xmlns:a16="http://schemas.microsoft.com/office/drawing/2014/main" id="{2826D3F5-3DDA-0654-7CF8-9BA9387D90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30" y="2034"/>
                  <a:ext cx="24" cy="24"/>
                </a:xfrm>
                <a:custGeom>
                  <a:avLst/>
                  <a:gdLst>
                    <a:gd name="T0" fmla="*/ 0 w 144"/>
                    <a:gd name="T1" fmla="*/ 0 h 145"/>
                    <a:gd name="T2" fmla="*/ 0 w 144"/>
                    <a:gd name="T3" fmla="*/ 0 h 145"/>
                    <a:gd name="T4" fmla="*/ 0 w 144"/>
                    <a:gd name="T5" fmla="*/ 0 h 145"/>
                    <a:gd name="T6" fmla="*/ 0 w 144"/>
                    <a:gd name="T7" fmla="*/ 0 h 145"/>
                    <a:gd name="T8" fmla="*/ 0 w 144"/>
                    <a:gd name="T9" fmla="*/ 0 h 145"/>
                    <a:gd name="T10" fmla="*/ 0 w 144"/>
                    <a:gd name="T11" fmla="*/ 0 h 145"/>
                    <a:gd name="T12" fmla="*/ 0 w 144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4"/>
                    <a:gd name="T22" fmla="*/ 0 h 145"/>
                    <a:gd name="T23" fmla="*/ 144 w 144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4" h="145">
                      <a:moveTo>
                        <a:pt x="72" y="0"/>
                      </a:moveTo>
                      <a:lnTo>
                        <a:pt x="36" y="40"/>
                      </a:lnTo>
                      <a:lnTo>
                        <a:pt x="0" y="80"/>
                      </a:lnTo>
                      <a:lnTo>
                        <a:pt x="72" y="145"/>
                      </a:lnTo>
                      <a:lnTo>
                        <a:pt x="108" y="105"/>
                      </a:lnTo>
                      <a:lnTo>
                        <a:pt x="144" y="65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3" name="Freeform 2146">
                  <a:extLst>
                    <a:ext uri="{FF2B5EF4-FFF2-40B4-BE49-F238E27FC236}">
                      <a16:creationId xmlns:a16="http://schemas.microsoft.com/office/drawing/2014/main" id="{27DE5F38-9E04-2A2D-FC7A-5E11153BA3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2" y="2051"/>
                  <a:ext cx="6" cy="8"/>
                </a:xfrm>
                <a:custGeom>
                  <a:avLst/>
                  <a:gdLst>
                    <a:gd name="T0" fmla="*/ 0 w 36"/>
                    <a:gd name="T1" fmla="*/ 0 h 43"/>
                    <a:gd name="T2" fmla="*/ 0 w 36"/>
                    <a:gd name="T3" fmla="*/ 0 h 43"/>
                    <a:gd name="T4" fmla="*/ 0 w 36"/>
                    <a:gd name="T5" fmla="*/ 0 h 43"/>
                    <a:gd name="T6" fmla="*/ 0 w 36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3"/>
                    <a:gd name="T14" fmla="*/ 36 w 36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3">
                      <a:moveTo>
                        <a:pt x="36" y="0"/>
                      </a:moveTo>
                      <a:lnTo>
                        <a:pt x="0" y="40"/>
                      </a:lnTo>
                      <a:lnTo>
                        <a:pt x="5" y="43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4" name="Line 2147">
                  <a:extLst>
                    <a:ext uri="{FF2B5EF4-FFF2-40B4-BE49-F238E27FC236}">
                      <a16:creationId xmlns:a16="http://schemas.microsoft.com/office/drawing/2014/main" id="{48933BA2-DA0C-83E1-536F-956C81945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42" y="20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" name="Freeform 2148">
                  <a:extLst>
                    <a:ext uri="{FF2B5EF4-FFF2-40B4-BE49-F238E27FC236}">
                      <a16:creationId xmlns:a16="http://schemas.microsoft.com/office/drawing/2014/main" id="{A992C08D-4B31-79B5-0121-E8FF277D3A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2044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61" y="0"/>
                      </a:moveTo>
                      <a:lnTo>
                        <a:pt x="31" y="44"/>
                      </a:lnTo>
                      <a:lnTo>
                        <a:pt x="0" y="87"/>
                      </a:lnTo>
                      <a:lnTo>
                        <a:pt x="79" y="143"/>
                      </a:lnTo>
                      <a:lnTo>
                        <a:pt x="110" y="100"/>
                      </a:lnTo>
                      <a:lnTo>
                        <a:pt x="141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" name="Freeform 2149">
                  <a:extLst>
                    <a:ext uri="{FF2B5EF4-FFF2-40B4-BE49-F238E27FC236}">
                      <a16:creationId xmlns:a16="http://schemas.microsoft.com/office/drawing/2014/main" id="{225D28F7-2777-9E3C-C8B4-C0ACA65AE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3" y="2044"/>
                  <a:ext cx="23" cy="24"/>
                </a:xfrm>
                <a:custGeom>
                  <a:avLst/>
                  <a:gdLst>
                    <a:gd name="T0" fmla="*/ 0 w 141"/>
                    <a:gd name="T1" fmla="*/ 0 h 143"/>
                    <a:gd name="T2" fmla="*/ 0 w 141"/>
                    <a:gd name="T3" fmla="*/ 0 h 143"/>
                    <a:gd name="T4" fmla="*/ 0 w 141"/>
                    <a:gd name="T5" fmla="*/ 0 h 143"/>
                    <a:gd name="T6" fmla="*/ 0 w 141"/>
                    <a:gd name="T7" fmla="*/ 0 h 143"/>
                    <a:gd name="T8" fmla="*/ 0 w 141"/>
                    <a:gd name="T9" fmla="*/ 0 h 143"/>
                    <a:gd name="T10" fmla="*/ 0 w 141"/>
                    <a:gd name="T11" fmla="*/ 0 h 143"/>
                    <a:gd name="T12" fmla="*/ 0 w 141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1"/>
                    <a:gd name="T22" fmla="*/ 0 h 143"/>
                    <a:gd name="T23" fmla="*/ 141 w 141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1" h="143">
                      <a:moveTo>
                        <a:pt x="61" y="0"/>
                      </a:moveTo>
                      <a:lnTo>
                        <a:pt x="31" y="44"/>
                      </a:lnTo>
                      <a:lnTo>
                        <a:pt x="0" y="87"/>
                      </a:lnTo>
                      <a:lnTo>
                        <a:pt x="79" y="143"/>
                      </a:lnTo>
                      <a:lnTo>
                        <a:pt x="110" y="100"/>
                      </a:lnTo>
                      <a:lnTo>
                        <a:pt x="141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7" name="Freeform 2150">
                  <a:extLst>
                    <a:ext uri="{FF2B5EF4-FFF2-40B4-BE49-F238E27FC236}">
                      <a16:creationId xmlns:a16="http://schemas.microsoft.com/office/drawing/2014/main" id="{670D14A7-5E10-B77A-0204-2DF5FAA684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6" y="2061"/>
                  <a:ext cx="5" cy="7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0"/>
                      </a:moveTo>
                      <a:lnTo>
                        <a:pt x="0" y="43"/>
                      </a:lnTo>
                      <a:lnTo>
                        <a:pt x="5" y="46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" name="Line 2151">
                  <a:extLst>
                    <a:ext uri="{FF2B5EF4-FFF2-40B4-BE49-F238E27FC236}">
                      <a16:creationId xmlns:a16="http://schemas.microsoft.com/office/drawing/2014/main" id="{EE60EDB9-0594-7F44-8D22-33A851CAA7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6" y="20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9" name="Freeform 2152">
                  <a:extLst>
                    <a:ext uri="{FF2B5EF4-FFF2-40B4-BE49-F238E27FC236}">
                      <a16:creationId xmlns:a16="http://schemas.microsoft.com/office/drawing/2014/main" id="{0855041E-C7D5-6C51-4112-2E69959AF8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2053"/>
                  <a:ext cx="23" cy="23"/>
                </a:xfrm>
                <a:custGeom>
                  <a:avLst/>
                  <a:gdLst>
                    <a:gd name="T0" fmla="*/ 0 w 137"/>
                    <a:gd name="T1" fmla="*/ 0 h 141"/>
                    <a:gd name="T2" fmla="*/ 0 w 137"/>
                    <a:gd name="T3" fmla="*/ 0 h 141"/>
                    <a:gd name="T4" fmla="*/ 0 w 137"/>
                    <a:gd name="T5" fmla="*/ 0 h 141"/>
                    <a:gd name="T6" fmla="*/ 0 w 137"/>
                    <a:gd name="T7" fmla="*/ 0 h 141"/>
                    <a:gd name="T8" fmla="*/ 0 w 137"/>
                    <a:gd name="T9" fmla="*/ 0 h 141"/>
                    <a:gd name="T10" fmla="*/ 0 w 137"/>
                    <a:gd name="T11" fmla="*/ 0 h 141"/>
                    <a:gd name="T12" fmla="*/ 0 w 137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1"/>
                    <a:gd name="T23" fmla="*/ 137 w 137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1">
                      <a:moveTo>
                        <a:pt x="53" y="0"/>
                      </a:move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84" y="141"/>
                      </a:lnTo>
                      <a:lnTo>
                        <a:pt x="111" y="95"/>
                      </a:lnTo>
                      <a:lnTo>
                        <a:pt x="137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0" name="Freeform 2153">
                  <a:extLst>
                    <a:ext uri="{FF2B5EF4-FFF2-40B4-BE49-F238E27FC236}">
                      <a16:creationId xmlns:a16="http://schemas.microsoft.com/office/drawing/2014/main" id="{BAA9112E-4328-6F60-66EE-FCAFF14F54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57" y="2053"/>
                  <a:ext cx="23" cy="23"/>
                </a:xfrm>
                <a:custGeom>
                  <a:avLst/>
                  <a:gdLst>
                    <a:gd name="T0" fmla="*/ 0 w 137"/>
                    <a:gd name="T1" fmla="*/ 0 h 141"/>
                    <a:gd name="T2" fmla="*/ 0 w 137"/>
                    <a:gd name="T3" fmla="*/ 0 h 141"/>
                    <a:gd name="T4" fmla="*/ 0 w 137"/>
                    <a:gd name="T5" fmla="*/ 0 h 141"/>
                    <a:gd name="T6" fmla="*/ 0 w 137"/>
                    <a:gd name="T7" fmla="*/ 0 h 141"/>
                    <a:gd name="T8" fmla="*/ 0 w 137"/>
                    <a:gd name="T9" fmla="*/ 0 h 141"/>
                    <a:gd name="T10" fmla="*/ 0 w 137"/>
                    <a:gd name="T11" fmla="*/ 0 h 141"/>
                    <a:gd name="T12" fmla="*/ 0 w 137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41"/>
                    <a:gd name="T23" fmla="*/ 137 w 137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41">
                      <a:moveTo>
                        <a:pt x="53" y="0"/>
                      </a:move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84" y="141"/>
                      </a:lnTo>
                      <a:lnTo>
                        <a:pt x="111" y="95"/>
                      </a:lnTo>
                      <a:lnTo>
                        <a:pt x="137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1" name="Freeform 2154">
                  <a:extLst>
                    <a:ext uri="{FF2B5EF4-FFF2-40B4-BE49-F238E27FC236}">
                      <a16:creationId xmlns:a16="http://schemas.microsoft.com/office/drawing/2014/main" id="{2F2696A7-2A6F-7489-8DFA-6C097BE2FE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1" y="2069"/>
                  <a:ext cx="4" cy="8"/>
                </a:xfrm>
                <a:custGeom>
                  <a:avLst/>
                  <a:gdLst>
                    <a:gd name="T0" fmla="*/ 0 w 27"/>
                    <a:gd name="T1" fmla="*/ 0 h 49"/>
                    <a:gd name="T2" fmla="*/ 0 w 27"/>
                    <a:gd name="T3" fmla="*/ 0 h 49"/>
                    <a:gd name="T4" fmla="*/ 0 w 27"/>
                    <a:gd name="T5" fmla="*/ 0 h 49"/>
                    <a:gd name="T6" fmla="*/ 0 w 27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9"/>
                    <a:gd name="T14" fmla="*/ 27 w 27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9">
                      <a:moveTo>
                        <a:pt x="27" y="0"/>
                      </a:moveTo>
                      <a:lnTo>
                        <a:pt x="0" y="46"/>
                      </a:lnTo>
                      <a:lnTo>
                        <a:pt x="7" y="49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2" name="Line 2155">
                  <a:extLst>
                    <a:ext uri="{FF2B5EF4-FFF2-40B4-BE49-F238E27FC236}">
                      <a16:creationId xmlns:a16="http://schemas.microsoft.com/office/drawing/2014/main" id="{7313D16C-2EAE-8566-2486-4978D1E9BC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71" y="20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3" name="Freeform 2156">
                  <a:extLst>
                    <a:ext uri="{FF2B5EF4-FFF2-40B4-BE49-F238E27FC236}">
                      <a16:creationId xmlns:a16="http://schemas.microsoft.com/office/drawing/2014/main" id="{EEA7F103-1724-E938-513D-C218738BFC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40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7"/>
                      </a:lnTo>
                      <a:lnTo>
                        <a:pt x="130" y="37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4" name="Freeform 2157">
                  <a:extLst>
                    <a:ext uri="{FF2B5EF4-FFF2-40B4-BE49-F238E27FC236}">
                      <a16:creationId xmlns:a16="http://schemas.microsoft.com/office/drawing/2014/main" id="{F9A3B5E3-A65C-A65F-2E81-B1E5864317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7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40" y="0"/>
                      </a:moveTo>
                      <a:lnTo>
                        <a:pt x="20" y="50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7"/>
                      </a:lnTo>
                      <a:lnTo>
                        <a:pt x="130" y="37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5" name="Freeform 2158">
                  <a:extLst>
                    <a:ext uri="{FF2B5EF4-FFF2-40B4-BE49-F238E27FC236}">
                      <a16:creationId xmlns:a16="http://schemas.microsoft.com/office/drawing/2014/main" id="{2BDD3956-CD93-F24D-E24B-3DCBDB51A3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7" y="2075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20" y="0"/>
                      </a:moveTo>
                      <a:lnTo>
                        <a:pt x="0" y="49"/>
                      </a:lnTo>
                      <a:lnTo>
                        <a:pt x="5" y="51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6" name="Line 2159">
                  <a:extLst>
                    <a:ext uri="{FF2B5EF4-FFF2-40B4-BE49-F238E27FC236}">
                      <a16:creationId xmlns:a16="http://schemas.microsoft.com/office/drawing/2014/main" id="{540E081D-53F8-2D7B-6DD7-3DBE012B06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7" y="20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7" name="Freeform 2160">
                  <a:extLst>
                    <a:ext uri="{FF2B5EF4-FFF2-40B4-BE49-F238E27FC236}">
                      <a16:creationId xmlns:a16="http://schemas.microsoft.com/office/drawing/2014/main" id="{6CDEC316-899F-B0DC-E24A-11CEDB029E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2066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30" y="0"/>
                      </a:moveTo>
                      <a:lnTo>
                        <a:pt x="15" y="52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3" y="26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8" name="Freeform 2161">
                  <a:extLst>
                    <a:ext uri="{FF2B5EF4-FFF2-40B4-BE49-F238E27FC236}">
                      <a16:creationId xmlns:a16="http://schemas.microsoft.com/office/drawing/2014/main" id="{B3EE1253-9415-E8C4-452C-C596D0F8DC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88" y="2066"/>
                  <a:ext cx="20" cy="22"/>
                </a:xfrm>
                <a:custGeom>
                  <a:avLst/>
                  <a:gdLst>
                    <a:gd name="T0" fmla="*/ 0 w 123"/>
                    <a:gd name="T1" fmla="*/ 0 h 130"/>
                    <a:gd name="T2" fmla="*/ 0 w 123"/>
                    <a:gd name="T3" fmla="*/ 0 h 130"/>
                    <a:gd name="T4" fmla="*/ 0 w 123"/>
                    <a:gd name="T5" fmla="*/ 0 h 130"/>
                    <a:gd name="T6" fmla="*/ 0 w 123"/>
                    <a:gd name="T7" fmla="*/ 0 h 130"/>
                    <a:gd name="T8" fmla="*/ 0 w 123"/>
                    <a:gd name="T9" fmla="*/ 0 h 130"/>
                    <a:gd name="T10" fmla="*/ 0 w 123"/>
                    <a:gd name="T11" fmla="*/ 0 h 130"/>
                    <a:gd name="T12" fmla="*/ 0 w 123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0"/>
                    <a:gd name="T23" fmla="*/ 123 w 123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0">
                      <a:moveTo>
                        <a:pt x="30" y="0"/>
                      </a:moveTo>
                      <a:lnTo>
                        <a:pt x="15" y="52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3" y="26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9" name="Freeform 2162">
                  <a:extLst>
                    <a:ext uri="{FF2B5EF4-FFF2-40B4-BE49-F238E27FC236}">
                      <a16:creationId xmlns:a16="http://schemas.microsoft.com/office/drawing/2014/main" id="{A6286300-617A-1540-6405-233A042AFF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3" y="207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0"/>
                      </a:moveTo>
                      <a:lnTo>
                        <a:pt x="0" y="52"/>
                      </a:lnTo>
                      <a:lnTo>
                        <a:pt x="5" y="5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0" name="Line 2163">
                  <a:extLst>
                    <a:ext uri="{FF2B5EF4-FFF2-40B4-BE49-F238E27FC236}">
                      <a16:creationId xmlns:a16="http://schemas.microsoft.com/office/drawing/2014/main" id="{EF2DEA8A-27EC-8BB6-96F6-EFA77DC2D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3" y="20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1" name="Freeform 2164">
                  <a:extLst>
                    <a:ext uri="{FF2B5EF4-FFF2-40B4-BE49-F238E27FC236}">
                      <a16:creationId xmlns:a16="http://schemas.microsoft.com/office/drawing/2014/main" id="{621F55A0-83A5-5218-04C9-077D7EB8F8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2070"/>
                  <a:ext cx="19" cy="21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5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2" name="Freeform 2165">
                  <a:extLst>
                    <a:ext uri="{FF2B5EF4-FFF2-40B4-BE49-F238E27FC236}">
                      <a16:creationId xmlns:a16="http://schemas.microsoft.com/office/drawing/2014/main" id="{312BFB08-6741-2F26-3F63-8D40451F9C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04" y="2070"/>
                  <a:ext cx="19" cy="21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5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3" name="Freeform 2166">
                  <a:extLst>
                    <a:ext uri="{FF2B5EF4-FFF2-40B4-BE49-F238E27FC236}">
                      <a16:creationId xmlns:a16="http://schemas.microsoft.com/office/drawing/2014/main" id="{E610AD4E-0F69-3773-4A43-9CFD090AF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0" y="2082"/>
                  <a:ext cx="2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9" y="0"/>
                      </a:moveTo>
                      <a:lnTo>
                        <a:pt x="0" y="53"/>
                      </a:lnTo>
                      <a:lnTo>
                        <a:pt x="6" y="53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4" name="Line 2167">
                  <a:extLst>
                    <a:ext uri="{FF2B5EF4-FFF2-40B4-BE49-F238E27FC236}">
                      <a16:creationId xmlns:a16="http://schemas.microsoft.com/office/drawing/2014/main" id="{A3E7BF23-AF03-831F-CF93-56B1D4E818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0" y="209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5" name="Freeform 2168">
                  <a:extLst>
                    <a:ext uri="{FF2B5EF4-FFF2-40B4-BE49-F238E27FC236}">
                      <a16:creationId xmlns:a16="http://schemas.microsoft.com/office/drawing/2014/main" id="{C6E0BDB5-5C55-F5EB-07BB-43318CA8F5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2073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lnTo>
                        <a:pt x="101" y="58"/>
                      </a:lnTo>
                      <a:lnTo>
                        <a:pt x="104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6" name="Freeform 2169">
                  <a:extLst>
                    <a:ext uri="{FF2B5EF4-FFF2-40B4-BE49-F238E27FC236}">
                      <a16:creationId xmlns:a16="http://schemas.microsoft.com/office/drawing/2014/main" id="{DA39C180-B651-A644-0164-A0A805E71F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21" y="2073"/>
                  <a:ext cx="17" cy="19"/>
                </a:xfrm>
                <a:custGeom>
                  <a:avLst/>
                  <a:gdLst>
                    <a:gd name="T0" fmla="*/ 0 w 104"/>
                    <a:gd name="T1" fmla="*/ 0 h 111"/>
                    <a:gd name="T2" fmla="*/ 0 w 104"/>
                    <a:gd name="T3" fmla="*/ 0 h 111"/>
                    <a:gd name="T4" fmla="*/ 0 w 104"/>
                    <a:gd name="T5" fmla="*/ 0 h 111"/>
                    <a:gd name="T6" fmla="*/ 0 w 104"/>
                    <a:gd name="T7" fmla="*/ 0 h 111"/>
                    <a:gd name="T8" fmla="*/ 0 w 104"/>
                    <a:gd name="T9" fmla="*/ 0 h 111"/>
                    <a:gd name="T10" fmla="*/ 0 w 104"/>
                    <a:gd name="T11" fmla="*/ 0 h 111"/>
                    <a:gd name="T12" fmla="*/ 0 w 104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11"/>
                    <a:gd name="T23" fmla="*/ 104 w 104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7" y="111"/>
                      </a:lnTo>
                      <a:lnTo>
                        <a:pt x="101" y="58"/>
                      </a:lnTo>
                      <a:lnTo>
                        <a:pt x="104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7" name="Freeform 2170">
                  <a:extLst>
                    <a:ext uri="{FF2B5EF4-FFF2-40B4-BE49-F238E27FC236}">
                      <a16:creationId xmlns:a16="http://schemas.microsoft.com/office/drawing/2014/main" id="{4A91148A-2E61-4912-16A9-34F75AC477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083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4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8" name="Line 2171">
                  <a:extLst>
                    <a:ext uri="{FF2B5EF4-FFF2-40B4-BE49-F238E27FC236}">
                      <a16:creationId xmlns:a16="http://schemas.microsoft.com/office/drawing/2014/main" id="{1B046539-7959-1970-4A87-78B1AB05F7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0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9" name="Freeform 2172">
                  <a:extLst>
                    <a:ext uri="{FF2B5EF4-FFF2-40B4-BE49-F238E27FC236}">
                      <a16:creationId xmlns:a16="http://schemas.microsoft.com/office/drawing/2014/main" id="{096FA83E-A65F-8F5B-C9DD-6C84A5CC8D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073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0" y="5"/>
                      </a:moveTo>
                      <a:lnTo>
                        <a:pt x="4" y="58"/>
                      </a:lnTo>
                      <a:lnTo>
                        <a:pt x="7" y="111"/>
                      </a:lnTo>
                      <a:lnTo>
                        <a:pt x="103" y="106"/>
                      </a:lnTo>
                      <a:lnTo>
                        <a:pt x="100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0" name="Freeform 2173">
                  <a:extLst>
                    <a:ext uri="{FF2B5EF4-FFF2-40B4-BE49-F238E27FC236}">
                      <a16:creationId xmlns:a16="http://schemas.microsoft.com/office/drawing/2014/main" id="{3409F749-7F76-D207-0BA8-AB6602B0EC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37" y="2073"/>
                  <a:ext cx="18" cy="19"/>
                </a:xfrm>
                <a:custGeom>
                  <a:avLst/>
                  <a:gdLst>
                    <a:gd name="T0" fmla="*/ 0 w 103"/>
                    <a:gd name="T1" fmla="*/ 0 h 111"/>
                    <a:gd name="T2" fmla="*/ 0 w 103"/>
                    <a:gd name="T3" fmla="*/ 0 h 111"/>
                    <a:gd name="T4" fmla="*/ 0 w 103"/>
                    <a:gd name="T5" fmla="*/ 0 h 111"/>
                    <a:gd name="T6" fmla="*/ 0 w 103"/>
                    <a:gd name="T7" fmla="*/ 0 h 111"/>
                    <a:gd name="T8" fmla="*/ 0 w 103"/>
                    <a:gd name="T9" fmla="*/ 0 h 111"/>
                    <a:gd name="T10" fmla="*/ 0 w 103"/>
                    <a:gd name="T11" fmla="*/ 0 h 111"/>
                    <a:gd name="T12" fmla="*/ 0 w 103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11"/>
                    <a:gd name="T23" fmla="*/ 103 w 103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11">
                      <a:moveTo>
                        <a:pt x="0" y="5"/>
                      </a:moveTo>
                      <a:lnTo>
                        <a:pt x="4" y="58"/>
                      </a:lnTo>
                      <a:lnTo>
                        <a:pt x="7" y="111"/>
                      </a:lnTo>
                      <a:lnTo>
                        <a:pt x="103" y="106"/>
                      </a:lnTo>
                      <a:lnTo>
                        <a:pt x="100" y="53"/>
                      </a:lnTo>
                      <a:lnTo>
                        <a:pt x="97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1" name="Freeform 2174">
                  <a:extLst>
                    <a:ext uri="{FF2B5EF4-FFF2-40B4-BE49-F238E27FC236}">
                      <a16:creationId xmlns:a16="http://schemas.microsoft.com/office/drawing/2014/main" id="{321645A7-23E5-1339-57B1-DAAA0AB078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" y="2082"/>
                  <a:ext cx="2" cy="9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0" y="0"/>
                      </a:moveTo>
                      <a:lnTo>
                        <a:pt x="3" y="53"/>
                      </a:lnTo>
                      <a:lnTo>
                        <a:pt x="10" y="5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2" name="Line 2175">
                  <a:extLst>
                    <a:ext uri="{FF2B5EF4-FFF2-40B4-BE49-F238E27FC236}">
                      <a16:creationId xmlns:a16="http://schemas.microsoft.com/office/drawing/2014/main" id="{82EA0DDD-3A5E-20DE-6EE7-51D35C7AE1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55" y="209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3" name="Freeform 2176">
                  <a:extLst>
                    <a:ext uri="{FF2B5EF4-FFF2-40B4-BE49-F238E27FC236}">
                      <a16:creationId xmlns:a16="http://schemas.microsoft.com/office/drawing/2014/main" id="{E63AD3D0-A9A0-BC87-390C-291989D636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2" y="2070"/>
                  <a:ext cx="20" cy="21"/>
                </a:xfrm>
                <a:custGeom>
                  <a:avLst/>
                  <a:gdLst>
                    <a:gd name="T0" fmla="*/ 0 w 116"/>
                    <a:gd name="T1" fmla="*/ 0 h 123"/>
                    <a:gd name="T2" fmla="*/ 0 w 116"/>
                    <a:gd name="T3" fmla="*/ 0 h 123"/>
                    <a:gd name="T4" fmla="*/ 0 w 116"/>
                    <a:gd name="T5" fmla="*/ 0 h 123"/>
                    <a:gd name="T6" fmla="*/ 0 w 116"/>
                    <a:gd name="T7" fmla="*/ 0 h 123"/>
                    <a:gd name="T8" fmla="*/ 0 w 116"/>
                    <a:gd name="T9" fmla="*/ 0 h 123"/>
                    <a:gd name="T10" fmla="*/ 0 w 116"/>
                    <a:gd name="T11" fmla="*/ 0 h 123"/>
                    <a:gd name="T12" fmla="*/ 0 w 116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3"/>
                    <a:gd name="T23" fmla="*/ 116 w 116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3">
                      <a:moveTo>
                        <a:pt x="0" y="17"/>
                      </a:moveTo>
                      <a:lnTo>
                        <a:pt x="10" y="70"/>
                      </a:lnTo>
                      <a:lnTo>
                        <a:pt x="20" y="123"/>
                      </a:lnTo>
                      <a:lnTo>
                        <a:pt x="116" y="106"/>
                      </a:lnTo>
                      <a:lnTo>
                        <a:pt x="106" y="53"/>
                      </a:lnTo>
                      <a:lnTo>
                        <a:pt x="97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4" name="Freeform 2177">
                  <a:extLst>
                    <a:ext uri="{FF2B5EF4-FFF2-40B4-BE49-F238E27FC236}">
                      <a16:creationId xmlns:a16="http://schemas.microsoft.com/office/drawing/2014/main" id="{A40E5E47-D160-B23C-6915-6ACEA1F699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2" y="2070"/>
                  <a:ext cx="20" cy="21"/>
                </a:xfrm>
                <a:custGeom>
                  <a:avLst/>
                  <a:gdLst>
                    <a:gd name="T0" fmla="*/ 0 w 116"/>
                    <a:gd name="T1" fmla="*/ 0 h 123"/>
                    <a:gd name="T2" fmla="*/ 0 w 116"/>
                    <a:gd name="T3" fmla="*/ 0 h 123"/>
                    <a:gd name="T4" fmla="*/ 0 w 116"/>
                    <a:gd name="T5" fmla="*/ 0 h 123"/>
                    <a:gd name="T6" fmla="*/ 0 w 116"/>
                    <a:gd name="T7" fmla="*/ 0 h 123"/>
                    <a:gd name="T8" fmla="*/ 0 w 116"/>
                    <a:gd name="T9" fmla="*/ 0 h 123"/>
                    <a:gd name="T10" fmla="*/ 0 w 116"/>
                    <a:gd name="T11" fmla="*/ 0 h 123"/>
                    <a:gd name="T12" fmla="*/ 0 w 116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3"/>
                    <a:gd name="T23" fmla="*/ 116 w 116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3">
                      <a:moveTo>
                        <a:pt x="0" y="17"/>
                      </a:moveTo>
                      <a:lnTo>
                        <a:pt x="10" y="70"/>
                      </a:lnTo>
                      <a:lnTo>
                        <a:pt x="20" y="123"/>
                      </a:lnTo>
                      <a:lnTo>
                        <a:pt x="116" y="106"/>
                      </a:lnTo>
                      <a:lnTo>
                        <a:pt x="106" y="53"/>
                      </a:lnTo>
                      <a:lnTo>
                        <a:pt x="97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5" name="Freeform 2178">
                  <a:extLst>
                    <a:ext uri="{FF2B5EF4-FFF2-40B4-BE49-F238E27FC236}">
                      <a16:creationId xmlns:a16="http://schemas.microsoft.com/office/drawing/2014/main" id="{38CF7D5E-559C-3605-DB1B-593B84AB6D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0" y="207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0" y="0"/>
                      </a:moveTo>
                      <a:lnTo>
                        <a:pt x="10" y="53"/>
                      </a:lnTo>
                      <a:lnTo>
                        <a:pt x="15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6" name="Line 2179">
                  <a:extLst>
                    <a:ext uri="{FF2B5EF4-FFF2-40B4-BE49-F238E27FC236}">
                      <a16:creationId xmlns:a16="http://schemas.microsoft.com/office/drawing/2014/main" id="{D3850AF4-31E4-A439-37C8-6DC0C5ECC1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72" y="20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7" name="Freeform 2180">
                  <a:extLst>
                    <a:ext uri="{FF2B5EF4-FFF2-40B4-BE49-F238E27FC236}">
                      <a16:creationId xmlns:a16="http://schemas.microsoft.com/office/drawing/2014/main" id="{A01C2DF5-18CF-8E72-0927-9B2D5C61E3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2066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0" y="26"/>
                      </a:move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3"/>
                      </a:ln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8" name="Freeform 2181">
                  <a:extLst>
                    <a:ext uri="{FF2B5EF4-FFF2-40B4-BE49-F238E27FC236}">
                      <a16:creationId xmlns:a16="http://schemas.microsoft.com/office/drawing/2014/main" id="{B1026389-EF0E-36FC-181F-4736A4629F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68" y="2066"/>
                  <a:ext cx="20" cy="22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0" y="26"/>
                      </a:move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3"/>
                      </a:ln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69" name="Freeform 2182">
                  <a:extLst>
                    <a:ext uri="{FF2B5EF4-FFF2-40B4-BE49-F238E27FC236}">
                      <a16:creationId xmlns:a16="http://schemas.microsoft.com/office/drawing/2014/main" id="{595C3B99-D927-F1FF-D128-0296B73A9F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6" y="2075"/>
                  <a:ext cx="3" cy="8"/>
                </a:xfrm>
                <a:custGeom>
                  <a:avLst/>
                  <a:gdLst>
                    <a:gd name="T0" fmla="*/ 0 w 20"/>
                    <a:gd name="T1" fmla="*/ 0 h 51"/>
                    <a:gd name="T2" fmla="*/ 0 w 20"/>
                    <a:gd name="T3" fmla="*/ 0 h 51"/>
                    <a:gd name="T4" fmla="*/ 0 w 20"/>
                    <a:gd name="T5" fmla="*/ 0 h 51"/>
                    <a:gd name="T6" fmla="*/ 0 w 20"/>
                    <a:gd name="T7" fmla="*/ 0 h 5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1"/>
                    <a:gd name="T14" fmla="*/ 20 w 20"/>
                    <a:gd name="T15" fmla="*/ 51 h 5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1">
                      <a:moveTo>
                        <a:pt x="0" y="0"/>
                      </a:moveTo>
                      <a:lnTo>
                        <a:pt x="14" y="51"/>
                      </a:lnTo>
                      <a:lnTo>
                        <a:pt x="20" y="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0" name="Line 2183">
                  <a:extLst>
                    <a:ext uri="{FF2B5EF4-FFF2-40B4-BE49-F238E27FC236}">
                      <a16:creationId xmlns:a16="http://schemas.microsoft.com/office/drawing/2014/main" id="{C3459253-5A80-7513-BD36-16C5F7C970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88" y="20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1" name="Freeform 2184">
                  <a:extLst>
                    <a:ext uri="{FF2B5EF4-FFF2-40B4-BE49-F238E27FC236}">
                      <a16:creationId xmlns:a16="http://schemas.microsoft.com/office/drawing/2014/main" id="{024216E3-088A-0DE0-14A2-F0B4D24D8E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0" y="37"/>
                      </a:moveTo>
                      <a:lnTo>
                        <a:pt x="21" y="87"/>
                      </a:lnTo>
                      <a:lnTo>
                        <a:pt x="41" y="136"/>
                      </a:lnTo>
                      <a:lnTo>
                        <a:pt x="130" y="99"/>
                      </a:lnTo>
                      <a:lnTo>
                        <a:pt x="109" y="50"/>
                      </a:lnTo>
                      <a:lnTo>
                        <a:pt x="89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2" name="Freeform 2185">
                  <a:extLst>
                    <a:ext uri="{FF2B5EF4-FFF2-40B4-BE49-F238E27FC236}">
                      <a16:creationId xmlns:a16="http://schemas.microsoft.com/office/drawing/2014/main" id="{FA03AC1A-96D6-BE56-6764-34AEC747DB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82" y="2060"/>
                  <a:ext cx="22" cy="23"/>
                </a:xfrm>
                <a:custGeom>
                  <a:avLst/>
                  <a:gdLst>
                    <a:gd name="T0" fmla="*/ 0 w 130"/>
                    <a:gd name="T1" fmla="*/ 0 h 136"/>
                    <a:gd name="T2" fmla="*/ 0 w 130"/>
                    <a:gd name="T3" fmla="*/ 0 h 136"/>
                    <a:gd name="T4" fmla="*/ 0 w 130"/>
                    <a:gd name="T5" fmla="*/ 0 h 136"/>
                    <a:gd name="T6" fmla="*/ 0 w 130"/>
                    <a:gd name="T7" fmla="*/ 0 h 136"/>
                    <a:gd name="T8" fmla="*/ 0 w 130"/>
                    <a:gd name="T9" fmla="*/ 0 h 136"/>
                    <a:gd name="T10" fmla="*/ 0 w 130"/>
                    <a:gd name="T11" fmla="*/ 0 h 136"/>
                    <a:gd name="T12" fmla="*/ 0 w 130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0"/>
                    <a:gd name="T22" fmla="*/ 0 h 136"/>
                    <a:gd name="T23" fmla="*/ 130 w 130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0" h="136">
                      <a:moveTo>
                        <a:pt x="0" y="37"/>
                      </a:moveTo>
                      <a:lnTo>
                        <a:pt x="21" y="87"/>
                      </a:lnTo>
                      <a:lnTo>
                        <a:pt x="41" y="136"/>
                      </a:lnTo>
                      <a:lnTo>
                        <a:pt x="130" y="99"/>
                      </a:lnTo>
                      <a:lnTo>
                        <a:pt x="109" y="50"/>
                      </a:lnTo>
                      <a:lnTo>
                        <a:pt x="89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3" name="Freeform 2186">
                  <a:extLst>
                    <a:ext uri="{FF2B5EF4-FFF2-40B4-BE49-F238E27FC236}">
                      <a16:creationId xmlns:a16="http://schemas.microsoft.com/office/drawing/2014/main" id="{02877424-6A19-D873-4D99-A625310D0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00" y="2069"/>
                  <a:ext cx="5" cy="8"/>
                </a:xfrm>
                <a:custGeom>
                  <a:avLst/>
                  <a:gdLst>
                    <a:gd name="T0" fmla="*/ 0 w 27"/>
                    <a:gd name="T1" fmla="*/ 0 h 49"/>
                    <a:gd name="T2" fmla="*/ 0 w 27"/>
                    <a:gd name="T3" fmla="*/ 0 h 49"/>
                    <a:gd name="T4" fmla="*/ 0 w 27"/>
                    <a:gd name="T5" fmla="*/ 0 h 49"/>
                    <a:gd name="T6" fmla="*/ 0 w 27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9"/>
                    <a:gd name="T14" fmla="*/ 27 w 27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9">
                      <a:moveTo>
                        <a:pt x="0" y="0"/>
                      </a:moveTo>
                      <a:lnTo>
                        <a:pt x="21" y="49"/>
                      </a:lnTo>
                      <a:lnTo>
                        <a:pt x="27" y="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4" name="Line 2187">
                  <a:extLst>
                    <a:ext uri="{FF2B5EF4-FFF2-40B4-BE49-F238E27FC236}">
                      <a16:creationId xmlns:a16="http://schemas.microsoft.com/office/drawing/2014/main" id="{A24809B2-22F1-B205-B7B9-69374503A4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04" y="20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" name="Freeform 2188">
                  <a:extLst>
                    <a:ext uri="{FF2B5EF4-FFF2-40B4-BE49-F238E27FC236}">
                      <a16:creationId xmlns:a16="http://schemas.microsoft.com/office/drawing/2014/main" id="{01C975AE-59E9-6F8A-F0C2-9FF30B5867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2053"/>
                  <a:ext cx="23" cy="23"/>
                </a:xfrm>
                <a:custGeom>
                  <a:avLst/>
                  <a:gdLst>
                    <a:gd name="T0" fmla="*/ 0 w 139"/>
                    <a:gd name="T1" fmla="*/ 0 h 141"/>
                    <a:gd name="T2" fmla="*/ 0 w 139"/>
                    <a:gd name="T3" fmla="*/ 0 h 141"/>
                    <a:gd name="T4" fmla="*/ 0 w 139"/>
                    <a:gd name="T5" fmla="*/ 0 h 141"/>
                    <a:gd name="T6" fmla="*/ 0 w 139"/>
                    <a:gd name="T7" fmla="*/ 0 h 141"/>
                    <a:gd name="T8" fmla="*/ 0 w 139"/>
                    <a:gd name="T9" fmla="*/ 0 h 141"/>
                    <a:gd name="T10" fmla="*/ 0 w 139"/>
                    <a:gd name="T11" fmla="*/ 0 h 141"/>
                    <a:gd name="T12" fmla="*/ 0 w 139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1"/>
                    <a:gd name="T23" fmla="*/ 139 w 139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1">
                      <a:moveTo>
                        <a:pt x="0" y="48"/>
                      </a:moveTo>
                      <a:lnTo>
                        <a:pt x="26" y="95"/>
                      </a:lnTo>
                      <a:lnTo>
                        <a:pt x="53" y="141"/>
                      </a:lnTo>
                      <a:lnTo>
                        <a:pt x="139" y="93"/>
                      </a:lnTo>
                      <a:lnTo>
                        <a:pt x="112" y="47"/>
                      </a:lnTo>
                      <a:lnTo>
                        <a:pt x="86" y="0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6" name="Freeform 2189">
                  <a:extLst>
                    <a:ext uri="{FF2B5EF4-FFF2-40B4-BE49-F238E27FC236}">
                      <a16:creationId xmlns:a16="http://schemas.microsoft.com/office/drawing/2014/main" id="{2785EF3B-8BA6-6267-DE55-E1CA85362C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96" y="2053"/>
                  <a:ext cx="23" cy="23"/>
                </a:xfrm>
                <a:custGeom>
                  <a:avLst/>
                  <a:gdLst>
                    <a:gd name="T0" fmla="*/ 0 w 139"/>
                    <a:gd name="T1" fmla="*/ 0 h 141"/>
                    <a:gd name="T2" fmla="*/ 0 w 139"/>
                    <a:gd name="T3" fmla="*/ 0 h 141"/>
                    <a:gd name="T4" fmla="*/ 0 w 139"/>
                    <a:gd name="T5" fmla="*/ 0 h 141"/>
                    <a:gd name="T6" fmla="*/ 0 w 139"/>
                    <a:gd name="T7" fmla="*/ 0 h 141"/>
                    <a:gd name="T8" fmla="*/ 0 w 139"/>
                    <a:gd name="T9" fmla="*/ 0 h 141"/>
                    <a:gd name="T10" fmla="*/ 0 w 139"/>
                    <a:gd name="T11" fmla="*/ 0 h 141"/>
                    <a:gd name="T12" fmla="*/ 0 w 139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1"/>
                    <a:gd name="T23" fmla="*/ 139 w 139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1">
                      <a:moveTo>
                        <a:pt x="0" y="48"/>
                      </a:moveTo>
                      <a:lnTo>
                        <a:pt x="26" y="95"/>
                      </a:lnTo>
                      <a:lnTo>
                        <a:pt x="53" y="141"/>
                      </a:lnTo>
                      <a:lnTo>
                        <a:pt x="139" y="93"/>
                      </a:lnTo>
                      <a:lnTo>
                        <a:pt x="112" y="47"/>
                      </a:lnTo>
                      <a:lnTo>
                        <a:pt x="86" y="0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7" name="Freeform 2190">
                  <a:extLst>
                    <a:ext uri="{FF2B5EF4-FFF2-40B4-BE49-F238E27FC236}">
                      <a16:creationId xmlns:a16="http://schemas.microsoft.com/office/drawing/2014/main" id="{07A15119-610C-EEC3-FC95-74BCFF859A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5" y="2061"/>
                  <a:ext cx="5" cy="7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0" y="0"/>
                      </a:moveTo>
                      <a:lnTo>
                        <a:pt x="27" y="46"/>
                      </a:lnTo>
                      <a:lnTo>
                        <a:pt x="31" y="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8" name="Line 2191">
                  <a:extLst>
                    <a:ext uri="{FF2B5EF4-FFF2-40B4-BE49-F238E27FC236}">
                      <a16:creationId xmlns:a16="http://schemas.microsoft.com/office/drawing/2014/main" id="{CD13FF0F-C2E9-B881-0612-07EFCF2A36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19" y="20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9" name="Freeform 2192">
                  <a:extLst>
                    <a:ext uri="{FF2B5EF4-FFF2-40B4-BE49-F238E27FC236}">
                      <a16:creationId xmlns:a16="http://schemas.microsoft.com/office/drawing/2014/main" id="{6E95DF0D-859C-19D3-3285-68D08B14E8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20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0" y="56"/>
                      </a:move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0" name="Freeform 2193">
                  <a:extLst>
                    <a:ext uri="{FF2B5EF4-FFF2-40B4-BE49-F238E27FC236}">
                      <a16:creationId xmlns:a16="http://schemas.microsoft.com/office/drawing/2014/main" id="{E350AE31-BCFA-7CB1-5CBC-6B89ECDFE7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0" y="20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0" y="56"/>
                      </a:move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1" name="Freeform 2194">
                  <a:extLst>
                    <a:ext uri="{FF2B5EF4-FFF2-40B4-BE49-F238E27FC236}">
                      <a16:creationId xmlns:a16="http://schemas.microsoft.com/office/drawing/2014/main" id="{A2453CBC-F996-0E16-8D74-E8C8B0536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8" y="2051"/>
                  <a:ext cx="6" cy="8"/>
                </a:xfrm>
                <a:custGeom>
                  <a:avLst/>
                  <a:gdLst>
                    <a:gd name="T0" fmla="*/ 0 w 35"/>
                    <a:gd name="T1" fmla="*/ 0 h 43"/>
                    <a:gd name="T2" fmla="*/ 0 w 35"/>
                    <a:gd name="T3" fmla="*/ 0 h 43"/>
                    <a:gd name="T4" fmla="*/ 0 w 35"/>
                    <a:gd name="T5" fmla="*/ 0 h 43"/>
                    <a:gd name="T6" fmla="*/ 0 w 35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3"/>
                    <a:gd name="T14" fmla="*/ 35 w 35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3">
                      <a:moveTo>
                        <a:pt x="0" y="0"/>
                      </a:moveTo>
                      <a:lnTo>
                        <a:pt x="30" y="43"/>
                      </a:lnTo>
                      <a:lnTo>
                        <a:pt x="35" y="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2" name="Line 2195">
                  <a:extLst>
                    <a:ext uri="{FF2B5EF4-FFF2-40B4-BE49-F238E27FC236}">
                      <a16:creationId xmlns:a16="http://schemas.microsoft.com/office/drawing/2014/main" id="{CF3E346A-B019-319D-59BF-ECB5788F80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33" y="20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3" name="Freeform 2196">
                  <a:extLst>
                    <a:ext uri="{FF2B5EF4-FFF2-40B4-BE49-F238E27FC236}">
                      <a16:creationId xmlns:a16="http://schemas.microsoft.com/office/drawing/2014/main" id="{FB0ADB61-965F-DD3D-FDE2-3EB70C7BD1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2034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0" y="65"/>
                      </a:moveTo>
                      <a:lnTo>
                        <a:pt x="35" y="105"/>
                      </a:lnTo>
                      <a:lnTo>
                        <a:pt x="70" y="145"/>
                      </a:lnTo>
                      <a:lnTo>
                        <a:pt x="143" y="80"/>
                      </a:lnTo>
                      <a:lnTo>
                        <a:pt x="108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4" name="Freeform 2197">
                  <a:extLst>
                    <a:ext uri="{FF2B5EF4-FFF2-40B4-BE49-F238E27FC236}">
                      <a16:creationId xmlns:a16="http://schemas.microsoft.com/office/drawing/2014/main" id="{773D3436-D76E-6508-8451-9952C6CAE1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22" y="2034"/>
                  <a:ext cx="24" cy="24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0" y="65"/>
                      </a:moveTo>
                      <a:lnTo>
                        <a:pt x="35" y="105"/>
                      </a:lnTo>
                      <a:lnTo>
                        <a:pt x="70" y="145"/>
                      </a:lnTo>
                      <a:lnTo>
                        <a:pt x="143" y="80"/>
                      </a:lnTo>
                      <a:lnTo>
                        <a:pt x="108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5" name="Freeform 2198">
                  <a:extLst>
                    <a:ext uri="{FF2B5EF4-FFF2-40B4-BE49-F238E27FC236}">
                      <a16:creationId xmlns:a16="http://schemas.microsoft.com/office/drawing/2014/main" id="{02D015DF-38BB-5D91-E4F1-9C25689B7D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0" y="2041"/>
                  <a:ext cx="7" cy="6"/>
                </a:xfrm>
                <a:custGeom>
                  <a:avLst/>
                  <a:gdLst>
                    <a:gd name="T0" fmla="*/ 0 w 40"/>
                    <a:gd name="T1" fmla="*/ 0 h 40"/>
                    <a:gd name="T2" fmla="*/ 0 w 40"/>
                    <a:gd name="T3" fmla="*/ 0 h 40"/>
                    <a:gd name="T4" fmla="*/ 0 w 40"/>
                    <a:gd name="T5" fmla="*/ 0 h 40"/>
                    <a:gd name="T6" fmla="*/ 0 w 40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0"/>
                    <a:gd name="T14" fmla="*/ 40 w 40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0">
                      <a:moveTo>
                        <a:pt x="0" y="0"/>
                      </a:moveTo>
                      <a:lnTo>
                        <a:pt x="35" y="40"/>
                      </a:lnTo>
                      <a:lnTo>
                        <a:pt x="40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6" name="Line 2199">
                  <a:extLst>
                    <a:ext uri="{FF2B5EF4-FFF2-40B4-BE49-F238E27FC236}">
                      <a16:creationId xmlns:a16="http://schemas.microsoft.com/office/drawing/2014/main" id="{FCA46932-1C50-BE00-FE25-CB3EC60FDE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46" y="204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7" name="Freeform 2200">
                  <a:extLst>
                    <a:ext uri="{FF2B5EF4-FFF2-40B4-BE49-F238E27FC236}">
                      <a16:creationId xmlns:a16="http://schemas.microsoft.com/office/drawing/2014/main" id="{7CFF36E3-0279-E5E6-CB59-93A78674FC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2023"/>
                  <a:ext cx="24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0" y="72"/>
                      </a:move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5" y="72"/>
                      </a:ln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8" name="Freeform 2201">
                  <a:extLst>
                    <a:ext uri="{FF2B5EF4-FFF2-40B4-BE49-F238E27FC236}">
                      <a16:creationId xmlns:a16="http://schemas.microsoft.com/office/drawing/2014/main" id="{B38E8283-DE5B-EA30-FC51-3F8E22B49E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33" y="2023"/>
                  <a:ext cx="24" cy="24"/>
                </a:xfrm>
                <a:custGeom>
                  <a:avLst/>
                  <a:gdLst>
                    <a:gd name="T0" fmla="*/ 0 w 145"/>
                    <a:gd name="T1" fmla="*/ 0 h 144"/>
                    <a:gd name="T2" fmla="*/ 0 w 145"/>
                    <a:gd name="T3" fmla="*/ 0 h 144"/>
                    <a:gd name="T4" fmla="*/ 0 w 145"/>
                    <a:gd name="T5" fmla="*/ 0 h 144"/>
                    <a:gd name="T6" fmla="*/ 0 w 145"/>
                    <a:gd name="T7" fmla="*/ 0 h 144"/>
                    <a:gd name="T8" fmla="*/ 0 w 145"/>
                    <a:gd name="T9" fmla="*/ 0 h 144"/>
                    <a:gd name="T10" fmla="*/ 0 w 145"/>
                    <a:gd name="T11" fmla="*/ 0 h 144"/>
                    <a:gd name="T12" fmla="*/ 0 w 145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4"/>
                    <a:gd name="T23" fmla="*/ 145 w 145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4">
                      <a:moveTo>
                        <a:pt x="0" y="72"/>
                      </a:move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5" y="72"/>
                      </a:ln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89" name="Freeform 2202">
                  <a:extLst>
                    <a:ext uri="{FF2B5EF4-FFF2-40B4-BE49-F238E27FC236}">
                      <a16:creationId xmlns:a16="http://schemas.microsoft.com/office/drawing/2014/main" id="{E020664F-58D4-FB74-DC14-044F30918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1" y="2029"/>
                  <a:ext cx="7" cy="6"/>
                </a:xfrm>
                <a:custGeom>
                  <a:avLst/>
                  <a:gdLst>
                    <a:gd name="T0" fmla="*/ 0 w 44"/>
                    <a:gd name="T1" fmla="*/ 0 h 36"/>
                    <a:gd name="T2" fmla="*/ 0 w 44"/>
                    <a:gd name="T3" fmla="*/ 0 h 36"/>
                    <a:gd name="T4" fmla="*/ 0 w 44"/>
                    <a:gd name="T5" fmla="*/ 0 h 36"/>
                    <a:gd name="T6" fmla="*/ 0 w 4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6"/>
                    <a:gd name="T14" fmla="*/ 44 w 4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6">
                      <a:moveTo>
                        <a:pt x="0" y="0"/>
                      </a:moveTo>
                      <a:lnTo>
                        <a:pt x="40" y="36"/>
                      </a:lnTo>
                      <a:lnTo>
                        <a:pt x="44" y="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0" name="Line 2203">
                  <a:extLst>
                    <a:ext uri="{FF2B5EF4-FFF2-40B4-BE49-F238E27FC236}">
                      <a16:creationId xmlns:a16="http://schemas.microsoft.com/office/drawing/2014/main" id="{4AEB8C51-593E-D73F-D5DB-5F20F8E6A9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57" y="203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1" name="Freeform 2204">
                  <a:extLst>
                    <a:ext uri="{FF2B5EF4-FFF2-40B4-BE49-F238E27FC236}">
                      <a16:creationId xmlns:a16="http://schemas.microsoft.com/office/drawing/2014/main" id="{2F4F8B32-DE63-E69F-1CBF-AB7AEE0684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2010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0" y="79"/>
                      </a:moveTo>
                      <a:lnTo>
                        <a:pt x="43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2" name="Freeform 2205">
                  <a:extLst>
                    <a:ext uri="{FF2B5EF4-FFF2-40B4-BE49-F238E27FC236}">
                      <a16:creationId xmlns:a16="http://schemas.microsoft.com/office/drawing/2014/main" id="{2A670D29-136C-2471-42CC-E4A0F56D5B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3" y="2010"/>
                  <a:ext cx="24" cy="24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0" y="79"/>
                      </a:moveTo>
                      <a:lnTo>
                        <a:pt x="43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lnTo>
                        <a:pt x="99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3" name="Freeform 2206">
                  <a:extLst>
                    <a:ext uri="{FF2B5EF4-FFF2-40B4-BE49-F238E27FC236}">
                      <a16:creationId xmlns:a16="http://schemas.microsoft.com/office/drawing/2014/main" id="{7F910954-A9D7-45E7-D9C0-1BC310373C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2015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0" y="0"/>
                      </a:moveTo>
                      <a:lnTo>
                        <a:pt x="44" y="30"/>
                      </a:lnTo>
                      <a:lnTo>
                        <a:pt x="47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4" name="Line 2207">
                  <a:extLst>
                    <a:ext uri="{FF2B5EF4-FFF2-40B4-BE49-F238E27FC236}">
                      <a16:creationId xmlns:a16="http://schemas.microsoft.com/office/drawing/2014/main" id="{C909101A-2D40-8081-D72A-7416FCFE14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67" y="202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5" name="Freeform 2208">
                  <a:extLst>
                    <a:ext uri="{FF2B5EF4-FFF2-40B4-BE49-F238E27FC236}">
                      <a16:creationId xmlns:a16="http://schemas.microsoft.com/office/drawing/2014/main" id="{D3DA2AB3-C26C-726E-3768-AF2C26CE11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997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0" y="84"/>
                      </a:moveTo>
                      <a:lnTo>
                        <a:pt x="46" y="110"/>
                      </a:lnTo>
                      <a:lnTo>
                        <a:pt x="93" y="135"/>
                      </a:lnTo>
                      <a:lnTo>
                        <a:pt x="140" y="50"/>
                      </a:lnTo>
                      <a:lnTo>
                        <a:pt x="93" y="25"/>
                      </a:lnTo>
                      <a:lnTo>
                        <a:pt x="46" y="0"/>
                      </a:lnTo>
                      <a:lnTo>
                        <a:pt x="0" y="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6" name="Freeform 2209">
                  <a:extLst>
                    <a:ext uri="{FF2B5EF4-FFF2-40B4-BE49-F238E27FC236}">
                      <a16:creationId xmlns:a16="http://schemas.microsoft.com/office/drawing/2014/main" id="{F07985AC-E051-C04C-62FB-92233FE718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2" y="1997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0" y="84"/>
                      </a:moveTo>
                      <a:lnTo>
                        <a:pt x="46" y="110"/>
                      </a:lnTo>
                      <a:lnTo>
                        <a:pt x="93" y="135"/>
                      </a:lnTo>
                      <a:lnTo>
                        <a:pt x="140" y="50"/>
                      </a:lnTo>
                      <a:lnTo>
                        <a:pt x="93" y="25"/>
                      </a:lnTo>
                      <a:lnTo>
                        <a:pt x="46" y="0"/>
                      </a:lnTo>
                      <a:lnTo>
                        <a:pt x="0" y="8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7" name="Freeform 2210">
                  <a:extLst>
                    <a:ext uri="{FF2B5EF4-FFF2-40B4-BE49-F238E27FC236}">
                      <a16:creationId xmlns:a16="http://schemas.microsoft.com/office/drawing/2014/main" id="{9D18AF7D-C192-626B-44E8-B63C0DAA10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8" y="2001"/>
                  <a:ext cx="8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0"/>
                      </a:moveTo>
                      <a:lnTo>
                        <a:pt x="47" y="25"/>
                      </a:lnTo>
                      <a:lnTo>
                        <a:pt x="50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8" name="Line 2211">
                  <a:extLst>
                    <a:ext uri="{FF2B5EF4-FFF2-40B4-BE49-F238E27FC236}">
                      <a16:creationId xmlns:a16="http://schemas.microsoft.com/office/drawing/2014/main" id="{5729ECC8-A65B-D8B5-37E7-5852B89D79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76" y="20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99" name="Freeform 2212">
                  <a:extLst>
                    <a:ext uri="{FF2B5EF4-FFF2-40B4-BE49-F238E27FC236}">
                      <a16:creationId xmlns:a16="http://schemas.microsoft.com/office/drawing/2014/main" id="{597142E1-EED4-9829-4A42-F866CAD9B5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983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0" y="90"/>
                      </a:move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0" name="Freeform 2213">
                  <a:extLst>
                    <a:ext uri="{FF2B5EF4-FFF2-40B4-BE49-F238E27FC236}">
                      <a16:creationId xmlns:a16="http://schemas.microsoft.com/office/drawing/2014/main" id="{9ADDBF29-BFBF-51E0-758C-A198F5E449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0" y="1983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0" y="90"/>
                      </a:move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1" name="Freeform 2214">
                  <a:extLst>
                    <a:ext uri="{FF2B5EF4-FFF2-40B4-BE49-F238E27FC236}">
                      <a16:creationId xmlns:a16="http://schemas.microsoft.com/office/drawing/2014/main" id="{D8FC1481-45D2-F9B5-11AF-D0C27D4C1B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4" y="1986"/>
                  <a:ext cx="8" cy="4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0" y="0"/>
                      </a:moveTo>
                      <a:lnTo>
                        <a:pt x="50" y="20"/>
                      </a:lnTo>
                      <a:lnTo>
                        <a:pt x="51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2" name="Line 2215">
                  <a:extLst>
                    <a:ext uri="{FF2B5EF4-FFF2-40B4-BE49-F238E27FC236}">
                      <a16:creationId xmlns:a16="http://schemas.microsoft.com/office/drawing/2014/main" id="{C050AC29-E40F-D1F8-A4C7-DD7495A856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19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3" name="Freeform 2216">
                  <a:extLst>
                    <a:ext uri="{FF2B5EF4-FFF2-40B4-BE49-F238E27FC236}">
                      <a16:creationId xmlns:a16="http://schemas.microsoft.com/office/drawing/2014/main" id="{AFB0CEA3-ECD4-4677-CBCE-59C8A325EF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96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0" y="93"/>
                      </a:moveTo>
                      <a:lnTo>
                        <a:pt x="51" y="108"/>
                      </a:lnTo>
                      <a:lnTo>
                        <a:pt x="102" y="123"/>
                      </a:lnTo>
                      <a:lnTo>
                        <a:pt x="129" y="30"/>
                      </a:lnTo>
                      <a:lnTo>
                        <a:pt x="79" y="15"/>
                      </a:lnTo>
                      <a:lnTo>
                        <a:pt x="28" y="0"/>
                      </a:lnTo>
                      <a:lnTo>
                        <a:pt x="0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4" name="Freeform 2217">
                  <a:extLst>
                    <a:ext uri="{FF2B5EF4-FFF2-40B4-BE49-F238E27FC236}">
                      <a16:creationId xmlns:a16="http://schemas.microsoft.com/office/drawing/2014/main" id="{B522DAF3-9239-428A-6E85-9D9BFF859F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66" y="1968"/>
                  <a:ext cx="21" cy="21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0" y="93"/>
                      </a:moveTo>
                      <a:lnTo>
                        <a:pt x="51" y="108"/>
                      </a:lnTo>
                      <a:lnTo>
                        <a:pt x="102" y="123"/>
                      </a:lnTo>
                      <a:lnTo>
                        <a:pt x="129" y="30"/>
                      </a:lnTo>
                      <a:lnTo>
                        <a:pt x="79" y="15"/>
                      </a:lnTo>
                      <a:lnTo>
                        <a:pt x="28" y="0"/>
                      </a:lnTo>
                      <a:lnTo>
                        <a:pt x="0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" name="Freeform 2218">
                  <a:extLst>
                    <a:ext uri="{FF2B5EF4-FFF2-40B4-BE49-F238E27FC236}">
                      <a16:creationId xmlns:a16="http://schemas.microsoft.com/office/drawing/2014/main" id="{49083B27-271C-CA69-788C-D7AAE81B10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9" y="1971"/>
                  <a:ext cx="8" cy="2"/>
                </a:xfrm>
                <a:custGeom>
                  <a:avLst/>
                  <a:gdLst>
                    <a:gd name="T0" fmla="*/ 0 w 52"/>
                    <a:gd name="T1" fmla="*/ 0 h 15"/>
                    <a:gd name="T2" fmla="*/ 0 w 52"/>
                    <a:gd name="T3" fmla="*/ 0 h 15"/>
                    <a:gd name="T4" fmla="*/ 0 w 52"/>
                    <a:gd name="T5" fmla="*/ 0 h 15"/>
                    <a:gd name="T6" fmla="*/ 0 w 52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5"/>
                    <a:gd name="T14" fmla="*/ 52 w 52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5">
                      <a:moveTo>
                        <a:pt x="0" y="0"/>
                      </a:moveTo>
                      <a:lnTo>
                        <a:pt x="50" y="15"/>
                      </a:lnTo>
                      <a:lnTo>
                        <a:pt x="52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6" name="Line 2219">
                  <a:extLst>
                    <a:ext uri="{FF2B5EF4-FFF2-40B4-BE49-F238E27FC236}">
                      <a16:creationId xmlns:a16="http://schemas.microsoft.com/office/drawing/2014/main" id="{2991411B-54BC-8B96-3E06-01B803BB25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7" y="19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7" name="Freeform 2220">
                  <a:extLst>
                    <a:ext uri="{FF2B5EF4-FFF2-40B4-BE49-F238E27FC236}">
                      <a16:creationId xmlns:a16="http://schemas.microsoft.com/office/drawing/2014/main" id="{99E253A5-87C1-1BDC-FF1D-D158EDF637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0" y="96"/>
                      </a:moveTo>
                      <a:lnTo>
                        <a:pt x="53" y="105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8" name="Freeform 2221">
                  <a:extLst>
                    <a:ext uri="{FF2B5EF4-FFF2-40B4-BE49-F238E27FC236}">
                      <a16:creationId xmlns:a16="http://schemas.microsoft.com/office/drawing/2014/main" id="{3C7CD84B-3FB1-08E4-69FD-F492D5AFCF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0" y="19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0" y="96"/>
                      </a:moveTo>
                      <a:lnTo>
                        <a:pt x="53" y="105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9" name="Freeform 2222">
                  <a:extLst>
                    <a:ext uri="{FF2B5EF4-FFF2-40B4-BE49-F238E27FC236}">
                      <a16:creationId xmlns:a16="http://schemas.microsoft.com/office/drawing/2014/main" id="{43F7394D-9311-80C2-2FE7-DB726FC91C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1" y="1955"/>
                  <a:ext cx="9" cy="1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0" y="0"/>
                      </a:moveTo>
                      <a:lnTo>
                        <a:pt x="53" y="8"/>
                      </a:lnTo>
                      <a:lnTo>
                        <a:pt x="53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0" name="Line 2223">
                  <a:extLst>
                    <a:ext uri="{FF2B5EF4-FFF2-40B4-BE49-F238E27FC236}">
                      <a16:creationId xmlns:a16="http://schemas.microsoft.com/office/drawing/2014/main" id="{C7A6F11C-D7CB-7247-6659-A172EE6D6B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0" y="195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1" name="Freeform 2224">
                  <a:extLst>
                    <a:ext uri="{FF2B5EF4-FFF2-40B4-BE49-F238E27FC236}">
                      <a16:creationId xmlns:a16="http://schemas.microsoft.com/office/drawing/2014/main" id="{77AF639A-939B-8315-E4C9-1ABB233F83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38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0" y="96"/>
                      </a:move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2" y="6"/>
                      </a:ln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2" name="Freeform 2225">
                  <a:extLst>
                    <a:ext uri="{FF2B5EF4-FFF2-40B4-BE49-F238E27FC236}">
                      <a16:creationId xmlns:a16="http://schemas.microsoft.com/office/drawing/2014/main" id="{64456E9C-238B-4ED0-6FB3-F39BD6E250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72" y="1938"/>
                  <a:ext cx="19" cy="17"/>
                </a:xfrm>
                <a:custGeom>
                  <a:avLst/>
                  <a:gdLst>
                    <a:gd name="T0" fmla="*/ 0 w 112"/>
                    <a:gd name="T1" fmla="*/ 0 h 103"/>
                    <a:gd name="T2" fmla="*/ 0 w 112"/>
                    <a:gd name="T3" fmla="*/ 0 h 103"/>
                    <a:gd name="T4" fmla="*/ 0 w 112"/>
                    <a:gd name="T5" fmla="*/ 0 h 103"/>
                    <a:gd name="T6" fmla="*/ 0 w 112"/>
                    <a:gd name="T7" fmla="*/ 0 h 103"/>
                    <a:gd name="T8" fmla="*/ 0 w 112"/>
                    <a:gd name="T9" fmla="*/ 0 h 103"/>
                    <a:gd name="T10" fmla="*/ 0 w 112"/>
                    <a:gd name="T11" fmla="*/ 0 h 103"/>
                    <a:gd name="T12" fmla="*/ 0 w 11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103"/>
                    <a:gd name="T23" fmla="*/ 112 w 11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103">
                      <a:moveTo>
                        <a:pt x="0" y="96"/>
                      </a:moveTo>
                      <a:lnTo>
                        <a:pt x="53" y="100"/>
                      </a:lnTo>
                      <a:lnTo>
                        <a:pt x="106" y="103"/>
                      </a:lnTo>
                      <a:lnTo>
                        <a:pt x="112" y="6"/>
                      </a:ln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3" name="Freeform 2226">
                  <a:extLst>
                    <a:ext uri="{FF2B5EF4-FFF2-40B4-BE49-F238E27FC236}">
                      <a16:creationId xmlns:a16="http://schemas.microsoft.com/office/drawing/2014/main" id="{D0253E62-ED68-8C00-5663-36162CF606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82" y="19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0" y="3"/>
                      </a:moveTo>
                      <a:lnTo>
                        <a:pt x="53" y="6"/>
                      </a:lnTo>
                      <a:lnTo>
                        <a:pt x="53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4" name="Line 2227">
                  <a:extLst>
                    <a:ext uri="{FF2B5EF4-FFF2-40B4-BE49-F238E27FC236}">
                      <a16:creationId xmlns:a16="http://schemas.microsoft.com/office/drawing/2014/main" id="{B985224A-5CE7-AF09-06ED-F410761202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1" y="19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5" name="Freeform 2228">
                  <a:extLst>
                    <a:ext uri="{FF2B5EF4-FFF2-40B4-BE49-F238E27FC236}">
                      <a16:creationId xmlns:a16="http://schemas.microsoft.com/office/drawing/2014/main" id="{1A056F6E-1621-0A78-3CFF-A06E393C41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6" name="Freeform 2229">
                  <a:extLst>
                    <a:ext uri="{FF2B5EF4-FFF2-40B4-BE49-F238E27FC236}">
                      <a16:creationId xmlns:a16="http://schemas.microsoft.com/office/drawing/2014/main" id="{61312BDD-FCB0-968D-521E-6C27B6E2E1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51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2" y="65"/>
                      </a:ln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7" name="Freeform 2230">
                  <a:extLst>
                    <a:ext uri="{FF2B5EF4-FFF2-40B4-BE49-F238E27FC236}">
                      <a16:creationId xmlns:a16="http://schemas.microsoft.com/office/drawing/2014/main" id="{DB18CEED-0DC0-2AC7-9918-A2E06A726A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651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8" name="Freeform 2231">
                  <a:extLst>
                    <a:ext uri="{FF2B5EF4-FFF2-40B4-BE49-F238E27FC236}">
                      <a16:creationId xmlns:a16="http://schemas.microsoft.com/office/drawing/2014/main" id="{240AEFF0-4634-7F5D-75F0-78392CFA81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53" y="2651"/>
                  <a:ext cx="769" cy="18"/>
                </a:xfrm>
                <a:custGeom>
                  <a:avLst/>
                  <a:gdLst>
                    <a:gd name="T0" fmla="*/ 0 w 4616"/>
                    <a:gd name="T1" fmla="*/ 0 h 107"/>
                    <a:gd name="T2" fmla="*/ 0 w 4616"/>
                    <a:gd name="T3" fmla="*/ 0 h 107"/>
                    <a:gd name="T4" fmla="*/ 0 w 4616"/>
                    <a:gd name="T5" fmla="*/ 0 h 107"/>
                    <a:gd name="T6" fmla="*/ 0 w 4616"/>
                    <a:gd name="T7" fmla="*/ 0 h 107"/>
                    <a:gd name="T8" fmla="*/ 0 w 4616"/>
                    <a:gd name="T9" fmla="*/ 0 h 107"/>
                    <a:gd name="T10" fmla="*/ 0 w 4616"/>
                    <a:gd name="T11" fmla="*/ 0 h 107"/>
                    <a:gd name="T12" fmla="*/ 0 w 461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616"/>
                    <a:gd name="T22" fmla="*/ 0 h 107"/>
                    <a:gd name="T23" fmla="*/ 4616 w 461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616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616" y="107"/>
                      </a:lnTo>
                      <a:lnTo>
                        <a:pt x="4616" y="54"/>
                      </a:lnTo>
                      <a:lnTo>
                        <a:pt x="461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19" name="Freeform 2232">
                  <a:extLst>
                    <a:ext uri="{FF2B5EF4-FFF2-40B4-BE49-F238E27FC236}">
                      <a16:creationId xmlns:a16="http://schemas.microsoft.com/office/drawing/2014/main" id="{CD6AD776-4906-84E3-61D4-B26787EA29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0" name="Freeform 2233">
                  <a:extLst>
                    <a:ext uri="{FF2B5EF4-FFF2-40B4-BE49-F238E27FC236}">
                      <a16:creationId xmlns:a16="http://schemas.microsoft.com/office/drawing/2014/main" id="{FA5E3244-C375-D23F-7F40-51228FABB2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2" y="2651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1" name="Freeform 2234">
                  <a:extLst>
                    <a:ext uri="{FF2B5EF4-FFF2-40B4-BE49-F238E27FC236}">
                      <a16:creationId xmlns:a16="http://schemas.microsoft.com/office/drawing/2014/main" id="{D8CB440F-48C2-DFB6-7547-72F7E74D4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2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2" name="Freeform 2235">
                  <a:extLst>
                    <a:ext uri="{FF2B5EF4-FFF2-40B4-BE49-F238E27FC236}">
                      <a16:creationId xmlns:a16="http://schemas.microsoft.com/office/drawing/2014/main" id="{6D035B84-C490-2CEA-379B-32BBB52003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660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2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3" name="Freeform 2236">
                  <a:extLst>
                    <a:ext uri="{FF2B5EF4-FFF2-40B4-BE49-F238E27FC236}">
                      <a16:creationId xmlns:a16="http://schemas.microsoft.com/office/drawing/2014/main" id="{6069DCC4-843E-2EA7-9E1A-DA101D3E1E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4" name="Freeform 2237">
                  <a:extLst>
                    <a:ext uri="{FF2B5EF4-FFF2-40B4-BE49-F238E27FC236}">
                      <a16:creationId xmlns:a16="http://schemas.microsoft.com/office/drawing/2014/main" id="{57B5DC89-FFE5-275A-5D18-749FE105DB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68"/>
                  <a:ext cx="18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0" y="1155"/>
                      </a:move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5" name="Freeform 2238">
                  <a:extLst>
                    <a:ext uri="{FF2B5EF4-FFF2-40B4-BE49-F238E27FC236}">
                      <a16:creationId xmlns:a16="http://schemas.microsoft.com/office/drawing/2014/main" id="{7552A257-BBD4-6AAF-2F32-096BAD0497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6" name="Freeform 2239">
                  <a:extLst>
                    <a:ext uri="{FF2B5EF4-FFF2-40B4-BE49-F238E27FC236}">
                      <a16:creationId xmlns:a16="http://schemas.microsoft.com/office/drawing/2014/main" id="{9DC6765E-0E1F-FE57-24BC-02ECF8479C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44" y="2459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2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7" name="Freeform 2240">
                  <a:extLst>
                    <a:ext uri="{FF2B5EF4-FFF2-40B4-BE49-F238E27FC236}">
                      <a16:creationId xmlns:a16="http://schemas.microsoft.com/office/drawing/2014/main" id="{4913813C-9582-4981-3BD5-4258471B5E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59"/>
                  <a:ext cx="17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8" name="Freeform 2241">
                  <a:extLst>
                    <a:ext uri="{FF2B5EF4-FFF2-40B4-BE49-F238E27FC236}">
                      <a16:creationId xmlns:a16="http://schemas.microsoft.com/office/drawing/2014/main" id="{FA56A5A0-F517-E101-2A1A-A34F682D00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59"/>
                  <a:ext cx="17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9" name="Freeform 2242">
                  <a:extLst>
                    <a:ext uri="{FF2B5EF4-FFF2-40B4-BE49-F238E27FC236}">
                      <a16:creationId xmlns:a16="http://schemas.microsoft.com/office/drawing/2014/main" id="{BFFE8FA8-930C-CC89-2D13-9A9DCDC4A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8"/>
                  <a:ext cx="17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0" name="Freeform 2243">
                  <a:extLst>
                    <a:ext uri="{FF2B5EF4-FFF2-40B4-BE49-F238E27FC236}">
                      <a16:creationId xmlns:a16="http://schemas.microsoft.com/office/drawing/2014/main" id="{EC1322E0-83D7-AE43-A5D6-11021C65CF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468"/>
                  <a:ext cx="17" cy="192"/>
                </a:xfrm>
                <a:custGeom>
                  <a:avLst/>
                  <a:gdLst>
                    <a:gd name="T0" fmla="*/ 0 w 107"/>
                    <a:gd name="T1" fmla="*/ 0 h 1155"/>
                    <a:gd name="T2" fmla="*/ 0 w 107"/>
                    <a:gd name="T3" fmla="*/ 0 h 1155"/>
                    <a:gd name="T4" fmla="*/ 0 w 107"/>
                    <a:gd name="T5" fmla="*/ 0 h 1155"/>
                    <a:gd name="T6" fmla="*/ 0 w 107"/>
                    <a:gd name="T7" fmla="*/ 0 h 1155"/>
                    <a:gd name="T8" fmla="*/ 0 w 107"/>
                    <a:gd name="T9" fmla="*/ 0 h 1155"/>
                    <a:gd name="T10" fmla="*/ 0 w 107"/>
                    <a:gd name="T11" fmla="*/ 0 h 1155"/>
                    <a:gd name="T12" fmla="*/ 0 w 107"/>
                    <a:gd name="T13" fmla="*/ 0 h 115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155"/>
                    <a:gd name="T23" fmla="*/ 107 w 107"/>
                    <a:gd name="T24" fmla="*/ 1155 h 115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155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155"/>
                      </a:lnTo>
                      <a:lnTo>
                        <a:pt x="53" y="1155"/>
                      </a:lnTo>
                      <a:lnTo>
                        <a:pt x="107" y="1155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1" name="Freeform 2244">
                  <a:extLst>
                    <a:ext uri="{FF2B5EF4-FFF2-40B4-BE49-F238E27FC236}">
                      <a16:creationId xmlns:a16="http://schemas.microsoft.com/office/drawing/2014/main" id="{ED37CB56-86A9-BBB0-4CF5-8902773A0A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660"/>
                  <a:ext cx="17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2" name="Freeform 2245">
                  <a:extLst>
                    <a:ext uri="{FF2B5EF4-FFF2-40B4-BE49-F238E27FC236}">
                      <a16:creationId xmlns:a16="http://schemas.microsoft.com/office/drawing/2014/main" id="{7B4C01A2-B532-335C-85BC-9781AF9FB0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14" y="2660"/>
                  <a:ext cx="17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30" y="47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3" name="Line 2246">
                  <a:extLst>
                    <a:ext uri="{FF2B5EF4-FFF2-40B4-BE49-F238E27FC236}">
                      <a16:creationId xmlns:a16="http://schemas.microsoft.com/office/drawing/2014/main" id="{6F572FF2-2DF3-CD8A-BF9B-2C62CA779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1631"/>
                  <a:ext cx="1" cy="14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4" name="Line 2247">
                  <a:extLst>
                    <a:ext uri="{FF2B5EF4-FFF2-40B4-BE49-F238E27FC236}">
                      <a16:creationId xmlns:a16="http://schemas.microsoft.com/office/drawing/2014/main" id="{3976C549-BED2-34BB-9C32-931FB7CC16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1797"/>
                  <a:ext cx="1" cy="26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5" name="Line 2248">
                  <a:extLst>
                    <a:ext uri="{FF2B5EF4-FFF2-40B4-BE49-F238E27FC236}">
                      <a16:creationId xmlns:a16="http://schemas.microsoft.com/office/drawing/2014/main" id="{4606E7D7-2778-69A9-9F3C-98DEF321E5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1849"/>
                  <a:ext cx="1" cy="27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6" name="Line 2249">
                  <a:extLst>
                    <a:ext uri="{FF2B5EF4-FFF2-40B4-BE49-F238E27FC236}">
                      <a16:creationId xmlns:a16="http://schemas.microsoft.com/office/drawing/2014/main" id="{2125F78F-EB90-9E1B-C998-4456C339F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152"/>
                  <a:ext cx="1" cy="26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7" name="Line 2250">
                  <a:extLst>
                    <a:ext uri="{FF2B5EF4-FFF2-40B4-BE49-F238E27FC236}">
                      <a16:creationId xmlns:a16="http://schemas.microsoft.com/office/drawing/2014/main" id="{C547A972-7E7E-CD1E-68D5-6B72741E15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7" y="2204"/>
                  <a:ext cx="1" cy="27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8" name="Line 2251">
                  <a:extLst>
                    <a:ext uri="{FF2B5EF4-FFF2-40B4-BE49-F238E27FC236}">
                      <a16:creationId xmlns:a16="http://schemas.microsoft.com/office/drawing/2014/main" id="{E45B0558-EC0F-C34A-4F77-03AD4A2EDE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8" y="2507"/>
                  <a:ext cx="1" cy="26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9" name="Line 2252">
                  <a:extLst>
                    <a:ext uri="{FF2B5EF4-FFF2-40B4-BE49-F238E27FC236}">
                      <a16:creationId xmlns:a16="http://schemas.microsoft.com/office/drawing/2014/main" id="{921A5A74-A3A9-88DB-BECC-9C257A945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38" y="2559"/>
                  <a:ext cx="1" cy="14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" name="Line 2253">
                  <a:extLst>
                    <a:ext uri="{FF2B5EF4-FFF2-40B4-BE49-F238E27FC236}">
                      <a16:creationId xmlns:a16="http://schemas.microsoft.com/office/drawing/2014/main" id="{5A19E7B5-9996-2D26-43D3-7A03CDEF3E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94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" name="Line 2254">
                  <a:extLst>
                    <a:ext uri="{FF2B5EF4-FFF2-40B4-BE49-F238E27FC236}">
                      <a16:creationId xmlns:a16="http://schemas.microsoft.com/office/drawing/2014/main" id="{DF7C92D0-C07C-82CC-C70D-7A9F8B4A42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94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2" name="Line 2255">
                  <a:extLst>
                    <a:ext uri="{FF2B5EF4-FFF2-40B4-BE49-F238E27FC236}">
                      <a16:creationId xmlns:a16="http://schemas.microsoft.com/office/drawing/2014/main" id="{F082413D-65B8-C7D1-AB4F-A13ED31C8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94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3" name="Line 2256">
                  <a:extLst>
                    <a:ext uri="{FF2B5EF4-FFF2-40B4-BE49-F238E27FC236}">
                      <a16:creationId xmlns:a16="http://schemas.microsoft.com/office/drawing/2014/main" id="{9ADE32D1-801F-5BF2-1F2B-7A9E8934C6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01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4" name="Line 2257">
                  <a:extLst>
                    <a:ext uri="{FF2B5EF4-FFF2-40B4-BE49-F238E27FC236}">
                      <a16:creationId xmlns:a16="http://schemas.microsoft.com/office/drawing/2014/main" id="{5AB1C084-4719-AA38-D018-458F2C0A0F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01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5" name="Line 2258">
                  <a:extLst>
                    <a:ext uri="{FF2B5EF4-FFF2-40B4-BE49-F238E27FC236}">
                      <a16:creationId xmlns:a16="http://schemas.microsoft.com/office/drawing/2014/main" id="{D51F5674-C832-FFFD-F6EF-6773A82AF0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01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" name="Line 2259">
                  <a:extLst>
                    <a:ext uri="{FF2B5EF4-FFF2-40B4-BE49-F238E27FC236}">
                      <a16:creationId xmlns:a16="http://schemas.microsoft.com/office/drawing/2014/main" id="{FD84D656-0CD7-36B1-B2E6-89E69F4B20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98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7" name="Line 2260">
                  <a:extLst>
                    <a:ext uri="{FF2B5EF4-FFF2-40B4-BE49-F238E27FC236}">
                      <a16:creationId xmlns:a16="http://schemas.microsoft.com/office/drawing/2014/main" id="{2CA792E3-C149-80DE-29EE-47605B4EF9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8" name="Line 2261">
                  <a:extLst>
                    <a:ext uri="{FF2B5EF4-FFF2-40B4-BE49-F238E27FC236}">
                      <a16:creationId xmlns:a16="http://schemas.microsoft.com/office/drawing/2014/main" id="{C6108974-15F2-9645-0EB8-6C63D5DD78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9" name="Line 2262">
                  <a:extLst>
                    <a:ext uri="{FF2B5EF4-FFF2-40B4-BE49-F238E27FC236}">
                      <a16:creationId xmlns:a16="http://schemas.microsoft.com/office/drawing/2014/main" id="{7E9A9EA3-2D14-367D-9C9A-21FDA61A38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82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0" name="Line 2263">
                  <a:extLst>
                    <a:ext uri="{FF2B5EF4-FFF2-40B4-BE49-F238E27FC236}">
                      <a16:creationId xmlns:a16="http://schemas.microsoft.com/office/drawing/2014/main" id="{14BA8DD6-7459-094A-C04E-648A43153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74" y="2622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1" name="Line 2264">
                  <a:extLst>
                    <a:ext uri="{FF2B5EF4-FFF2-40B4-BE49-F238E27FC236}">
                      <a16:creationId xmlns:a16="http://schemas.microsoft.com/office/drawing/2014/main" id="{827CD8D0-351F-0C61-55CB-D6200252A7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74" y="2535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2" name="Line 2265">
                  <a:extLst>
                    <a:ext uri="{FF2B5EF4-FFF2-40B4-BE49-F238E27FC236}">
                      <a16:creationId xmlns:a16="http://schemas.microsoft.com/office/drawing/2014/main" id="{14D62EC1-3475-B8EC-FF7B-711124804F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74" y="2468"/>
                  <a:ext cx="1" cy="3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53" name="Line 2266">
                  <a:extLst>
                    <a:ext uri="{FF2B5EF4-FFF2-40B4-BE49-F238E27FC236}">
                      <a16:creationId xmlns:a16="http://schemas.microsoft.com/office/drawing/2014/main" id="{C12E3EAA-6FDC-7F98-8051-F258E11DE7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78" y="2429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" name="Group 2267">
                <a:extLst>
                  <a:ext uri="{FF2B5EF4-FFF2-40B4-BE49-F238E27FC236}">
                    <a16:creationId xmlns:a16="http://schemas.microsoft.com/office/drawing/2014/main" id="{C361AFBB-20FC-3B5F-9D51-12734A0709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1" y="3104"/>
                <a:ext cx="1087" cy="787"/>
                <a:chOff x="2971" y="3104"/>
                <a:chExt cx="1087" cy="787"/>
              </a:xfrm>
            </p:grpSpPr>
            <p:sp>
              <p:nvSpPr>
                <p:cNvPr id="175" name="Freeform 2268">
                  <a:extLst>
                    <a:ext uri="{FF2B5EF4-FFF2-40B4-BE49-F238E27FC236}">
                      <a16:creationId xmlns:a16="http://schemas.microsoft.com/office/drawing/2014/main" id="{E818B02A-D4B5-2BBE-6E8A-1710C5F79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2" y="53"/>
                      </a:moveTo>
                      <a:lnTo>
                        <a:pt x="2" y="70"/>
                      </a:lnTo>
                      <a:lnTo>
                        <a:pt x="0" y="58"/>
                      </a:lnTo>
                      <a:lnTo>
                        <a:pt x="0" y="46"/>
                      </a:lnTo>
                      <a:lnTo>
                        <a:pt x="3" y="34"/>
                      </a:lnTo>
                      <a:lnTo>
                        <a:pt x="8" y="23"/>
                      </a:lnTo>
                      <a:lnTo>
                        <a:pt x="15" y="15"/>
                      </a:lnTo>
                      <a:lnTo>
                        <a:pt x="25" y="8"/>
                      </a:lnTo>
                      <a:lnTo>
                        <a:pt x="36" y="2"/>
                      </a:lnTo>
                      <a:lnTo>
                        <a:pt x="47" y="0"/>
                      </a:lnTo>
                      <a:lnTo>
                        <a:pt x="60" y="0"/>
                      </a:lnTo>
                      <a:lnTo>
                        <a:pt x="72" y="3"/>
                      </a:lnTo>
                      <a:lnTo>
                        <a:pt x="82" y="9"/>
                      </a:lnTo>
                      <a:lnTo>
                        <a:pt x="91" y="16"/>
                      </a:lnTo>
                      <a:lnTo>
                        <a:pt x="98" y="26"/>
                      </a:lnTo>
                      <a:lnTo>
                        <a:pt x="103" y="36"/>
                      </a:lnTo>
                      <a:lnTo>
                        <a:pt x="5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6" name="Freeform 2269">
                  <a:extLst>
                    <a:ext uri="{FF2B5EF4-FFF2-40B4-BE49-F238E27FC236}">
                      <a16:creationId xmlns:a16="http://schemas.microsoft.com/office/drawing/2014/main" id="{F1A7D6B5-A420-2864-C09A-E055282D4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2" y="70"/>
                      </a:moveTo>
                      <a:lnTo>
                        <a:pt x="0" y="58"/>
                      </a:lnTo>
                      <a:lnTo>
                        <a:pt x="0" y="46"/>
                      </a:lnTo>
                      <a:lnTo>
                        <a:pt x="3" y="34"/>
                      </a:lnTo>
                      <a:lnTo>
                        <a:pt x="8" y="23"/>
                      </a:lnTo>
                      <a:lnTo>
                        <a:pt x="15" y="15"/>
                      </a:lnTo>
                      <a:lnTo>
                        <a:pt x="25" y="8"/>
                      </a:lnTo>
                      <a:lnTo>
                        <a:pt x="36" y="2"/>
                      </a:lnTo>
                      <a:lnTo>
                        <a:pt x="47" y="0"/>
                      </a:lnTo>
                      <a:lnTo>
                        <a:pt x="60" y="0"/>
                      </a:lnTo>
                      <a:lnTo>
                        <a:pt x="72" y="3"/>
                      </a:lnTo>
                      <a:lnTo>
                        <a:pt x="82" y="9"/>
                      </a:lnTo>
                      <a:lnTo>
                        <a:pt x="91" y="16"/>
                      </a:lnTo>
                      <a:lnTo>
                        <a:pt x="98" y="26"/>
                      </a:lnTo>
                      <a:lnTo>
                        <a:pt x="103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7" name="Freeform 2270">
                  <a:extLst>
                    <a:ext uri="{FF2B5EF4-FFF2-40B4-BE49-F238E27FC236}">
                      <a16:creationId xmlns:a16="http://schemas.microsoft.com/office/drawing/2014/main" id="{3522B6A9-1281-1D21-F9E4-2390959689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101" y="0"/>
                      </a:moveTo>
                      <a:lnTo>
                        <a:pt x="50" y="17"/>
                      </a:lnTo>
                      <a:lnTo>
                        <a:pt x="0" y="34"/>
                      </a:lnTo>
                      <a:lnTo>
                        <a:pt x="26" y="114"/>
                      </a:lnTo>
                      <a:lnTo>
                        <a:pt x="77" y="98"/>
                      </a:lnTo>
                      <a:lnTo>
                        <a:pt x="128" y="81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8" name="Freeform 2271">
                  <a:extLst>
                    <a:ext uri="{FF2B5EF4-FFF2-40B4-BE49-F238E27FC236}">
                      <a16:creationId xmlns:a16="http://schemas.microsoft.com/office/drawing/2014/main" id="{ACC00F79-84D8-ED36-77D8-DCA1FC7570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101" y="0"/>
                      </a:moveTo>
                      <a:lnTo>
                        <a:pt x="50" y="17"/>
                      </a:lnTo>
                      <a:lnTo>
                        <a:pt x="0" y="34"/>
                      </a:lnTo>
                      <a:lnTo>
                        <a:pt x="26" y="114"/>
                      </a:lnTo>
                      <a:lnTo>
                        <a:pt x="77" y="98"/>
                      </a:lnTo>
                      <a:lnTo>
                        <a:pt x="128" y="81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" name="Freeform 2272">
                  <a:extLst>
                    <a:ext uri="{FF2B5EF4-FFF2-40B4-BE49-F238E27FC236}">
                      <a16:creationId xmlns:a16="http://schemas.microsoft.com/office/drawing/2014/main" id="{41DC87B7-4725-DC50-FD77-B67EE56A37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1" y="3776"/>
                  <a:ext cx="9" cy="4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51" y="0"/>
                      </a:moveTo>
                      <a:lnTo>
                        <a:pt x="0" y="16"/>
                      </a:lnTo>
                      <a:lnTo>
                        <a:pt x="3" y="24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0" name="Line 2273">
                  <a:extLst>
                    <a:ext uri="{FF2B5EF4-FFF2-40B4-BE49-F238E27FC236}">
                      <a16:creationId xmlns:a16="http://schemas.microsoft.com/office/drawing/2014/main" id="{1CF42B6F-26A5-5C82-39C9-311E9F8C94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1" y="3778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1" name="Freeform 2274">
                  <a:extLst>
                    <a:ext uri="{FF2B5EF4-FFF2-40B4-BE49-F238E27FC236}">
                      <a16:creationId xmlns:a16="http://schemas.microsoft.com/office/drawing/2014/main" id="{063BA465-717E-A224-3DF7-AB9EFFA10A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96" y="0"/>
                      </a:moveTo>
                      <a:lnTo>
                        <a:pt x="48" y="25"/>
                      </a:lnTo>
                      <a:lnTo>
                        <a:pt x="0" y="49"/>
                      </a:lnTo>
                      <a:lnTo>
                        <a:pt x="39" y="124"/>
                      </a:lnTo>
                      <a:lnTo>
                        <a:pt x="87" y="100"/>
                      </a:lnTo>
                      <a:lnTo>
                        <a:pt x="135" y="75"/>
                      </a:lnTo>
                      <a:lnTo>
                        <a:pt x="9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2" name="Freeform 2275">
                  <a:extLst>
                    <a:ext uri="{FF2B5EF4-FFF2-40B4-BE49-F238E27FC236}">
                      <a16:creationId xmlns:a16="http://schemas.microsoft.com/office/drawing/2014/main" id="{AC6A6A8C-30A6-0F56-5163-8DC6848F31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96" y="0"/>
                      </a:moveTo>
                      <a:lnTo>
                        <a:pt x="48" y="25"/>
                      </a:lnTo>
                      <a:lnTo>
                        <a:pt x="0" y="49"/>
                      </a:lnTo>
                      <a:lnTo>
                        <a:pt x="39" y="124"/>
                      </a:lnTo>
                      <a:lnTo>
                        <a:pt x="87" y="100"/>
                      </a:lnTo>
                      <a:lnTo>
                        <a:pt x="135" y="75"/>
                      </a:lnTo>
                      <a:lnTo>
                        <a:pt x="9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3" name="Freeform 2276">
                  <a:extLst>
                    <a:ext uri="{FF2B5EF4-FFF2-40B4-BE49-F238E27FC236}">
                      <a16:creationId xmlns:a16="http://schemas.microsoft.com/office/drawing/2014/main" id="{ADDB53FE-B7FE-8869-309C-916E637183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8" y="3788"/>
                  <a:ext cx="8" cy="5"/>
                </a:xfrm>
                <a:custGeom>
                  <a:avLst/>
                  <a:gdLst>
                    <a:gd name="T0" fmla="*/ 0 w 48"/>
                    <a:gd name="T1" fmla="*/ 0 h 30"/>
                    <a:gd name="T2" fmla="*/ 0 w 48"/>
                    <a:gd name="T3" fmla="*/ 0 h 30"/>
                    <a:gd name="T4" fmla="*/ 0 w 48"/>
                    <a:gd name="T5" fmla="*/ 0 h 30"/>
                    <a:gd name="T6" fmla="*/ 0 w 48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0"/>
                    <a:gd name="T14" fmla="*/ 48 w 48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0">
                      <a:moveTo>
                        <a:pt x="48" y="0"/>
                      </a:moveTo>
                      <a:lnTo>
                        <a:pt x="0" y="24"/>
                      </a:lnTo>
                      <a:lnTo>
                        <a:pt x="5" y="30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" name="Line 2277">
                  <a:extLst>
                    <a:ext uri="{FF2B5EF4-FFF2-40B4-BE49-F238E27FC236}">
                      <a16:creationId xmlns:a16="http://schemas.microsoft.com/office/drawing/2014/main" id="{58AB4674-DFB2-02F7-11A8-6D69BB5049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8" y="37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" name="Freeform 2278">
                  <a:extLst>
                    <a:ext uri="{FF2B5EF4-FFF2-40B4-BE49-F238E27FC236}">
                      <a16:creationId xmlns:a16="http://schemas.microsoft.com/office/drawing/2014/main" id="{1D05F57C-C8D2-9DEF-7474-6147E212B4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87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48" y="130"/>
                      </a:ln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6" name="Freeform 2279">
                  <a:extLst>
                    <a:ext uri="{FF2B5EF4-FFF2-40B4-BE49-F238E27FC236}">
                      <a16:creationId xmlns:a16="http://schemas.microsoft.com/office/drawing/2014/main" id="{A4EF52AD-7DC1-EE1D-66B4-FC494A450C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87" y="0"/>
                      </a:moveTo>
                      <a:lnTo>
                        <a:pt x="43" y="31"/>
                      </a:lnTo>
                      <a:lnTo>
                        <a:pt x="0" y="61"/>
                      </a:lnTo>
                      <a:lnTo>
                        <a:pt x="48" y="130"/>
                      </a:ln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7" name="Freeform 2280">
                  <a:extLst>
                    <a:ext uri="{FF2B5EF4-FFF2-40B4-BE49-F238E27FC236}">
                      <a16:creationId xmlns:a16="http://schemas.microsoft.com/office/drawing/2014/main" id="{C0610E54-CB24-AA54-F29A-815DEFFB23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7" y="3800"/>
                  <a:ext cx="7" cy="6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44" y="0"/>
                      </a:moveTo>
                      <a:lnTo>
                        <a:pt x="0" y="30"/>
                      </a:lnTo>
                      <a:lnTo>
                        <a:pt x="6" y="37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" name="Line 2281">
                  <a:extLst>
                    <a:ext uri="{FF2B5EF4-FFF2-40B4-BE49-F238E27FC236}">
                      <a16:creationId xmlns:a16="http://schemas.microsoft.com/office/drawing/2014/main" id="{5C160A6C-E0F3-8AC0-372F-B3EE47D7A6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8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9" name="Freeform 2282">
                  <a:extLst>
                    <a:ext uri="{FF2B5EF4-FFF2-40B4-BE49-F238E27FC236}">
                      <a16:creationId xmlns:a16="http://schemas.microsoft.com/office/drawing/2014/main" id="{ED7D1494-6167-775D-5275-635AC34053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5"/>
                      </a:lnTo>
                      <a:lnTo>
                        <a:pt x="58" y="135"/>
                      </a:lnTo>
                      <a:lnTo>
                        <a:pt x="96" y="98"/>
                      </a:lnTo>
                      <a:lnTo>
                        <a:pt x="134" y="6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0" name="Freeform 2283">
                  <a:extLst>
                    <a:ext uri="{FF2B5EF4-FFF2-40B4-BE49-F238E27FC236}">
                      <a16:creationId xmlns:a16="http://schemas.microsoft.com/office/drawing/2014/main" id="{06C27B33-AF06-FB5E-5A20-6691DC05E1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5"/>
                      </a:lnTo>
                      <a:lnTo>
                        <a:pt x="58" y="135"/>
                      </a:lnTo>
                      <a:lnTo>
                        <a:pt x="96" y="98"/>
                      </a:lnTo>
                      <a:lnTo>
                        <a:pt x="134" y="6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1" name="Freeform 2284">
                  <a:extLst>
                    <a:ext uri="{FF2B5EF4-FFF2-40B4-BE49-F238E27FC236}">
                      <a16:creationId xmlns:a16="http://schemas.microsoft.com/office/drawing/2014/main" id="{E1D7D83A-E289-73B3-E7DC-F14673BCBF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8" y="381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38" y="0"/>
                      </a:moveTo>
                      <a:lnTo>
                        <a:pt x="0" y="37"/>
                      </a:lnTo>
                      <a:lnTo>
                        <a:pt x="5" y="42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2" name="Line 2285">
                  <a:extLst>
                    <a:ext uri="{FF2B5EF4-FFF2-40B4-BE49-F238E27FC236}">
                      <a16:creationId xmlns:a16="http://schemas.microsoft.com/office/drawing/2014/main" id="{DF53DA53-725A-9861-A84F-DC5A90710D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8" y="381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3" name="Freeform 2286">
                  <a:extLst>
                    <a:ext uri="{FF2B5EF4-FFF2-40B4-BE49-F238E27FC236}">
                      <a16:creationId xmlns:a16="http://schemas.microsoft.com/office/drawing/2014/main" id="{803363D4-54BF-EAB7-1BBD-258DAC4F9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6" y="0"/>
                      </a:move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" name="Freeform 2287">
                  <a:extLst>
                    <a:ext uri="{FF2B5EF4-FFF2-40B4-BE49-F238E27FC236}">
                      <a16:creationId xmlns:a16="http://schemas.microsoft.com/office/drawing/2014/main" id="{C392C254-71A8-B3B0-BE04-9BA4C4DEC9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6" y="0"/>
                      </a:move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Freeform 2288">
                  <a:extLst>
                    <a:ext uri="{FF2B5EF4-FFF2-40B4-BE49-F238E27FC236}">
                      <a16:creationId xmlns:a16="http://schemas.microsoft.com/office/drawing/2014/main" id="{786C82FC-C584-589F-A4DB-1ECC7242A1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0" y="3818"/>
                  <a:ext cx="5" cy="8"/>
                </a:xfrm>
                <a:custGeom>
                  <a:avLst/>
                  <a:gdLst>
                    <a:gd name="T0" fmla="*/ 0 w 33"/>
                    <a:gd name="T1" fmla="*/ 0 h 46"/>
                    <a:gd name="T2" fmla="*/ 0 w 33"/>
                    <a:gd name="T3" fmla="*/ 0 h 46"/>
                    <a:gd name="T4" fmla="*/ 0 w 33"/>
                    <a:gd name="T5" fmla="*/ 0 h 46"/>
                    <a:gd name="T6" fmla="*/ 0 w 33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6"/>
                    <a:gd name="T14" fmla="*/ 33 w 3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6">
                      <a:moveTo>
                        <a:pt x="33" y="0"/>
                      </a:moveTo>
                      <a:lnTo>
                        <a:pt x="0" y="42"/>
                      </a:lnTo>
                      <a:lnTo>
                        <a:pt x="6" y="4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" name="Line 2289">
                  <a:extLst>
                    <a:ext uri="{FF2B5EF4-FFF2-40B4-BE49-F238E27FC236}">
                      <a16:creationId xmlns:a16="http://schemas.microsoft.com/office/drawing/2014/main" id="{D149E9C0-5498-8FEC-9A47-5387354AFB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80" y="38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" name="Freeform 2290">
                  <a:extLst>
                    <a:ext uri="{FF2B5EF4-FFF2-40B4-BE49-F238E27FC236}">
                      <a16:creationId xmlns:a16="http://schemas.microsoft.com/office/drawing/2014/main" id="{5EEC4C3F-8621-957C-AA16-1982E72B49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74" y="135"/>
                      </a:lnTo>
                      <a:lnTo>
                        <a:pt x="101" y="88"/>
                      </a:lnTo>
                      <a:lnTo>
                        <a:pt x="127" y="41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" name="Freeform 2291">
                  <a:extLst>
                    <a:ext uri="{FF2B5EF4-FFF2-40B4-BE49-F238E27FC236}">
                      <a16:creationId xmlns:a16="http://schemas.microsoft.com/office/drawing/2014/main" id="{15F8A9F7-B97F-4DDB-D982-9193DC4260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74" y="135"/>
                      </a:lnTo>
                      <a:lnTo>
                        <a:pt x="101" y="88"/>
                      </a:lnTo>
                      <a:lnTo>
                        <a:pt x="127" y="41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" name="Freeform 2292">
                  <a:extLst>
                    <a:ext uri="{FF2B5EF4-FFF2-40B4-BE49-F238E27FC236}">
                      <a16:creationId xmlns:a16="http://schemas.microsoft.com/office/drawing/2014/main" id="{DB1DC1EF-9FEE-2E5D-D0B4-F65560183F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3" y="3825"/>
                  <a:ext cx="5" cy="8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27" y="0"/>
                      </a:moveTo>
                      <a:lnTo>
                        <a:pt x="0" y="47"/>
                      </a:lnTo>
                      <a:lnTo>
                        <a:pt x="8" y="50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" name="Line 2293">
                  <a:extLst>
                    <a:ext uri="{FF2B5EF4-FFF2-40B4-BE49-F238E27FC236}">
                      <a16:creationId xmlns:a16="http://schemas.microsoft.com/office/drawing/2014/main" id="{43E22A45-0B72-2004-327A-B5EE92D69A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3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1" name="Freeform 2294">
                  <a:extLst>
                    <a:ext uri="{FF2B5EF4-FFF2-40B4-BE49-F238E27FC236}">
                      <a16:creationId xmlns:a16="http://schemas.microsoft.com/office/drawing/2014/main" id="{DA6A797A-D2C4-3739-8643-03140116F1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31"/>
                      </a:lnTo>
                      <a:lnTo>
                        <a:pt x="97" y="81"/>
                      </a:lnTo>
                      <a:lnTo>
                        <a:pt x="116" y="3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2" name="Freeform 2295">
                  <a:extLst>
                    <a:ext uri="{FF2B5EF4-FFF2-40B4-BE49-F238E27FC236}">
                      <a16:creationId xmlns:a16="http://schemas.microsoft.com/office/drawing/2014/main" id="{B43C8FF1-14D6-C7A4-6419-895CE325E4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31"/>
                      </a:lnTo>
                      <a:lnTo>
                        <a:pt x="97" y="81"/>
                      </a:lnTo>
                      <a:lnTo>
                        <a:pt x="116" y="3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3" name="Freeform 2296">
                  <a:extLst>
                    <a:ext uri="{FF2B5EF4-FFF2-40B4-BE49-F238E27FC236}">
                      <a16:creationId xmlns:a16="http://schemas.microsoft.com/office/drawing/2014/main" id="{14830651-7367-1C09-BBB6-B1D3EFAA00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8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0"/>
                      </a:moveTo>
                      <a:lnTo>
                        <a:pt x="0" y="50"/>
                      </a:lnTo>
                      <a:lnTo>
                        <a:pt x="8" y="52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" name="Line 2297">
                  <a:extLst>
                    <a:ext uri="{FF2B5EF4-FFF2-40B4-BE49-F238E27FC236}">
                      <a16:creationId xmlns:a16="http://schemas.microsoft.com/office/drawing/2014/main" id="{DFE9CA12-0A9D-086C-75FD-291362154A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8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" name="Freeform 2298">
                  <a:extLst>
                    <a:ext uri="{FF2B5EF4-FFF2-40B4-BE49-F238E27FC236}">
                      <a16:creationId xmlns:a16="http://schemas.microsoft.com/office/drawing/2014/main" id="{E469EDB1-37A1-678E-C50F-2E303F48A3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" name="Freeform 2299">
                  <a:extLst>
                    <a:ext uri="{FF2B5EF4-FFF2-40B4-BE49-F238E27FC236}">
                      <a16:creationId xmlns:a16="http://schemas.microsoft.com/office/drawing/2014/main" id="{34263D29-D1DD-E386-6D2A-0C27415B6C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" name="Freeform 2300">
                  <a:extLst>
                    <a:ext uri="{FF2B5EF4-FFF2-40B4-BE49-F238E27FC236}">
                      <a16:creationId xmlns:a16="http://schemas.microsoft.com/office/drawing/2014/main" id="{C392B00E-224C-891A-5F8E-D891D01AF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3" y="383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8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" name="Line 2301">
                  <a:extLst>
                    <a:ext uri="{FF2B5EF4-FFF2-40B4-BE49-F238E27FC236}">
                      <a16:creationId xmlns:a16="http://schemas.microsoft.com/office/drawing/2014/main" id="{FDE7A414-34F5-8C66-C7BA-84795E4A8A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23" y="38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" name="Freeform 2302">
                  <a:extLst>
                    <a:ext uri="{FF2B5EF4-FFF2-40B4-BE49-F238E27FC236}">
                      <a16:creationId xmlns:a16="http://schemas.microsoft.com/office/drawing/2014/main" id="{B422920B-4BE7-CBB9-0734-479D25D7A8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824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8" y="0"/>
                      </a:move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lnTo>
                        <a:pt x="89" y="59"/>
                      </a:lnTo>
                      <a:lnTo>
                        <a:pt x="93" y="6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" name="Freeform 2303">
                  <a:extLst>
                    <a:ext uri="{FF2B5EF4-FFF2-40B4-BE49-F238E27FC236}">
                      <a16:creationId xmlns:a16="http://schemas.microsoft.com/office/drawing/2014/main" id="{CCF3C9FC-4658-1D54-7F4B-74952D6AF7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824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8" y="0"/>
                      </a:move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lnTo>
                        <a:pt x="89" y="59"/>
                      </a:lnTo>
                      <a:lnTo>
                        <a:pt x="93" y="6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" name="Freeform 2304">
                  <a:extLst>
                    <a:ext uri="{FF2B5EF4-FFF2-40B4-BE49-F238E27FC236}">
                      <a16:creationId xmlns:a16="http://schemas.microsoft.com/office/drawing/2014/main" id="{F949B6A3-42DF-E830-9348-23F5911EF5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834"/>
                  <a:ext cx="1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5" y="0"/>
                      </a:moveTo>
                      <a:lnTo>
                        <a:pt x="0" y="53"/>
                      </a:lnTo>
                      <a:lnTo>
                        <a:pt x="9" y="53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" name="Line 2305">
                  <a:extLst>
                    <a:ext uri="{FF2B5EF4-FFF2-40B4-BE49-F238E27FC236}">
                      <a16:creationId xmlns:a16="http://schemas.microsoft.com/office/drawing/2014/main" id="{792B9695-CA5A-70D8-632C-318E153B92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8" y="3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" name="Freeform 2306">
                  <a:extLst>
                    <a:ext uri="{FF2B5EF4-FFF2-40B4-BE49-F238E27FC236}">
                      <a16:creationId xmlns:a16="http://schemas.microsoft.com/office/drawing/2014/main" id="{29F60246-1ED1-76A5-87D9-9F109234A4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824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0" y="6"/>
                      </a:moveTo>
                      <a:lnTo>
                        <a:pt x="5" y="59"/>
                      </a:lnTo>
                      <a:lnTo>
                        <a:pt x="9" y="112"/>
                      </a:lnTo>
                      <a:lnTo>
                        <a:pt x="92" y="106"/>
                      </a:lnTo>
                      <a:lnTo>
                        <a:pt x="88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" name="Freeform 2307">
                  <a:extLst>
                    <a:ext uri="{FF2B5EF4-FFF2-40B4-BE49-F238E27FC236}">
                      <a16:creationId xmlns:a16="http://schemas.microsoft.com/office/drawing/2014/main" id="{E4615641-8AC8-7B26-893C-A08F49A27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824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0" y="6"/>
                      </a:moveTo>
                      <a:lnTo>
                        <a:pt x="5" y="59"/>
                      </a:lnTo>
                      <a:lnTo>
                        <a:pt x="9" y="112"/>
                      </a:lnTo>
                      <a:lnTo>
                        <a:pt x="92" y="106"/>
                      </a:lnTo>
                      <a:lnTo>
                        <a:pt x="88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" name="Freeform 2308">
                  <a:extLst>
                    <a:ext uri="{FF2B5EF4-FFF2-40B4-BE49-F238E27FC236}">
                      <a16:creationId xmlns:a16="http://schemas.microsoft.com/office/drawing/2014/main" id="{36028EF6-2FCC-BC43-8E6C-1AB3E34C20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3" y="383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0"/>
                      </a:moveTo>
                      <a:lnTo>
                        <a:pt x="4" y="53"/>
                      </a:lnTo>
                      <a:lnTo>
                        <a:pt x="12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" name="Line 2309">
                  <a:extLst>
                    <a:ext uri="{FF2B5EF4-FFF2-40B4-BE49-F238E27FC236}">
                      <a16:creationId xmlns:a16="http://schemas.microsoft.com/office/drawing/2014/main" id="{586D4710-BD6B-FA3A-B5D7-EDB1F809F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3" y="38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7" name="Freeform 2310">
                  <a:extLst>
                    <a:ext uri="{FF2B5EF4-FFF2-40B4-BE49-F238E27FC236}">
                      <a16:creationId xmlns:a16="http://schemas.microsoft.com/office/drawing/2014/main" id="{13FA48C9-9642-EE55-4862-A2B4B9B318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0" y="18"/>
                      </a:move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8" name="Freeform 2311">
                  <a:extLst>
                    <a:ext uri="{FF2B5EF4-FFF2-40B4-BE49-F238E27FC236}">
                      <a16:creationId xmlns:a16="http://schemas.microsoft.com/office/drawing/2014/main" id="{08F02F41-68B1-58C2-DB96-4733B56DED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822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0" y="18"/>
                      </a:move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9" name="Freeform 2312">
                  <a:extLst>
                    <a:ext uri="{FF2B5EF4-FFF2-40B4-BE49-F238E27FC236}">
                      <a16:creationId xmlns:a16="http://schemas.microsoft.com/office/drawing/2014/main" id="{506EC09A-A4F8-7C1F-EAD2-AC60245F3E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6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0"/>
                      </a:moveTo>
                      <a:lnTo>
                        <a:pt x="11" y="52"/>
                      </a:lnTo>
                      <a:lnTo>
                        <a:pt x="19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0" name="Line 2313">
                  <a:extLst>
                    <a:ext uri="{FF2B5EF4-FFF2-40B4-BE49-F238E27FC236}">
                      <a16:creationId xmlns:a16="http://schemas.microsoft.com/office/drawing/2014/main" id="{A4354DAC-4225-537E-94D9-DC04D68D02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68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1" name="Freeform 2314">
                  <a:extLst>
                    <a:ext uri="{FF2B5EF4-FFF2-40B4-BE49-F238E27FC236}">
                      <a16:creationId xmlns:a16="http://schemas.microsoft.com/office/drawing/2014/main" id="{EE0D7985-4805-04D6-42EE-9D9B7E1FCC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0" y="31"/>
                      </a:moveTo>
                      <a:lnTo>
                        <a:pt x="19" y="81"/>
                      </a:lnTo>
                      <a:lnTo>
                        <a:pt x="38" y="131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2" name="Freeform 2315">
                  <a:extLst>
                    <a:ext uri="{FF2B5EF4-FFF2-40B4-BE49-F238E27FC236}">
                      <a16:creationId xmlns:a16="http://schemas.microsoft.com/office/drawing/2014/main" id="{FF24BD7D-5E99-D370-8EF8-CE6C54ED48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817"/>
                  <a:ext cx="20" cy="22"/>
                </a:xfrm>
                <a:custGeom>
                  <a:avLst/>
                  <a:gdLst>
                    <a:gd name="T0" fmla="*/ 0 w 116"/>
                    <a:gd name="T1" fmla="*/ 0 h 131"/>
                    <a:gd name="T2" fmla="*/ 0 w 116"/>
                    <a:gd name="T3" fmla="*/ 0 h 131"/>
                    <a:gd name="T4" fmla="*/ 0 w 116"/>
                    <a:gd name="T5" fmla="*/ 0 h 131"/>
                    <a:gd name="T6" fmla="*/ 0 w 116"/>
                    <a:gd name="T7" fmla="*/ 0 h 131"/>
                    <a:gd name="T8" fmla="*/ 0 w 116"/>
                    <a:gd name="T9" fmla="*/ 0 h 131"/>
                    <a:gd name="T10" fmla="*/ 0 w 116"/>
                    <a:gd name="T11" fmla="*/ 0 h 131"/>
                    <a:gd name="T12" fmla="*/ 0 w 116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31"/>
                    <a:gd name="T23" fmla="*/ 116 w 116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31">
                      <a:moveTo>
                        <a:pt x="0" y="31"/>
                      </a:moveTo>
                      <a:lnTo>
                        <a:pt x="19" y="81"/>
                      </a:lnTo>
                      <a:lnTo>
                        <a:pt x="38" y="131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3" name="Freeform 2316">
                  <a:extLst>
                    <a:ext uri="{FF2B5EF4-FFF2-40B4-BE49-F238E27FC236}">
                      <a16:creationId xmlns:a16="http://schemas.microsoft.com/office/drawing/2014/main" id="{7DE23B5A-D51C-3412-B572-D5CABBF656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9" y="3825"/>
                  <a:ext cx="5" cy="8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0" y="0"/>
                      </a:moveTo>
                      <a:lnTo>
                        <a:pt x="19" y="50"/>
                      </a:lnTo>
                      <a:lnTo>
                        <a:pt x="27" y="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4" name="Line 2317">
                  <a:extLst>
                    <a:ext uri="{FF2B5EF4-FFF2-40B4-BE49-F238E27FC236}">
                      <a16:creationId xmlns:a16="http://schemas.microsoft.com/office/drawing/2014/main" id="{8F6B6AB4-1E93-4F3E-444D-83A89AE322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83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" name="Freeform 2318">
                  <a:extLst>
                    <a:ext uri="{FF2B5EF4-FFF2-40B4-BE49-F238E27FC236}">
                      <a16:creationId xmlns:a16="http://schemas.microsoft.com/office/drawing/2014/main" id="{20ED45A2-3746-4249-7C61-2522E456C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0" y="41"/>
                      </a:moveTo>
                      <a:lnTo>
                        <a:pt x="26" y="88"/>
                      </a:lnTo>
                      <a:lnTo>
                        <a:pt x="53" y="135"/>
                      </a:lnTo>
                      <a:lnTo>
                        <a:pt x="127" y="93"/>
                      </a:lnTo>
                      <a:lnTo>
                        <a:pt x="100" y="47"/>
                      </a:lnTo>
                      <a:lnTo>
                        <a:pt x="74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" name="Freeform 2319">
                  <a:extLst>
                    <a:ext uri="{FF2B5EF4-FFF2-40B4-BE49-F238E27FC236}">
                      <a16:creationId xmlns:a16="http://schemas.microsoft.com/office/drawing/2014/main" id="{C6203A2D-8431-9957-D14A-86085D0AA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811"/>
                  <a:ext cx="21" cy="22"/>
                </a:xfrm>
                <a:custGeom>
                  <a:avLst/>
                  <a:gdLst>
                    <a:gd name="T0" fmla="*/ 0 w 127"/>
                    <a:gd name="T1" fmla="*/ 0 h 135"/>
                    <a:gd name="T2" fmla="*/ 0 w 127"/>
                    <a:gd name="T3" fmla="*/ 0 h 135"/>
                    <a:gd name="T4" fmla="*/ 0 w 127"/>
                    <a:gd name="T5" fmla="*/ 0 h 135"/>
                    <a:gd name="T6" fmla="*/ 0 w 127"/>
                    <a:gd name="T7" fmla="*/ 0 h 135"/>
                    <a:gd name="T8" fmla="*/ 0 w 127"/>
                    <a:gd name="T9" fmla="*/ 0 h 135"/>
                    <a:gd name="T10" fmla="*/ 0 w 127"/>
                    <a:gd name="T11" fmla="*/ 0 h 135"/>
                    <a:gd name="T12" fmla="*/ 0 w 127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5"/>
                    <a:gd name="T23" fmla="*/ 127 w 127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5">
                      <a:moveTo>
                        <a:pt x="0" y="41"/>
                      </a:moveTo>
                      <a:lnTo>
                        <a:pt x="26" y="88"/>
                      </a:lnTo>
                      <a:lnTo>
                        <a:pt x="53" y="135"/>
                      </a:lnTo>
                      <a:lnTo>
                        <a:pt x="127" y="93"/>
                      </a:lnTo>
                      <a:lnTo>
                        <a:pt x="100" y="47"/>
                      </a:lnTo>
                      <a:lnTo>
                        <a:pt x="74" y="0"/>
                      </a:lnTo>
                      <a:lnTo>
                        <a:pt x="0" y="4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" name="Freeform 2320">
                  <a:extLst>
                    <a:ext uri="{FF2B5EF4-FFF2-40B4-BE49-F238E27FC236}">
                      <a16:creationId xmlns:a16="http://schemas.microsoft.com/office/drawing/2014/main" id="{3CC29A34-F99E-F96D-C7D5-00FA349678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2" y="3818"/>
                  <a:ext cx="5" cy="8"/>
                </a:xfrm>
                <a:custGeom>
                  <a:avLst/>
                  <a:gdLst>
                    <a:gd name="T0" fmla="*/ 0 w 33"/>
                    <a:gd name="T1" fmla="*/ 0 h 46"/>
                    <a:gd name="T2" fmla="*/ 0 w 33"/>
                    <a:gd name="T3" fmla="*/ 0 h 46"/>
                    <a:gd name="T4" fmla="*/ 0 w 33"/>
                    <a:gd name="T5" fmla="*/ 0 h 46"/>
                    <a:gd name="T6" fmla="*/ 0 w 33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6"/>
                    <a:gd name="T14" fmla="*/ 33 w 3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6">
                      <a:moveTo>
                        <a:pt x="0" y="0"/>
                      </a:moveTo>
                      <a:lnTo>
                        <a:pt x="27" y="46"/>
                      </a:lnTo>
                      <a:lnTo>
                        <a:pt x="33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" name="Line 2321">
                  <a:extLst>
                    <a:ext uri="{FF2B5EF4-FFF2-40B4-BE49-F238E27FC236}">
                      <a16:creationId xmlns:a16="http://schemas.microsoft.com/office/drawing/2014/main" id="{9BFE9542-7DD7-7F6E-0B2F-D0858FC7E8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96" y="38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" name="Freeform 2322">
                  <a:extLst>
                    <a:ext uri="{FF2B5EF4-FFF2-40B4-BE49-F238E27FC236}">
                      <a16:creationId xmlns:a16="http://schemas.microsoft.com/office/drawing/2014/main" id="{DD202A67-2D50-9E88-DE77-3D065976E7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0" y="51"/>
                      </a:move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" name="Freeform 2323">
                  <a:extLst>
                    <a:ext uri="{FF2B5EF4-FFF2-40B4-BE49-F238E27FC236}">
                      <a16:creationId xmlns:a16="http://schemas.microsoft.com/office/drawing/2014/main" id="{41E8C81F-2687-2B2F-7C74-ABD6C471F3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803"/>
                  <a:ext cx="22" cy="22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0" y="51"/>
                      </a:move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" name="Freeform 2324">
                  <a:extLst>
                    <a:ext uri="{FF2B5EF4-FFF2-40B4-BE49-F238E27FC236}">
                      <a16:creationId xmlns:a16="http://schemas.microsoft.com/office/drawing/2014/main" id="{E47D4EBA-A058-A2D6-2CC8-E4D096843E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3" y="381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0" y="0"/>
                      </a:moveTo>
                      <a:lnTo>
                        <a:pt x="33" y="42"/>
                      </a:lnTo>
                      <a:lnTo>
                        <a:pt x="38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" name="Line 2325">
                  <a:extLst>
                    <a:ext uri="{FF2B5EF4-FFF2-40B4-BE49-F238E27FC236}">
                      <a16:creationId xmlns:a16="http://schemas.microsoft.com/office/drawing/2014/main" id="{71F1414B-2B86-0760-FAA4-C3EE99DE87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8" y="381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" name="Freeform 2326">
                  <a:extLst>
                    <a:ext uri="{FF2B5EF4-FFF2-40B4-BE49-F238E27FC236}">
                      <a16:creationId xmlns:a16="http://schemas.microsoft.com/office/drawing/2014/main" id="{5DE8634A-1879-717B-C8E7-0CE6DF2F93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0" y="61"/>
                      </a:moveTo>
                      <a:lnTo>
                        <a:pt x="38" y="98"/>
                      </a:lnTo>
                      <a:lnTo>
                        <a:pt x="76" y="135"/>
                      </a:lnTo>
                      <a:lnTo>
                        <a:pt x="134" y="75"/>
                      </a:ln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" name="Freeform 2327">
                  <a:extLst>
                    <a:ext uri="{FF2B5EF4-FFF2-40B4-BE49-F238E27FC236}">
                      <a16:creationId xmlns:a16="http://schemas.microsoft.com/office/drawing/2014/main" id="{078DA2B1-6295-3FE2-919D-2BCF0FC68A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793"/>
                  <a:ext cx="23" cy="23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0" y="61"/>
                      </a:moveTo>
                      <a:lnTo>
                        <a:pt x="38" y="98"/>
                      </a:lnTo>
                      <a:lnTo>
                        <a:pt x="76" y="135"/>
                      </a:lnTo>
                      <a:lnTo>
                        <a:pt x="134" y="75"/>
                      </a:ln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" name="Freeform 2328">
                  <a:extLst>
                    <a:ext uri="{FF2B5EF4-FFF2-40B4-BE49-F238E27FC236}">
                      <a16:creationId xmlns:a16="http://schemas.microsoft.com/office/drawing/2014/main" id="{8F297094-5724-FCF8-989A-63E0FA3CB9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800"/>
                  <a:ext cx="7" cy="6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0" y="0"/>
                      </a:moveTo>
                      <a:lnTo>
                        <a:pt x="38" y="37"/>
                      </a:lnTo>
                      <a:lnTo>
                        <a:pt x="44" y="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" name="Line 2329">
                  <a:extLst>
                    <a:ext uri="{FF2B5EF4-FFF2-40B4-BE49-F238E27FC236}">
                      <a16:creationId xmlns:a16="http://schemas.microsoft.com/office/drawing/2014/main" id="{C6D8149C-05B8-3391-B516-33F07F478E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19" y="38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7" name="Freeform 2330">
                  <a:extLst>
                    <a:ext uri="{FF2B5EF4-FFF2-40B4-BE49-F238E27FC236}">
                      <a16:creationId xmlns:a16="http://schemas.microsoft.com/office/drawing/2014/main" id="{9E45B378-C7A9-46FB-E051-1B7214DF62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0" y="69"/>
                      </a:moveTo>
                      <a:lnTo>
                        <a:pt x="43" y="100"/>
                      </a:lnTo>
                      <a:lnTo>
                        <a:pt x="87" y="130"/>
                      </a:lnTo>
                      <a:lnTo>
                        <a:pt x="135" y="61"/>
                      </a:ln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8" name="Freeform 2331">
                  <a:extLst>
                    <a:ext uri="{FF2B5EF4-FFF2-40B4-BE49-F238E27FC236}">
                      <a16:creationId xmlns:a16="http://schemas.microsoft.com/office/drawing/2014/main" id="{92803F98-5559-9F69-FC98-E1E0E334D2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783"/>
                  <a:ext cx="23" cy="22"/>
                </a:xfrm>
                <a:custGeom>
                  <a:avLst/>
                  <a:gdLst>
                    <a:gd name="T0" fmla="*/ 0 w 135"/>
                    <a:gd name="T1" fmla="*/ 0 h 130"/>
                    <a:gd name="T2" fmla="*/ 0 w 135"/>
                    <a:gd name="T3" fmla="*/ 0 h 130"/>
                    <a:gd name="T4" fmla="*/ 0 w 135"/>
                    <a:gd name="T5" fmla="*/ 0 h 130"/>
                    <a:gd name="T6" fmla="*/ 0 w 135"/>
                    <a:gd name="T7" fmla="*/ 0 h 130"/>
                    <a:gd name="T8" fmla="*/ 0 w 135"/>
                    <a:gd name="T9" fmla="*/ 0 h 130"/>
                    <a:gd name="T10" fmla="*/ 0 w 135"/>
                    <a:gd name="T11" fmla="*/ 0 h 130"/>
                    <a:gd name="T12" fmla="*/ 0 w 135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0"/>
                    <a:gd name="T23" fmla="*/ 135 w 135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0">
                      <a:moveTo>
                        <a:pt x="0" y="69"/>
                      </a:moveTo>
                      <a:lnTo>
                        <a:pt x="43" y="100"/>
                      </a:lnTo>
                      <a:lnTo>
                        <a:pt x="87" y="130"/>
                      </a:lnTo>
                      <a:lnTo>
                        <a:pt x="135" y="61"/>
                      </a:ln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9" name="Freeform 2332">
                  <a:extLst>
                    <a:ext uri="{FF2B5EF4-FFF2-40B4-BE49-F238E27FC236}">
                      <a16:creationId xmlns:a16="http://schemas.microsoft.com/office/drawing/2014/main" id="{C5C5E6B7-2D45-61CD-DDED-51A3F62FBE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1" y="3788"/>
                  <a:ext cx="8" cy="5"/>
                </a:xfrm>
                <a:custGeom>
                  <a:avLst/>
                  <a:gdLst>
                    <a:gd name="T0" fmla="*/ 0 w 48"/>
                    <a:gd name="T1" fmla="*/ 0 h 30"/>
                    <a:gd name="T2" fmla="*/ 0 w 48"/>
                    <a:gd name="T3" fmla="*/ 0 h 30"/>
                    <a:gd name="T4" fmla="*/ 0 w 48"/>
                    <a:gd name="T5" fmla="*/ 0 h 30"/>
                    <a:gd name="T6" fmla="*/ 0 w 48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0"/>
                    <a:gd name="T14" fmla="*/ 48 w 48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0">
                      <a:moveTo>
                        <a:pt x="0" y="0"/>
                      </a:moveTo>
                      <a:lnTo>
                        <a:pt x="43" y="30"/>
                      </a:lnTo>
                      <a:lnTo>
                        <a:pt x="48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0" name="Line 2333">
                  <a:extLst>
                    <a:ext uri="{FF2B5EF4-FFF2-40B4-BE49-F238E27FC236}">
                      <a16:creationId xmlns:a16="http://schemas.microsoft.com/office/drawing/2014/main" id="{77EA53B8-7427-5E8A-9FE9-F4E0E1AA6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28" y="379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1" name="Freeform 2334">
                  <a:extLst>
                    <a:ext uri="{FF2B5EF4-FFF2-40B4-BE49-F238E27FC236}">
                      <a16:creationId xmlns:a16="http://schemas.microsoft.com/office/drawing/2014/main" id="{58C6A258-F444-02B0-AF67-A5A61BC078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0" y="75"/>
                      </a:moveTo>
                      <a:lnTo>
                        <a:pt x="48" y="100"/>
                      </a:lnTo>
                      <a:lnTo>
                        <a:pt x="96" y="124"/>
                      </a:lnTo>
                      <a:lnTo>
                        <a:pt x="135" y="49"/>
                      </a:lnTo>
                      <a:lnTo>
                        <a:pt x="87" y="25"/>
                      </a:lnTo>
                      <a:lnTo>
                        <a:pt x="39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" name="Freeform 2335">
                  <a:extLst>
                    <a:ext uri="{FF2B5EF4-FFF2-40B4-BE49-F238E27FC236}">
                      <a16:creationId xmlns:a16="http://schemas.microsoft.com/office/drawing/2014/main" id="{693F560E-EB7A-E936-9F03-6172F8ED99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772"/>
                  <a:ext cx="22" cy="20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0" y="75"/>
                      </a:moveTo>
                      <a:lnTo>
                        <a:pt x="48" y="100"/>
                      </a:lnTo>
                      <a:lnTo>
                        <a:pt x="96" y="124"/>
                      </a:lnTo>
                      <a:lnTo>
                        <a:pt x="135" y="49"/>
                      </a:lnTo>
                      <a:lnTo>
                        <a:pt x="87" y="25"/>
                      </a:lnTo>
                      <a:lnTo>
                        <a:pt x="39" y="0"/>
                      </a:lnTo>
                      <a:lnTo>
                        <a:pt x="0" y="7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" name="Freeform 2336">
                  <a:extLst>
                    <a:ext uri="{FF2B5EF4-FFF2-40B4-BE49-F238E27FC236}">
                      <a16:creationId xmlns:a16="http://schemas.microsoft.com/office/drawing/2014/main" id="{DC776557-F7AB-BFF2-B9CA-88C79042D3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7" y="3776"/>
                  <a:ext cx="9" cy="4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0" y="0"/>
                      </a:moveTo>
                      <a:lnTo>
                        <a:pt x="48" y="24"/>
                      </a:lnTo>
                      <a:lnTo>
                        <a:pt x="51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" name="Line 2337">
                  <a:extLst>
                    <a:ext uri="{FF2B5EF4-FFF2-40B4-BE49-F238E27FC236}">
                      <a16:creationId xmlns:a16="http://schemas.microsoft.com/office/drawing/2014/main" id="{336395AF-7FE0-35F4-8A9B-EDC1DADD7E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35" y="3778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5" name="Freeform 2338">
                  <a:extLst>
                    <a:ext uri="{FF2B5EF4-FFF2-40B4-BE49-F238E27FC236}">
                      <a16:creationId xmlns:a16="http://schemas.microsoft.com/office/drawing/2014/main" id="{D5C36194-6C0E-995D-42C3-1316643D19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0" y="81"/>
                      </a:moveTo>
                      <a:lnTo>
                        <a:pt x="51" y="98"/>
                      </a:lnTo>
                      <a:lnTo>
                        <a:pt x="102" y="114"/>
                      </a:lnTo>
                      <a:lnTo>
                        <a:pt x="128" y="34"/>
                      </a:lnTo>
                      <a:lnTo>
                        <a:pt x="78" y="17"/>
                      </a:lnTo>
                      <a:lnTo>
                        <a:pt x="27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" name="Freeform 2339">
                  <a:extLst>
                    <a:ext uri="{FF2B5EF4-FFF2-40B4-BE49-F238E27FC236}">
                      <a16:creationId xmlns:a16="http://schemas.microsoft.com/office/drawing/2014/main" id="{0CA37E7B-9D1B-85F5-66BB-E953DBD78F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759"/>
                  <a:ext cx="21" cy="19"/>
                </a:xfrm>
                <a:custGeom>
                  <a:avLst/>
                  <a:gdLst>
                    <a:gd name="T0" fmla="*/ 0 w 128"/>
                    <a:gd name="T1" fmla="*/ 0 h 114"/>
                    <a:gd name="T2" fmla="*/ 0 w 128"/>
                    <a:gd name="T3" fmla="*/ 0 h 114"/>
                    <a:gd name="T4" fmla="*/ 0 w 128"/>
                    <a:gd name="T5" fmla="*/ 0 h 114"/>
                    <a:gd name="T6" fmla="*/ 0 w 128"/>
                    <a:gd name="T7" fmla="*/ 0 h 114"/>
                    <a:gd name="T8" fmla="*/ 0 w 128"/>
                    <a:gd name="T9" fmla="*/ 0 h 114"/>
                    <a:gd name="T10" fmla="*/ 0 w 128"/>
                    <a:gd name="T11" fmla="*/ 0 h 114"/>
                    <a:gd name="T12" fmla="*/ 0 w 128"/>
                    <a:gd name="T13" fmla="*/ 0 h 1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4"/>
                    <a:gd name="T23" fmla="*/ 128 w 128"/>
                    <a:gd name="T24" fmla="*/ 114 h 11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4">
                      <a:moveTo>
                        <a:pt x="0" y="81"/>
                      </a:moveTo>
                      <a:lnTo>
                        <a:pt x="51" y="98"/>
                      </a:lnTo>
                      <a:lnTo>
                        <a:pt x="102" y="114"/>
                      </a:lnTo>
                      <a:lnTo>
                        <a:pt x="128" y="34"/>
                      </a:lnTo>
                      <a:lnTo>
                        <a:pt x="78" y="17"/>
                      </a:lnTo>
                      <a:lnTo>
                        <a:pt x="27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7" name="Freeform 2340">
                  <a:extLst>
                    <a:ext uri="{FF2B5EF4-FFF2-40B4-BE49-F238E27FC236}">
                      <a16:creationId xmlns:a16="http://schemas.microsoft.com/office/drawing/2014/main" id="{4427C475-E45D-4077-5BC5-154A6E035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1" y="53"/>
                      </a:moveTo>
                      <a:lnTo>
                        <a:pt x="0" y="36"/>
                      </a:lnTo>
                      <a:lnTo>
                        <a:pt x="5" y="26"/>
                      </a:lnTo>
                      <a:lnTo>
                        <a:pt x="12" y="16"/>
                      </a:lnTo>
                      <a:lnTo>
                        <a:pt x="21" y="9"/>
                      </a:lnTo>
                      <a:lnTo>
                        <a:pt x="31" y="3"/>
                      </a:lnTo>
                      <a:lnTo>
                        <a:pt x="43" y="0"/>
                      </a:lnTo>
                      <a:lnTo>
                        <a:pt x="56" y="0"/>
                      </a:lnTo>
                      <a:lnTo>
                        <a:pt x="67" y="2"/>
                      </a:lnTo>
                      <a:lnTo>
                        <a:pt x="78" y="8"/>
                      </a:lnTo>
                      <a:lnTo>
                        <a:pt x="88" y="15"/>
                      </a:lnTo>
                      <a:lnTo>
                        <a:pt x="95" y="23"/>
                      </a:lnTo>
                      <a:lnTo>
                        <a:pt x="100" y="34"/>
                      </a:lnTo>
                      <a:lnTo>
                        <a:pt x="103" y="46"/>
                      </a:lnTo>
                      <a:lnTo>
                        <a:pt x="103" y="58"/>
                      </a:lnTo>
                      <a:lnTo>
                        <a:pt x="101" y="70"/>
                      </a:lnTo>
                      <a:lnTo>
                        <a:pt x="51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" name="Freeform 2341">
                  <a:extLst>
                    <a:ext uri="{FF2B5EF4-FFF2-40B4-BE49-F238E27FC236}">
                      <a16:creationId xmlns:a16="http://schemas.microsoft.com/office/drawing/2014/main" id="{606F6DA7-67E5-CEA9-1BC8-F562DD1BB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753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0" y="36"/>
                      </a:moveTo>
                      <a:lnTo>
                        <a:pt x="5" y="26"/>
                      </a:lnTo>
                      <a:lnTo>
                        <a:pt x="12" y="16"/>
                      </a:lnTo>
                      <a:lnTo>
                        <a:pt x="21" y="9"/>
                      </a:lnTo>
                      <a:lnTo>
                        <a:pt x="31" y="3"/>
                      </a:lnTo>
                      <a:lnTo>
                        <a:pt x="43" y="0"/>
                      </a:lnTo>
                      <a:lnTo>
                        <a:pt x="56" y="0"/>
                      </a:lnTo>
                      <a:lnTo>
                        <a:pt x="67" y="2"/>
                      </a:lnTo>
                      <a:lnTo>
                        <a:pt x="78" y="8"/>
                      </a:lnTo>
                      <a:lnTo>
                        <a:pt x="88" y="15"/>
                      </a:lnTo>
                      <a:lnTo>
                        <a:pt x="95" y="23"/>
                      </a:lnTo>
                      <a:lnTo>
                        <a:pt x="100" y="34"/>
                      </a:lnTo>
                      <a:lnTo>
                        <a:pt x="103" y="46"/>
                      </a:lnTo>
                      <a:lnTo>
                        <a:pt x="103" y="58"/>
                      </a:lnTo>
                      <a:lnTo>
                        <a:pt x="101" y="7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" name="Freeform 2342">
                  <a:extLst>
                    <a:ext uri="{FF2B5EF4-FFF2-40B4-BE49-F238E27FC236}">
                      <a16:creationId xmlns:a16="http://schemas.microsoft.com/office/drawing/2014/main" id="{445C05F5-536F-E01F-EBEF-7B1EB75C4C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1" y="17"/>
                      </a:moveTo>
                      <a:lnTo>
                        <a:pt x="101" y="0"/>
                      </a:lnTo>
                      <a:lnTo>
                        <a:pt x="103" y="11"/>
                      </a:lnTo>
                      <a:lnTo>
                        <a:pt x="103" y="24"/>
                      </a:lnTo>
                      <a:lnTo>
                        <a:pt x="100" y="36"/>
                      </a:lnTo>
                      <a:lnTo>
                        <a:pt x="95" y="46"/>
                      </a:lnTo>
                      <a:lnTo>
                        <a:pt x="88" y="55"/>
                      </a:lnTo>
                      <a:lnTo>
                        <a:pt x="78" y="62"/>
                      </a:lnTo>
                      <a:lnTo>
                        <a:pt x="67" y="67"/>
                      </a:lnTo>
                      <a:lnTo>
                        <a:pt x="56" y="70"/>
                      </a:lnTo>
                      <a:lnTo>
                        <a:pt x="43" y="70"/>
                      </a:lnTo>
                      <a:lnTo>
                        <a:pt x="31" y="66"/>
                      </a:lnTo>
                      <a:lnTo>
                        <a:pt x="21" y="61"/>
                      </a:lnTo>
                      <a:lnTo>
                        <a:pt x="12" y="54"/>
                      </a:lnTo>
                      <a:lnTo>
                        <a:pt x="5" y="44"/>
                      </a:lnTo>
                      <a:lnTo>
                        <a:pt x="0" y="34"/>
                      </a:lnTo>
                      <a:lnTo>
                        <a:pt x="51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0" name="Freeform 2343">
                  <a:extLst>
                    <a:ext uri="{FF2B5EF4-FFF2-40B4-BE49-F238E27FC236}">
                      <a16:creationId xmlns:a16="http://schemas.microsoft.com/office/drawing/2014/main" id="{069616EB-BB95-6DB1-49A4-FD2B12016F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3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101" y="0"/>
                      </a:moveTo>
                      <a:lnTo>
                        <a:pt x="103" y="11"/>
                      </a:lnTo>
                      <a:lnTo>
                        <a:pt x="103" y="24"/>
                      </a:lnTo>
                      <a:lnTo>
                        <a:pt x="100" y="36"/>
                      </a:lnTo>
                      <a:lnTo>
                        <a:pt x="95" y="46"/>
                      </a:lnTo>
                      <a:lnTo>
                        <a:pt x="88" y="55"/>
                      </a:lnTo>
                      <a:lnTo>
                        <a:pt x="78" y="62"/>
                      </a:lnTo>
                      <a:lnTo>
                        <a:pt x="67" y="67"/>
                      </a:lnTo>
                      <a:lnTo>
                        <a:pt x="56" y="70"/>
                      </a:lnTo>
                      <a:lnTo>
                        <a:pt x="43" y="70"/>
                      </a:lnTo>
                      <a:lnTo>
                        <a:pt x="31" y="66"/>
                      </a:lnTo>
                      <a:lnTo>
                        <a:pt x="21" y="61"/>
                      </a:lnTo>
                      <a:lnTo>
                        <a:pt x="12" y="54"/>
                      </a:lnTo>
                      <a:lnTo>
                        <a:pt x="5" y="44"/>
                      </a:lnTo>
                      <a:lnTo>
                        <a:pt x="0" y="3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1" name="Freeform 2344">
                  <a:extLst>
                    <a:ext uri="{FF2B5EF4-FFF2-40B4-BE49-F238E27FC236}">
                      <a16:creationId xmlns:a16="http://schemas.microsoft.com/office/drawing/2014/main" id="{B3E3F632-CFC0-E46C-191D-D82CA9577D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7" y="115"/>
                      </a:moveTo>
                      <a:lnTo>
                        <a:pt x="78" y="98"/>
                      </a:lnTo>
                      <a:lnTo>
                        <a:pt x="128" y="81"/>
                      </a:lnTo>
                      <a:lnTo>
                        <a:pt x="102" y="0"/>
                      </a:lnTo>
                      <a:lnTo>
                        <a:pt x="51" y="17"/>
                      </a:lnTo>
                      <a:lnTo>
                        <a:pt x="0" y="34"/>
                      </a:lnTo>
                      <a:lnTo>
                        <a:pt x="27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2" name="Freeform 2345">
                  <a:extLst>
                    <a:ext uri="{FF2B5EF4-FFF2-40B4-BE49-F238E27FC236}">
                      <a16:creationId xmlns:a16="http://schemas.microsoft.com/office/drawing/2014/main" id="{371D8650-9E70-F983-B700-22E87FD200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9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7" y="115"/>
                      </a:moveTo>
                      <a:lnTo>
                        <a:pt x="78" y="98"/>
                      </a:lnTo>
                      <a:lnTo>
                        <a:pt x="128" y="81"/>
                      </a:lnTo>
                      <a:lnTo>
                        <a:pt x="102" y="0"/>
                      </a:lnTo>
                      <a:lnTo>
                        <a:pt x="51" y="17"/>
                      </a:lnTo>
                      <a:lnTo>
                        <a:pt x="0" y="34"/>
                      </a:lnTo>
                      <a:lnTo>
                        <a:pt x="27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3" name="Freeform 2346">
                  <a:extLst>
                    <a:ext uri="{FF2B5EF4-FFF2-40B4-BE49-F238E27FC236}">
                      <a16:creationId xmlns:a16="http://schemas.microsoft.com/office/drawing/2014/main" id="{33FA9891-2C08-3DF8-CC3C-109C79B56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7" y="3215"/>
                  <a:ext cx="9" cy="5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0" y="24"/>
                      </a:moveTo>
                      <a:lnTo>
                        <a:pt x="51" y="7"/>
                      </a:lnTo>
                      <a:lnTo>
                        <a:pt x="48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4" name="Line 2347">
                  <a:extLst>
                    <a:ext uri="{FF2B5EF4-FFF2-40B4-BE49-F238E27FC236}">
                      <a16:creationId xmlns:a16="http://schemas.microsoft.com/office/drawing/2014/main" id="{42CEF8C4-AE08-C28C-6C4B-45415D2E95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35" y="3215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5" name="Freeform 2348">
                  <a:extLst>
                    <a:ext uri="{FF2B5EF4-FFF2-40B4-BE49-F238E27FC236}">
                      <a16:creationId xmlns:a16="http://schemas.microsoft.com/office/drawing/2014/main" id="{537B366E-EB42-6BCF-0975-37811D109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39" y="124"/>
                      </a:moveTo>
                      <a:lnTo>
                        <a:pt x="87" y="99"/>
                      </a:lnTo>
                      <a:lnTo>
                        <a:pt x="135" y="75"/>
                      </a:lnTo>
                      <a:lnTo>
                        <a:pt x="96" y="0"/>
                      </a:lnTo>
                      <a:lnTo>
                        <a:pt x="48" y="24"/>
                      </a:lnTo>
                      <a:lnTo>
                        <a:pt x="0" y="48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" name="Freeform 2349">
                  <a:extLst>
                    <a:ext uri="{FF2B5EF4-FFF2-40B4-BE49-F238E27FC236}">
                      <a16:creationId xmlns:a16="http://schemas.microsoft.com/office/drawing/2014/main" id="{4649357C-70EE-048B-1856-18671B1E8D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39" y="124"/>
                      </a:moveTo>
                      <a:lnTo>
                        <a:pt x="87" y="99"/>
                      </a:lnTo>
                      <a:lnTo>
                        <a:pt x="135" y="75"/>
                      </a:lnTo>
                      <a:lnTo>
                        <a:pt x="96" y="0"/>
                      </a:lnTo>
                      <a:lnTo>
                        <a:pt x="48" y="24"/>
                      </a:lnTo>
                      <a:lnTo>
                        <a:pt x="0" y="48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" name="Freeform 2350">
                  <a:extLst>
                    <a:ext uri="{FF2B5EF4-FFF2-40B4-BE49-F238E27FC236}">
                      <a16:creationId xmlns:a16="http://schemas.microsoft.com/office/drawing/2014/main" id="{9144526C-C826-C5B6-4FA6-CB87E93F91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1" y="3202"/>
                  <a:ext cx="8" cy="5"/>
                </a:xfrm>
                <a:custGeom>
                  <a:avLst/>
                  <a:gdLst>
                    <a:gd name="T0" fmla="*/ 0 w 48"/>
                    <a:gd name="T1" fmla="*/ 0 h 31"/>
                    <a:gd name="T2" fmla="*/ 0 w 48"/>
                    <a:gd name="T3" fmla="*/ 0 h 31"/>
                    <a:gd name="T4" fmla="*/ 0 w 48"/>
                    <a:gd name="T5" fmla="*/ 0 h 31"/>
                    <a:gd name="T6" fmla="*/ 0 w 48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1"/>
                    <a:gd name="T14" fmla="*/ 48 w 48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1">
                      <a:moveTo>
                        <a:pt x="0" y="31"/>
                      </a:moveTo>
                      <a:lnTo>
                        <a:pt x="48" y="7"/>
                      </a:lnTo>
                      <a:lnTo>
                        <a:pt x="43" y="0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" name="Line 2351">
                  <a:extLst>
                    <a:ext uri="{FF2B5EF4-FFF2-40B4-BE49-F238E27FC236}">
                      <a16:creationId xmlns:a16="http://schemas.microsoft.com/office/drawing/2014/main" id="{960BF9C1-BD04-EBEA-D628-FE52D79F08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28" y="32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" name="Freeform 2352">
                  <a:extLst>
                    <a:ext uri="{FF2B5EF4-FFF2-40B4-BE49-F238E27FC236}">
                      <a16:creationId xmlns:a16="http://schemas.microsoft.com/office/drawing/2014/main" id="{2C381EAB-C5FB-ECC9-3BFB-380969ECBB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48" y="131"/>
                      </a:move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48" y="1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" name="Freeform 2353">
                  <a:extLst>
                    <a:ext uri="{FF2B5EF4-FFF2-40B4-BE49-F238E27FC236}">
                      <a16:creationId xmlns:a16="http://schemas.microsoft.com/office/drawing/2014/main" id="{E43F2749-AF40-38C9-0779-D32EAF9B1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5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48" y="131"/>
                      </a:moveTo>
                      <a:lnTo>
                        <a:pt x="92" y="100"/>
                      </a:lnTo>
                      <a:lnTo>
                        <a:pt x="135" y="69"/>
                      </a:lnTo>
                      <a:lnTo>
                        <a:pt x="87" y="0"/>
                      </a:lnTo>
                      <a:lnTo>
                        <a:pt x="43" y="31"/>
                      </a:lnTo>
                      <a:lnTo>
                        <a:pt x="0" y="62"/>
                      </a:lnTo>
                      <a:lnTo>
                        <a:pt x="48" y="13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" name="Freeform 2354">
                  <a:extLst>
                    <a:ext uri="{FF2B5EF4-FFF2-40B4-BE49-F238E27FC236}">
                      <a16:creationId xmlns:a16="http://schemas.microsoft.com/office/drawing/2014/main" id="{250A2684-3137-E100-E6D9-0CEB248889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3" y="3189"/>
                  <a:ext cx="7" cy="7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0" y="37"/>
                      </a:moveTo>
                      <a:lnTo>
                        <a:pt x="44" y="6"/>
                      </a:lnTo>
                      <a:lnTo>
                        <a:pt x="38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" name="Line 2355">
                  <a:extLst>
                    <a:ext uri="{FF2B5EF4-FFF2-40B4-BE49-F238E27FC236}">
                      <a16:creationId xmlns:a16="http://schemas.microsoft.com/office/drawing/2014/main" id="{3430A72D-56FE-966D-0F05-1235830019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19" y="31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" name="Freeform 2356">
                  <a:extLst>
                    <a:ext uri="{FF2B5EF4-FFF2-40B4-BE49-F238E27FC236}">
                      <a16:creationId xmlns:a16="http://schemas.microsoft.com/office/drawing/2014/main" id="{107515E1-0687-BF1E-9F76-54B7FC32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58" y="134"/>
                      </a:moveTo>
                      <a:lnTo>
                        <a:pt x="96" y="97"/>
                      </a:lnTo>
                      <a:lnTo>
                        <a:pt x="134" y="60"/>
                      </a:lnTo>
                      <a:lnTo>
                        <a:pt x="76" y="0"/>
                      </a:lnTo>
                      <a:lnTo>
                        <a:pt x="38" y="37"/>
                      </a:lnTo>
                      <a:lnTo>
                        <a:pt x="0" y="74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" name="Freeform 2357">
                  <a:extLst>
                    <a:ext uri="{FF2B5EF4-FFF2-40B4-BE49-F238E27FC236}">
                      <a16:creationId xmlns:a16="http://schemas.microsoft.com/office/drawing/2014/main" id="{69BE01B2-D2EF-5C62-0621-0509BB7B54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6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58" y="134"/>
                      </a:moveTo>
                      <a:lnTo>
                        <a:pt x="96" y="97"/>
                      </a:lnTo>
                      <a:lnTo>
                        <a:pt x="134" y="60"/>
                      </a:lnTo>
                      <a:lnTo>
                        <a:pt x="76" y="0"/>
                      </a:lnTo>
                      <a:lnTo>
                        <a:pt x="38" y="37"/>
                      </a:lnTo>
                      <a:lnTo>
                        <a:pt x="0" y="74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" name="Freeform 2358">
                  <a:extLst>
                    <a:ext uri="{FF2B5EF4-FFF2-40B4-BE49-F238E27FC236}">
                      <a16:creationId xmlns:a16="http://schemas.microsoft.com/office/drawing/2014/main" id="{738E9622-F43C-6D0D-17A9-60C10A3F8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3" y="317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0" y="43"/>
                      </a:moveTo>
                      <a:lnTo>
                        <a:pt x="38" y="6"/>
                      </a:lnTo>
                      <a:lnTo>
                        <a:pt x="33" y="0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" name="Line 2359">
                  <a:extLst>
                    <a:ext uri="{FF2B5EF4-FFF2-40B4-BE49-F238E27FC236}">
                      <a16:creationId xmlns:a16="http://schemas.microsoft.com/office/drawing/2014/main" id="{08C3BEEC-A2E3-632B-2D47-E6E54BA318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608" y="317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" name="Freeform 2360">
                  <a:extLst>
                    <a:ext uri="{FF2B5EF4-FFF2-40B4-BE49-F238E27FC236}">
                      <a16:creationId xmlns:a16="http://schemas.microsoft.com/office/drawing/2014/main" id="{D394C0C2-BDDF-365C-14EF-6A5FDFCE8A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7" y="136"/>
                      </a:move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8" name="Freeform 2361">
                  <a:extLst>
                    <a:ext uri="{FF2B5EF4-FFF2-40B4-BE49-F238E27FC236}">
                      <a16:creationId xmlns:a16="http://schemas.microsoft.com/office/drawing/2014/main" id="{C720DFDE-042A-4792-FD24-FF6CAFC02C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6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67" y="136"/>
                      </a:moveTo>
                      <a:lnTo>
                        <a:pt x="100" y="94"/>
                      </a:lnTo>
                      <a:lnTo>
                        <a:pt x="133" y="51"/>
                      </a:lnTo>
                      <a:lnTo>
                        <a:pt x="66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7" y="13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9" name="Freeform 2362">
                  <a:extLst>
                    <a:ext uri="{FF2B5EF4-FFF2-40B4-BE49-F238E27FC236}">
                      <a16:creationId xmlns:a16="http://schemas.microsoft.com/office/drawing/2014/main" id="{F0B4D597-3A92-4D8F-7E58-AE1B12CC06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2" y="316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0" y="47"/>
                      </a:moveTo>
                      <a:lnTo>
                        <a:pt x="33" y="5"/>
                      </a:lnTo>
                      <a:lnTo>
                        <a:pt x="27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0" name="Line 2363">
                  <a:extLst>
                    <a:ext uri="{FF2B5EF4-FFF2-40B4-BE49-F238E27FC236}">
                      <a16:creationId xmlns:a16="http://schemas.microsoft.com/office/drawing/2014/main" id="{3466D597-B66E-97A0-CD3F-87CA6737C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96" y="31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1" name="Freeform 2364">
                  <a:extLst>
                    <a:ext uri="{FF2B5EF4-FFF2-40B4-BE49-F238E27FC236}">
                      <a16:creationId xmlns:a16="http://schemas.microsoft.com/office/drawing/2014/main" id="{69B65F3B-600F-F573-B871-91C6AF788E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74" y="136"/>
                      </a:moveTo>
                      <a:lnTo>
                        <a:pt x="100" y="89"/>
                      </a:lnTo>
                      <a:lnTo>
                        <a:pt x="127" y="42"/>
                      </a:lnTo>
                      <a:lnTo>
                        <a:pt x="53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4" y="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2" name="Freeform 2365">
                  <a:extLst>
                    <a:ext uri="{FF2B5EF4-FFF2-40B4-BE49-F238E27FC236}">
                      <a16:creationId xmlns:a16="http://schemas.microsoft.com/office/drawing/2014/main" id="{CC7B06E7-340D-55E4-2941-8463E890F7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5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74" y="136"/>
                      </a:moveTo>
                      <a:lnTo>
                        <a:pt x="100" y="89"/>
                      </a:lnTo>
                      <a:lnTo>
                        <a:pt x="127" y="42"/>
                      </a:lnTo>
                      <a:lnTo>
                        <a:pt x="53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4" y="13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3" name="Freeform 2366">
                  <a:extLst>
                    <a:ext uri="{FF2B5EF4-FFF2-40B4-BE49-F238E27FC236}">
                      <a16:creationId xmlns:a16="http://schemas.microsoft.com/office/drawing/2014/main" id="{F0A17C98-38E0-76DA-1962-FF42AF2524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9" y="3161"/>
                  <a:ext cx="5" cy="9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0" y="50"/>
                      </a:moveTo>
                      <a:lnTo>
                        <a:pt x="27" y="3"/>
                      </a:lnTo>
                      <a:lnTo>
                        <a:pt x="19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4" name="Line 2367">
                  <a:extLst>
                    <a:ext uri="{FF2B5EF4-FFF2-40B4-BE49-F238E27FC236}">
                      <a16:creationId xmlns:a16="http://schemas.microsoft.com/office/drawing/2014/main" id="{A82B96AA-327B-B3ED-3EA5-6B8EF25220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83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" name="Freeform 2368">
                  <a:extLst>
                    <a:ext uri="{FF2B5EF4-FFF2-40B4-BE49-F238E27FC236}">
                      <a16:creationId xmlns:a16="http://schemas.microsoft.com/office/drawing/2014/main" id="{6A4F9B5F-49E8-CBC9-88BE-015A075746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78" y="129"/>
                      </a:moveTo>
                      <a:lnTo>
                        <a:pt x="97" y="80"/>
                      </a:lnTo>
                      <a:lnTo>
                        <a:pt x="116" y="30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" name="Freeform 2369">
                  <a:extLst>
                    <a:ext uri="{FF2B5EF4-FFF2-40B4-BE49-F238E27FC236}">
                      <a16:creationId xmlns:a16="http://schemas.microsoft.com/office/drawing/2014/main" id="{DC4F8C82-AA12-C9A1-864A-B8C3041720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78" y="129"/>
                      </a:moveTo>
                      <a:lnTo>
                        <a:pt x="97" y="80"/>
                      </a:lnTo>
                      <a:lnTo>
                        <a:pt x="116" y="30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" name="Freeform 2370">
                  <a:extLst>
                    <a:ext uri="{FF2B5EF4-FFF2-40B4-BE49-F238E27FC236}">
                      <a16:creationId xmlns:a16="http://schemas.microsoft.com/office/drawing/2014/main" id="{F5D95EBA-1951-8C15-43EA-48814FA3B6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6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52"/>
                      </a:moveTo>
                      <a:lnTo>
                        <a:pt x="19" y="2"/>
                      </a:lnTo>
                      <a:lnTo>
                        <a:pt x="11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8" name="Line 2371">
                  <a:extLst>
                    <a:ext uri="{FF2B5EF4-FFF2-40B4-BE49-F238E27FC236}">
                      <a16:creationId xmlns:a16="http://schemas.microsoft.com/office/drawing/2014/main" id="{C77FC10B-F01E-5D3D-A11F-E68704036A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68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9" name="Freeform 2372">
                  <a:extLst>
                    <a:ext uri="{FF2B5EF4-FFF2-40B4-BE49-F238E27FC236}">
                      <a16:creationId xmlns:a16="http://schemas.microsoft.com/office/drawing/2014/main" id="{FB58CFA1-3F78-3F9E-AA1B-91E6F6E80D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82" y="122"/>
                      </a:move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0" name="Freeform 2373">
                  <a:extLst>
                    <a:ext uri="{FF2B5EF4-FFF2-40B4-BE49-F238E27FC236}">
                      <a16:creationId xmlns:a16="http://schemas.microsoft.com/office/drawing/2014/main" id="{FD50360B-A82C-D0B9-3696-9A1F680EF1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82" y="122"/>
                      </a:moveTo>
                      <a:lnTo>
                        <a:pt x="94" y="70"/>
                      </a:lnTo>
                      <a:lnTo>
                        <a:pt x="105" y="18"/>
                      </a:lnTo>
                      <a:lnTo>
                        <a:pt x="23" y="0"/>
                      </a:ln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2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1" name="Freeform 2374">
                  <a:extLst>
                    <a:ext uri="{FF2B5EF4-FFF2-40B4-BE49-F238E27FC236}">
                      <a16:creationId xmlns:a16="http://schemas.microsoft.com/office/drawing/2014/main" id="{AD765832-8015-1A4D-9A6B-E873C3A51A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3" y="315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53"/>
                      </a:moveTo>
                      <a:lnTo>
                        <a:pt x="12" y="1"/>
                      </a:lnTo>
                      <a:lnTo>
                        <a:pt x="4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2" name="Line 2375">
                  <a:extLst>
                    <a:ext uri="{FF2B5EF4-FFF2-40B4-BE49-F238E27FC236}">
                      <a16:creationId xmlns:a16="http://schemas.microsoft.com/office/drawing/2014/main" id="{39019B79-52D3-8BA2-7D9B-2E9DA76023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553" y="315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3" name="Freeform 2376">
                  <a:extLst>
                    <a:ext uri="{FF2B5EF4-FFF2-40B4-BE49-F238E27FC236}">
                      <a16:creationId xmlns:a16="http://schemas.microsoft.com/office/drawing/2014/main" id="{E073D1D1-480E-B8B6-EB20-4E90612F61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152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84" y="112"/>
                      </a:moveTo>
                      <a:lnTo>
                        <a:pt x="88" y="59"/>
                      </a:lnTo>
                      <a:lnTo>
                        <a:pt x="92" y="6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4" name="Freeform 2377">
                  <a:extLst>
                    <a:ext uri="{FF2B5EF4-FFF2-40B4-BE49-F238E27FC236}">
                      <a16:creationId xmlns:a16="http://schemas.microsoft.com/office/drawing/2014/main" id="{D7C2621A-DBFF-88A5-0176-F4D71C8576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152"/>
                  <a:ext cx="15" cy="19"/>
                </a:xfrm>
                <a:custGeom>
                  <a:avLst/>
                  <a:gdLst>
                    <a:gd name="T0" fmla="*/ 0 w 92"/>
                    <a:gd name="T1" fmla="*/ 0 h 112"/>
                    <a:gd name="T2" fmla="*/ 0 w 92"/>
                    <a:gd name="T3" fmla="*/ 0 h 112"/>
                    <a:gd name="T4" fmla="*/ 0 w 92"/>
                    <a:gd name="T5" fmla="*/ 0 h 112"/>
                    <a:gd name="T6" fmla="*/ 0 w 92"/>
                    <a:gd name="T7" fmla="*/ 0 h 112"/>
                    <a:gd name="T8" fmla="*/ 0 w 92"/>
                    <a:gd name="T9" fmla="*/ 0 h 112"/>
                    <a:gd name="T10" fmla="*/ 0 w 92"/>
                    <a:gd name="T11" fmla="*/ 0 h 112"/>
                    <a:gd name="T12" fmla="*/ 0 w 92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2"/>
                    <a:gd name="T22" fmla="*/ 0 h 112"/>
                    <a:gd name="T23" fmla="*/ 92 w 92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2" h="112">
                      <a:moveTo>
                        <a:pt x="84" y="112"/>
                      </a:moveTo>
                      <a:lnTo>
                        <a:pt x="88" y="59"/>
                      </a:lnTo>
                      <a:lnTo>
                        <a:pt x="92" y="6"/>
                      </a:lnTo>
                      <a:lnTo>
                        <a:pt x="9" y="0"/>
                      </a:lnTo>
                      <a:lnTo>
                        <a:pt x="5" y="53"/>
                      </a:lnTo>
                      <a:lnTo>
                        <a:pt x="0" y="106"/>
                      </a:lnTo>
                      <a:lnTo>
                        <a:pt x="84" y="11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5" name="Freeform 2378">
                  <a:extLst>
                    <a:ext uri="{FF2B5EF4-FFF2-40B4-BE49-F238E27FC236}">
                      <a16:creationId xmlns:a16="http://schemas.microsoft.com/office/drawing/2014/main" id="{B89A4726-C151-04BA-5199-0A9A0617F6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8" y="3152"/>
                  <a:ext cx="1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5" y="53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" name="Line 2379">
                  <a:extLst>
                    <a:ext uri="{FF2B5EF4-FFF2-40B4-BE49-F238E27FC236}">
                      <a16:creationId xmlns:a16="http://schemas.microsoft.com/office/drawing/2014/main" id="{16369F97-48BA-259D-CC5A-3AB3954D23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38" y="31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" name="Freeform 2380">
                  <a:extLst>
                    <a:ext uri="{FF2B5EF4-FFF2-40B4-BE49-F238E27FC236}">
                      <a16:creationId xmlns:a16="http://schemas.microsoft.com/office/drawing/2014/main" id="{4D7ECDF6-541A-62BC-29C7-6EFCA84CC5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152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93" y="106"/>
                      </a:moveTo>
                      <a:lnTo>
                        <a:pt x="89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3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" name="Freeform 2381">
                  <a:extLst>
                    <a:ext uri="{FF2B5EF4-FFF2-40B4-BE49-F238E27FC236}">
                      <a16:creationId xmlns:a16="http://schemas.microsoft.com/office/drawing/2014/main" id="{1BEBFCFB-CC8F-8373-2AE6-37F58E50FC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152"/>
                  <a:ext cx="15" cy="19"/>
                </a:xfrm>
                <a:custGeom>
                  <a:avLst/>
                  <a:gdLst>
                    <a:gd name="T0" fmla="*/ 0 w 93"/>
                    <a:gd name="T1" fmla="*/ 0 h 112"/>
                    <a:gd name="T2" fmla="*/ 0 w 93"/>
                    <a:gd name="T3" fmla="*/ 0 h 112"/>
                    <a:gd name="T4" fmla="*/ 0 w 93"/>
                    <a:gd name="T5" fmla="*/ 0 h 112"/>
                    <a:gd name="T6" fmla="*/ 0 w 93"/>
                    <a:gd name="T7" fmla="*/ 0 h 112"/>
                    <a:gd name="T8" fmla="*/ 0 w 93"/>
                    <a:gd name="T9" fmla="*/ 0 h 112"/>
                    <a:gd name="T10" fmla="*/ 0 w 93"/>
                    <a:gd name="T11" fmla="*/ 0 h 112"/>
                    <a:gd name="T12" fmla="*/ 0 w 93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3"/>
                    <a:gd name="T22" fmla="*/ 0 h 112"/>
                    <a:gd name="T23" fmla="*/ 93 w 93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3" h="112">
                      <a:moveTo>
                        <a:pt x="93" y="106"/>
                      </a:moveTo>
                      <a:lnTo>
                        <a:pt x="89" y="53"/>
                      </a:lnTo>
                      <a:lnTo>
                        <a:pt x="84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3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9" name="Freeform 2382">
                  <a:extLst>
                    <a:ext uri="{FF2B5EF4-FFF2-40B4-BE49-F238E27FC236}">
                      <a16:creationId xmlns:a16="http://schemas.microsoft.com/office/drawing/2014/main" id="{E65C2240-3F63-196F-4307-1B9A8724F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3" y="3153"/>
                  <a:ext cx="1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53"/>
                      </a:moveTo>
                      <a:lnTo>
                        <a:pt x="8" y="0"/>
                      </a:lnTo>
                      <a:lnTo>
                        <a:pt x="0" y="1"/>
                      </a:lnTo>
                      <a:lnTo>
                        <a:pt x="1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0" name="Line 2383">
                  <a:extLst>
                    <a:ext uri="{FF2B5EF4-FFF2-40B4-BE49-F238E27FC236}">
                      <a16:creationId xmlns:a16="http://schemas.microsoft.com/office/drawing/2014/main" id="{EEC61BD9-5CE5-AF37-4950-2EF46CED50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23" y="315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1" name="Freeform 2384">
                  <a:extLst>
                    <a:ext uri="{FF2B5EF4-FFF2-40B4-BE49-F238E27FC236}">
                      <a16:creationId xmlns:a16="http://schemas.microsoft.com/office/drawing/2014/main" id="{85C4C54C-8A4C-95B2-31CE-861214A443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105" y="104"/>
                      </a:move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2" name="Freeform 2385">
                  <a:extLst>
                    <a:ext uri="{FF2B5EF4-FFF2-40B4-BE49-F238E27FC236}">
                      <a16:creationId xmlns:a16="http://schemas.microsoft.com/office/drawing/2014/main" id="{08D9C2D1-624A-0A6F-BFFD-2979B4D9DB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9" y="3153"/>
                  <a:ext cx="17" cy="20"/>
                </a:xfrm>
                <a:custGeom>
                  <a:avLst/>
                  <a:gdLst>
                    <a:gd name="T0" fmla="*/ 0 w 105"/>
                    <a:gd name="T1" fmla="*/ 0 h 122"/>
                    <a:gd name="T2" fmla="*/ 0 w 105"/>
                    <a:gd name="T3" fmla="*/ 0 h 122"/>
                    <a:gd name="T4" fmla="*/ 0 w 105"/>
                    <a:gd name="T5" fmla="*/ 0 h 122"/>
                    <a:gd name="T6" fmla="*/ 0 w 105"/>
                    <a:gd name="T7" fmla="*/ 0 h 122"/>
                    <a:gd name="T8" fmla="*/ 0 w 105"/>
                    <a:gd name="T9" fmla="*/ 0 h 122"/>
                    <a:gd name="T10" fmla="*/ 0 w 105"/>
                    <a:gd name="T11" fmla="*/ 0 h 122"/>
                    <a:gd name="T12" fmla="*/ 0 w 105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5"/>
                    <a:gd name="T22" fmla="*/ 0 h 122"/>
                    <a:gd name="T23" fmla="*/ 105 w 105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5" h="122">
                      <a:moveTo>
                        <a:pt x="105" y="104"/>
                      </a:moveTo>
                      <a:lnTo>
                        <a:pt x="94" y="52"/>
                      </a:lnTo>
                      <a:lnTo>
                        <a:pt x="82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5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3" name="Freeform 2386">
                  <a:extLst>
                    <a:ext uri="{FF2B5EF4-FFF2-40B4-BE49-F238E27FC236}">
                      <a16:creationId xmlns:a16="http://schemas.microsoft.com/office/drawing/2014/main" id="{F92DA8CC-418D-133A-80B2-D925563824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08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52"/>
                      </a:moveTo>
                      <a:lnTo>
                        <a:pt x="8" y="0"/>
                      </a:lnTo>
                      <a:lnTo>
                        <a:pt x="0" y="2"/>
                      </a:lnTo>
                      <a:lnTo>
                        <a:pt x="19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4" name="Line 2387">
                  <a:extLst>
                    <a:ext uri="{FF2B5EF4-FFF2-40B4-BE49-F238E27FC236}">
                      <a16:creationId xmlns:a16="http://schemas.microsoft.com/office/drawing/2014/main" id="{207442FE-282C-3139-0B13-E587CD576E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08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5" name="Freeform 2388">
                  <a:extLst>
                    <a:ext uri="{FF2B5EF4-FFF2-40B4-BE49-F238E27FC236}">
                      <a16:creationId xmlns:a16="http://schemas.microsoft.com/office/drawing/2014/main" id="{31794D69-6809-4265-F421-F81FFED92D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116" y="100"/>
                      </a:move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0"/>
                      </a:lnTo>
                      <a:lnTo>
                        <a:pt x="19" y="80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6" name="Freeform 2389">
                  <a:extLst>
                    <a:ext uri="{FF2B5EF4-FFF2-40B4-BE49-F238E27FC236}">
                      <a16:creationId xmlns:a16="http://schemas.microsoft.com/office/drawing/2014/main" id="{8723CC89-22E0-571A-C061-7CD2357DD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4" y="3157"/>
                  <a:ext cx="20" cy="21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116" y="100"/>
                      </a:move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30"/>
                      </a:lnTo>
                      <a:lnTo>
                        <a:pt x="19" y="80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" name="Freeform 2390">
                  <a:extLst>
                    <a:ext uri="{FF2B5EF4-FFF2-40B4-BE49-F238E27FC236}">
                      <a16:creationId xmlns:a16="http://schemas.microsoft.com/office/drawing/2014/main" id="{C8BD808A-7D81-CE97-A055-474463AB5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3" y="3161"/>
                  <a:ext cx="5" cy="9"/>
                </a:xfrm>
                <a:custGeom>
                  <a:avLst/>
                  <a:gdLst>
                    <a:gd name="T0" fmla="*/ 0 w 27"/>
                    <a:gd name="T1" fmla="*/ 0 h 50"/>
                    <a:gd name="T2" fmla="*/ 0 w 27"/>
                    <a:gd name="T3" fmla="*/ 0 h 50"/>
                    <a:gd name="T4" fmla="*/ 0 w 27"/>
                    <a:gd name="T5" fmla="*/ 0 h 50"/>
                    <a:gd name="T6" fmla="*/ 0 w 27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50"/>
                    <a:gd name="T14" fmla="*/ 27 w 27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50">
                      <a:moveTo>
                        <a:pt x="27" y="50"/>
                      </a:moveTo>
                      <a:lnTo>
                        <a:pt x="8" y="0"/>
                      </a:lnTo>
                      <a:lnTo>
                        <a:pt x="0" y="3"/>
                      </a:lnTo>
                      <a:lnTo>
                        <a:pt x="27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8" name="Line 2391">
                  <a:extLst>
                    <a:ext uri="{FF2B5EF4-FFF2-40B4-BE49-F238E27FC236}">
                      <a16:creationId xmlns:a16="http://schemas.microsoft.com/office/drawing/2014/main" id="{F00EE670-9BC6-03ED-A4EB-B5F60D580F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93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9" name="Freeform 2392">
                  <a:extLst>
                    <a:ext uri="{FF2B5EF4-FFF2-40B4-BE49-F238E27FC236}">
                      <a16:creationId xmlns:a16="http://schemas.microsoft.com/office/drawing/2014/main" id="{61997F90-1A75-EB4C-94A5-972103C907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127" y="93"/>
                      </a:moveTo>
                      <a:lnTo>
                        <a:pt x="101" y="47"/>
                      </a:lnTo>
                      <a:lnTo>
                        <a:pt x="74" y="0"/>
                      </a:lnTo>
                      <a:lnTo>
                        <a:pt x="0" y="42"/>
                      </a:lnTo>
                      <a:lnTo>
                        <a:pt x="27" y="89"/>
                      </a:lnTo>
                      <a:lnTo>
                        <a:pt x="53" y="136"/>
                      </a:lnTo>
                      <a:lnTo>
                        <a:pt x="127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0" name="Freeform 2393">
                  <a:extLst>
                    <a:ext uri="{FF2B5EF4-FFF2-40B4-BE49-F238E27FC236}">
                      <a16:creationId xmlns:a16="http://schemas.microsoft.com/office/drawing/2014/main" id="{0919D359-F871-6C82-51A7-8FC0C979A9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1" y="3162"/>
                  <a:ext cx="21" cy="23"/>
                </a:xfrm>
                <a:custGeom>
                  <a:avLst/>
                  <a:gdLst>
                    <a:gd name="T0" fmla="*/ 0 w 127"/>
                    <a:gd name="T1" fmla="*/ 0 h 136"/>
                    <a:gd name="T2" fmla="*/ 0 w 127"/>
                    <a:gd name="T3" fmla="*/ 0 h 136"/>
                    <a:gd name="T4" fmla="*/ 0 w 127"/>
                    <a:gd name="T5" fmla="*/ 0 h 136"/>
                    <a:gd name="T6" fmla="*/ 0 w 127"/>
                    <a:gd name="T7" fmla="*/ 0 h 136"/>
                    <a:gd name="T8" fmla="*/ 0 w 127"/>
                    <a:gd name="T9" fmla="*/ 0 h 136"/>
                    <a:gd name="T10" fmla="*/ 0 w 127"/>
                    <a:gd name="T11" fmla="*/ 0 h 136"/>
                    <a:gd name="T12" fmla="*/ 0 w 127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7"/>
                    <a:gd name="T22" fmla="*/ 0 h 136"/>
                    <a:gd name="T23" fmla="*/ 127 w 127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7" h="136">
                      <a:moveTo>
                        <a:pt x="127" y="93"/>
                      </a:moveTo>
                      <a:lnTo>
                        <a:pt x="101" y="47"/>
                      </a:lnTo>
                      <a:lnTo>
                        <a:pt x="74" y="0"/>
                      </a:lnTo>
                      <a:lnTo>
                        <a:pt x="0" y="42"/>
                      </a:lnTo>
                      <a:lnTo>
                        <a:pt x="27" y="89"/>
                      </a:lnTo>
                      <a:lnTo>
                        <a:pt x="53" y="136"/>
                      </a:lnTo>
                      <a:lnTo>
                        <a:pt x="127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1" name="Freeform 2394">
                  <a:extLst>
                    <a:ext uri="{FF2B5EF4-FFF2-40B4-BE49-F238E27FC236}">
                      <a16:creationId xmlns:a16="http://schemas.microsoft.com/office/drawing/2014/main" id="{90DD4080-FC7D-6B28-B8A6-7AAAE67366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80" y="316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47"/>
                      </a:moveTo>
                      <a:lnTo>
                        <a:pt x="6" y="0"/>
                      </a:lnTo>
                      <a:lnTo>
                        <a:pt x="0" y="5"/>
                      </a:lnTo>
                      <a:lnTo>
                        <a:pt x="33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2" name="Line 2395">
                  <a:extLst>
                    <a:ext uri="{FF2B5EF4-FFF2-40B4-BE49-F238E27FC236}">
                      <a16:creationId xmlns:a16="http://schemas.microsoft.com/office/drawing/2014/main" id="{C1D3E327-499E-CC5E-098A-288A00E105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80" y="31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3" name="Freeform 2396">
                  <a:extLst>
                    <a:ext uri="{FF2B5EF4-FFF2-40B4-BE49-F238E27FC236}">
                      <a16:creationId xmlns:a16="http://schemas.microsoft.com/office/drawing/2014/main" id="{FDAA4189-56EE-4A4E-5FF6-6205054EB3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133" y="84"/>
                      </a:move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4" name="Freeform 2397">
                  <a:extLst>
                    <a:ext uri="{FF2B5EF4-FFF2-40B4-BE49-F238E27FC236}">
                      <a16:creationId xmlns:a16="http://schemas.microsoft.com/office/drawing/2014/main" id="{62A816C1-A756-6823-61C0-31846338C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9" y="3170"/>
                  <a:ext cx="22" cy="23"/>
                </a:xfrm>
                <a:custGeom>
                  <a:avLst/>
                  <a:gdLst>
                    <a:gd name="T0" fmla="*/ 0 w 133"/>
                    <a:gd name="T1" fmla="*/ 0 h 136"/>
                    <a:gd name="T2" fmla="*/ 0 w 133"/>
                    <a:gd name="T3" fmla="*/ 0 h 136"/>
                    <a:gd name="T4" fmla="*/ 0 w 133"/>
                    <a:gd name="T5" fmla="*/ 0 h 136"/>
                    <a:gd name="T6" fmla="*/ 0 w 133"/>
                    <a:gd name="T7" fmla="*/ 0 h 136"/>
                    <a:gd name="T8" fmla="*/ 0 w 133"/>
                    <a:gd name="T9" fmla="*/ 0 h 136"/>
                    <a:gd name="T10" fmla="*/ 0 w 133"/>
                    <a:gd name="T11" fmla="*/ 0 h 136"/>
                    <a:gd name="T12" fmla="*/ 0 w 133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3"/>
                    <a:gd name="T22" fmla="*/ 0 h 136"/>
                    <a:gd name="T23" fmla="*/ 133 w 133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3" h="136">
                      <a:moveTo>
                        <a:pt x="133" y="84"/>
                      </a:moveTo>
                      <a:lnTo>
                        <a:pt x="100" y="42"/>
                      </a:lnTo>
                      <a:lnTo>
                        <a:pt x="67" y="0"/>
                      </a:lnTo>
                      <a:lnTo>
                        <a:pt x="0" y="51"/>
                      </a:lnTo>
                      <a:lnTo>
                        <a:pt x="33" y="94"/>
                      </a:lnTo>
                      <a:lnTo>
                        <a:pt x="66" y="136"/>
                      </a:lnTo>
                      <a:lnTo>
                        <a:pt x="133" y="8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5" name="Freeform 2398">
                  <a:extLst>
                    <a:ext uri="{FF2B5EF4-FFF2-40B4-BE49-F238E27FC236}">
                      <a16:creationId xmlns:a16="http://schemas.microsoft.com/office/drawing/2014/main" id="{D9B08639-7AD9-95E0-AB1B-150C8830C0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8" y="317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38" y="43"/>
                      </a:moveTo>
                      <a:lnTo>
                        <a:pt x="5" y="0"/>
                      </a:lnTo>
                      <a:lnTo>
                        <a:pt x="0" y="6"/>
                      </a:lnTo>
                      <a:lnTo>
                        <a:pt x="38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6" name="Line 2399">
                  <a:extLst>
                    <a:ext uri="{FF2B5EF4-FFF2-40B4-BE49-F238E27FC236}">
                      <a16:creationId xmlns:a16="http://schemas.microsoft.com/office/drawing/2014/main" id="{BEF6DCB9-2230-A6F7-F6AF-B6CC19094B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68" y="317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" name="Freeform 2400">
                  <a:extLst>
                    <a:ext uri="{FF2B5EF4-FFF2-40B4-BE49-F238E27FC236}">
                      <a16:creationId xmlns:a16="http://schemas.microsoft.com/office/drawing/2014/main" id="{2719B296-2AE9-35BB-5F2D-7CB6819278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4"/>
                      </a:moveTo>
                      <a:lnTo>
                        <a:pt x="96" y="37"/>
                      </a:lnTo>
                      <a:lnTo>
                        <a:pt x="58" y="0"/>
                      </a:lnTo>
                      <a:lnTo>
                        <a:pt x="0" y="60"/>
                      </a:lnTo>
                      <a:lnTo>
                        <a:pt x="38" y="97"/>
                      </a:lnTo>
                      <a:lnTo>
                        <a:pt x="76" y="134"/>
                      </a:lnTo>
                      <a:lnTo>
                        <a:pt x="134" y="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" name="Freeform 2401">
                  <a:extLst>
                    <a:ext uri="{FF2B5EF4-FFF2-40B4-BE49-F238E27FC236}">
                      <a16:creationId xmlns:a16="http://schemas.microsoft.com/office/drawing/2014/main" id="{22A2E40F-A029-6E94-CF59-6FB1D67850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8" y="3179"/>
                  <a:ext cx="23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4"/>
                      </a:moveTo>
                      <a:lnTo>
                        <a:pt x="96" y="37"/>
                      </a:lnTo>
                      <a:lnTo>
                        <a:pt x="58" y="0"/>
                      </a:lnTo>
                      <a:lnTo>
                        <a:pt x="0" y="60"/>
                      </a:lnTo>
                      <a:lnTo>
                        <a:pt x="38" y="97"/>
                      </a:lnTo>
                      <a:lnTo>
                        <a:pt x="76" y="134"/>
                      </a:lnTo>
                      <a:lnTo>
                        <a:pt x="134" y="7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" name="Freeform 2402">
                  <a:extLst>
                    <a:ext uri="{FF2B5EF4-FFF2-40B4-BE49-F238E27FC236}">
                      <a16:creationId xmlns:a16="http://schemas.microsoft.com/office/drawing/2014/main" id="{E2F0582A-B312-861C-A75D-05DC89AAF3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57" y="3189"/>
                  <a:ext cx="7" cy="7"/>
                </a:xfrm>
                <a:custGeom>
                  <a:avLst/>
                  <a:gdLst>
                    <a:gd name="T0" fmla="*/ 0 w 44"/>
                    <a:gd name="T1" fmla="*/ 0 h 37"/>
                    <a:gd name="T2" fmla="*/ 0 w 44"/>
                    <a:gd name="T3" fmla="*/ 0 h 37"/>
                    <a:gd name="T4" fmla="*/ 0 w 44"/>
                    <a:gd name="T5" fmla="*/ 0 h 37"/>
                    <a:gd name="T6" fmla="*/ 0 w 44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7"/>
                    <a:gd name="T14" fmla="*/ 44 w 44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7">
                      <a:moveTo>
                        <a:pt x="44" y="37"/>
                      </a:moveTo>
                      <a:lnTo>
                        <a:pt x="6" y="0"/>
                      </a:lnTo>
                      <a:lnTo>
                        <a:pt x="0" y="6"/>
                      </a:lnTo>
                      <a:lnTo>
                        <a:pt x="44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" name="Line 2403">
                  <a:extLst>
                    <a:ext uri="{FF2B5EF4-FFF2-40B4-BE49-F238E27FC236}">
                      <a16:creationId xmlns:a16="http://schemas.microsoft.com/office/drawing/2014/main" id="{71DADEF3-1E5F-124B-AD43-7094CCB6C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57" y="318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" name="Freeform 2404">
                  <a:extLst>
                    <a:ext uri="{FF2B5EF4-FFF2-40B4-BE49-F238E27FC236}">
                      <a16:creationId xmlns:a16="http://schemas.microsoft.com/office/drawing/2014/main" id="{E1E21EC1-E38C-CE7E-F2DA-9B68C383F4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135" y="62"/>
                      </a:move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lnTo>
                        <a:pt x="43" y="100"/>
                      </a:lnTo>
                      <a:lnTo>
                        <a:pt x="87" y="131"/>
                      </a:lnTo>
                      <a:lnTo>
                        <a:pt x="135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" name="Freeform 2405">
                  <a:extLst>
                    <a:ext uri="{FF2B5EF4-FFF2-40B4-BE49-F238E27FC236}">
                      <a16:creationId xmlns:a16="http://schemas.microsoft.com/office/drawing/2014/main" id="{6BBC3101-BBF9-8FE4-2BA3-F9994CC0F6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9" y="3190"/>
                  <a:ext cx="23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135" y="62"/>
                      </a:moveTo>
                      <a:lnTo>
                        <a:pt x="92" y="31"/>
                      </a:lnTo>
                      <a:lnTo>
                        <a:pt x="48" y="0"/>
                      </a:lnTo>
                      <a:lnTo>
                        <a:pt x="0" y="69"/>
                      </a:lnTo>
                      <a:lnTo>
                        <a:pt x="43" y="100"/>
                      </a:lnTo>
                      <a:lnTo>
                        <a:pt x="87" y="131"/>
                      </a:lnTo>
                      <a:lnTo>
                        <a:pt x="135" y="6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" name="Freeform 2406">
                  <a:extLst>
                    <a:ext uri="{FF2B5EF4-FFF2-40B4-BE49-F238E27FC236}">
                      <a16:creationId xmlns:a16="http://schemas.microsoft.com/office/drawing/2014/main" id="{4C6807FF-B13B-0DC6-1B16-E82DFAF0C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8" y="3202"/>
                  <a:ext cx="8" cy="5"/>
                </a:xfrm>
                <a:custGeom>
                  <a:avLst/>
                  <a:gdLst>
                    <a:gd name="T0" fmla="*/ 0 w 48"/>
                    <a:gd name="T1" fmla="*/ 0 h 31"/>
                    <a:gd name="T2" fmla="*/ 0 w 48"/>
                    <a:gd name="T3" fmla="*/ 0 h 31"/>
                    <a:gd name="T4" fmla="*/ 0 w 48"/>
                    <a:gd name="T5" fmla="*/ 0 h 31"/>
                    <a:gd name="T6" fmla="*/ 0 w 48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1"/>
                    <a:gd name="T14" fmla="*/ 48 w 48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1">
                      <a:moveTo>
                        <a:pt x="48" y="31"/>
                      </a:moveTo>
                      <a:lnTo>
                        <a:pt x="5" y="0"/>
                      </a:lnTo>
                      <a:lnTo>
                        <a:pt x="0" y="7"/>
                      </a:lnTo>
                      <a:lnTo>
                        <a:pt x="48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4" name="Line 2407">
                  <a:extLst>
                    <a:ext uri="{FF2B5EF4-FFF2-40B4-BE49-F238E27FC236}">
                      <a16:creationId xmlns:a16="http://schemas.microsoft.com/office/drawing/2014/main" id="{09EDA318-1C0C-7DA1-03E7-22E429F4FF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48" y="32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5" name="Freeform 2408">
                  <a:extLst>
                    <a:ext uri="{FF2B5EF4-FFF2-40B4-BE49-F238E27FC236}">
                      <a16:creationId xmlns:a16="http://schemas.microsoft.com/office/drawing/2014/main" id="{B3ACFB84-E944-8649-CF04-DDBE083F8F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135" y="48"/>
                      </a:moveTo>
                      <a:lnTo>
                        <a:pt x="87" y="24"/>
                      </a:lnTo>
                      <a:lnTo>
                        <a:pt x="39" y="0"/>
                      </a:lnTo>
                      <a:lnTo>
                        <a:pt x="0" y="75"/>
                      </a:lnTo>
                      <a:lnTo>
                        <a:pt x="48" y="99"/>
                      </a:lnTo>
                      <a:lnTo>
                        <a:pt x="96" y="124"/>
                      </a:lnTo>
                      <a:lnTo>
                        <a:pt x="135" y="4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6" name="Freeform 2409">
                  <a:extLst>
                    <a:ext uri="{FF2B5EF4-FFF2-40B4-BE49-F238E27FC236}">
                      <a16:creationId xmlns:a16="http://schemas.microsoft.com/office/drawing/2014/main" id="{8BCA1A1B-8292-7E25-908E-F55C693013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203"/>
                  <a:ext cx="22" cy="21"/>
                </a:xfrm>
                <a:custGeom>
                  <a:avLst/>
                  <a:gdLst>
                    <a:gd name="T0" fmla="*/ 0 w 135"/>
                    <a:gd name="T1" fmla="*/ 0 h 124"/>
                    <a:gd name="T2" fmla="*/ 0 w 135"/>
                    <a:gd name="T3" fmla="*/ 0 h 124"/>
                    <a:gd name="T4" fmla="*/ 0 w 135"/>
                    <a:gd name="T5" fmla="*/ 0 h 124"/>
                    <a:gd name="T6" fmla="*/ 0 w 135"/>
                    <a:gd name="T7" fmla="*/ 0 h 124"/>
                    <a:gd name="T8" fmla="*/ 0 w 135"/>
                    <a:gd name="T9" fmla="*/ 0 h 124"/>
                    <a:gd name="T10" fmla="*/ 0 w 135"/>
                    <a:gd name="T11" fmla="*/ 0 h 124"/>
                    <a:gd name="T12" fmla="*/ 0 w 135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24"/>
                    <a:gd name="T23" fmla="*/ 135 w 135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24">
                      <a:moveTo>
                        <a:pt x="135" y="48"/>
                      </a:moveTo>
                      <a:lnTo>
                        <a:pt x="87" y="24"/>
                      </a:lnTo>
                      <a:lnTo>
                        <a:pt x="39" y="0"/>
                      </a:lnTo>
                      <a:lnTo>
                        <a:pt x="0" y="75"/>
                      </a:lnTo>
                      <a:lnTo>
                        <a:pt x="48" y="99"/>
                      </a:lnTo>
                      <a:lnTo>
                        <a:pt x="96" y="124"/>
                      </a:lnTo>
                      <a:lnTo>
                        <a:pt x="135" y="4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" name="Freeform 2410">
                  <a:extLst>
                    <a:ext uri="{FF2B5EF4-FFF2-40B4-BE49-F238E27FC236}">
                      <a16:creationId xmlns:a16="http://schemas.microsoft.com/office/drawing/2014/main" id="{D020C4A6-DA47-DE31-6BFD-B56A6ACFE4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1" y="3215"/>
                  <a:ext cx="9" cy="5"/>
                </a:xfrm>
                <a:custGeom>
                  <a:avLst/>
                  <a:gdLst>
                    <a:gd name="T0" fmla="*/ 0 w 51"/>
                    <a:gd name="T1" fmla="*/ 0 h 24"/>
                    <a:gd name="T2" fmla="*/ 0 w 51"/>
                    <a:gd name="T3" fmla="*/ 0 h 24"/>
                    <a:gd name="T4" fmla="*/ 0 w 51"/>
                    <a:gd name="T5" fmla="*/ 0 h 24"/>
                    <a:gd name="T6" fmla="*/ 0 w 51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4"/>
                    <a:gd name="T14" fmla="*/ 51 w 51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4">
                      <a:moveTo>
                        <a:pt x="51" y="24"/>
                      </a:moveTo>
                      <a:lnTo>
                        <a:pt x="3" y="0"/>
                      </a:lnTo>
                      <a:lnTo>
                        <a:pt x="0" y="7"/>
                      </a:lnTo>
                      <a:lnTo>
                        <a:pt x="51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8" name="Line 2411">
                  <a:extLst>
                    <a:ext uri="{FF2B5EF4-FFF2-40B4-BE49-F238E27FC236}">
                      <a16:creationId xmlns:a16="http://schemas.microsoft.com/office/drawing/2014/main" id="{C78200DD-3170-155C-663E-914A1C9C6A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41" y="3215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9" name="Freeform 2412">
                  <a:extLst>
                    <a:ext uri="{FF2B5EF4-FFF2-40B4-BE49-F238E27FC236}">
                      <a16:creationId xmlns:a16="http://schemas.microsoft.com/office/drawing/2014/main" id="{E50ED64E-FE83-3A68-50D8-4414954862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4"/>
                      </a:moveTo>
                      <a:lnTo>
                        <a:pt x="77" y="17"/>
                      </a:lnTo>
                      <a:lnTo>
                        <a:pt x="26" y="0"/>
                      </a:lnTo>
                      <a:lnTo>
                        <a:pt x="0" y="81"/>
                      </a:lnTo>
                      <a:lnTo>
                        <a:pt x="50" y="98"/>
                      </a:lnTo>
                      <a:lnTo>
                        <a:pt x="101" y="115"/>
                      </a:lnTo>
                      <a:lnTo>
                        <a:pt x="128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0" name="Freeform 2413">
                  <a:extLst>
                    <a:ext uri="{FF2B5EF4-FFF2-40B4-BE49-F238E27FC236}">
                      <a16:creationId xmlns:a16="http://schemas.microsoft.com/office/drawing/2014/main" id="{2247B91E-DBDB-E8C6-8B69-63EE796720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17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4"/>
                      </a:moveTo>
                      <a:lnTo>
                        <a:pt x="77" y="17"/>
                      </a:lnTo>
                      <a:lnTo>
                        <a:pt x="26" y="0"/>
                      </a:lnTo>
                      <a:lnTo>
                        <a:pt x="0" y="81"/>
                      </a:lnTo>
                      <a:lnTo>
                        <a:pt x="50" y="98"/>
                      </a:lnTo>
                      <a:lnTo>
                        <a:pt x="101" y="115"/>
                      </a:lnTo>
                      <a:lnTo>
                        <a:pt x="128" y="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1" name="Freeform 2414">
                  <a:extLst>
                    <a:ext uri="{FF2B5EF4-FFF2-40B4-BE49-F238E27FC236}">
                      <a16:creationId xmlns:a16="http://schemas.microsoft.com/office/drawing/2014/main" id="{F96069A8-5853-8C04-9440-54EC6CC0F7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w 103"/>
                    <a:gd name="T31" fmla="*/ 0 h 70"/>
                    <a:gd name="T32" fmla="*/ 0 w 103"/>
                    <a:gd name="T33" fmla="*/ 0 h 7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3"/>
                    <a:gd name="T52" fmla="*/ 0 h 70"/>
                    <a:gd name="T53" fmla="*/ 103 w 103"/>
                    <a:gd name="T54" fmla="*/ 70 h 70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3" h="70">
                      <a:moveTo>
                        <a:pt x="52" y="17"/>
                      </a:moveTo>
                      <a:lnTo>
                        <a:pt x="103" y="34"/>
                      </a:lnTo>
                      <a:lnTo>
                        <a:pt x="98" y="44"/>
                      </a:lnTo>
                      <a:lnTo>
                        <a:pt x="91" y="54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70"/>
                      </a:lnTo>
                      <a:lnTo>
                        <a:pt x="47" y="70"/>
                      </a:lnTo>
                      <a:lnTo>
                        <a:pt x="36" y="67"/>
                      </a:lnTo>
                      <a:lnTo>
                        <a:pt x="25" y="62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6"/>
                      </a:lnTo>
                      <a:lnTo>
                        <a:pt x="0" y="24"/>
                      </a:lnTo>
                      <a:lnTo>
                        <a:pt x="0" y="11"/>
                      </a:lnTo>
                      <a:lnTo>
                        <a:pt x="2" y="0"/>
                      </a:lnTo>
                      <a:lnTo>
                        <a:pt x="52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2" name="Freeform 2415">
                  <a:extLst>
                    <a:ext uri="{FF2B5EF4-FFF2-40B4-BE49-F238E27FC236}">
                      <a16:creationId xmlns:a16="http://schemas.microsoft.com/office/drawing/2014/main" id="{3EEADFB9-A5D8-CAA8-0E3D-9EC8FD4EFA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37" y="3230"/>
                  <a:ext cx="17" cy="12"/>
                </a:xfrm>
                <a:custGeom>
                  <a:avLst/>
                  <a:gdLst>
                    <a:gd name="T0" fmla="*/ 0 w 103"/>
                    <a:gd name="T1" fmla="*/ 0 h 70"/>
                    <a:gd name="T2" fmla="*/ 0 w 103"/>
                    <a:gd name="T3" fmla="*/ 0 h 70"/>
                    <a:gd name="T4" fmla="*/ 0 w 103"/>
                    <a:gd name="T5" fmla="*/ 0 h 70"/>
                    <a:gd name="T6" fmla="*/ 0 w 103"/>
                    <a:gd name="T7" fmla="*/ 0 h 70"/>
                    <a:gd name="T8" fmla="*/ 0 w 103"/>
                    <a:gd name="T9" fmla="*/ 0 h 70"/>
                    <a:gd name="T10" fmla="*/ 0 w 103"/>
                    <a:gd name="T11" fmla="*/ 0 h 70"/>
                    <a:gd name="T12" fmla="*/ 0 w 103"/>
                    <a:gd name="T13" fmla="*/ 0 h 70"/>
                    <a:gd name="T14" fmla="*/ 0 w 103"/>
                    <a:gd name="T15" fmla="*/ 0 h 70"/>
                    <a:gd name="T16" fmla="*/ 0 w 103"/>
                    <a:gd name="T17" fmla="*/ 0 h 70"/>
                    <a:gd name="T18" fmla="*/ 0 w 103"/>
                    <a:gd name="T19" fmla="*/ 0 h 70"/>
                    <a:gd name="T20" fmla="*/ 0 w 103"/>
                    <a:gd name="T21" fmla="*/ 0 h 70"/>
                    <a:gd name="T22" fmla="*/ 0 w 103"/>
                    <a:gd name="T23" fmla="*/ 0 h 70"/>
                    <a:gd name="T24" fmla="*/ 0 w 103"/>
                    <a:gd name="T25" fmla="*/ 0 h 70"/>
                    <a:gd name="T26" fmla="*/ 0 w 103"/>
                    <a:gd name="T27" fmla="*/ 0 h 70"/>
                    <a:gd name="T28" fmla="*/ 0 w 103"/>
                    <a:gd name="T29" fmla="*/ 0 h 7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3"/>
                    <a:gd name="T46" fmla="*/ 0 h 70"/>
                    <a:gd name="T47" fmla="*/ 103 w 103"/>
                    <a:gd name="T48" fmla="*/ 70 h 70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3" h="70">
                      <a:moveTo>
                        <a:pt x="103" y="34"/>
                      </a:moveTo>
                      <a:lnTo>
                        <a:pt x="98" y="44"/>
                      </a:lnTo>
                      <a:lnTo>
                        <a:pt x="91" y="54"/>
                      </a:lnTo>
                      <a:lnTo>
                        <a:pt x="82" y="61"/>
                      </a:lnTo>
                      <a:lnTo>
                        <a:pt x="72" y="66"/>
                      </a:lnTo>
                      <a:lnTo>
                        <a:pt x="60" y="70"/>
                      </a:lnTo>
                      <a:lnTo>
                        <a:pt x="47" y="70"/>
                      </a:lnTo>
                      <a:lnTo>
                        <a:pt x="36" y="67"/>
                      </a:lnTo>
                      <a:lnTo>
                        <a:pt x="25" y="62"/>
                      </a:lnTo>
                      <a:lnTo>
                        <a:pt x="15" y="55"/>
                      </a:lnTo>
                      <a:lnTo>
                        <a:pt x="8" y="46"/>
                      </a:lnTo>
                      <a:lnTo>
                        <a:pt x="3" y="36"/>
                      </a:lnTo>
                      <a:lnTo>
                        <a:pt x="0" y="24"/>
                      </a:lnTo>
                      <a:lnTo>
                        <a:pt x="0" y="11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" name="Line 2416">
                  <a:extLst>
                    <a:ext uri="{FF2B5EF4-FFF2-40B4-BE49-F238E27FC236}">
                      <a16:creationId xmlns:a16="http://schemas.microsoft.com/office/drawing/2014/main" id="{1382F481-EEDE-F5DE-DC40-F1E3B31156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4" y="380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" name="Freeform 2417">
                  <a:extLst>
                    <a:ext uri="{FF2B5EF4-FFF2-40B4-BE49-F238E27FC236}">
                      <a16:creationId xmlns:a16="http://schemas.microsoft.com/office/drawing/2014/main" id="{99623472-0A1E-A0B1-5393-C961FD402E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5" name="Freeform 2418">
                  <a:extLst>
                    <a:ext uri="{FF2B5EF4-FFF2-40B4-BE49-F238E27FC236}">
                      <a16:creationId xmlns:a16="http://schemas.microsoft.com/office/drawing/2014/main" id="{53FAD01A-B603-BE7D-2757-8DF74F30A6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5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6" name="Freeform 2419">
                  <a:extLst>
                    <a:ext uri="{FF2B5EF4-FFF2-40B4-BE49-F238E27FC236}">
                      <a16:creationId xmlns:a16="http://schemas.microsoft.com/office/drawing/2014/main" id="{F7A6446E-E63C-1FA5-D0B7-3693AA0714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" name="Freeform 2420">
                  <a:extLst>
                    <a:ext uri="{FF2B5EF4-FFF2-40B4-BE49-F238E27FC236}">
                      <a16:creationId xmlns:a16="http://schemas.microsoft.com/office/drawing/2014/main" id="{28C4FE91-E187-126A-D615-1F54E9C6D7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" name="Freeform 2421">
                  <a:extLst>
                    <a:ext uri="{FF2B5EF4-FFF2-40B4-BE49-F238E27FC236}">
                      <a16:creationId xmlns:a16="http://schemas.microsoft.com/office/drawing/2014/main" id="{E0D04CD4-818C-001F-A090-F73722C80F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5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" name="Freeform 2422">
                  <a:extLst>
                    <a:ext uri="{FF2B5EF4-FFF2-40B4-BE49-F238E27FC236}">
                      <a16:creationId xmlns:a16="http://schemas.microsoft.com/office/drawing/2014/main" id="{F6081449-D3B8-6134-FC79-E5C5AD42DE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5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0" name="Freeform 2423">
                  <a:extLst>
                    <a:ext uri="{FF2B5EF4-FFF2-40B4-BE49-F238E27FC236}">
                      <a16:creationId xmlns:a16="http://schemas.microsoft.com/office/drawing/2014/main" id="{664914E3-8C0D-84E2-7783-1DAB24C74D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1" name="Freeform 2424">
                  <a:extLst>
                    <a:ext uri="{FF2B5EF4-FFF2-40B4-BE49-F238E27FC236}">
                      <a16:creationId xmlns:a16="http://schemas.microsoft.com/office/drawing/2014/main" id="{A4B2E9D6-A372-81CE-8E21-BAAC376B8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5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2" name="Freeform 2425">
                  <a:extLst>
                    <a:ext uri="{FF2B5EF4-FFF2-40B4-BE49-F238E27FC236}">
                      <a16:creationId xmlns:a16="http://schemas.microsoft.com/office/drawing/2014/main" id="{AF4A98FC-9E0D-A26F-425A-FD6A139E4F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0" y="901"/>
                      </a:move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3" name="Freeform 2426">
                  <a:extLst>
                    <a:ext uri="{FF2B5EF4-FFF2-40B4-BE49-F238E27FC236}">
                      <a16:creationId xmlns:a16="http://schemas.microsoft.com/office/drawing/2014/main" id="{6D81A674-3731-11F3-E118-1F524AE303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0" y="901"/>
                      </a:move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4" name="Freeform 2427">
                  <a:extLst>
                    <a:ext uri="{FF2B5EF4-FFF2-40B4-BE49-F238E27FC236}">
                      <a16:creationId xmlns:a16="http://schemas.microsoft.com/office/drawing/2014/main" id="{F95D8E33-2228-53B0-8548-B73D5E6080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5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5" name="Freeform 2428">
                  <a:extLst>
                    <a:ext uri="{FF2B5EF4-FFF2-40B4-BE49-F238E27FC236}">
                      <a16:creationId xmlns:a16="http://schemas.microsoft.com/office/drawing/2014/main" id="{3730ACC9-9C0C-0B53-FF9D-76DA9C1D25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0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5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6" name="Line 2429">
                  <a:extLst>
                    <a:ext uri="{FF2B5EF4-FFF2-40B4-BE49-F238E27FC236}">
                      <a16:creationId xmlns:a16="http://schemas.microsoft.com/office/drawing/2014/main" id="{C508907F-8127-1466-E61A-D4E9C4216C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290"/>
                  <a:ext cx="1" cy="4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7" name="Line 2430">
                  <a:extLst>
                    <a:ext uri="{FF2B5EF4-FFF2-40B4-BE49-F238E27FC236}">
                      <a16:creationId xmlns:a16="http://schemas.microsoft.com/office/drawing/2014/main" id="{EA3F6BC2-E7C5-8915-F06A-09CD119F45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360"/>
                  <a:ext cx="1" cy="4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8" name="Line 2431">
                  <a:extLst>
                    <a:ext uri="{FF2B5EF4-FFF2-40B4-BE49-F238E27FC236}">
                      <a16:creationId xmlns:a16="http://schemas.microsoft.com/office/drawing/2014/main" id="{06F478AC-BF47-BF21-C8E3-A1A2DAB4F3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3594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9" name="Line 2432">
                  <a:extLst>
                    <a:ext uri="{FF2B5EF4-FFF2-40B4-BE49-F238E27FC236}">
                      <a16:creationId xmlns:a16="http://schemas.microsoft.com/office/drawing/2014/main" id="{9B0F90FA-AA93-2BC6-0D83-4485D01A3F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7" y="35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0" name="Line 2433">
                  <a:extLst>
                    <a:ext uri="{FF2B5EF4-FFF2-40B4-BE49-F238E27FC236}">
                      <a16:creationId xmlns:a16="http://schemas.microsoft.com/office/drawing/2014/main" id="{117971ED-2141-BB50-26F9-5527F54EF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3" y="35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1" name="Line 2434">
                  <a:extLst>
                    <a:ext uri="{FF2B5EF4-FFF2-40B4-BE49-F238E27FC236}">
                      <a16:creationId xmlns:a16="http://schemas.microsoft.com/office/drawing/2014/main" id="{9D365922-31F8-8550-1F67-F5E3F9F05D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3594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2" name="Line 2435">
                  <a:extLst>
                    <a:ext uri="{FF2B5EF4-FFF2-40B4-BE49-F238E27FC236}">
                      <a16:creationId xmlns:a16="http://schemas.microsoft.com/office/drawing/2014/main" id="{9BAB10C1-9137-9C01-CFF7-C844AA44A3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7" y="3594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" name="Line 2436">
                  <a:extLst>
                    <a:ext uri="{FF2B5EF4-FFF2-40B4-BE49-F238E27FC236}">
                      <a16:creationId xmlns:a16="http://schemas.microsoft.com/office/drawing/2014/main" id="{B2EB48FD-FA0F-6FC2-9B86-1221DAC69B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3" y="3594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4" name="Line 2437">
                  <a:extLst>
                    <a:ext uri="{FF2B5EF4-FFF2-40B4-BE49-F238E27FC236}">
                      <a16:creationId xmlns:a16="http://schemas.microsoft.com/office/drawing/2014/main" id="{67A04EC0-0962-B5AF-5A42-D4556FD2C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122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5" name="Freeform 2438">
                  <a:extLst>
                    <a:ext uri="{FF2B5EF4-FFF2-40B4-BE49-F238E27FC236}">
                      <a16:creationId xmlns:a16="http://schemas.microsoft.com/office/drawing/2014/main" id="{3346453F-A2CE-08EF-C96C-A95F0E883A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2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6" name="Freeform 2439">
                  <a:extLst>
                    <a:ext uri="{FF2B5EF4-FFF2-40B4-BE49-F238E27FC236}">
                      <a16:creationId xmlns:a16="http://schemas.microsoft.com/office/drawing/2014/main" id="{AB0366D8-D7E3-011E-56C6-25F06835D2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2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7" name="Freeform 2440">
                  <a:extLst>
                    <a:ext uri="{FF2B5EF4-FFF2-40B4-BE49-F238E27FC236}">
                      <a16:creationId xmlns:a16="http://schemas.microsoft.com/office/drawing/2014/main" id="{68F6CBC5-52F5-A34E-4C77-65CD943143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224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" name="Freeform 2441">
                  <a:extLst>
                    <a:ext uri="{FF2B5EF4-FFF2-40B4-BE49-F238E27FC236}">
                      <a16:creationId xmlns:a16="http://schemas.microsoft.com/office/drawing/2014/main" id="{EA6D5D71-512D-9754-729B-D82D94C12B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224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" name="Freeform 2442">
                  <a:extLst>
                    <a:ext uri="{FF2B5EF4-FFF2-40B4-BE49-F238E27FC236}">
                      <a16:creationId xmlns:a16="http://schemas.microsoft.com/office/drawing/2014/main" id="{9B030561-E288-B55C-D9DC-33D286A9D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0" name="Freeform 2443">
                  <a:extLst>
                    <a:ext uri="{FF2B5EF4-FFF2-40B4-BE49-F238E27FC236}">
                      <a16:creationId xmlns:a16="http://schemas.microsoft.com/office/drawing/2014/main" id="{3DAA835B-A612-1416-A6DE-07A2FBD1A3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1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1" name="Freeform 2444">
                  <a:extLst>
                    <a:ext uri="{FF2B5EF4-FFF2-40B4-BE49-F238E27FC236}">
                      <a16:creationId xmlns:a16="http://schemas.microsoft.com/office/drawing/2014/main" id="{8606D028-56FA-4BBF-8A11-C58DC963DB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2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2" name="Freeform 2445">
                  <a:extLst>
                    <a:ext uri="{FF2B5EF4-FFF2-40B4-BE49-F238E27FC236}">
                      <a16:creationId xmlns:a16="http://schemas.microsoft.com/office/drawing/2014/main" id="{F76C6316-C928-6B03-CFD5-A9F670BA97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2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2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3" name="Freeform 2446">
                  <a:extLst>
                    <a:ext uri="{FF2B5EF4-FFF2-40B4-BE49-F238E27FC236}">
                      <a16:creationId xmlns:a16="http://schemas.microsoft.com/office/drawing/2014/main" id="{3D23F06F-9E58-DD2C-C58E-B8E5E510FE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753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4" name="Freeform 2447">
                  <a:extLst>
                    <a:ext uri="{FF2B5EF4-FFF2-40B4-BE49-F238E27FC236}">
                      <a16:creationId xmlns:a16="http://schemas.microsoft.com/office/drawing/2014/main" id="{A5D12603-4839-01D0-A4CF-C39CBB8581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753"/>
                  <a:ext cx="481" cy="18"/>
                </a:xfrm>
                <a:custGeom>
                  <a:avLst/>
                  <a:gdLst>
                    <a:gd name="T0" fmla="*/ 0 w 2886"/>
                    <a:gd name="T1" fmla="*/ 0 h 107"/>
                    <a:gd name="T2" fmla="*/ 0 w 2886"/>
                    <a:gd name="T3" fmla="*/ 0 h 107"/>
                    <a:gd name="T4" fmla="*/ 0 w 2886"/>
                    <a:gd name="T5" fmla="*/ 0 h 107"/>
                    <a:gd name="T6" fmla="*/ 0 w 2886"/>
                    <a:gd name="T7" fmla="*/ 0 h 107"/>
                    <a:gd name="T8" fmla="*/ 0 w 2886"/>
                    <a:gd name="T9" fmla="*/ 0 h 107"/>
                    <a:gd name="T10" fmla="*/ 0 w 2886"/>
                    <a:gd name="T11" fmla="*/ 0 h 107"/>
                    <a:gd name="T12" fmla="*/ 0 w 2886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86"/>
                    <a:gd name="T22" fmla="*/ 0 h 107"/>
                    <a:gd name="T23" fmla="*/ 2886 w 2886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86" h="107">
                      <a:moveTo>
                        <a:pt x="2886" y="107"/>
                      </a:moveTo>
                      <a:lnTo>
                        <a:pt x="2886" y="54"/>
                      </a:lnTo>
                      <a:lnTo>
                        <a:pt x="2886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86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5" name="Freeform 2448">
                  <a:extLst>
                    <a:ext uri="{FF2B5EF4-FFF2-40B4-BE49-F238E27FC236}">
                      <a16:creationId xmlns:a16="http://schemas.microsoft.com/office/drawing/2014/main" id="{F439007E-FF18-2D9C-9A24-89F090A184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6" name="Freeform 2449">
                  <a:extLst>
                    <a:ext uri="{FF2B5EF4-FFF2-40B4-BE49-F238E27FC236}">
                      <a16:creationId xmlns:a16="http://schemas.microsoft.com/office/drawing/2014/main" id="{076F8D89-0D57-7E8D-CBF0-4B0ACFA79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1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7" name="Freeform 2450">
                  <a:extLst>
                    <a:ext uri="{FF2B5EF4-FFF2-40B4-BE49-F238E27FC236}">
                      <a16:creationId xmlns:a16="http://schemas.microsoft.com/office/drawing/2014/main" id="{DE147E28-DF3B-8A58-008E-E7777B6DCB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24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3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7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" name="Freeform 2451">
                  <a:extLst>
                    <a:ext uri="{FF2B5EF4-FFF2-40B4-BE49-F238E27FC236}">
                      <a16:creationId xmlns:a16="http://schemas.microsoft.com/office/drawing/2014/main" id="{96090C3F-3D53-517C-8796-B8C987F713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24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3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7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" name="Freeform 2452">
                  <a:extLst>
                    <a:ext uri="{FF2B5EF4-FFF2-40B4-BE49-F238E27FC236}">
                      <a16:creationId xmlns:a16="http://schemas.microsoft.com/office/drawing/2014/main" id="{936570A5-31A9-1724-9925-2AC91A0082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72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0" y="11"/>
                      </a:moveTo>
                      <a:lnTo>
                        <a:pt x="53" y="8"/>
                      </a:lnTo>
                      <a:lnTo>
                        <a:pt x="52" y="0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0" name="Line 2453">
                  <a:extLst>
                    <a:ext uri="{FF2B5EF4-FFF2-40B4-BE49-F238E27FC236}">
                      <a16:creationId xmlns:a16="http://schemas.microsoft.com/office/drawing/2014/main" id="{4D57E413-B92D-CB69-81BF-D9C4B94CAA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6" y="372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1" name="Freeform 2454">
                  <a:extLst>
                    <a:ext uri="{FF2B5EF4-FFF2-40B4-BE49-F238E27FC236}">
                      <a16:creationId xmlns:a16="http://schemas.microsoft.com/office/drawing/2014/main" id="{EBB51DA2-9BB2-5E8A-54A3-8A808CDE0F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09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1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4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2" name="Freeform 2455">
                  <a:extLst>
                    <a:ext uri="{FF2B5EF4-FFF2-40B4-BE49-F238E27FC236}">
                      <a16:creationId xmlns:a16="http://schemas.microsoft.com/office/drawing/2014/main" id="{92EB685A-DD00-0EAA-D104-A8659DFA84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09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1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4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3" name="Freeform 2456">
                  <a:extLst>
                    <a:ext uri="{FF2B5EF4-FFF2-40B4-BE49-F238E27FC236}">
                      <a16:creationId xmlns:a16="http://schemas.microsoft.com/office/drawing/2014/main" id="{011C03A8-1F1A-8DAD-4C89-1EE3E0F4FD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708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19"/>
                      </a:moveTo>
                      <a:lnTo>
                        <a:pt x="52" y="7"/>
                      </a:lnTo>
                      <a:lnTo>
                        <a:pt x="50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4" name="Line 2457">
                  <a:extLst>
                    <a:ext uri="{FF2B5EF4-FFF2-40B4-BE49-F238E27FC236}">
                      <a16:creationId xmlns:a16="http://schemas.microsoft.com/office/drawing/2014/main" id="{CFDA508C-8A63-203C-B0C5-75DA31B2BF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2" y="37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5" name="Freeform 2458">
                  <a:extLst>
                    <a:ext uri="{FF2B5EF4-FFF2-40B4-BE49-F238E27FC236}">
                      <a16:creationId xmlns:a16="http://schemas.microsoft.com/office/drawing/2014/main" id="{C983B6A4-8295-4304-6C95-76AA5B722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695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6" name="Freeform 2459">
                  <a:extLst>
                    <a:ext uri="{FF2B5EF4-FFF2-40B4-BE49-F238E27FC236}">
                      <a16:creationId xmlns:a16="http://schemas.microsoft.com/office/drawing/2014/main" id="{3CAA5EAF-9C1A-E95A-A0AF-9ACB691479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695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7" name="Freeform 2460">
                  <a:extLst>
                    <a:ext uri="{FF2B5EF4-FFF2-40B4-BE49-F238E27FC236}">
                      <a16:creationId xmlns:a16="http://schemas.microsoft.com/office/drawing/2014/main" id="{17C3FA8C-D980-236C-E139-92B126921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694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0" y="26"/>
                      </a:moveTo>
                      <a:lnTo>
                        <a:pt x="50" y="7"/>
                      </a:lnTo>
                      <a:lnTo>
                        <a:pt x="47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Line 2461">
                  <a:extLst>
                    <a:ext uri="{FF2B5EF4-FFF2-40B4-BE49-F238E27FC236}">
                      <a16:creationId xmlns:a16="http://schemas.microsoft.com/office/drawing/2014/main" id="{C71B436F-3744-2C91-643A-CEFE48C0C7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7" y="36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" name="Freeform 2462">
                  <a:extLst>
                    <a:ext uri="{FF2B5EF4-FFF2-40B4-BE49-F238E27FC236}">
                      <a16:creationId xmlns:a16="http://schemas.microsoft.com/office/drawing/2014/main" id="{32F9BBD3-3060-710C-58A4-C6ED27CF7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39" y="123"/>
                      </a:moveTo>
                      <a:lnTo>
                        <a:pt x="85" y="98"/>
                      </a:lnTo>
                      <a:lnTo>
                        <a:pt x="132" y="72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39" y="1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0" name="Freeform 2463">
                  <a:extLst>
                    <a:ext uri="{FF2B5EF4-FFF2-40B4-BE49-F238E27FC236}">
                      <a16:creationId xmlns:a16="http://schemas.microsoft.com/office/drawing/2014/main" id="{3B001358-3408-2012-1AFB-86FB1E9E3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39" y="123"/>
                      </a:moveTo>
                      <a:lnTo>
                        <a:pt x="85" y="98"/>
                      </a:lnTo>
                      <a:lnTo>
                        <a:pt x="132" y="72"/>
                      </a:lnTo>
                      <a:lnTo>
                        <a:pt x="93" y="0"/>
                      </a:lnTo>
                      <a:lnTo>
                        <a:pt x="46" y="26"/>
                      </a:lnTo>
                      <a:lnTo>
                        <a:pt x="0" y="51"/>
                      </a:lnTo>
                      <a:lnTo>
                        <a:pt x="39" y="1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1" name="Freeform 2464">
                  <a:extLst>
                    <a:ext uri="{FF2B5EF4-FFF2-40B4-BE49-F238E27FC236}">
                      <a16:creationId xmlns:a16="http://schemas.microsoft.com/office/drawing/2014/main" id="{C316A9C0-909F-D4C7-894B-1A536C9637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681"/>
                  <a:ext cx="8" cy="5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0" y="33"/>
                      </a:moveTo>
                      <a:lnTo>
                        <a:pt x="47" y="7"/>
                      </a:lnTo>
                      <a:lnTo>
                        <a:pt x="43" y="0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2" name="Line 2465">
                  <a:extLst>
                    <a:ext uri="{FF2B5EF4-FFF2-40B4-BE49-F238E27FC236}">
                      <a16:creationId xmlns:a16="http://schemas.microsoft.com/office/drawing/2014/main" id="{F7EEDEBA-65A1-351A-50CF-8E6D0F340F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0" y="36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3" name="Freeform 2466">
                  <a:extLst>
                    <a:ext uri="{FF2B5EF4-FFF2-40B4-BE49-F238E27FC236}">
                      <a16:creationId xmlns:a16="http://schemas.microsoft.com/office/drawing/2014/main" id="{C470EC6B-FDCF-B79B-7F18-D067E41417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670"/>
                  <a:ext cx="22" cy="22"/>
                </a:xfrm>
                <a:custGeom>
                  <a:avLst/>
                  <a:gdLst>
                    <a:gd name="T0" fmla="*/ 0 w 135"/>
                    <a:gd name="T1" fmla="*/ 0 h 132"/>
                    <a:gd name="T2" fmla="*/ 0 w 135"/>
                    <a:gd name="T3" fmla="*/ 0 h 132"/>
                    <a:gd name="T4" fmla="*/ 0 w 135"/>
                    <a:gd name="T5" fmla="*/ 0 h 132"/>
                    <a:gd name="T6" fmla="*/ 0 w 135"/>
                    <a:gd name="T7" fmla="*/ 0 h 132"/>
                    <a:gd name="T8" fmla="*/ 0 w 135"/>
                    <a:gd name="T9" fmla="*/ 0 h 132"/>
                    <a:gd name="T10" fmla="*/ 0 w 135"/>
                    <a:gd name="T11" fmla="*/ 0 h 132"/>
                    <a:gd name="T12" fmla="*/ 0 w 135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2"/>
                    <a:gd name="T23" fmla="*/ 135 w 135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2">
                      <a:moveTo>
                        <a:pt x="50" y="132"/>
                      </a:moveTo>
                      <a:lnTo>
                        <a:pt x="92" y="99"/>
                      </a:lnTo>
                      <a:lnTo>
                        <a:pt x="135" y="66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6"/>
                      </a:lnTo>
                      <a:lnTo>
                        <a:pt x="50" y="1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4" name="Freeform 2467">
                  <a:extLst>
                    <a:ext uri="{FF2B5EF4-FFF2-40B4-BE49-F238E27FC236}">
                      <a16:creationId xmlns:a16="http://schemas.microsoft.com/office/drawing/2014/main" id="{A0B6D56A-D32A-F99D-8DCA-DD5F25D157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670"/>
                  <a:ext cx="22" cy="22"/>
                </a:xfrm>
                <a:custGeom>
                  <a:avLst/>
                  <a:gdLst>
                    <a:gd name="T0" fmla="*/ 0 w 135"/>
                    <a:gd name="T1" fmla="*/ 0 h 132"/>
                    <a:gd name="T2" fmla="*/ 0 w 135"/>
                    <a:gd name="T3" fmla="*/ 0 h 132"/>
                    <a:gd name="T4" fmla="*/ 0 w 135"/>
                    <a:gd name="T5" fmla="*/ 0 h 132"/>
                    <a:gd name="T6" fmla="*/ 0 w 135"/>
                    <a:gd name="T7" fmla="*/ 0 h 132"/>
                    <a:gd name="T8" fmla="*/ 0 w 135"/>
                    <a:gd name="T9" fmla="*/ 0 h 132"/>
                    <a:gd name="T10" fmla="*/ 0 w 135"/>
                    <a:gd name="T11" fmla="*/ 0 h 132"/>
                    <a:gd name="T12" fmla="*/ 0 w 135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2"/>
                    <a:gd name="T23" fmla="*/ 135 w 135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2">
                      <a:moveTo>
                        <a:pt x="50" y="132"/>
                      </a:moveTo>
                      <a:lnTo>
                        <a:pt x="92" y="99"/>
                      </a:lnTo>
                      <a:lnTo>
                        <a:pt x="135" y="66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6"/>
                      </a:lnTo>
                      <a:lnTo>
                        <a:pt x="50" y="13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5" name="Freeform 2468">
                  <a:extLst>
                    <a:ext uri="{FF2B5EF4-FFF2-40B4-BE49-F238E27FC236}">
                      <a16:creationId xmlns:a16="http://schemas.microsoft.com/office/drawing/2014/main" id="{932C7AA7-4246-3766-C456-137199FC91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669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38"/>
                      </a:moveTo>
                      <a:lnTo>
                        <a:pt x="42" y="5"/>
                      </a:lnTo>
                      <a:lnTo>
                        <a:pt x="38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6" name="Line 2469">
                  <a:extLst>
                    <a:ext uri="{FF2B5EF4-FFF2-40B4-BE49-F238E27FC236}">
                      <a16:creationId xmlns:a16="http://schemas.microsoft.com/office/drawing/2014/main" id="{FC5555E4-FF0F-9A0F-EA60-D639E1D3D6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81" y="36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" name="Freeform 2470">
                  <a:extLst>
                    <a:ext uri="{FF2B5EF4-FFF2-40B4-BE49-F238E27FC236}">
                      <a16:creationId xmlns:a16="http://schemas.microsoft.com/office/drawing/2014/main" id="{898D3678-0F42-E0CF-9902-5A464B84B0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659"/>
                  <a:ext cx="22" cy="23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58" y="134"/>
                      </a:moveTo>
                      <a:lnTo>
                        <a:pt x="97" y="96"/>
                      </a:lnTo>
                      <a:lnTo>
                        <a:pt x="135" y="58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8" name="Freeform 2471">
                  <a:extLst>
                    <a:ext uri="{FF2B5EF4-FFF2-40B4-BE49-F238E27FC236}">
                      <a16:creationId xmlns:a16="http://schemas.microsoft.com/office/drawing/2014/main" id="{40AB4210-19E7-294A-AF6C-2D2272689A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659"/>
                  <a:ext cx="22" cy="23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58" y="134"/>
                      </a:moveTo>
                      <a:lnTo>
                        <a:pt x="97" y="96"/>
                      </a:lnTo>
                      <a:lnTo>
                        <a:pt x="135" y="58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" name="Freeform 2472">
                  <a:extLst>
                    <a:ext uri="{FF2B5EF4-FFF2-40B4-BE49-F238E27FC236}">
                      <a16:creationId xmlns:a16="http://schemas.microsoft.com/office/drawing/2014/main" id="{2D756C23-AA95-63A9-7842-1283232064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65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0" y="43"/>
                      </a:moveTo>
                      <a:lnTo>
                        <a:pt x="38" y="5"/>
                      </a:lnTo>
                      <a:lnTo>
                        <a:pt x="33" y="0"/>
                      </a:lnTo>
                      <a:lnTo>
                        <a:pt x="0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" name="Line 2473">
                  <a:extLst>
                    <a:ext uri="{FF2B5EF4-FFF2-40B4-BE49-F238E27FC236}">
                      <a16:creationId xmlns:a16="http://schemas.microsoft.com/office/drawing/2014/main" id="{51E2ACE5-5930-906A-A416-5146E4135A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70" y="36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1" name="Freeform 2474">
                  <a:extLst>
                    <a:ext uri="{FF2B5EF4-FFF2-40B4-BE49-F238E27FC236}">
                      <a16:creationId xmlns:a16="http://schemas.microsoft.com/office/drawing/2014/main" id="{68E87CD7-F15F-74FF-8CDC-CAB571B179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650"/>
                  <a:ext cx="22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134"/>
                      </a:move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2" name="Freeform 2475">
                  <a:extLst>
                    <a:ext uri="{FF2B5EF4-FFF2-40B4-BE49-F238E27FC236}">
                      <a16:creationId xmlns:a16="http://schemas.microsoft.com/office/drawing/2014/main" id="{9D98765F-8C3A-C76F-A7A0-E9933B4C13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650"/>
                  <a:ext cx="22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134"/>
                      </a:move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lnTo>
                        <a:pt x="33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3" name="Freeform 2476">
                  <a:extLst>
                    <a:ext uri="{FF2B5EF4-FFF2-40B4-BE49-F238E27FC236}">
                      <a16:creationId xmlns:a16="http://schemas.microsoft.com/office/drawing/2014/main" id="{75B999D5-FF0E-1CE6-27EC-7D534E40EC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649"/>
                  <a:ext cx="5" cy="8"/>
                </a:xfrm>
                <a:custGeom>
                  <a:avLst/>
                  <a:gdLst>
                    <a:gd name="T0" fmla="*/ 0 w 32"/>
                    <a:gd name="T1" fmla="*/ 0 h 47"/>
                    <a:gd name="T2" fmla="*/ 0 w 32"/>
                    <a:gd name="T3" fmla="*/ 0 h 47"/>
                    <a:gd name="T4" fmla="*/ 0 w 32"/>
                    <a:gd name="T5" fmla="*/ 0 h 47"/>
                    <a:gd name="T6" fmla="*/ 0 w 32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7"/>
                    <a:gd name="T14" fmla="*/ 32 w 32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7">
                      <a:moveTo>
                        <a:pt x="0" y="47"/>
                      </a:moveTo>
                      <a:lnTo>
                        <a:pt x="32" y="5"/>
                      </a:lnTo>
                      <a:lnTo>
                        <a:pt x="25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4" name="Line 2477">
                  <a:extLst>
                    <a:ext uri="{FF2B5EF4-FFF2-40B4-BE49-F238E27FC236}">
                      <a16:creationId xmlns:a16="http://schemas.microsoft.com/office/drawing/2014/main" id="{0037209C-542D-BF6A-E962-D47FE3060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58" y="364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5" name="Freeform 2478">
                  <a:extLst>
                    <a:ext uri="{FF2B5EF4-FFF2-40B4-BE49-F238E27FC236}">
                      <a16:creationId xmlns:a16="http://schemas.microsoft.com/office/drawing/2014/main" id="{E8367116-5DF7-EED3-9EDE-33E69C9FB4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643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72" y="133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2" y="1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6" name="Freeform 2479">
                  <a:extLst>
                    <a:ext uri="{FF2B5EF4-FFF2-40B4-BE49-F238E27FC236}">
                      <a16:creationId xmlns:a16="http://schemas.microsoft.com/office/drawing/2014/main" id="{CD5B5DCB-6840-47F1-C581-892394047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643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72" y="133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7"/>
                      </a:lnTo>
                      <a:lnTo>
                        <a:pt x="0" y="93"/>
                      </a:lnTo>
                      <a:lnTo>
                        <a:pt x="72" y="13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7" name="Freeform 2480">
                  <a:extLst>
                    <a:ext uri="{FF2B5EF4-FFF2-40B4-BE49-F238E27FC236}">
                      <a16:creationId xmlns:a16="http://schemas.microsoft.com/office/drawing/2014/main" id="{D1B26FB6-9967-3F52-579A-CCA890E74D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642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0" y="50"/>
                      </a:moveTo>
                      <a:lnTo>
                        <a:pt x="25" y="3"/>
                      </a:lnTo>
                      <a:lnTo>
                        <a:pt x="19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8" name="Line 2481">
                  <a:extLst>
                    <a:ext uri="{FF2B5EF4-FFF2-40B4-BE49-F238E27FC236}">
                      <a16:creationId xmlns:a16="http://schemas.microsoft.com/office/drawing/2014/main" id="{297F78BF-542D-EC0E-7563-54B1634D5B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45" y="36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9" name="Freeform 2482">
                  <a:extLst>
                    <a:ext uri="{FF2B5EF4-FFF2-40B4-BE49-F238E27FC236}">
                      <a16:creationId xmlns:a16="http://schemas.microsoft.com/office/drawing/2014/main" id="{0B9B3580-17CB-92F2-33F3-3B64BBE216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638"/>
                  <a:ext cx="19" cy="21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8"/>
                      </a:lnTo>
                      <a:lnTo>
                        <a:pt x="38" y="0"/>
                      </a:lnTo>
                      <a:lnTo>
                        <a:pt x="19" y="49"/>
                      </a:lnTo>
                      <a:lnTo>
                        <a:pt x="0" y="99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0" name="Freeform 2483">
                  <a:extLst>
                    <a:ext uri="{FF2B5EF4-FFF2-40B4-BE49-F238E27FC236}">
                      <a16:creationId xmlns:a16="http://schemas.microsoft.com/office/drawing/2014/main" id="{80B4417B-A55E-6B78-C355-9B20DAB59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638"/>
                  <a:ext cx="19" cy="21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8"/>
                      </a:lnTo>
                      <a:lnTo>
                        <a:pt x="38" y="0"/>
                      </a:lnTo>
                      <a:lnTo>
                        <a:pt x="19" y="49"/>
                      </a:lnTo>
                      <a:lnTo>
                        <a:pt x="0" y="99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1" name="Freeform 2484">
                  <a:extLst>
                    <a:ext uri="{FF2B5EF4-FFF2-40B4-BE49-F238E27FC236}">
                      <a16:creationId xmlns:a16="http://schemas.microsoft.com/office/drawing/2014/main" id="{95CF8D57-569E-08CF-77F5-0D0EB14607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637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52"/>
                      </a:moveTo>
                      <a:lnTo>
                        <a:pt x="19" y="3"/>
                      </a:lnTo>
                      <a:lnTo>
                        <a:pt x="12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2" name="Line 2485">
                  <a:extLst>
                    <a:ext uri="{FF2B5EF4-FFF2-40B4-BE49-F238E27FC236}">
                      <a16:creationId xmlns:a16="http://schemas.microsoft.com/office/drawing/2014/main" id="{C78F83D8-7048-5C41-A6FA-D7F5E1869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31" y="36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3" name="Freeform 2486">
                  <a:extLst>
                    <a:ext uri="{FF2B5EF4-FFF2-40B4-BE49-F238E27FC236}">
                      <a16:creationId xmlns:a16="http://schemas.microsoft.com/office/drawing/2014/main" id="{8764E16E-E6AE-1153-4BB8-651A862AC9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634"/>
                  <a:ext cx="17" cy="21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4" name="Freeform 2487">
                  <a:extLst>
                    <a:ext uri="{FF2B5EF4-FFF2-40B4-BE49-F238E27FC236}">
                      <a16:creationId xmlns:a16="http://schemas.microsoft.com/office/drawing/2014/main" id="{2A7F3DB6-4286-C5A5-C6F4-5967701EE2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634"/>
                  <a:ext cx="17" cy="21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5" name="Freeform 2488">
                  <a:extLst>
                    <a:ext uri="{FF2B5EF4-FFF2-40B4-BE49-F238E27FC236}">
                      <a16:creationId xmlns:a16="http://schemas.microsoft.com/office/drawing/2014/main" id="{27FFF1CB-DC8B-F420-F738-D1E341ED58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634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53"/>
                      </a:moveTo>
                      <a:lnTo>
                        <a:pt x="12" y="1"/>
                      </a:lnTo>
                      <a:lnTo>
                        <a:pt x="4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6" name="Line 2489">
                  <a:extLst>
                    <a:ext uri="{FF2B5EF4-FFF2-40B4-BE49-F238E27FC236}">
                      <a16:creationId xmlns:a16="http://schemas.microsoft.com/office/drawing/2014/main" id="{8941808D-CD89-70CA-711C-B6E271EC8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16" y="3634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7" name="Freeform 2490">
                  <a:extLst>
                    <a:ext uri="{FF2B5EF4-FFF2-40B4-BE49-F238E27FC236}">
                      <a16:creationId xmlns:a16="http://schemas.microsoft.com/office/drawing/2014/main" id="{5444A82C-243B-4A17-622F-5A287047A4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3633"/>
                  <a:ext cx="15" cy="19"/>
                </a:xfrm>
                <a:custGeom>
                  <a:avLst/>
                  <a:gdLst>
                    <a:gd name="T0" fmla="*/ 0 w 90"/>
                    <a:gd name="T1" fmla="*/ 0 h 112"/>
                    <a:gd name="T2" fmla="*/ 0 w 90"/>
                    <a:gd name="T3" fmla="*/ 0 h 112"/>
                    <a:gd name="T4" fmla="*/ 0 w 90"/>
                    <a:gd name="T5" fmla="*/ 0 h 112"/>
                    <a:gd name="T6" fmla="*/ 0 w 90"/>
                    <a:gd name="T7" fmla="*/ 0 h 112"/>
                    <a:gd name="T8" fmla="*/ 0 w 90"/>
                    <a:gd name="T9" fmla="*/ 0 h 112"/>
                    <a:gd name="T10" fmla="*/ 0 w 90"/>
                    <a:gd name="T11" fmla="*/ 0 h 112"/>
                    <a:gd name="T12" fmla="*/ 0 w 90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0"/>
                    <a:gd name="T22" fmla="*/ 0 h 112"/>
                    <a:gd name="T23" fmla="*/ 90 w 90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0" h="112">
                      <a:moveTo>
                        <a:pt x="82" y="112"/>
                      </a:moveTo>
                      <a:lnTo>
                        <a:pt x="86" y="59"/>
                      </a:lnTo>
                      <a:lnTo>
                        <a:pt x="90" y="6"/>
                      </a:lnTo>
                      <a:lnTo>
                        <a:pt x="9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" name="Freeform 2491">
                  <a:extLst>
                    <a:ext uri="{FF2B5EF4-FFF2-40B4-BE49-F238E27FC236}">
                      <a16:creationId xmlns:a16="http://schemas.microsoft.com/office/drawing/2014/main" id="{BF4EE9A3-CD0A-4266-B148-E63660DAEE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3633"/>
                  <a:ext cx="15" cy="19"/>
                </a:xfrm>
                <a:custGeom>
                  <a:avLst/>
                  <a:gdLst>
                    <a:gd name="T0" fmla="*/ 0 w 90"/>
                    <a:gd name="T1" fmla="*/ 0 h 112"/>
                    <a:gd name="T2" fmla="*/ 0 w 90"/>
                    <a:gd name="T3" fmla="*/ 0 h 112"/>
                    <a:gd name="T4" fmla="*/ 0 w 90"/>
                    <a:gd name="T5" fmla="*/ 0 h 112"/>
                    <a:gd name="T6" fmla="*/ 0 w 90"/>
                    <a:gd name="T7" fmla="*/ 0 h 112"/>
                    <a:gd name="T8" fmla="*/ 0 w 90"/>
                    <a:gd name="T9" fmla="*/ 0 h 112"/>
                    <a:gd name="T10" fmla="*/ 0 w 90"/>
                    <a:gd name="T11" fmla="*/ 0 h 112"/>
                    <a:gd name="T12" fmla="*/ 0 w 90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0"/>
                    <a:gd name="T22" fmla="*/ 0 h 112"/>
                    <a:gd name="T23" fmla="*/ 90 w 90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0" h="112">
                      <a:moveTo>
                        <a:pt x="82" y="112"/>
                      </a:moveTo>
                      <a:lnTo>
                        <a:pt x="86" y="59"/>
                      </a:lnTo>
                      <a:lnTo>
                        <a:pt x="90" y="6"/>
                      </a:lnTo>
                      <a:lnTo>
                        <a:pt x="9" y="0"/>
                      </a:lnTo>
                      <a:lnTo>
                        <a:pt x="4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" name="Freeform 2492">
                  <a:extLst>
                    <a:ext uri="{FF2B5EF4-FFF2-40B4-BE49-F238E27FC236}">
                      <a16:creationId xmlns:a16="http://schemas.microsoft.com/office/drawing/2014/main" id="{95FB0777-683A-B231-3D12-AE48060B3F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3633"/>
                  <a:ext cx="2" cy="9"/>
                </a:xfrm>
                <a:custGeom>
                  <a:avLst/>
                  <a:gdLst>
                    <a:gd name="T0" fmla="*/ 0 w 9"/>
                    <a:gd name="T1" fmla="*/ 0 h 53"/>
                    <a:gd name="T2" fmla="*/ 0 w 9"/>
                    <a:gd name="T3" fmla="*/ 0 h 53"/>
                    <a:gd name="T4" fmla="*/ 0 w 9"/>
                    <a:gd name="T5" fmla="*/ 0 h 53"/>
                    <a:gd name="T6" fmla="*/ 0 w 9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53"/>
                    <a:gd name="T14" fmla="*/ 9 w 9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53">
                      <a:moveTo>
                        <a:pt x="4" y="53"/>
                      </a:moveTo>
                      <a:lnTo>
                        <a:pt x="9" y="0"/>
                      </a:lnTo>
                      <a:lnTo>
                        <a:pt x="0" y="0"/>
                      </a:lnTo>
                      <a:lnTo>
                        <a:pt x="4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" name="Line 2493">
                  <a:extLst>
                    <a:ext uri="{FF2B5EF4-FFF2-40B4-BE49-F238E27FC236}">
                      <a16:creationId xmlns:a16="http://schemas.microsoft.com/office/drawing/2014/main" id="{04AC81F8-AB4E-BFD5-2158-6F6DDCDF7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01" y="3633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1" name="Freeform 2494">
                  <a:extLst>
                    <a:ext uri="{FF2B5EF4-FFF2-40B4-BE49-F238E27FC236}">
                      <a16:creationId xmlns:a16="http://schemas.microsoft.com/office/drawing/2014/main" id="{EB8815DC-0AE0-9BAD-E611-DCD31EB62F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633"/>
                  <a:ext cx="15" cy="19"/>
                </a:xfrm>
                <a:custGeom>
                  <a:avLst/>
                  <a:gdLst>
                    <a:gd name="T0" fmla="*/ 0 w 91"/>
                    <a:gd name="T1" fmla="*/ 0 h 112"/>
                    <a:gd name="T2" fmla="*/ 0 w 91"/>
                    <a:gd name="T3" fmla="*/ 0 h 112"/>
                    <a:gd name="T4" fmla="*/ 0 w 91"/>
                    <a:gd name="T5" fmla="*/ 0 h 112"/>
                    <a:gd name="T6" fmla="*/ 0 w 91"/>
                    <a:gd name="T7" fmla="*/ 0 h 112"/>
                    <a:gd name="T8" fmla="*/ 0 w 91"/>
                    <a:gd name="T9" fmla="*/ 0 h 112"/>
                    <a:gd name="T10" fmla="*/ 0 w 91"/>
                    <a:gd name="T11" fmla="*/ 0 h 112"/>
                    <a:gd name="T12" fmla="*/ 0 w 9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1"/>
                    <a:gd name="T22" fmla="*/ 0 h 112"/>
                    <a:gd name="T23" fmla="*/ 91 w 9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1" h="112">
                      <a:moveTo>
                        <a:pt x="91" y="106"/>
                      </a:moveTo>
                      <a:lnTo>
                        <a:pt x="86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1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2" name="Freeform 2495">
                  <a:extLst>
                    <a:ext uri="{FF2B5EF4-FFF2-40B4-BE49-F238E27FC236}">
                      <a16:creationId xmlns:a16="http://schemas.microsoft.com/office/drawing/2014/main" id="{9A325CA1-98CE-9831-80C3-139615B67C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633"/>
                  <a:ext cx="15" cy="19"/>
                </a:xfrm>
                <a:custGeom>
                  <a:avLst/>
                  <a:gdLst>
                    <a:gd name="T0" fmla="*/ 0 w 91"/>
                    <a:gd name="T1" fmla="*/ 0 h 112"/>
                    <a:gd name="T2" fmla="*/ 0 w 91"/>
                    <a:gd name="T3" fmla="*/ 0 h 112"/>
                    <a:gd name="T4" fmla="*/ 0 w 91"/>
                    <a:gd name="T5" fmla="*/ 0 h 112"/>
                    <a:gd name="T6" fmla="*/ 0 w 91"/>
                    <a:gd name="T7" fmla="*/ 0 h 112"/>
                    <a:gd name="T8" fmla="*/ 0 w 91"/>
                    <a:gd name="T9" fmla="*/ 0 h 112"/>
                    <a:gd name="T10" fmla="*/ 0 w 91"/>
                    <a:gd name="T11" fmla="*/ 0 h 112"/>
                    <a:gd name="T12" fmla="*/ 0 w 91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1"/>
                    <a:gd name="T22" fmla="*/ 0 h 112"/>
                    <a:gd name="T23" fmla="*/ 91 w 91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1" h="112">
                      <a:moveTo>
                        <a:pt x="91" y="106"/>
                      </a:moveTo>
                      <a:lnTo>
                        <a:pt x="86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lnTo>
                        <a:pt x="4" y="59"/>
                      </a:lnTo>
                      <a:lnTo>
                        <a:pt x="8" y="112"/>
                      </a:lnTo>
                      <a:lnTo>
                        <a:pt x="91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3" name="Freeform 2496">
                  <a:extLst>
                    <a:ext uri="{FF2B5EF4-FFF2-40B4-BE49-F238E27FC236}">
                      <a16:creationId xmlns:a16="http://schemas.microsoft.com/office/drawing/2014/main" id="{58F07EC4-8827-EB37-7921-E773D5C429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634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53"/>
                      </a:moveTo>
                      <a:lnTo>
                        <a:pt x="8" y="0"/>
                      </a:lnTo>
                      <a:lnTo>
                        <a:pt x="0" y="1"/>
                      </a:lnTo>
                      <a:lnTo>
                        <a:pt x="1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4" name="Line 2497">
                  <a:extLst>
                    <a:ext uri="{FF2B5EF4-FFF2-40B4-BE49-F238E27FC236}">
                      <a16:creationId xmlns:a16="http://schemas.microsoft.com/office/drawing/2014/main" id="{830ED258-842D-4205-863C-94737EA456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86" y="3634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5" name="Freeform 2498">
                  <a:extLst>
                    <a:ext uri="{FF2B5EF4-FFF2-40B4-BE49-F238E27FC236}">
                      <a16:creationId xmlns:a16="http://schemas.microsoft.com/office/drawing/2014/main" id="{43FA1C95-527B-5EEA-5BF7-6D4663FF55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634"/>
                  <a:ext cx="17" cy="21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6" name="Freeform 2499">
                  <a:extLst>
                    <a:ext uri="{FF2B5EF4-FFF2-40B4-BE49-F238E27FC236}">
                      <a16:creationId xmlns:a16="http://schemas.microsoft.com/office/drawing/2014/main" id="{CCAFB76F-7C3E-804A-4C3F-46685A9FF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634"/>
                  <a:ext cx="17" cy="21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7" name="Freeform 2500">
                  <a:extLst>
                    <a:ext uri="{FF2B5EF4-FFF2-40B4-BE49-F238E27FC236}">
                      <a16:creationId xmlns:a16="http://schemas.microsoft.com/office/drawing/2014/main" id="{CA621B6F-C8A0-6ACE-7BE0-A74C1F4DBD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637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52"/>
                      </a:moveTo>
                      <a:lnTo>
                        <a:pt x="8" y="0"/>
                      </a:lnTo>
                      <a:lnTo>
                        <a:pt x="0" y="3"/>
                      </a:lnTo>
                      <a:lnTo>
                        <a:pt x="19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8" name="Line 2501">
                  <a:extLst>
                    <a:ext uri="{FF2B5EF4-FFF2-40B4-BE49-F238E27FC236}">
                      <a16:creationId xmlns:a16="http://schemas.microsoft.com/office/drawing/2014/main" id="{DC8370A2-F470-A3E4-B61F-D4A5987FEE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2" y="36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" name="Freeform 2502">
                  <a:extLst>
                    <a:ext uri="{FF2B5EF4-FFF2-40B4-BE49-F238E27FC236}">
                      <a16:creationId xmlns:a16="http://schemas.microsoft.com/office/drawing/2014/main" id="{0E47D8B2-2C93-EB9F-C08E-CF2466B6AC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638"/>
                  <a:ext cx="19" cy="21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99"/>
                      </a:moveTo>
                      <a:lnTo>
                        <a:pt x="96" y="49"/>
                      </a:lnTo>
                      <a:lnTo>
                        <a:pt x="77" y="0"/>
                      </a:lnTo>
                      <a:lnTo>
                        <a:pt x="0" y="28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0" name="Freeform 2503">
                  <a:extLst>
                    <a:ext uri="{FF2B5EF4-FFF2-40B4-BE49-F238E27FC236}">
                      <a16:creationId xmlns:a16="http://schemas.microsoft.com/office/drawing/2014/main" id="{8987695D-D5E9-985A-2452-AD2B2B3923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638"/>
                  <a:ext cx="19" cy="21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99"/>
                      </a:moveTo>
                      <a:lnTo>
                        <a:pt x="96" y="49"/>
                      </a:lnTo>
                      <a:lnTo>
                        <a:pt x="77" y="0"/>
                      </a:lnTo>
                      <a:lnTo>
                        <a:pt x="0" y="28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9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1" name="Freeform 2504">
                  <a:extLst>
                    <a:ext uri="{FF2B5EF4-FFF2-40B4-BE49-F238E27FC236}">
                      <a16:creationId xmlns:a16="http://schemas.microsoft.com/office/drawing/2014/main" id="{2F39B166-1183-6371-BAD8-28D7C5B51E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642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25" y="50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25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" name="Line 2505">
                  <a:extLst>
                    <a:ext uri="{FF2B5EF4-FFF2-40B4-BE49-F238E27FC236}">
                      <a16:creationId xmlns:a16="http://schemas.microsoft.com/office/drawing/2014/main" id="{DC603E41-05DA-0BF0-E7AB-4C75F2BC05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58" y="364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3" name="Freeform 2506">
                  <a:extLst>
                    <a:ext uri="{FF2B5EF4-FFF2-40B4-BE49-F238E27FC236}">
                      <a16:creationId xmlns:a16="http://schemas.microsoft.com/office/drawing/2014/main" id="{ABB00652-7BAC-3B54-EC95-7AAE6CED8C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643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122" y="93"/>
                      </a:moveTo>
                      <a:lnTo>
                        <a:pt x="97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3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4" name="Freeform 2507">
                  <a:extLst>
                    <a:ext uri="{FF2B5EF4-FFF2-40B4-BE49-F238E27FC236}">
                      <a16:creationId xmlns:a16="http://schemas.microsoft.com/office/drawing/2014/main" id="{ABDEACA1-9DDD-FA6C-5709-82F41B8040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643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122" y="93"/>
                      </a:moveTo>
                      <a:lnTo>
                        <a:pt x="97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3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5" name="Freeform 2508">
                  <a:extLst>
                    <a:ext uri="{FF2B5EF4-FFF2-40B4-BE49-F238E27FC236}">
                      <a16:creationId xmlns:a16="http://schemas.microsoft.com/office/drawing/2014/main" id="{76963AAE-0A7A-80BA-057F-936FA4ED36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64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47"/>
                      </a:moveTo>
                      <a:lnTo>
                        <a:pt x="8" y="0"/>
                      </a:lnTo>
                      <a:lnTo>
                        <a:pt x="0" y="5"/>
                      </a:lnTo>
                      <a:lnTo>
                        <a:pt x="33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6" name="Line 2509">
                  <a:extLst>
                    <a:ext uri="{FF2B5EF4-FFF2-40B4-BE49-F238E27FC236}">
                      <a16:creationId xmlns:a16="http://schemas.microsoft.com/office/drawing/2014/main" id="{8E0567C6-1DEA-8597-86DC-4285F73A5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5" y="364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7" name="Freeform 2510">
                  <a:extLst>
                    <a:ext uri="{FF2B5EF4-FFF2-40B4-BE49-F238E27FC236}">
                      <a16:creationId xmlns:a16="http://schemas.microsoft.com/office/drawing/2014/main" id="{9A36986D-6847-BCCA-C147-F60F0DE5D8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650"/>
                  <a:ext cx="21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131" y="84"/>
                      </a:move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lnTo>
                        <a:pt x="32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8" name="Freeform 2511">
                  <a:extLst>
                    <a:ext uri="{FF2B5EF4-FFF2-40B4-BE49-F238E27FC236}">
                      <a16:creationId xmlns:a16="http://schemas.microsoft.com/office/drawing/2014/main" id="{8DD40D9D-5027-7CD0-21CD-40DCACD530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650"/>
                  <a:ext cx="21" cy="23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131" y="84"/>
                      </a:move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lnTo>
                        <a:pt x="32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9" name="Freeform 2512">
                  <a:extLst>
                    <a:ext uri="{FF2B5EF4-FFF2-40B4-BE49-F238E27FC236}">
                      <a16:creationId xmlns:a16="http://schemas.microsoft.com/office/drawing/2014/main" id="{25AC8C27-41F6-73CD-7947-484BC84FC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658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38" y="43"/>
                      </a:moveTo>
                      <a:lnTo>
                        <a:pt x="6" y="0"/>
                      </a:lnTo>
                      <a:lnTo>
                        <a:pt x="0" y="5"/>
                      </a:lnTo>
                      <a:lnTo>
                        <a:pt x="38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0" name="Line 2513">
                  <a:extLst>
                    <a:ext uri="{FF2B5EF4-FFF2-40B4-BE49-F238E27FC236}">
                      <a16:creationId xmlns:a16="http://schemas.microsoft.com/office/drawing/2014/main" id="{3475A59B-6CCD-94C1-246C-2D12E6159F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3" y="36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1" name="Freeform 2514">
                  <a:extLst>
                    <a:ext uri="{FF2B5EF4-FFF2-40B4-BE49-F238E27FC236}">
                      <a16:creationId xmlns:a16="http://schemas.microsoft.com/office/drawing/2014/main" id="{5BA7E09D-8589-DBE4-D2B3-03B2FF340A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659"/>
                  <a:ext cx="22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6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4" y="7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2" name="Freeform 2515">
                  <a:extLst>
                    <a:ext uri="{FF2B5EF4-FFF2-40B4-BE49-F238E27FC236}">
                      <a16:creationId xmlns:a16="http://schemas.microsoft.com/office/drawing/2014/main" id="{6C9B1CFD-C7B4-493C-121C-F34D944A40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659"/>
                  <a:ext cx="22" cy="23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134" y="76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4" y="7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3" name="Freeform 2516">
                  <a:extLst>
                    <a:ext uri="{FF2B5EF4-FFF2-40B4-BE49-F238E27FC236}">
                      <a16:creationId xmlns:a16="http://schemas.microsoft.com/office/drawing/2014/main" id="{0BCDEE84-B7D8-B076-EDC1-454CDCDE3D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669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38"/>
                      </a:move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42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4" name="Line 2517">
                  <a:extLst>
                    <a:ext uri="{FF2B5EF4-FFF2-40B4-BE49-F238E27FC236}">
                      <a16:creationId xmlns:a16="http://schemas.microsoft.com/office/drawing/2014/main" id="{E1EBED43-E7B9-05C1-ECDD-5E6D276A9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2" y="366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5" name="Freeform 2518">
                  <a:extLst>
                    <a:ext uri="{FF2B5EF4-FFF2-40B4-BE49-F238E27FC236}">
                      <a16:creationId xmlns:a16="http://schemas.microsoft.com/office/drawing/2014/main" id="{5D98A6D9-6962-3F4E-6DA1-79DD8A7B73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670"/>
                  <a:ext cx="22" cy="22"/>
                </a:xfrm>
                <a:custGeom>
                  <a:avLst/>
                  <a:gdLst>
                    <a:gd name="T0" fmla="*/ 0 w 134"/>
                    <a:gd name="T1" fmla="*/ 0 h 132"/>
                    <a:gd name="T2" fmla="*/ 0 w 134"/>
                    <a:gd name="T3" fmla="*/ 0 h 132"/>
                    <a:gd name="T4" fmla="*/ 0 w 134"/>
                    <a:gd name="T5" fmla="*/ 0 h 132"/>
                    <a:gd name="T6" fmla="*/ 0 w 134"/>
                    <a:gd name="T7" fmla="*/ 0 h 132"/>
                    <a:gd name="T8" fmla="*/ 0 w 134"/>
                    <a:gd name="T9" fmla="*/ 0 h 132"/>
                    <a:gd name="T10" fmla="*/ 0 w 134"/>
                    <a:gd name="T11" fmla="*/ 0 h 132"/>
                    <a:gd name="T12" fmla="*/ 0 w 134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2"/>
                    <a:gd name="T23" fmla="*/ 134 w 134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2">
                      <a:moveTo>
                        <a:pt x="134" y="66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lnTo>
                        <a:pt x="42" y="99"/>
                      </a:lnTo>
                      <a:lnTo>
                        <a:pt x="85" y="132"/>
                      </a:lnTo>
                      <a:lnTo>
                        <a:pt x="134" y="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Freeform 2519">
                  <a:extLst>
                    <a:ext uri="{FF2B5EF4-FFF2-40B4-BE49-F238E27FC236}">
                      <a16:creationId xmlns:a16="http://schemas.microsoft.com/office/drawing/2014/main" id="{51C7E0BF-B5B4-F26D-A563-D54C7F5D97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670"/>
                  <a:ext cx="22" cy="22"/>
                </a:xfrm>
                <a:custGeom>
                  <a:avLst/>
                  <a:gdLst>
                    <a:gd name="T0" fmla="*/ 0 w 134"/>
                    <a:gd name="T1" fmla="*/ 0 h 132"/>
                    <a:gd name="T2" fmla="*/ 0 w 134"/>
                    <a:gd name="T3" fmla="*/ 0 h 132"/>
                    <a:gd name="T4" fmla="*/ 0 w 134"/>
                    <a:gd name="T5" fmla="*/ 0 h 132"/>
                    <a:gd name="T6" fmla="*/ 0 w 134"/>
                    <a:gd name="T7" fmla="*/ 0 h 132"/>
                    <a:gd name="T8" fmla="*/ 0 w 134"/>
                    <a:gd name="T9" fmla="*/ 0 h 132"/>
                    <a:gd name="T10" fmla="*/ 0 w 134"/>
                    <a:gd name="T11" fmla="*/ 0 h 132"/>
                    <a:gd name="T12" fmla="*/ 0 w 134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2"/>
                    <a:gd name="T23" fmla="*/ 134 w 134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2">
                      <a:moveTo>
                        <a:pt x="134" y="66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lnTo>
                        <a:pt x="42" y="99"/>
                      </a:lnTo>
                      <a:lnTo>
                        <a:pt x="85" y="132"/>
                      </a:lnTo>
                      <a:lnTo>
                        <a:pt x="134" y="6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7" name="Freeform 2520">
                  <a:extLst>
                    <a:ext uri="{FF2B5EF4-FFF2-40B4-BE49-F238E27FC236}">
                      <a16:creationId xmlns:a16="http://schemas.microsoft.com/office/drawing/2014/main" id="{81AA0B8B-D91E-F950-2982-9908011AFA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681"/>
                  <a:ext cx="8" cy="5"/>
                </a:xfrm>
                <a:custGeom>
                  <a:avLst/>
                  <a:gdLst>
                    <a:gd name="T0" fmla="*/ 0 w 46"/>
                    <a:gd name="T1" fmla="*/ 0 h 33"/>
                    <a:gd name="T2" fmla="*/ 0 w 46"/>
                    <a:gd name="T3" fmla="*/ 0 h 33"/>
                    <a:gd name="T4" fmla="*/ 0 w 46"/>
                    <a:gd name="T5" fmla="*/ 0 h 33"/>
                    <a:gd name="T6" fmla="*/ 0 w 46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3"/>
                    <a:gd name="T14" fmla="*/ 46 w 46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3">
                      <a:moveTo>
                        <a:pt x="46" y="33"/>
                      </a:moveTo>
                      <a:lnTo>
                        <a:pt x="4" y="0"/>
                      </a:lnTo>
                      <a:lnTo>
                        <a:pt x="0" y="7"/>
                      </a:lnTo>
                      <a:lnTo>
                        <a:pt x="46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8" name="Line 2521">
                  <a:extLst>
                    <a:ext uri="{FF2B5EF4-FFF2-40B4-BE49-F238E27FC236}">
                      <a16:creationId xmlns:a16="http://schemas.microsoft.com/office/drawing/2014/main" id="{92C9CC80-EA87-5951-4106-1466CF4780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13" y="36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Freeform 2522">
                  <a:extLst>
                    <a:ext uri="{FF2B5EF4-FFF2-40B4-BE49-F238E27FC236}">
                      <a16:creationId xmlns:a16="http://schemas.microsoft.com/office/drawing/2014/main" id="{594E4EE9-0C63-3908-264E-592108903A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132" y="51"/>
                      </a:moveTo>
                      <a:lnTo>
                        <a:pt x="85" y="26"/>
                      </a:lnTo>
                      <a:lnTo>
                        <a:pt x="39" y="0"/>
                      </a:lnTo>
                      <a:lnTo>
                        <a:pt x="0" y="72"/>
                      </a:lnTo>
                      <a:lnTo>
                        <a:pt x="46" y="98"/>
                      </a:lnTo>
                      <a:lnTo>
                        <a:pt x="93" y="123"/>
                      </a:lnTo>
                      <a:lnTo>
                        <a:pt x="132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" name="Freeform 2523">
                  <a:extLst>
                    <a:ext uri="{FF2B5EF4-FFF2-40B4-BE49-F238E27FC236}">
                      <a16:creationId xmlns:a16="http://schemas.microsoft.com/office/drawing/2014/main" id="{586D685F-9450-A515-FD33-153BE492B1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682"/>
                  <a:ext cx="22" cy="20"/>
                </a:xfrm>
                <a:custGeom>
                  <a:avLst/>
                  <a:gdLst>
                    <a:gd name="T0" fmla="*/ 0 w 132"/>
                    <a:gd name="T1" fmla="*/ 0 h 123"/>
                    <a:gd name="T2" fmla="*/ 0 w 132"/>
                    <a:gd name="T3" fmla="*/ 0 h 123"/>
                    <a:gd name="T4" fmla="*/ 0 w 132"/>
                    <a:gd name="T5" fmla="*/ 0 h 123"/>
                    <a:gd name="T6" fmla="*/ 0 w 132"/>
                    <a:gd name="T7" fmla="*/ 0 h 123"/>
                    <a:gd name="T8" fmla="*/ 0 w 132"/>
                    <a:gd name="T9" fmla="*/ 0 h 123"/>
                    <a:gd name="T10" fmla="*/ 0 w 132"/>
                    <a:gd name="T11" fmla="*/ 0 h 123"/>
                    <a:gd name="T12" fmla="*/ 0 w 132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3"/>
                    <a:gd name="T23" fmla="*/ 132 w 132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3">
                      <a:moveTo>
                        <a:pt x="132" y="51"/>
                      </a:moveTo>
                      <a:lnTo>
                        <a:pt x="85" y="26"/>
                      </a:lnTo>
                      <a:lnTo>
                        <a:pt x="39" y="0"/>
                      </a:lnTo>
                      <a:lnTo>
                        <a:pt x="0" y="72"/>
                      </a:lnTo>
                      <a:lnTo>
                        <a:pt x="46" y="98"/>
                      </a:lnTo>
                      <a:lnTo>
                        <a:pt x="93" y="123"/>
                      </a:lnTo>
                      <a:lnTo>
                        <a:pt x="132" y="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" name="Freeform 2524">
                  <a:extLst>
                    <a:ext uri="{FF2B5EF4-FFF2-40B4-BE49-F238E27FC236}">
                      <a16:creationId xmlns:a16="http://schemas.microsoft.com/office/drawing/2014/main" id="{17B626B9-3B85-01DA-92E2-16504C1190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694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50" y="26"/>
                      </a:moveTo>
                      <a:lnTo>
                        <a:pt x="4" y="0"/>
                      </a:lnTo>
                      <a:lnTo>
                        <a:pt x="0" y="7"/>
                      </a:lnTo>
                      <a:lnTo>
                        <a:pt x="5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2" name="Line 2525">
                  <a:extLst>
                    <a:ext uri="{FF2B5EF4-FFF2-40B4-BE49-F238E27FC236}">
                      <a16:creationId xmlns:a16="http://schemas.microsoft.com/office/drawing/2014/main" id="{997254A2-9E24-0041-D10F-477678F1AF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6" y="369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3" name="Freeform 2526">
                  <a:extLst>
                    <a:ext uri="{FF2B5EF4-FFF2-40B4-BE49-F238E27FC236}">
                      <a16:creationId xmlns:a16="http://schemas.microsoft.com/office/drawing/2014/main" id="{237C4A90-F595-E935-906F-AB9D26996C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695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4" name="Freeform 2527">
                  <a:extLst>
                    <a:ext uri="{FF2B5EF4-FFF2-40B4-BE49-F238E27FC236}">
                      <a16:creationId xmlns:a16="http://schemas.microsoft.com/office/drawing/2014/main" id="{AE368646-AE18-1A1A-DF76-5330555E20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695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5" name="Freeform 2528">
                  <a:extLst>
                    <a:ext uri="{FF2B5EF4-FFF2-40B4-BE49-F238E27FC236}">
                      <a16:creationId xmlns:a16="http://schemas.microsoft.com/office/drawing/2014/main" id="{89CF177F-9943-51BA-903D-BEFFC0D0CF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08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19"/>
                      </a:moveTo>
                      <a:lnTo>
                        <a:pt x="2" y="0"/>
                      </a:lnTo>
                      <a:lnTo>
                        <a:pt x="0" y="7"/>
                      </a:lnTo>
                      <a:lnTo>
                        <a:pt x="52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6" name="Line 2529">
                  <a:extLst>
                    <a:ext uri="{FF2B5EF4-FFF2-40B4-BE49-F238E27FC236}">
                      <a16:creationId xmlns:a16="http://schemas.microsoft.com/office/drawing/2014/main" id="{E213EE9D-0A68-B9CF-94BF-04E5CCA292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1" y="370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7" name="Freeform 2530">
                  <a:extLst>
                    <a:ext uri="{FF2B5EF4-FFF2-40B4-BE49-F238E27FC236}">
                      <a16:creationId xmlns:a16="http://schemas.microsoft.com/office/drawing/2014/main" id="{09A1BE65-B586-7292-2491-21F5D3BB72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09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4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1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8" name="Freeform 2531">
                  <a:extLst>
                    <a:ext uri="{FF2B5EF4-FFF2-40B4-BE49-F238E27FC236}">
                      <a16:creationId xmlns:a16="http://schemas.microsoft.com/office/drawing/2014/main" id="{2742ABD2-E0FD-695C-C8CD-9F8D9D62C5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09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4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1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9" name="Freeform 2532">
                  <a:extLst>
                    <a:ext uri="{FF2B5EF4-FFF2-40B4-BE49-F238E27FC236}">
                      <a16:creationId xmlns:a16="http://schemas.microsoft.com/office/drawing/2014/main" id="{2A4AFEC2-190A-63FE-CCB8-04AD726A3E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2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53" y="11"/>
                      </a:moveTo>
                      <a:lnTo>
                        <a:pt x="1" y="0"/>
                      </a:lnTo>
                      <a:lnTo>
                        <a:pt x="0" y="8"/>
                      </a:lnTo>
                      <a:lnTo>
                        <a:pt x="53" y="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0" name="Line 2533">
                  <a:extLst>
                    <a:ext uri="{FF2B5EF4-FFF2-40B4-BE49-F238E27FC236}">
                      <a16:creationId xmlns:a16="http://schemas.microsoft.com/office/drawing/2014/main" id="{0C3B1A73-5F6E-9850-9DC8-43E647093C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98" y="372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1" name="Freeform 2534">
                  <a:extLst>
                    <a:ext uri="{FF2B5EF4-FFF2-40B4-BE49-F238E27FC236}">
                      <a16:creationId xmlns:a16="http://schemas.microsoft.com/office/drawing/2014/main" id="{CE809A18-BD42-DD7B-E4E3-BEDBB56463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24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7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3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2" name="Freeform 2535">
                  <a:extLst>
                    <a:ext uri="{FF2B5EF4-FFF2-40B4-BE49-F238E27FC236}">
                      <a16:creationId xmlns:a16="http://schemas.microsoft.com/office/drawing/2014/main" id="{5C5F0A75-559E-6AF6-574A-21F8EF2809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24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7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3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3" name="Freeform 2536">
                  <a:extLst>
                    <a:ext uri="{FF2B5EF4-FFF2-40B4-BE49-F238E27FC236}">
                      <a16:creationId xmlns:a16="http://schemas.microsoft.com/office/drawing/2014/main" id="{1E32A5C9-7C57-BD59-8C90-FEEFDC44E6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53" y="3"/>
                      </a:moveTo>
                      <a:lnTo>
                        <a:pt x="0" y="0"/>
                      </a:lnTo>
                      <a:lnTo>
                        <a:pt x="0" y="6"/>
                      </a:lnTo>
                      <a:lnTo>
                        <a:pt x="53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4" name="Line 2537">
                  <a:extLst>
                    <a:ext uri="{FF2B5EF4-FFF2-40B4-BE49-F238E27FC236}">
                      <a16:creationId xmlns:a16="http://schemas.microsoft.com/office/drawing/2014/main" id="{02AF0184-39FE-0E4F-3C6D-E0A1F37BB6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7" y="37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5" name="Freeform 2538">
                  <a:extLst>
                    <a:ext uri="{FF2B5EF4-FFF2-40B4-BE49-F238E27FC236}">
                      <a16:creationId xmlns:a16="http://schemas.microsoft.com/office/drawing/2014/main" id="{37E65078-F6E8-06D2-6733-D7897578A2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38"/>
                  <a:ext cx="19" cy="14"/>
                </a:xfrm>
                <a:custGeom>
                  <a:avLst/>
                  <a:gdLst>
                    <a:gd name="T0" fmla="*/ 0 w 112"/>
                    <a:gd name="T1" fmla="*/ 0 h 88"/>
                    <a:gd name="T2" fmla="*/ 0 w 112"/>
                    <a:gd name="T3" fmla="*/ 0 h 88"/>
                    <a:gd name="T4" fmla="*/ 0 w 112"/>
                    <a:gd name="T5" fmla="*/ 0 h 88"/>
                    <a:gd name="T6" fmla="*/ 0 w 112"/>
                    <a:gd name="T7" fmla="*/ 0 h 88"/>
                    <a:gd name="T8" fmla="*/ 0 w 112"/>
                    <a:gd name="T9" fmla="*/ 0 h 88"/>
                    <a:gd name="T10" fmla="*/ 0 w 112"/>
                    <a:gd name="T11" fmla="*/ 0 h 88"/>
                    <a:gd name="T12" fmla="*/ 0 w 112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8"/>
                    <a:gd name="T23" fmla="*/ 112 w 112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8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88"/>
                      </a:lnTo>
                      <a:lnTo>
                        <a:pt x="59" y="85"/>
                      </a:lnTo>
                      <a:lnTo>
                        <a:pt x="112" y="8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6" name="Freeform 2539">
                  <a:extLst>
                    <a:ext uri="{FF2B5EF4-FFF2-40B4-BE49-F238E27FC236}">
                      <a16:creationId xmlns:a16="http://schemas.microsoft.com/office/drawing/2014/main" id="{0D9BBC1C-8AB2-067F-EC98-8406931C80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738"/>
                  <a:ext cx="19" cy="14"/>
                </a:xfrm>
                <a:custGeom>
                  <a:avLst/>
                  <a:gdLst>
                    <a:gd name="T0" fmla="*/ 0 w 112"/>
                    <a:gd name="T1" fmla="*/ 0 h 88"/>
                    <a:gd name="T2" fmla="*/ 0 w 112"/>
                    <a:gd name="T3" fmla="*/ 0 h 88"/>
                    <a:gd name="T4" fmla="*/ 0 w 112"/>
                    <a:gd name="T5" fmla="*/ 0 h 88"/>
                    <a:gd name="T6" fmla="*/ 0 w 112"/>
                    <a:gd name="T7" fmla="*/ 0 h 88"/>
                    <a:gd name="T8" fmla="*/ 0 w 112"/>
                    <a:gd name="T9" fmla="*/ 0 h 88"/>
                    <a:gd name="T10" fmla="*/ 0 w 112"/>
                    <a:gd name="T11" fmla="*/ 0 h 88"/>
                    <a:gd name="T12" fmla="*/ 0 w 112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8"/>
                    <a:gd name="T23" fmla="*/ 112 w 112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8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88"/>
                      </a:lnTo>
                      <a:lnTo>
                        <a:pt x="59" y="85"/>
                      </a:lnTo>
                      <a:lnTo>
                        <a:pt x="112" y="8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7" name="Freeform 2540">
                  <a:extLst>
                    <a:ext uri="{FF2B5EF4-FFF2-40B4-BE49-F238E27FC236}">
                      <a16:creationId xmlns:a16="http://schemas.microsoft.com/office/drawing/2014/main" id="{0246A4B2-11C9-9797-0D37-3325532764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5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53" y="0"/>
                      </a:moveTo>
                      <a:lnTo>
                        <a:pt x="0" y="3"/>
                      </a:lnTo>
                      <a:lnTo>
                        <a:pt x="1" y="11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8" name="Line 2541">
                  <a:extLst>
                    <a:ext uri="{FF2B5EF4-FFF2-40B4-BE49-F238E27FC236}">
                      <a16:creationId xmlns:a16="http://schemas.microsoft.com/office/drawing/2014/main" id="{11261EFE-5601-51D9-CD99-9AAAF7EC72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8" y="375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9" name="Freeform 2542">
                  <a:extLst>
                    <a:ext uri="{FF2B5EF4-FFF2-40B4-BE49-F238E27FC236}">
                      <a16:creationId xmlns:a16="http://schemas.microsoft.com/office/drawing/2014/main" id="{D6B5232C-A2F4-73E5-8E68-5BD77C6D4D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50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03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0" name="Freeform 2543">
                  <a:extLst>
                    <a:ext uri="{FF2B5EF4-FFF2-40B4-BE49-F238E27FC236}">
                      <a16:creationId xmlns:a16="http://schemas.microsoft.com/office/drawing/2014/main" id="{15153523-BA78-9DE8-B2AE-1AD5419062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750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03" y="0"/>
                      </a:move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" name="Freeform 2544">
                  <a:extLst>
                    <a:ext uri="{FF2B5EF4-FFF2-40B4-BE49-F238E27FC236}">
                      <a16:creationId xmlns:a16="http://schemas.microsoft.com/office/drawing/2014/main" id="{2D740048-F0E1-7192-C726-88271BAB64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65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0"/>
                      </a:moveTo>
                      <a:lnTo>
                        <a:pt x="0" y="12"/>
                      </a:lnTo>
                      <a:lnTo>
                        <a:pt x="2" y="19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2" name="Line 2545">
                  <a:extLst>
                    <a:ext uri="{FF2B5EF4-FFF2-40B4-BE49-F238E27FC236}">
                      <a16:creationId xmlns:a16="http://schemas.microsoft.com/office/drawing/2014/main" id="{0937E656-6195-8C58-A65F-AC3902B371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7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3" name="Freeform 2546">
                  <a:extLst>
                    <a:ext uri="{FF2B5EF4-FFF2-40B4-BE49-F238E27FC236}">
                      <a16:creationId xmlns:a16="http://schemas.microsoft.com/office/drawing/2014/main" id="{969A51C3-5EB2-8764-B389-90FE1BD257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62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4" name="Freeform 2547">
                  <a:extLst>
                    <a:ext uri="{FF2B5EF4-FFF2-40B4-BE49-F238E27FC236}">
                      <a16:creationId xmlns:a16="http://schemas.microsoft.com/office/drawing/2014/main" id="{0AB84C99-DFDB-F306-0545-4361D34E9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762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5" name="Freeform 2548">
                  <a:extLst>
                    <a:ext uri="{FF2B5EF4-FFF2-40B4-BE49-F238E27FC236}">
                      <a16:creationId xmlns:a16="http://schemas.microsoft.com/office/drawing/2014/main" id="{ADFB0333-9888-19E0-DFFD-13A56CF04B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778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50" y="0"/>
                      </a:moveTo>
                      <a:lnTo>
                        <a:pt x="0" y="19"/>
                      </a:lnTo>
                      <a:lnTo>
                        <a:pt x="3" y="26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6" name="Line 2549">
                  <a:extLst>
                    <a:ext uri="{FF2B5EF4-FFF2-40B4-BE49-F238E27FC236}">
                      <a16:creationId xmlns:a16="http://schemas.microsoft.com/office/drawing/2014/main" id="{9F1C793E-07CC-E680-7F8B-CC65E2ACDD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6" y="37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7" name="Freeform 2550">
                  <a:extLst>
                    <a:ext uri="{FF2B5EF4-FFF2-40B4-BE49-F238E27FC236}">
                      <a16:creationId xmlns:a16="http://schemas.microsoft.com/office/drawing/2014/main" id="{CEC3552D-5434-24CA-7B09-0C0F412574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95" y="0"/>
                      </a:move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8" name="Freeform 2551">
                  <a:extLst>
                    <a:ext uri="{FF2B5EF4-FFF2-40B4-BE49-F238E27FC236}">
                      <a16:creationId xmlns:a16="http://schemas.microsoft.com/office/drawing/2014/main" id="{B8F1D6F0-E77C-2DEE-A413-3133543D8F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95" y="0"/>
                      </a:move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9" name="Freeform 2552">
                  <a:extLst>
                    <a:ext uri="{FF2B5EF4-FFF2-40B4-BE49-F238E27FC236}">
                      <a16:creationId xmlns:a16="http://schemas.microsoft.com/office/drawing/2014/main" id="{D7E1DED5-D065-58A6-D2B8-DD91FCDCA8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790"/>
                  <a:ext cx="8" cy="6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47" y="0"/>
                      </a:moveTo>
                      <a:lnTo>
                        <a:pt x="0" y="26"/>
                      </a:lnTo>
                      <a:lnTo>
                        <a:pt x="5" y="33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" name="Line 2553">
                  <a:extLst>
                    <a:ext uri="{FF2B5EF4-FFF2-40B4-BE49-F238E27FC236}">
                      <a16:creationId xmlns:a16="http://schemas.microsoft.com/office/drawing/2014/main" id="{7CE13404-6C30-A18F-8B47-7B0D4E6C18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3" y="3794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" name="Freeform 2554">
                  <a:extLst>
                    <a:ext uri="{FF2B5EF4-FFF2-40B4-BE49-F238E27FC236}">
                      <a16:creationId xmlns:a16="http://schemas.microsoft.com/office/drawing/2014/main" id="{B3E7F4E5-D4A8-8674-71F7-E602F71BE4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785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50" y="131"/>
                      </a:lnTo>
                      <a:lnTo>
                        <a:pt x="92" y="98"/>
                      </a:lnTo>
                      <a:lnTo>
                        <a:pt x="134" y="65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2" name="Freeform 2555">
                  <a:extLst>
                    <a:ext uri="{FF2B5EF4-FFF2-40B4-BE49-F238E27FC236}">
                      <a16:creationId xmlns:a16="http://schemas.microsoft.com/office/drawing/2014/main" id="{A7FFCEB2-647D-EA6E-63ED-93AAD16CA1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785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2"/>
                      </a:lnTo>
                      <a:lnTo>
                        <a:pt x="0" y="65"/>
                      </a:lnTo>
                      <a:lnTo>
                        <a:pt x="50" y="131"/>
                      </a:lnTo>
                      <a:lnTo>
                        <a:pt x="92" y="98"/>
                      </a:lnTo>
                      <a:lnTo>
                        <a:pt x="134" y="65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3" name="Freeform 2556">
                  <a:extLst>
                    <a:ext uri="{FF2B5EF4-FFF2-40B4-BE49-F238E27FC236}">
                      <a16:creationId xmlns:a16="http://schemas.microsoft.com/office/drawing/2014/main" id="{D63EAA8D-4B58-BC82-A6D3-ABB1B6B45F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801"/>
                  <a:ext cx="7" cy="7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0"/>
                      </a:moveTo>
                      <a:lnTo>
                        <a:pt x="0" y="33"/>
                      </a:lnTo>
                      <a:lnTo>
                        <a:pt x="4" y="38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4" name="Line 2557">
                  <a:extLst>
                    <a:ext uri="{FF2B5EF4-FFF2-40B4-BE49-F238E27FC236}">
                      <a16:creationId xmlns:a16="http://schemas.microsoft.com/office/drawing/2014/main" id="{9000A875-255D-9296-3FC2-5E4717BB3B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2" y="38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5" name="Freeform 2558">
                  <a:extLst>
                    <a:ext uri="{FF2B5EF4-FFF2-40B4-BE49-F238E27FC236}">
                      <a16:creationId xmlns:a16="http://schemas.microsoft.com/office/drawing/2014/main" id="{DB73BFA4-35B1-BA41-17DD-2DE8D9F019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795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6" name="Freeform 2559">
                  <a:extLst>
                    <a:ext uri="{FF2B5EF4-FFF2-40B4-BE49-F238E27FC236}">
                      <a16:creationId xmlns:a16="http://schemas.microsoft.com/office/drawing/2014/main" id="{62604889-A08A-49ED-021B-F35A74DFC6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795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7" name="Freeform 2560">
                  <a:extLst>
                    <a:ext uri="{FF2B5EF4-FFF2-40B4-BE49-F238E27FC236}">
                      <a16:creationId xmlns:a16="http://schemas.microsoft.com/office/drawing/2014/main" id="{22159A0D-35DA-28B0-4C6F-7E9EDE2ADD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811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38" y="0"/>
                      </a:moveTo>
                      <a:lnTo>
                        <a:pt x="0" y="38"/>
                      </a:lnTo>
                      <a:lnTo>
                        <a:pt x="6" y="43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8" name="Line 2561">
                  <a:extLst>
                    <a:ext uri="{FF2B5EF4-FFF2-40B4-BE49-F238E27FC236}">
                      <a16:creationId xmlns:a16="http://schemas.microsoft.com/office/drawing/2014/main" id="{73B2920F-A00E-A25F-3D0A-11685B93D8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3" y="381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9" name="Freeform 2562">
                  <a:extLst>
                    <a:ext uri="{FF2B5EF4-FFF2-40B4-BE49-F238E27FC236}">
                      <a16:creationId xmlns:a16="http://schemas.microsoft.com/office/drawing/2014/main" id="{DA396A2C-50A0-89E4-3BC2-8A6EA74280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804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5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0" name="Freeform 2563">
                  <a:extLst>
                    <a:ext uri="{FF2B5EF4-FFF2-40B4-BE49-F238E27FC236}">
                      <a16:creationId xmlns:a16="http://schemas.microsoft.com/office/drawing/2014/main" id="{0BF29BE6-7C6E-A113-0609-E91AFCD632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804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5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" name="Freeform 2564">
                  <a:extLst>
                    <a:ext uri="{FF2B5EF4-FFF2-40B4-BE49-F238E27FC236}">
                      <a16:creationId xmlns:a16="http://schemas.microsoft.com/office/drawing/2014/main" id="{D5AA41CA-6623-1287-6F9D-D6ECC20B39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819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0"/>
                      </a:moveTo>
                      <a:lnTo>
                        <a:pt x="0" y="42"/>
                      </a:lnTo>
                      <a:lnTo>
                        <a:pt x="8" y="47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2" name="Line 2565">
                  <a:extLst>
                    <a:ext uri="{FF2B5EF4-FFF2-40B4-BE49-F238E27FC236}">
                      <a16:creationId xmlns:a16="http://schemas.microsoft.com/office/drawing/2014/main" id="{D2D449F7-6289-A694-AC87-13C7D1F6E6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5" y="382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3" name="Freeform 2566">
                  <a:extLst>
                    <a:ext uri="{FF2B5EF4-FFF2-40B4-BE49-F238E27FC236}">
                      <a16:creationId xmlns:a16="http://schemas.microsoft.com/office/drawing/2014/main" id="{F4E1BD25-73CE-5FC4-8774-5FDA0E3170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811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4"/>
                      </a:lnTo>
                      <a:lnTo>
                        <a:pt x="72" y="133"/>
                      </a:lnTo>
                      <a:lnTo>
                        <a:pt x="97" y="86"/>
                      </a:lnTo>
                      <a:lnTo>
                        <a:pt x="122" y="4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4" name="Freeform 2567">
                  <a:extLst>
                    <a:ext uri="{FF2B5EF4-FFF2-40B4-BE49-F238E27FC236}">
                      <a16:creationId xmlns:a16="http://schemas.microsoft.com/office/drawing/2014/main" id="{31068570-D8F3-FB7E-C836-1A22FCB61D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811"/>
                  <a:ext cx="20" cy="22"/>
                </a:xfrm>
                <a:custGeom>
                  <a:avLst/>
                  <a:gdLst>
                    <a:gd name="T0" fmla="*/ 0 w 122"/>
                    <a:gd name="T1" fmla="*/ 0 h 133"/>
                    <a:gd name="T2" fmla="*/ 0 w 122"/>
                    <a:gd name="T3" fmla="*/ 0 h 133"/>
                    <a:gd name="T4" fmla="*/ 0 w 122"/>
                    <a:gd name="T5" fmla="*/ 0 h 133"/>
                    <a:gd name="T6" fmla="*/ 0 w 122"/>
                    <a:gd name="T7" fmla="*/ 0 h 133"/>
                    <a:gd name="T8" fmla="*/ 0 w 122"/>
                    <a:gd name="T9" fmla="*/ 0 h 133"/>
                    <a:gd name="T10" fmla="*/ 0 w 122"/>
                    <a:gd name="T11" fmla="*/ 0 h 133"/>
                    <a:gd name="T12" fmla="*/ 0 w 122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3"/>
                    <a:gd name="T23" fmla="*/ 122 w 122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3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4"/>
                      </a:lnTo>
                      <a:lnTo>
                        <a:pt x="72" y="133"/>
                      </a:lnTo>
                      <a:lnTo>
                        <a:pt x="97" y="86"/>
                      </a:lnTo>
                      <a:lnTo>
                        <a:pt x="122" y="4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5" name="Freeform 2568">
                  <a:extLst>
                    <a:ext uri="{FF2B5EF4-FFF2-40B4-BE49-F238E27FC236}">
                      <a16:creationId xmlns:a16="http://schemas.microsoft.com/office/drawing/2014/main" id="{8FD80A41-D126-E3BD-B9BF-38FABD6C0B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826"/>
                  <a:ext cx="4" cy="8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25" y="0"/>
                      </a:moveTo>
                      <a:lnTo>
                        <a:pt x="0" y="47"/>
                      </a:lnTo>
                      <a:lnTo>
                        <a:pt x="6" y="5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6" name="Line 2569">
                  <a:extLst>
                    <a:ext uri="{FF2B5EF4-FFF2-40B4-BE49-F238E27FC236}">
                      <a16:creationId xmlns:a16="http://schemas.microsoft.com/office/drawing/2014/main" id="{822E9B44-F4EF-7A70-3CFE-A475338355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8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7" name="Freeform 2570">
                  <a:extLst>
                    <a:ext uri="{FF2B5EF4-FFF2-40B4-BE49-F238E27FC236}">
                      <a16:creationId xmlns:a16="http://schemas.microsoft.com/office/drawing/2014/main" id="{105AE967-0A52-37C7-38C6-820838842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817"/>
                  <a:ext cx="19" cy="22"/>
                </a:xfrm>
                <a:custGeom>
                  <a:avLst/>
                  <a:gdLst>
                    <a:gd name="T0" fmla="*/ 0 w 115"/>
                    <a:gd name="T1" fmla="*/ 0 h 129"/>
                    <a:gd name="T2" fmla="*/ 0 w 115"/>
                    <a:gd name="T3" fmla="*/ 0 h 129"/>
                    <a:gd name="T4" fmla="*/ 0 w 115"/>
                    <a:gd name="T5" fmla="*/ 0 h 129"/>
                    <a:gd name="T6" fmla="*/ 0 w 115"/>
                    <a:gd name="T7" fmla="*/ 0 h 129"/>
                    <a:gd name="T8" fmla="*/ 0 w 115"/>
                    <a:gd name="T9" fmla="*/ 0 h 129"/>
                    <a:gd name="T10" fmla="*/ 0 w 115"/>
                    <a:gd name="T11" fmla="*/ 0 h 129"/>
                    <a:gd name="T12" fmla="*/ 0 w 115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9"/>
                    <a:gd name="T23" fmla="*/ 115 w 115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9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9"/>
                      </a:lnTo>
                      <a:lnTo>
                        <a:pt x="96" y="79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8" name="Freeform 2571">
                  <a:extLst>
                    <a:ext uri="{FF2B5EF4-FFF2-40B4-BE49-F238E27FC236}">
                      <a16:creationId xmlns:a16="http://schemas.microsoft.com/office/drawing/2014/main" id="{9DEB9EEF-E717-1E29-E124-4E3BDD8ED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817"/>
                  <a:ext cx="19" cy="22"/>
                </a:xfrm>
                <a:custGeom>
                  <a:avLst/>
                  <a:gdLst>
                    <a:gd name="T0" fmla="*/ 0 w 115"/>
                    <a:gd name="T1" fmla="*/ 0 h 129"/>
                    <a:gd name="T2" fmla="*/ 0 w 115"/>
                    <a:gd name="T3" fmla="*/ 0 h 129"/>
                    <a:gd name="T4" fmla="*/ 0 w 115"/>
                    <a:gd name="T5" fmla="*/ 0 h 129"/>
                    <a:gd name="T6" fmla="*/ 0 w 115"/>
                    <a:gd name="T7" fmla="*/ 0 h 129"/>
                    <a:gd name="T8" fmla="*/ 0 w 115"/>
                    <a:gd name="T9" fmla="*/ 0 h 129"/>
                    <a:gd name="T10" fmla="*/ 0 w 115"/>
                    <a:gd name="T11" fmla="*/ 0 h 129"/>
                    <a:gd name="T12" fmla="*/ 0 w 115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9"/>
                    <a:gd name="T23" fmla="*/ 115 w 115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9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9"/>
                      </a:lnTo>
                      <a:lnTo>
                        <a:pt x="96" y="79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9" name="Freeform 2572">
                  <a:extLst>
                    <a:ext uri="{FF2B5EF4-FFF2-40B4-BE49-F238E27FC236}">
                      <a16:creationId xmlns:a16="http://schemas.microsoft.com/office/drawing/2014/main" id="{EB4A4E80-6329-23B7-B20C-A877B3FECF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0"/>
                      </a:moveTo>
                      <a:lnTo>
                        <a:pt x="0" y="50"/>
                      </a:lnTo>
                      <a:lnTo>
                        <a:pt x="8" y="52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0" name="Line 2573">
                  <a:extLst>
                    <a:ext uri="{FF2B5EF4-FFF2-40B4-BE49-F238E27FC236}">
                      <a16:creationId xmlns:a16="http://schemas.microsoft.com/office/drawing/2014/main" id="{722AF2C1-B4EF-2893-3D30-F6260012F9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2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1" name="Freeform 2574">
                  <a:extLst>
                    <a:ext uri="{FF2B5EF4-FFF2-40B4-BE49-F238E27FC236}">
                      <a16:creationId xmlns:a16="http://schemas.microsoft.com/office/drawing/2014/main" id="{4AF6432C-6938-5C5D-8696-A955312242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822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0" y="122"/>
                      </a:lnTo>
                      <a:lnTo>
                        <a:pt x="92" y="70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2" name="Freeform 2575">
                  <a:extLst>
                    <a:ext uri="{FF2B5EF4-FFF2-40B4-BE49-F238E27FC236}">
                      <a16:creationId xmlns:a16="http://schemas.microsoft.com/office/drawing/2014/main" id="{684DEF0E-AB56-58C1-E241-F27AB7FA4F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822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23" y="0"/>
                      </a:moveTo>
                      <a:lnTo>
                        <a:pt x="11" y="52"/>
                      </a:lnTo>
                      <a:lnTo>
                        <a:pt x="0" y="104"/>
                      </a:lnTo>
                      <a:lnTo>
                        <a:pt x="80" y="122"/>
                      </a:lnTo>
                      <a:lnTo>
                        <a:pt x="92" y="70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3" name="Freeform 2576">
                  <a:extLst>
                    <a:ext uri="{FF2B5EF4-FFF2-40B4-BE49-F238E27FC236}">
                      <a16:creationId xmlns:a16="http://schemas.microsoft.com/office/drawing/2014/main" id="{8C5A2BE1-ACA9-E528-DA9D-7075119B06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83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9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4" name="Line 2577">
                  <a:extLst>
                    <a:ext uri="{FF2B5EF4-FFF2-40B4-BE49-F238E27FC236}">
                      <a16:creationId xmlns:a16="http://schemas.microsoft.com/office/drawing/2014/main" id="{6AD12031-2227-DE8B-4E67-C80786442C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6" y="3842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5" name="Freeform 2578">
                  <a:extLst>
                    <a:ext uri="{FF2B5EF4-FFF2-40B4-BE49-F238E27FC236}">
                      <a16:creationId xmlns:a16="http://schemas.microsoft.com/office/drawing/2014/main" id="{B0F9CF02-76F2-3504-A07A-9A7E42C046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825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lnTo>
                        <a:pt x="85" y="58"/>
                      </a:lnTo>
                      <a:lnTo>
                        <a:pt x="89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6" name="Freeform 2579">
                  <a:extLst>
                    <a:ext uri="{FF2B5EF4-FFF2-40B4-BE49-F238E27FC236}">
                      <a16:creationId xmlns:a16="http://schemas.microsoft.com/office/drawing/2014/main" id="{9DD089DD-C05B-71EE-4D27-A507E07522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825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lnTo>
                        <a:pt x="85" y="58"/>
                      </a:lnTo>
                      <a:lnTo>
                        <a:pt x="89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7" name="Freeform 2580">
                  <a:extLst>
                    <a:ext uri="{FF2B5EF4-FFF2-40B4-BE49-F238E27FC236}">
                      <a16:creationId xmlns:a16="http://schemas.microsoft.com/office/drawing/2014/main" id="{419BC9B9-4818-996C-6BF1-85DEEE3035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834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3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8" name="Line 2581">
                  <a:extLst>
                    <a:ext uri="{FF2B5EF4-FFF2-40B4-BE49-F238E27FC236}">
                      <a16:creationId xmlns:a16="http://schemas.microsoft.com/office/drawing/2014/main" id="{3E393EEA-1D90-6EBA-FD68-E5A6A4B35F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84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9" name="Freeform 2582">
                  <a:extLst>
                    <a:ext uri="{FF2B5EF4-FFF2-40B4-BE49-F238E27FC236}">
                      <a16:creationId xmlns:a16="http://schemas.microsoft.com/office/drawing/2014/main" id="{58E6DD15-9A0E-44E3-8A68-F60F4BD663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825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0" y="5"/>
                      </a:moveTo>
                      <a:lnTo>
                        <a:pt x="3" y="58"/>
                      </a:lnTo>
                      <a:lnTo>
                        <a:pt x="7" y="111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0" name="Freeform 2583">
                  <a:extLst>
                    <a:ext uri="{FF2B5EF4-FFF2-40B4-BE49-F238E27FC236}">
                      <a16:creationId xmlns:a16="http://schemas.microsoft.com/office/drawing/2014/main" id="{AC917F09-6FC1-6BFC-8E54-61F23111D7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825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0" y="5"/>
                      </a:moveTo>
                      <a:lnTo>
                        <a:pt x="3" y="58"/>
                      </a:lnTo>
                      <a:lnTo>
                        <a:pt x="7" y="111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1" name="Freeform 2584">
                  <a:extLst>
                    <a:ext uri="{FF2B5EF4-FFF2-40B4-BE49-F238E27FC236}">
                      <a16:creationId xmlns:a16="http://schemas.microsoft.com/office/drawing/2014/main" id="{D2FDC31C-0DA9-9D41-01E7-7E46E28313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83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0"/>
                      </a:moveTo>
                      <a:lnTo>
                        <a:pt x="3" y="53"/>
                      </a:lnTo>
                      <a:lnTo>
                        <a:pt x="12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2" name="Line 2585">
                  <a:extLst>
                    <a:ext uri="{FF2B5EF4-FFF2-40B4-BE49-F238E27FC236}">
                      <a16:creationId xmlns:a16="http://schemas.microsoft.com/office/drawing/2014/main" id="{225F0295-6A65-A19C-C1B6-BE2641317E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16" y="3842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3" name="Freeform 2586">
                  <a:extLst>
                    <a:ext uri="{FF2B5EF4-FFF2-40B4-BE49-F238E27FC236}">
                      <a16:creationId xmlns:a16="http://schemas.microsoft.com/office/drawing/2014/main" id="{2FDD07C4-0D12-5539-DA22-E0A720359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822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0" y="18"/>
                      </a:moveTo>
                      <a:lnTo>
                        <a:pt x="12" y="70"/>
                      </a:lnTo>
                      <a:lnTo>
                        <a:pt x="24" y="122"/>
                      </a:lnTo>
                      <a:lnTo>
                        <a:pt x="104" y="104"/>
                      </a:lnTo>
                      <a:lnTo>
                        <a:pt x="92" y="52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4" name="Freeform 2587">
                  <a:extLst>
                    <a:ext uri="{FF2B5EF4-FFF2-40B4-BE49-F238E27FC236}">
                      <a16:creationId xmlns:a16="http://schemas.microsoft.com/office/drawing/2014/main" id="{D82A8F69-4DC0-87CB-8869-DEF5BDE9A7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822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0" y="18"/>
                      </a:moveTo>
                      <a:lnTo>
                        <a:pt x="12" y="70"/>
                      </a:lnTo>
                      <a:lnTo>
                        <a:pt x="24" y="122"/>
                      </a:lnTo>
                      <a:lnTo>
                        <a:pt x="104" y="104"/>
                      </a:lnTo>
                      <a:lnTo>
                        <a:pt x="92" y="52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5" name="Freeform 2588">
                  <a:extLst>
                    <a:ext uri="{FF2B5EF4-FFF2-40B4-BE49-F238E27FC236}">
                      <a16:creationId xmlns:a16="http://schemas.microsoft.com/office/drawing/2014/main" id="{2D27FD3F-38F5-1AA7-593B-175F831874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830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0"/>
                      </a:moveTo>
                      <a:lnTo>
                        <a:pt x="12" y="52"/>
                      </a:lnTo>
                      <a:lnTo>
                        <a:pt x="19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6" name="Line 2589">
                  <a:extLst>
                    <a:ext uri="{FF2B5EF4-FFF2-40B4-BE49-F238E27FC236}">
                      <a16:creationId xmlns:a16="http://schemas.microsoft.com/office/drawing/2014/main" id="{4E6C7061-D436-0FDE-C756-BFA2F5904C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31" y="38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7" name="Freeform 2590">
                  <a:extLst>
                    <a:ext uri="{FF2B5EF4-FFF2-40B4-BE49-F238E27FC236}">
                      <a16:creationId xmlns:a16="http://schemas.microsoft.com/office/drawing/2014/main" id="{F8EC00B3-D7B8-D992-1C2C-FC055711FB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817"/>
                  <a:ext cx="19" cy="22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0" y="29"/>
                      </a:moveTo>
                      <a:lnTo>
                        <a:pt x="19" y="79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8" name="Freeform 2591">
                  <a:extLst>
                    <a:ext uri="{FF2B5EF4-FFF2-40B4-BE49-F238E27FC236}">
                      <a16:creationId xmlns:a16="http://schemas.microsoft.com/office/drawing/2014/main" id="{585CC9D3-AE36-8336-5E92-FCF4823337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817"/>
                  <a:ext cx="19" cy="22"/>
                </a:xfrm>
                <a:custGeom>
                  <a:avLst/>
                  <a:gdLst>
                    <a:gd name="T0" fmla="*/ 0 w 116"/>
                    <a:gd name="T1" fmla="*/ 0 h 129"/>
                    <a:gd name="T2" fmla="*/ 0 w 116"/>
                    <a:gd name="T3" fmla="*/ 0 h 129"/>
                    <a:gd name="T4" fmla="*/ 0 w 116"/>
                    <a:gd name="T5" fmla="*/ 0 h 129"/>
                    <a:gd name="T6" fmla="*/ 0 w 116"/>
                    <a:gd name="T7" fmla="*/ 0 h 129"/>
                    <a:gd name="T8" fmla="*/ 0 w 116"/>
                    <a:gd name="T9" fmla="*/ 0 h 129"/>
                    <a:gd name="T10" fmla="*/ 0 w 116"/>
                    <a:gd name="T11" fmla="*/ 0 h 129"/>
                    <a:gd name="T12" fmla="*/ 0 w 116"/>
                    <a:gd name="T13" fmla="*/ 0 h 12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9"/>
                    <a:gd name="T23" fmla="*/ 116 w 116"/>
                    <a:gd name="T24" fmla="*/ 129 h 12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9">
                      <a:moveTo>
                        <a:pt x="0" y="29"/>
                      </a:moveTo>
                      <a:lnTo>
                        <a:pt x="19" y="79"/>
                      </a:lnTo>
                      <a:lnTo>
                        <a:pt x="38" y="129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9" name="Freeform 2592">
                  <a:extLst>
                    <a:ext uri="{FF2B5EF4-FFF2-40B4-BE49-F238E27FC236}">
                      <a16:creationId xmlns:a16="http://schemas.microsoft.com/office/drawing/2014/main" id="{024E78B5-99F2-48E4-68E2-5DE8644742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826"/>
                  <a:ext cx="4" cy="8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0" y="0"/>
                      </a:moveTo>
                      <a:lnTo>
                        <a:pt x="19" y="50"/>
                      </a:lnTo>
                      <a:lnTo>
                        <a:pt x="25" y="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0" name="Line 2593">
                  <a:extLst>
                    <a:ext uri="{FF2B5EF4-FFF2-40B4-BE49-F238E27FC236}">
                      <a16:creationId xmlns:a16="http://schemas.microsoft.com/office/drawing/2014/main" id="{644B4407-6BA5-C94C-C965-8776B66A2E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45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1" name="Freeform 2594">
                  <a:extLst>
                    <a:ext uri="{FF2B5EF4-FFF2-40B4-BE49-F238E27FC236}">
                      <a16:creationId xmlns:a16="http://schemas.microsoft.com/office/drawing/2014/main" id="{8956C52A-29B1-1E97-3B39-B8DAB6392B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811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0" y="40"/>
                      </a:moveTo>
                      <a:lnTo>
                        <a:pt x="26" y="86"/>
                      </a:lnTo>
                      <a:lnTo>
                        <a:pt x="51" y="133"/>
                      </a:lnTo>
                      <a:lnTo>
                        <a:pt x="123" y="94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2" name="Freeform 2595">
                  <a:extLst>
                    <a:ext uri="{FF2B5EF4-FFF2-40B4-BE49-F238E27FC236}">
                      <a16:creationId xmlns:a16="http://schemas.microsoft.com/office/drawing/2014/main" id="{BBD90C0F-9131-C956-A629-1E757DB3B7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811"/>
                  <a:ext cx="20" cy="22"/>
                </a:xfrm>
                <a:custGeom>
                  <a:avLst/>
                  <a:gdLst>
                    <a:gd name="T0" fmla="*/ 0 w 123"/>
                    <a:gd name="T1" fmla="*/ 0 h 133"/>
                    <a:gd name="T2" fmla="*/ 0 w 123"/>
                    <a:gd name="T3" fmla="*/ 0 h 133"/>
                    <a:gd name="T4" fmla="*/ 0 w 123"/>
                    <a:gd name="T5" fmla="*/ 0 h 133"/>
                    <a:gd name="T6" fmla="*/ 0 w 123"/>
                    <a:gd name="T7" fmla="*/ 0 h 133"/>
                    <a:gd name="T8" fmla="*/ 0 w 123"/>
                    <a:gd name="T9" fmla="*/ 0 h 133"/>
                    <a:gd name="T10" fmla="*/ 0 w 123"/>
                    <a:gd name="T11" fmla="*/ 0 h 133"/>
                    <a:gd name="T12" fmla="*/ 0 w 123"/>
                    <a:gd name="T13" fmla="*/ 0 h 13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3"/>
                    <a:gd name="T23" fmla="*/ 123 w 123"/>
                    <a:gd name="T24" fmla="*/ 133 h 13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3">
                      <a:moveTo>
                        <a:pt x="0" y="40"/>
                      </a:moveTo>
                      <a:lnTo>
                        <a:pt x="26" y="86"/>
                      </a:lnTo>
                      <a:lnTo>
                        <a:pt x="51" y="133"/>
                      </a:lnTo>
                      <a:lnTo>
                        <a:pt x="123" y="94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3" name="Freeform 2596">
                  <a:extLst>
                    <a:ext uri="{FF2B5EF4-FFF2-40B4-BE49-F238E27FC236}">
                      <a16:creationId xmlns:a16="http://schemas.microsoft.com/office/drawing/2014/main" id="{8C9FCFED-02A0-C307-88D5-6D620FDA8D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819"/>
                  <a:ext cx="5" cy="8"/>
                </a:xfrm>
                <a:custGeom>
                  <a:avLst/>
                  <a:gdLst>
                    <a:gd name="T0" fmla="*/ 0 w 32"/>
                    <a:gd name="T1" fmla="*/ 0 h 47"/>
                    <a:gd name="T2" fmla="*/ 0 w 32"/>
                    <a:gd name="T3" fmla="*/ 0 h 47"/>
                    <a:gd name="T4" fmla="*/ 0 w 32"/>
                    <a:gd name="T5" fmla="*/ 0 h 47"/>
                    <a:gd name="T6" fmla="*/ 0 w 32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7"/>
                    <a:gd name="T14" fmla="*/ 32 w 32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7">
                      <a:moveTo>
                        <a:pt x="0" y="0"/>
                      </a:moveTo>
                      <a:lnTo>
                        <a:pt x="25" y="47"/>
                      </a:lnTo>
                      <a:lnTo>
                        <a:pt x="32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4" name="Line 2597">
                  <a:extLst>
                    <a:ext uri="{FF2B5EF4-FFF2-40B4-BE49-F238E27FC236}">
                      <a16:creationId xmlns:a16="http://schemas.microsoft.com/office/drawing/2014/main" id="{3AC4B79E-A377-2875-C7A5-EC75F733E1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8" y="382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5" name="Freeform 2598">
                  <a:extLst>
                    <a:ext uri="{FF2B5EF4-FFF2-40B4-BE49-F238E27FC236}">
                      <a16:creationId xmlns:a16="http://schemas.microsoft.com/office/drawing/2014/main" id="{E17D08F9-D7F9-17FF-0FAD-0DC1C0084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804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50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5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6" name="Freeform 2599">
                  <a:extLst>
                    <a:ext uri="{FF2B5EF4-FFF2-40B4-BE49-F238E27FC236}">
                      <a16:creationId xmlns:a16="http://schemas.microsoft.com/office/drawing/2014/main" id="{C999C735-79DA-6C4E-A955-0C5630DC7C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804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50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5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7" name="Freeform 2600">
                  <a:extLst>
                    <a:ext uri="{FF2B5EF4-FFF2-40B4-BE49-F238E27FC236}">
                      <a16:creationId xmlns:a16="http://schemas.microsoft.com/office/drawing/2014/main" id="{1E12B771-80B3-38F7-76E5-02B71D1527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811"/>
                  <a:ext cx="6" cy="7"/>
                </a:xfrm>
                <a:custGeom>
                  <a:avLst/>
                  <a:gdLst>
                    <a:gd name="T0" fmla="*/ 0 w 38"/>
                    <a:gd name="T1" fmla="*/ 0 h 43"/>
                    <a:gd name="T2" fmla="*/ 0 w 38"/>
                    <a:gd name="T3" fmla="*/ 0 h 43"/>
                    <a:gd name="T4" fmla="*/ 0 w 38"/>
                    <a:gd name="T5" fmla="*/ 0 h 43"/>
                    <a:gd name="T6" fmla="*/ 0 w 38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3"/>
                    <a:gd name="T14" fmla="*/ 38 w 38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3">
                      <a:moveTo>
                        <a:pt x="0" y="0"/>
                      </a:moveTo>
                      <a:lnTo>
                        <a:pt x="33" y="43"/>
                      </a:lnTo>
                      <a:lnTo>
                        <a:pt x="38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8" name="Line 2601">
                  <a:extLst>
                    <a:ext uri="{FF2B5EF4-FFF2-40B4-BE49-F238E27FC236}">
                      <a16:creationId xmlns:a16="http://schemas.microsoft.com/office/drawing/2014/main" id="{4A126BF8-4A5E-1D65-F1A9-8654CBCB61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0" y="381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9" name="Freeform 2602">
                  <a:extLst>
                    <a:ext uri="{FF2B5EF4-FFF2-40B4-BE49-F238E27FC236}">
                      <a16:creationId xmlns:a16="http://schemas.microsoft.com/office/drawing/2014/main" id="{E8FF02F7-4814-95D2-2429-0C48204B5B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795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0" name="Freeform 2603">
                  <a:extLst>
                    <a:ext uri="{FF2B5EF4-FFF2-40B4-BE49-F238E27FC236}">
                      <a16:creationId xmlns:a16="http://schemas.microsoft.com/office/drawing/2014/main" id="{32791AE2-9BD6-8B52-79B6-E5FB3FE320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795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1" name="Freeform 2604">
                  <a:extLst>
                    <a:ext uri="{FF2B5EF4-FFF2-40B4-BE49-F238E27FC236}">
                      <a16:creationId xmlns:a16="http://schemas.microsoft.com/office/drawing/2014/main" id="{90209920-85B0-50DC-E61A-0E59596367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801"/>
                  <a:ext cx="7" cy="7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0"/>
                      </a:moveTo>
                      <a:lnTo>
                        <a:pt x="38" y="38"/>
                      </a:lnTo>
                      <a:lnTo>
                        <a:pt x="42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2" name="Line 2605">
                  <a:extLst>
                    <a:ext uri="{FF2B5EF4-FFF2-40B4-BE49-F238E27FC236}">
                      <a16:creationId xmlns:a16="http://schemas.microsoft.com/office/drawing/2014/main" id="{88268F67-F19C-B9BE-9738-32D6E8A014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81" y="38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3" name="Freeform 2606">
                  <a:extLst>
                    <a:ext uri="{FF2B5EF4-FFF2-40B4-BE49-F238E27FC236}">
                      <a16:creationId xmlns:a16="http://schemas.microsoft.com/office/drawing/2014/main" id="{90724416-C476-50A1-8D4F-B31E120320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785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5"/>
                      </a:moveTo>
                      <a:lnTo>
                        <a:pt x="43" y="98"/>
                      </a:lnTo>
                      <a:lnTo>
                        <a:pt x="85" y="131"/>
                      </a:lnTo>
                      <a:lnTo>
                        <a:pt x="135" y="65"/>
                      </a:lnTo>
                      <a:lnTo>
                        <a:pt x="92" y="32"/>
                      </a:lnTo>
                      <a:lnTo>
                        <a:pt x="50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4" name="Freeform 2607">
                  <a:extLst>
                    <a:ext uri="{FF2B5EF4-FFF2-40B4-BE49-F238E27FC236}">
                      <a16:creationId xmlns:a16="http://schemas.microsoft.com/office/drawing/2014/main" id="{4751561F-2F15-1569-AC19-4CA3363A83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785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5"/>
                      </a:moveTo>
                      <a:lnTo>
                        <a:pt x="43" y="98"/>
                      </a:lnTo>
                      <a:lnTo>
                        <a:pt x="85" y="131"/>
                      </a:lnTo>
                      <a:lnTo>
                        <a:pt x="135" y="65"/>
                      </a:lnTo>
                      <a:lnTo>
                        <a:pt x="92" y="32"/>
                      </a:lnTo>
                      <a:lnTo>
                        <a:pt x="50" y="0"/>
                      </a:lnTo>
                      <a:lnTo>
                        <a:pt x="0" y="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" name="Freeform 2608">
                  <a:extLst>
                    <a:ext uri="{FF2B5EF4-FFF2-40B4-BE49-F238E27FC236}">
                      <a16:creationId xmlns:a16="http://schemas.microsoft.com/office/drawing/2014/main" id="{C490605F-2A16-8581-1C1B-011F98087E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790"/>
                  <a:ext cx="8" cy="6"/>
                </a:xfrm>
                <a:custGeom>
                  <a:avLst/>
                  <a:gdLst>
                    <a:gd name="T0" fmla="*/ 0 w 48"/>
                    <a:gd name="T1" fmla="*/ 0 h 33"/>
                    <a:gd name="T2" fmla="*/ 0 w 48"/>
                    <a:gd name="T3" fmla="*/ 0 h 33"/>
                    <a:gd name="T4" fmla="*/ 0 w 48"/>
                    <a:gd name="T5" fmla="*/ 0 h 33"/>
                    <a:gd name="T6" fmla="*/ 0 w 48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3"/>
                    <a:gd name="T14" fmla="*/ 48 w 48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3">
                      <a:moveTo>
                        <a:pt x="0" y="0"/>
                      </a:moveTo>
                      <a:lnTo>
                        <a:pt x="43" y="33"/>
                      </a:lnTo>
                      <a:lnTo>
                        <a:pt x="48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" name="Line 2609">
                  <a:extLst>
                    <a:ext uri="{FF2B5EF4-FFF2-40B4-BE49-F238E27FC236}">
                      <a16:creationId xmlns:a16="http://schemas.microsoft.com/office/drawing/2014/main" id="{C5A9A503-4749-CBFE-893E-1059941117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0" y="3794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7" name="Freeform 2610">
                  <a:extLst>
                    <a:ext uri="{FF2B5EF4-FFF2-40B4-BE49-F238E27FC236}">
                      <a16:creationId xmlns:a16="http://schemas.microsoft.com/office/drawing/2014/main" id="{98DC131A-AA64-C572-0991-B219CF77A1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0" y="73"/>
                      </a:move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8" name="Freeform 2611">
                  <a:extLst>
                    <a:ext uri="{FF2B5EF4-FFF2-40B4-BE49-F238E27FC236}">
                      <a16:creationId xmlns:a16="http://schemas.microsoft.com/office/drawing/2014/main" id="{74DA303F-E476-3C93-1C86-C989C71963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774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0" y="73"/>
                      </a:move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9" name="Freeform 2612">
                  <a:extLst>
                    <a:ext uri="{FF2B5EF4-FFF2-40B4-BE49-F238E27FC236}">
                      <a16:creationId xmlns:a16="http://schemas.microsoft.com/office/drawing/2014/main" id="{5D18AE54-EBA1-C6B3-8EC6-E5B9806D05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78"/>
                  <a:ext cx="9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0" y="0"/>
                      </a:moveTo>
                      <a:lnTo>
                        <a:pt x="48" y="26"/>
                      </a:lnTo>
                      <a:lnTo>
                        <a:pt x="50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0" name="Line 2613">
                  <a:extLst>
                    <a:ext uri="{FF2B5EF4-FFF2-40B4-BE49-F238E27FC236}">
                      <a16:creationId xmlns:a16="http://schemas.microsoft.com/office/drawing/2014/main" id="{B7296F2D-7B12-59B6-7E71-355FDB2D30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7" y="378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1" name="Freeform 2614">
                  <a:extLst>
                    <a:ext uri="{FF2B5EF4-FFF2-40B4-BE49-F238E27FC236}">
                      <a16:creationId xmlns:a16="http://schemas.microsoft.com/office/drawing/2014/main" id="{468B7EDD-2456-7492-4436-33A8A0E35E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762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" name="Freeform 2615">
                  <a:extLst>
                    <a:ext uri="{FF2B5EF4-FFF2-40B4-BE49-F238E27FC236}">
                      <a16:creationId xmlns:a16="http://schemas.microsoft.com/office/drawing/2014/main" id="{98313A27-4585-86AC-2558-2032D3FFE9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762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" name="Freeform 2616">
                  <a:extLst>
                    <a:ext uri="{FF2B5EF4-FFF2-40B4-BE49-F238E27FC236}">
                      <a16:creationId xmlns:a16="http://schemas.microsoft.com/office/drawing/2014/main" id="{B55DCB11-980A-39AB-5412-F72F7F32F3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765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0"/>
                      </a:moveTo>
                      <a:lnTo>
                        <a:pt x="50" y="19"/>
                      </a:lnTo>
                      <a:lnTo>
                        <a:pt x="52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4" name="Line 2617">
                  <a:extLst>
                    <a:ext uri="{FF2B5EF4-FFF2-40B4-BE49-F238E27FC236}">
                      <a16:creationId xmlns:a16="http://schemas.microsoft.com/office/drawing/2014/main" id="{303F3E71-7D90-2B6B-051E-E2DDDF4E3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2" y="376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5" name="Freeform 2618">
                  <a:extLst>
                    <a:ext uri="{FF2B5EF4-FFF2-40B4-BE49-F238E27FC236}">
                      <a16:creationId xmlns:a16="http://schemas.microsoft.com/office/drawing/2014/main" id="{F48898D1-4552-EF23-EFA6-D31F71DDE6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50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4"/>
                      </a:lnTo>
                      <a:lnTo>
                        <a:pt x="122" y="23"/>
                      </a:ln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6" name="Freeform 2619">
                  <a:extLst>
                    <a:ext uri="{FF2B5EF4-FFF2-40B4-BE49-F238E27FC236}">
                      <a16:creationId xmlns:a16="http://schemas.microsoft.com/office/drawing/2014/main" id="{7D42757D-AD6B-46BA-5035-E017D89EBE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750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4"/>
                      </a:lnTo>
                      <a:lnTo>
                        <a:pt x="122" y="23"/>
                      </a:ln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7" name="Freeform 2620">
                  <a:extLst>
                    <a:ext uri="{FF2B5EF4-FFF2-40B4-BE49-F238E27FC236}">
                      <a16:creationId xmlns:a16="http://schemas.microsoft.com/office/drawing/2014/main" id="{491447C7-F318-D09C-2DE7-B5F6FE3429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752"/>
                  <a:ext cx="9" cy="2"/>
                </a:xfrm>
                <a:custGeom>
                  <a:avLst/>
                  <a:gdLst>
                    <a:gd name="T0" fmla="*/ 0 w 53"/>
                    <a:gd name="T1" fmla="*/ 0 h 11"/>
                    <a:gd name="T2" fmla="*/ 0 w 53"/>
                    <a:gd name="T3" fmla="*/ 0 h 11"/>
                    <a:gd name="T4" fmla="*/ 0 w 53"/>
                    <a:gd name="T5" fmla="*/ 0 h 11"/>
                    <a:gd name="T6" fmla="*/ 0 w 53"/>
                    <a:gd name="T7" fmla="*/ 0 h 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1"/>
                    <a:gd name="T14" fmla="*/ 53 w 53"/>
                    <a:gd name="T15" fmla="*/ 11 h 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1">
                      <a:moveTo>
                        <a:pt x="0" y="0"/>
                      </a:moveTo>
                      <a:lnTo>
                        <a:pt x="52" y="11"/>
                      </a:lnTo>
                      <a:lnTo>
                        <a:pt x="53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8" name="Line 2621">
                  <a:extLst>
                    <a:ext uri="{FF2B5EF4-FFF2-40B4-BE49-F238E27FC236}">
                      <a16:creationId xmlns:a16="http://schemas.microsoft.com/office/drawing/2014/main" id="{F3DC1530-F238-FB46-6649-63F1B7638D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6" y="3752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9" name="Freeform 2622">
                  <a:extLst>
                    <a:ext uri="{FF2B5EF4-FFF2-40B4-BE49-F238E27FC236}">
                      <a16:creationId xmlns:a16="http://schemas.microsoft.com/office/drawing/2014/main" id="{C03E02ED-CBA0-AEC6-17E8-27B844D543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38"/>
                  <a:ext cx="19" cy="14"/>
                </a:xfrm>
                <a:custGeom>
                  <a:avLst/>
                  <a:gdLst>
                    <a:gd name="T0" fmla="*/ 0 w 111"/>
                    <a:gd name="T1" fmla="*/ 0 h 88"/>
                    <a:gd name="T2" fmla="*/ 0 w 111"/>
                    <a:gd name="T3" fmla="*/ 0 h 88"/>
                    <a:gd name="T4" fmla="*/ 0 w 111"/>
                    <a:gd name="T5" fmla="*/ 0 h 88"/>
                    <a:gd name="T6" fmla="*/ 0 w 111"/>
                    <a:gd name="T7" fmla="*/ 0 h 88"/>
                    <a:gd name="T8" fmla="*/ 0 w 111"/>
                    <a:gd name="T9" fmla="*/ 0 h 88"/>
                    <a:gd name="T10" fmla="*/ 0 w 111"/>
                    <a:gd name="T11" fmla="*/ 0 h 88"/>
                    <a:gd name="T12" fmla="*/ 0 w 111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8"/>
                    <a:gd name="T23" fmla="*/ 111 w 111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8">
                      <a:moveTo>
                        <a:pt x="0" y="81"/>
                      </a:moveTo>
                      <a:lnTo>
                        <a:pt x="53" y="85"/>
                      </a:lnTo>
                      <a:lnTo>
                        <a:pt x="106" y="88"/>
                      </a:lnTo>
                      <a:lnTo>
                        <a:pt x="111" y="6"/>
                      </a:ln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0" name="Freeform 2623">
                  <a:extLst>
                    <a:ext uri="{FF2B5EF4-FFF2-40B4-BE49-F238E27FC236}">
                      <a16:creationId xmlns:a16="http://schemas.microsoft.com/office/drawing/2014/main" id="{BADC2F18-4A42-CE00-68CE-9A968C0AA7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738"/>
                  <a:ext cx="19" cy="14"/>
                </a:xfrm>
                <a:custGeom>
                  <a:avLst/>
                  <a:gdLst>
                    <a:gd name="T0" fmla="*/ 0 w 111"/>
                    <a:gd name="T1" fmla="*/ 0 h 88"/>
                    <a:gd name="T2" fmla="*/ 0 w 111"/>
                    <a:gd name="T3" fmla="*/ 0 h 88"/>
                    <a:gd name="T4" fmla="*/ 0 w 111"/>
                    <a:gd name="T5" fmla="*/ 0 h 88"/>
                    <a:gd name="T6" fmla="*/ 0 w 111"/>
                    <a:gd name="T7" fmla="*/ 0 h 88"/>
                    <a:gd name="T8" fmla="*/ 0 w 111"/>
                    <a:gd name="T9" fmla="*/ 0 h 88"/>
                    <a:gd name="T10" fmla="*/ 0 w 111"/>
                    <a:gd name="T11" fmla="*/ 0 h 88"/>
                    <a:gd name="T12" fmla="*/ 0 w 111"/>
                    <a:gd name="T13" fmla="*/ 0 h 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8"/>
                    <a:gd name="T23" fmla="*/ 111 w 111"/>
                    <a:gd name="T24" fmla="*/ 88 h 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8">
                      <a:moveTo>
                        <a:pt x="0" y="81"/>
                      </a:moveTo>
                      <a:lnTo>
                        <a:pt x="53" y="85"/>
                      </a:lnTo>
                      <a:lnTo>
                        <a:pt x="106" y="88"/>
                      </a:lnTo>
                      <a:lnTo>
                        <a:pt x="111" y="6"/>
                      </a:lnTo>
                      <a:lnTo>
                        <a:pt x="58" y="3"/>
                      </a:lnTo>
                      <a:lnTo>
                        <a:pt x="5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1" name="Freeform 2624">
                  <a:extLst>
                    <a:ext uri="{FF2B5EF4-FFF2-40B4-BE49-F238E27FC236}">
                      <a16:creationId xmlns:a16="http://schemas.microsoft.com/office/drawing/2014/main" id="{AFD3BF94-E078-10D9-C7B8-398DA72967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738"/>
                  <a:ext cx="9" cy="1"/>
                </a:xfrm>
                <a:custGeom>
                  <a:avLst/>
                  <a:gdLst>
                    <a:gd name="T0" fmla="*/ 0 w 53"/>
                    <a:gd name="T1" fmla="*/ 0 h 6"/>
                    <a:gd name="T2" fmla="*/ 0 w 53"/>
                    <a:gd name="T3" fmla="*/ 0 h 6"/>
                    <a:gd name="T4" fmla="*/ 0 w 53"/>
                    <a:gd name="T5" fmla="*/ 0 h 6"/>
                    <a:gd name="T6" fmla="*/ 0 w 53"/>
                    <a:gd name="T7" fmla="*/ 0 h 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6"/>
                    <a:gd name="T14" fmla="*/ 53 w 53"/>
                    <a:gd name="T15" fmla="*/ 6 h 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6">
                      <a:moveTo>
                        <a:pt x="0" y="3"/>
                      </a:moveTo>
                      <a:lnTo>
                        <a:pt x="53" y="6"/>
                      </a:lnTo>
                      <a:lnTo>
                        <a:pt x="53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" name="Line 2625">
                  <a:extLst>
                    <a:ext uri="{FF2B5EF4-FFF2-40B4-BE49-F238E27FC236}">
                      <a16:creationId xmlns:a16="http://schemas.microsoft.com/office/drawing/2014/main" id="{2F589F57-F3DE-654B-D9B6-0B3C49543F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7" y="373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" name="Freeform 2626">
                  <a:extLst>
                    <a:ext uri="{FF2B5EF4-FFF2-40B4-BE49-F238E27FC236}">
                      <a16:creationId xmlns:a16="http://schemas.microsoft.com/office/drawing/2014/main" id="{82B33B7D-F6A5-F681-33D9-89C83AB943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43"/>
                  <a:ext cx="19" cy="14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2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4" name="Freeform 2627">
                  <a:extLst>
                    <a:ext uri="{FF2B5EF4-FFF2-40B4-BE49-F238E27FC236}">
                      <a16:creationId xmlns:a16="http://schemas.microsoft.com/office/drawing/2014/main" id="{30582A37-634D-37E7-DF0E-25DCD05903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43"/>
                  <a:ext cx="19" cy="14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5" y="89"/>
                      </a:moveTo>
                      <a:lnTo>
                        <a:pt x="58" y="86"/>
                      </a:lnTo>
                      <a:lnTo>
                        <a:pt x="111" y="82"/>
                      </a:lnTo>
                      <a:lnTo>
                        <a:pt x="106" y="0"/>
                      </a:ln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5" y="8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5" name="Freeform 2628">
                  <a:extLst>
                    <a:ext uri="{FF2B5EF4-FFF2-40B4-BE49-F238E27FC236}">
                      <a16:creationId xmlns:a16="http://schemas.microsoft.com/office/drawing/2014/main" id="{957EE84D-5E89-E595-E88E-92AAB01E6B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24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0" y="12"/>
                      </a:moveTo>
                      <a:lnTo>
                        <a:pt x="53" y="9"/>
                      </a:lnTo>
                      <a:lnTo>
                        <a:pt x="52" y="0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6" name="Line 2629">
                  <a:extLst>
                    <a:ext uri="{FF2B5EF4-FFF2-40B4-BE49-F238E27FC236}">
                      <a16:creationId xmlns:a16="http://schemas.microsoft.com/office/drawing/2014/main" id="{831F7085-9451-ABA0-DF80-426E253736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6" y="324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7" name="Freeform 2630">
                  <a:extLst>
                    <a:ext uri="{FF2B5EF4-FFF2-40B4-BE49-F238E27FC236}">
                      <a16:creationId xmlns:a16="http://schemas.microsoft.com/office/drawing/2014/main" id="{406BC9AE-9F7C-60E4-D69D-D52B05472F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28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0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8" name="Freeform 2631">
                  <a:extLst>
                    <a:ext uri="{FF2B5EF4-FFF2-40B4-BE49-F238E27FC236}">
                      <a16:creationId xmlns:a16="http://schemas.microsoft.com/office/drawing/2014/main" id="{4FF6F1AE-96FE-651E-6E46-3FEF29EB7E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28"/>
                  <a:ext cx="20" cy="17"/>
                </a:xfrm>
                <a:custGeom>
                  <a:avLst/>
                  <a:gdLst>
                    <a:gd name="T0" fmla="*/ 0 w 122"/>
                    <a:gd name="T1" fmla="*/ 0 h 104"/>
                    <a:gd name="T2" fmla="*/ 0 w 122"/>
                    <a:gd name="T3" fmla="*/ 0 h 104"/>
                    <a:gd name="T4" fmla="*/ 0 w 122"/>
                    <a:gd name="T5" fmla="*/ 0 h 104"/>
                    <a:gd name="T6" fmla="*/ 0 w 122"/>
                    <a:gd name="T7" fmla="*/ 0 h 104"/>
                    <a:gd name="T8" fmla="*/ 0 w 122"/>
                    <a:gd name="T9" fmla="*/ 0 h 104"/>
                    <a:gd name="T10" fmla="*/ 0 w 122"/>
                    <a:gd name="T11" fmla="*/ 0 h 104"/>
                    <a:gd name="T12" fmla="*/ 0 w 122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4"/>
                    <a:gd name="T23" fmla="*/ 122 w 122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4">
                      <a:moveTo>
                        <a:pt x="18" y="104"/>
                      </a:moveTo>
                      <a:lnTo>
                        <a:pt x="70" y="92"/>
                      </a:lnTo>
                      <a:lnTo>
                        <a:pt x="122" y="80"/>
                      </a:lnTo>
                      <a:lnTo>
                        <a:pt x="104" y="0"/>
                      </a:lnTo>
                      <a:lnTo>
                        <a:pt x="52" y="12"/>
                      </a:lnTo>
                      <a:lnTo>
                        <a:pt x="0" y="23"/>
                      </a:lnTo>
                      <a:lnTo>
                        <a:pt x="18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9" name="Freeform 2632">
                  <a:extLst>
                    <a:ext uri="{FF2B5EF4-FFF2-40B4-BE49-F238E27FC236}">
                      <a16:creationId xmlns:a16="http://schemas.microsoft.com/office/drawing/2014/main" id="{8B9D2555-4080-938A-E812-2463744126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227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19"/>
                      </a:moveTo>
                      <a:lnTo>
                        <a:pt x="52" y="7"/>
                      </a:lnTo>
                      <a:lnTo>
                        <a:pt x="50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0" name="Line 2633">
                  <a:extLst>
                    <a:ext uri="{FF2B5EF4-FFF2-40B4-BE49-F238E27FC236}">
                      <a16:creationId xmlns:a16="http://schemas.microsoft.com/office/drawing/2014/main" id="{41C09FAC-E47E-0F85-7830-BCD178C03A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02" y="322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1" name="Freeform 2634">
                  <a:extLst>
                    <a:ext uri="{FF2B5EF4-FFF2-40B4-BE49-F238E27FC236}">
                      <a16:creationId xmlns:a16="http://schemas.microsoft.com/office/drawing/2014/main" id="{3B0CE4F9-7A2E-F5DB-C71C-665180AD92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14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2" name="Freeform 2635">
                  <a:extLst>
                    <a:ext uri="{FF2B5EF4-FFF2-40B4-BE49-F238E27FC236}">
                      <a16:creationId xmlns:a16="http://schemas.microsoft.com/office/drawing/2014/main" id="{04E57816-EFE3-3A4D-D93F-14F5720EEA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14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28" y="115"/>
                      </a:move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lnTo>
                        <a:pt x="49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" name="Freeform 2636">
                  <a:extLst>
                    <a:ext uri="{FF2B5EF4-FFF2-40B4-BE49-F238E27FC236}">
                      <a16:creationId xmlns:a16="http://schemas.microsoft.com/office/drawing/2014/main" id="{352E5A75-B18A-5CF4-2757-8D06948783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13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25"/>
                      </a:moveTo>
                      <a:lnTo>
                        <a:pt x="50" y="6"/>
                      </a:lnTo>
                      <a:lnTo>
                        <a:pt x="48" y="0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4" name="Line 2637">
                  <a:extLst>
                    <a:ext uri="{FF2B5EF4-FFF2-40B4-BE49-F238E27FC236}">
                      <a16:creationId xmlns:a16="http://schemas.microsoft.com/office/drawing/2014/main" id="{EB7BB0AD-CC7D-F475-2967-2ACD343165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7" y="32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5" name="Freeform 2638">
                  <a:extLst>
                    <a:ext uri="{FF2B5EF4-FFF2-40B4-BE49-F238E27FC236}">
                      <a16:creationId xmlns:a16="http://schemas.microsoft.com/office/drawing/2014/main" id="{43912B11-0159-E1CB-3C06-C278677444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39" y="124"/>
                      </a:move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6" name="Freeform 2639">
                  <a:extLst>
                    <a:ext uri="{FF2B5EF4-FFF2-40B4-BE49-F238E27FC236}">
                      <a16:creationId xmlns:a16="http://schemas.microsoft.com/office/drawing/2014/main" id="{EAE6B2DC-908B-1B41-EF9F-98E2B6AC33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39" y="124"/>
                      </a:moveTo>
                      <a:lnTo>
                        <a:pt x="86" y="98"/>
                      </a:lnTo>
                      <a:lnTo>
                        <a:pt x="134" y="73"/>
                      </a:lnTo>
                      <a:lnTo>
                        <a:pt x="95" y="0"/>
                      </a:lnTo>
                      <a:lnTo>
                        <a:pt x="47" y="25"/>
                      </a:lnTo>
                      <a:lnTo>
                        <a:pt x="0" y="51"/>
                      </a:lnTo>
                      <a:lnTo>
                        <a:pt x="39" y="12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7" name="Freeform 2640">
                  <a:extLst>
                    <a:ext uri="{FF2B5EF4-FFF2-40B4-BE49-F238E27FC236}">
                      <a16:creationId xmlns:a16="http://schemas.microsoft.com/office/drawing/2014/main" id="{CB9B6BF2-758F-68C5-5DBF-0F56BDE4B6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199"/>
                  <a:ext cx="8" cy="6"/>
                </a:xfrm>
                <a:custGeom>
                  <a:avLst/>
                  <a:gdLst>
                    <a:gd name="T0" fmla="*/ 0 w 48"/>
                    <a:gd name="T1" fmla="*/ 0 h 33"/>
                    <a:gd name="T2" fmla="*/ 0 w 48"/>
                    <a:gd name="T3" fmla="*/ 0 h 33"/>
                    <a:gd name="T4" fmla="*/ 0 w 48"/>
                    <a:gd name="T5" fmla="*/ 0 h 33"/>
                    <a:gd name="T6" fmla="*/ 0 w 48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8"/>
                    <a:gd name="T13" fmla="*/ 0 h 33"/>
                    <a:gd name="T14" fmla="*/ 48 w 48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8" h="33">
                      <a:moveTo>
                        <a:pt x="0" y="33"/>
                      </a:moveTo>
                      <a:lnTo>
                        <a:pt x="48" y="8"/>
                      </a:lnTo>
                      <a:lnTo>
                        <a:pt x="43" y="0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8" name="Line 2641">
                  <a:extLst>
                    <a:ext uri="{FF2B5EF4-FFF2-40B4-BE49-F238E27FC236}">
                      <a16:creationId xmlns:a16="http://schemas.microsoft.com/office/drawing/2014/main" id="{FEADA32D-82E2-7A74-9619-7001C9626D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90" y="3199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9" name="Freeform 2642">
                  <a:extLst>
                    <a:ext uri="{FF2B5EF4-FFF2-40B4-BE49-F238E27FC236}">
                      <a16:creationId xmlns:a16="http://schemas.microsoft.com/office/drawing/2014/main" id="{487FDD63-F3E5-0394-006E-5D6A79A436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188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50" y="131"/>
                      </a:moveTo>
                      <a:lnTo>
                        <a:pt x="92" y="98"/>
                      </a:lnTo>
                      <a:lnTo>
                        <a:pt x="135" y="65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5"/>
                      </a:lnTo>
                      <a:lnTo>
                        <a:pt x="50" y="1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0" name="Freeform 2643">
                  <a:extLst>
                    <a:ext uri="{FF2B5EF4-FFF2-40B4-BE49-F238E27FC236}">
                      <a16:creationId xmlns:a16="http://schemas.microsoft.com/office/drawing/2014/main" id="{61CC81CA-F5FF-D9DE-362A-17EE71D86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188"/>
                  <a:ext cx="22" cy="22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50" y="131"/>
                      </a:moveTo>
                      <a:lnTo>
                        <a:pt x="92" y="98"/>
                      </a:lnTo>
                      <a:lnTo>
                        <a:pt x="135" y="65"/>
                      </a:lnTo>
                      <a:lnTo>
                        <a:pt x="85" y="0"/>
                      </a:lnTo>
                      <a:lnTo>
                        <a:pt x="43" y="33"/>
                      </a:lnTo>
                      <a:lnTo>
                        <a:pt x="0" y="65"/>
                      </a:lnTo>
                      <a:lnTo>
                        <a:pt x="50" y="13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1" name="Freeform 2644">
                  <a:extLst>
                    <a:ext uri="{FF2B5EF4-FFF2-40B4-BE49-F238E27FC236}">
                      <a16:creationId xmlns:a16="http://schemas.microsoft.com/office/drawing/2014/main" id="{79A26D06-0294-520E-7307-6039A66451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188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38"/>
                      </a:moveTo>
                      <a:lnTo>
                        <a:pt x="42" y="5"/>
                      </a:lnTo>
                      <a:lnTo>
                        <a:pt x="38" y="0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2" name="Line 2645">
                  <a:extLst>
                    <a:ext uri="{FF2B5EF4-FFF2-40B4-BE49-F238E27FC236}">
                      <a16:creationId xmlns:a16="http://schemas.microsoft.com/office/drawing/2014/main" id="{D7D928BA-421D-3597-4A08-A260F1CE60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81" y="31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" name="Freeform 2646">
                  <a:extLst>
                    <a:ext uri="{FF2B5EF4-FFF2-40B4-BE49-F238E27FC236}">
                      <a16:creationId xmlns:a16="http://schemas.microsoft.com/office/drawing/2014/main" id="{AA39BA7E-CA9E-7943-E246-6417CF2BF5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178"/>
                  <a:ext cx="22" cy="22"/>
                </a:xfrm>
                <a:custGeom>
                  <a:avLst/>
                  <a:gdLst>
                    <a:gd name="T0" fmla="*/ 0 w 135"/>
                    <a:gd name="T1" fmla="*/ 0 h 135"/>
                    <a:gd name="T2" fmla="*/ 0 w 135"/>
                    <a:gd name="T3" fmla="*/ 0 h 135"/>
                    <a:gd name="T4" fmla="*/ 0 w 135"/>
                    <a:gd name="T5" fmla="*/ 0 h 135"/>
                    <a:gd name="T6" fmla="*/ 0 w 135"/>
                    <a:gd name="T7" fmla="*/ 0 h 135"/>
                    <a:gd name="T8" fmla="*/ 0 w 135"/>
                    <a:gd name="T9" fmla="*/ 0 h 135"/>
                    <a:gd name="T10" fmla="*/ 0 w 135"/>
                    <a:gd name="T11" fmla="*/ 0 h 135"/>
                    <a:gd name="T12" fmla="*/ 0 w 13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5"/>
                    <a:gd name="T23" fmla="*/ 135 w 13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5">
                      <a:moveTo>
                        <a:pt x="58" y="135"/>
                      </a:moveTo>
                      <a:lnTo>
                        <a:pt x="97" y="97"/>
                      </a:lnTo>
                      <a:lnTo>
                        <a:pt x="135" y="59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7"/>
                      </a:lnTo>
                      <a:lnTo>
                        <a:pt x="58" y="1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4" name="Freeform 2647">
                  <a:extLst>
                    <a:ext uri="{FF2B5EF4-FFF2-40B4-BE49-F238E27FC236}">
                      <a16:creationId xmlns:a16="http://schemas.microsoft.com/office/drawing/2014/main" id="{CD2A9927-B9D1-323A-6855-E143FED91B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178"/>
                  <a:ext cx="22" cy="22"/>
                </a:xfrm>
                <a:custGeom>
                  <a:avLst/>
                  <a:gdLst>
                    <a:gd name="T0" fmla="*/ 0 w 135"/>
                    <a:gd name="T1" fmla="*/ 0 h 135"/>
                    <a:gd name="T2" fmla="*/ 0 w 135"/>
                    <a:gd name="T3" fmla="*/ 0 h 135"/>
                    <a:gd name="T4" fmla="*/ 0 w 135"/>
                    <a:gd name="T5" fmla="*/ 0 h 135"/>
                    <a:gd name="T6" fmla="*/ 0 w 135"/>
                    <a:gd name="T7" fmla="*/ 0 h 135"/>
                    <a:gd name="T8" fmla="*/ 0 w 135"/>
                    <a:gd name="T9" fmla="*/ 0 h 135"/>
                    <a:gd name="T10" fmla="*/ 0 w 135"/>
                    <a:gd name="T11" fmla="*/ 0 h 135"/>
                    <a:gd name="T12" fmla="*/ 0 w 135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5"/>
                    <a:gd name="T23" fmla="*/ 135 w 135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5">
                      <a:moveTo>
                        <a:pt x="58" y="135"/>
                      </a:moveTo>
                      <a:lnTo>
                        <a:pt x="97" y="97"/>
                      </a:lnTo>
                      <a:lnTo>
                        <a:pt x="135" y="59"/>
                      </a:lnTo>
                      <a:lnTo>
                        <a:pt x="76" y="0"/>
                      </a:lnTo>
                      <a:lnTo>
                        <a:pt x="38" y="38"/>
                      </a:lnTo>
                      <a:lnTo>
                        <a:pt x="0" y="77"/>
                      </a:lnTo>
                      <a:lnTo>
                        <a:pt x="58" y="13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5" name="Freeform 2648">
                  <a:extLst>
                    <a:ext uri="{FF2B5EF4-FFF2-40B4-BE49-F238E27FC236}">
                      <a16:creationId xmlns:a16="http://schemas.microsoft.com/office/drawing/2014/main" id="{A2B35AEC-A83B-010E-7655-0B40FC94BC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177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0" y="42"/>
                      </a:moveTo>
                      <a:lnTo>
                        <a:pt x="38" y="4"/>
                      </a:lnTo>
                      <a:lnTo>
                        <a:pt x="33" y="0"/>
                      </a:lnTo>
                      <a:lnTo>
                        <a:pt x="0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6" name="Line 2649">
                  <a:extLst>
                    <a:ext uri="{FF2B5EF4-FFF2-40B4-BE49-F238E27FC236}">
                      <a16:creationId xmlns:a16="http://schemas.microsoft.com/office/drawing/2014/main" id="{333C6EF2-C55D-2997-ABBB-CC30019140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70" y="31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7" name="Freeform 2650">
                  <a:extLst>
                    <a:ext uri="{FF2B5EF4-FFF2-40B4-BE49-F238E27FC236}">
                      <a16:creationId xmlns:a16="http://schemas.microsoft.com/office/drawing/2014/main" id="{49C8124A-9358-1F1C-F11B-3028ED3EBF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169"/>
                  <a:ext cx="22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65" y="135"/>
                      </a:move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lnTo>
                        <a:pt x="33" y="43"/>
                      </a:lnTo>
                      <a:lnTo>
                        <a:pt x="0" y="85"/>
                      </a:lnTo>
                      <a:lnTo>
                        <a:pt x="65" y="13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8" name="Freeform 2651">
                  <a:extLst>
                    <a:ext uri="{FF2B5EF4-FFF2-40B4-BE49-F238E27FC236}">
                      <a16:creationId xmlns:a16="http://schemas.microsoft.com/office/drawing/2014/main" id="{BD36F67C-A75E-FF57-B602-9B9B53D6D2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169"/>
                  <a:ext cx="22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65" y="135"/>
                      </a:moveTo>
                      <a:lnTo>
                        <a:pt x="98" y="92"/>
                      </a:lnTo>
                      <a:lnTo>
                        <a:pt x="131" y="50"/>
                      </a:lnTo>
                      <a:lnTo>
                        <a:pt x="65" y="0"/>
                      </a:lnTo>
                      <a:lnTo>
                        <a:pt x="33" y="43"/>
                      </a:lnTo>
                      <a:lnTo>
                        <a:pt x="0" y="85"/>
                      </a:lnTo>
                      <a:lnTo>
                        <a:pt x="65" y="13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9" name="Freeform 2652">
                  <a:extLst>
                    <a:ext uri="{FF2B5EF4-FFF2-40B4-BE49-F238E27FC236}">
                      <a16:creationId xmlns:a16="http://schemas.microsoft.com/office/drawing/2014/main" id="{3DC1A524-78DE-5DB1-D30F-3922A40083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168"/>
                  <a:ext cx="5" cy="8"/>
                </a:xfrm>
                <a:custGeom>
                  <a:avLst/>
                  <a:gdLst>
                    <a:gd name="T0" fmla="*/ 0 w 32"/>
                    <a:gd name="T1" fmla="*/ 0 h 47"/>
                    <a:gd name="T2" fmla="*/ 0 w 32"/>
                    <a:gd name="T3" fmla="*/ 0 h 47"/>
                    <a:gd name="T4" fmla="*/ 0 w 32"/>
                    <a:gd name="T5" fmla="*/ 0 h 47"/>
                    <a:gd name="T6" fmla="*/ 0 w 32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7"/>
                    <a:gd name="T14" fmla="*/ 32 w 32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7">
                      <a:moveTo>
                        <a:pt x="0" y="47"/>
                      </a:moveTo>
                      <a:lnTo>
                        <a:pt x="32" y="4"/>
                      </a:lnTo>
                      <a:lnTo>
                        <a:pt x="25" y="0"/>
                      </a:lnTo>
                      <a:lnTo>
                        <a:pt x="0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0" name="Line 2653">
                  <a:extLst>
                    <a:ext uri="{FF2B5EF4-FFF2-40B4-BE49-F238E27FC236}">
                      <a16:creationId xmlns:a16="http://schemas.microsoft.com/office/drawing/2014/main" id="{E3A1D212-68E5-7833-B935-C7BC84740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58" y="31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1" name="Freeform 2654">
                  <a:extLst>
                    <a:ext uri="{FF2B5EF4-FFF2-40B4-BE49-F238E27FC236}">
                      <a16:creationId xmlns:a16="http://schemas.microsoft.com/office/drawing/2014/main" id="{CC034B63-0C94-7664-8951-E64B196C8F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162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72" y="132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6"/>
                      </a:lnTo>
                      <a:lnTo>
                        <a:pt x="0" y="93"/>
                      </a:lnTo>
                      <a:lnTo>
                        <a:pt x="72" y="1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2" name="Freeform 2655">
                  <a:extLst>
                    <a:ext uri="{FF2B5EF4-FFF2-40B4-BE49-F238E27FC236}">
                      <a16:creationId xmlns:a16="http://schemas.microsoft.com/office/drawing/2014/main" id="{A67F5FF9-C2F5-C327-C368-5FC3B16624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162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72" y="132"/>
                      </a:moveTo>
                      <a:lnTo>
                        <a:pt x="98" y="86"/>
                      </a:lnTo>
                      <a:lnTo>
                        <a:pt x="123" y="39"/>
                      </a:lnTo>
                      <a:lnTo>
                        <a:pt x="51" y="0"/>
                      </a:lnTo>
                      <a:lnTo>
                        <a:pt x="26" y="46"/>
                      </a:lnTo>
                      <a:lnTo>
                        <a:pt x="0" y="93"/>
                      </a:lnTo>
                      <a:lnTo>
                        <a:pt x="72" y="13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" name="Freeform 2656">
                  <a:extLst>
                    <a:ext uri="{FF2B5EF4-FFF2-40B4-BE49-F238E27FC236}">
                      <a16:creationId xmlns:a16="http://schemas.microsoft.com/office/drawing/2014/main" id="{B659272E-FF60-2D5A-7D66-01B8A871E7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161"/>
                  <a:ext cx="4" cy="8"/>
                </a:xfrm>
                <a:custGeom>
                  <a:avLst/>
                  <a:gdLst>
                    <a:gd name="T0" fmla="*/ 0 w 25"/>
                    <a:gd name="T1" fmla="*/ 0 h 49"/>
                    <a:gd name="T2" fmla="*/ 0 w 25"/>
                    <a:gd name="T3" fmla="*/ 0 h 49"/>
                    <a:gd name="T4" fmla="*/ 0 w 25"/>
                    <a:gd name="T5" fmla="*/ 0 h 49"/>
                    <a:gd name="T6" fmla="*/ 0 w 25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49"/>
                    <a:gd name="T14" fmla="*/ 25 w 25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49">
                      <a:moveTo>
                        <a:pt x="0" y="49"/>
                      </a:moveTo>
                      <a:lnTo>
                        <a:pt x="25" y="3"/>
                      </a:lnTo>
                      <a:lnTo>
                        <a:pt x="19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4" name="Line 2657">
                  <a:extLst>
                    <a:ext uri="{FF2B5EF4-FFF2-40B4-BE49-F238E27FC236}">
                      <a16:creationId xmlns:a16="http://schemas.microsoft.com/office/drawing/2014/main" id="{69EA37D0-6C1F-669B-3909-A53947337E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45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5" name="Freeform 2658">
                  <a:extLst>
                    <a:ext uri="{FF2B5EF4-FFF2-40B4-BE49-F238E27FC236}">
                      <a16:creationId xmlns:a16="http://schemas.microsoft.com/office/drawing/2014/main" id="{CF59582B-AE7E-F6FA-62F9-FC4AA4845D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15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9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6" name="Freeform 2659">
                  <a:extLst>
                    <a:ext uri="{FF2B5EF4-FFF2-40B4-BE49-F238E27FC236}">
                      <a16:creationId xmlns:a16="http://schemas.microsoft.com/office/drawing/2014/main" id="{019E7EF5-9E53-5F58-E0C6-E24353B15E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15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78" y="128"/>
                      </a:moveTo>
                      <a:lnTo>
                        <a:pt x="97" y="78"/>
                      </a:lnTo>
                      <a:lnTo>
                        <a:pt x="116" y="29"/>
                      </a:lnTo>
                      <a:lnTo>
                        <a:pt x="38" y="0"/>
                      </a:ln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8" y="12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7" name="Freeform 2660">
                  <a:extLst>
                    <a:ext uri="{FF2B5EF4-FFF2-40B4-BE49-F238E27FC236}">
                      <a16:creationId xmlns:a16="http://schemas.microsoft.com/office/drawing/2014/main" id="{872730A0-E95F-864A-D14C-84EEA3223D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52"/>
                      </a:moveTo>
                      <a:lnTo>
                        <a:pt x="19" y="2"/>
                      </a:lnTo>
                      <a:lnTo>
                        <a:pt x="12" y="0"/>
                      </a:lnTo>
                      <a:lnTo>
                        <a:pt x="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8" name="Line 2661">
                  <a:extLst>
                    <a:ext uri="{FF2B5EF4-FFF2-40B4-BE49-F238E27FC236}">
                      <a16:creationId xmlns:a16="http://schemas.microsoft.com/office/drawing/2014/main" id="{B8B1C2CC-A2C7-554C-7560-A2F48990BF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31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9" name="Freeform 2662">
                  <a:extLst>
                    <a:ext uri="{FF2B5EF4-FFF2-40B4-BE49-F238E27FC236}">
                      <a16:creationId xmlns:a16="http://schemas.microsoft.com/office/drawing/2014/main" id="{D31D21C2-6F3F-BA1B-EDC7-ED8E78B8AE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153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0" name="Freeform 2663">
                  <a:extLst>
                    <a:ext uri="{FF2B5EF4-FFF2-40B4-BE49-F238E27FC236}">
                      <a16:creationId xmlns:a16="http://schemas.microsoft.com/office/drawing/2014/main" id="{82F9F127-C056-51DD-AA98-5722BA608A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153"/>
                  <a:ext cx="17" cy="20"/>
                </a:xfrm>
                <a:custGeom>
                  <a:avLst/>
                  <a:gdLst>
                    <a:gd name="T0" fmla="*/ 0 w 104"/>
                    <a:gd name="T1" fmla="*/ 0 h 122"/>
                    <a:gd name="T2" fmla="*/ 0 w 104"/>
                    <a:gd name="T3" fmla="*/ 0 h 122"/>
                    <a:gd name="T4" fmla="*/ 0 w 104"/>
                    <a:gd name="T5" fmla="*/ 0 h 122"/>
                    <a:gd name="T6" fmla="*/ 0 w 104"/>
                    <a:gd name="T7" fmla="*/ 0 h 122"/>
                    <a:gd name="T8" fmla="*/ 0 w 104"/>
                    <a:gd name="T9" fmla="*/ 0 h 122"/>
                    <a:gd name="T10" fmla="*/ 0 w 104"/>
                    <a:gd name="T11" fmla="*/ 0 h 122"/>
                    <a:gd name="T12" fmla="*/ 0 w 104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2"/>
                    <a:gd name="T23" fmla="*/ 104 w 104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2">
                      <a:moveTo>
                        <a:pt x="81" y="122"/>
                      </a:moveTo>
                      <a:lnTo>
                        <a:pt x="92" y="70"/>
                      </a:lnTo>
                      <a:lnTo>
                        <a:pt x="104" y="18"/>
                      </a:lnTo>
                      <a:lnTo>
                        <a:pt x="24" y="0"/>
                      </a:lnTo>
                      <a:lnTo>
                        <a:pt x="12" y="52"/>
                      </a:lnTo>
                      <a:lnTo>
                        <a:pt x="0" y="104"/>
                      </a:lnTo>
                      <a:lnTo>
                        <a:pt x="81" y="12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1" name="Freeform 2664">
                  <a:extLst>
                    <a:ext uri="{FF2B5EF4-FFF2-40B4-BE49-F238E27FC236}">
                      <a16:creationId xmlns:a16="http://schemas.microsoft.com/office/drawing/2014/main" id="{ABA37413-3C83-C2FA-B28B-AC44847DCE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15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53"/>
                      </a:moveTo>
                      <a:lnTo>
                        <a:pt x="12" y="1"/>
                      </a:lnTo>
                      <a:lnTo>
                        <a:pt x="3" y="0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2" name="Line 2665">
                  <a:extLst>
                    <a:ext uri="{FF2B5EF4-FFF2-40B4-BE49-F238E27FC236}">
                      <a16:creationId xmlns:a16="http://schemas.microsoft.com/office/drawing/2014/main" id="{D5216804-DDB3-5550-A44D-B369BBA2AE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16" y="3153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" name="Freeform 2666">
                  <a:extLst>
                    <a:ext uri="{FF2B5EF4-FFF2-40B4-BE49-F238E27FC236}">
                      <a16:creationId xmlns:a16="http://schemas.microsoft.com/office/drawing/2014/main" id="{7BD1BBE6-0238-2185-1398-ACAA155041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152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82" y="111"/>
                      </a:moveTo>
                      <a:lnTo>
                        <a:pt x="85" y="58"/>
                      </a:lnTo>
                      <a:lnTo>
                        <a:pt x="88" y="5"/>
                      </a:lnTo>
                      <a:lnTo>
                        <a:pt x="7" y="0"/>
                      </a:ln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" name="Freeform 2667">
                  <a:extLst>
                    <a:ext uri="{FF2B5EF4-FFF2-40B4-BE49-F238E27FC236}">
                      <a16:creationId xmlns:a16="http://schemas.microsoft.com/office/drawing/2014/main" id="{BB8769FA-A7D6-19E5-A00F-8DB71D05BF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152"/>
                  <a:ext cx="14" cy="18"/>
                </a:xfrm>
                <a:custGeom>
                  <a:avLst/>
                  <a:gdLst>
                    <a:gd name="T0" fmla="*/ 0 w 88"/>
                    <a:gd name="T1" fmla="*/ 0 h 111"/>
                    <a:gd name="T2" fmla="*/ 0 w 88"/>
                    <a:gd name="T3" fmla="*/ 0 h 111"/>
                    <a:gd name="T4" fmla="*/ 0 w 88"/>
                    <a:gd name="T5" fmla="*/ 0 h 111"/>
                    <a:gd name="T6" fmla="*/ 0 w 88"/>
                    <a:gd name="T7" fmla="*/ 0 h 111"/>
                    <a:gd name="T8" fmla="*/ 0 w 88"/>
                    <a:gd name="T9" fmla="*/ 0 h 111"/>
                    <a:gd name="T10" fmla="*/ 0 w 88"/>
                    <a:gd name="T11" fmla="*/ 0 h 111"/>
                    <a:gd name="T12" fmla="*/ 0 w 88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1"/>
                    <a:gd name="T23" fmla="*/ 88 w 88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1">
                      <a:moveTo>
                        <a:pt x="82" y="111"/>
                      </a:moveTo>
                      <a:lnTo>
                        <a:pt x="85" y="58"/>
                      </a:lnTo>
                      <a:lnTo>
                        <a:pt x="88" y="5"/>
                      </a:lnTo>
                      <a:lnTo>
                        <a:pt x="7" y="0"/>
                      </a:ln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5" name="Freeform 2668">
                  <a:extLst>
                    <a:ext uri="{FF2B5EF4-FFF2-40B4-BE49-F238E27FC236}">
                      <a16:creationId xmlns:a16="http://schemas.microsoft.com/office/drawing/2014/main" id="{81D43360-DC75-3ED3-51DB-544C525E52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152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3" y="53"/>
                      </a:move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6" name="Line 2669">
                  <a:extLst>
                    <a:ext uri="{FF2B5EF4-FFF2-40B4-BE49-F238E27FC236}">
                      <a16:creationId xmlns:a16="http://schemas.microsoft.com/office/drawing/2014/main" id="{6FA6F632-3D1B-7E3A-BB73-E72F95A665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02" y="31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7" name="Freeform 2670">
                  <a:extLst>
                    <a:ext uri="{FF2B5EF4-FFF2-40B4-BE49-F238E27FC236}">
                      <a16:creationId xmlns:a16="http://schemas.microsoft.com/office/drawing/2014/main" id="{3FB89343-4A65-1A30-2AAC-6DADF017A2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152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89" y="106"/>
                      </a:move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89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8" name="Freeform 2671">
                  <a:extLst>
                    <a:ext uri="{FF2B5EF4-FFF2-40B4-BE49-F238E27FC236}">
                      <a16:creationId xmlns:a16="http://schemas.microsoft.com/office/drawing/2014/main" id="{DB4A99FB-A919-313D-1B09-ABD9A08D43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152"/>
                  <a:ext cx="15" cy="18"/>
                </a:xfrm>
                <a:custGeom>
                  <a:avLst/>
                  <a:gdLst>
                    <a:gd name="T0" fmla="*/ 0 w 89"/>
                    <a:gd name="T1" fmla="*/ 0 h 111"/>
                    <a:gd name="T2" fmla="*/ 0 w 89"/>
                    <a:gd name="T3" fmla="*/ 0 h 111"/>
                    <a:gd name="T4" fmla="*/ 0 w 89"/>
                    <a:gd name="T5" fmla="*/ 0 h 111"/>
                    <a:gd name="T6" fmla="*/ 0 w 89"/>
                    <a:gd name="T7" fmla="*/ 0 h 111"/>
                    <a:gd name="T8" fmla="*/ 0 w 89"/>
                    <a:gd name="T9" fmla="*/ 0 h 111"/>
                    <a:gd name="T10" fmla="*/ 0 w 89"/>
                    <a:gd name="T11" fmla="*/ 0 h 111"/>
                    <a:gd name="T12" fmla="*/ 0 w 8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1"/>
                    <a:gd name="T23" fmla="*/ 89 w 89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1">
                      <a:moveTo>
                        <a:pt x="89" y="106"/>
                      </a:move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89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9" name="Freeform 2672">
                  <a:extLst>
                    <a:ext uri="{FF2B5EF4-FFF2-40B4-BE49-F238E27FC236}">
                      <a16:creationId xmlns:a16="http://schemas.microsoft.com/office/drawing/2014/main" id="{2A1DC94B-1055-1782-C36C-E1F0DFB418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153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53"/>
                      </a:moveTo>
                      <a:lnTo>
                        <a:pt x="9" y="0"/>
                      </a:lnTo>
                      <a:lnTo>
                        <a:pt x="0" y="1"/>
                      </a:lnTo>
                      <a:lnTo>
                        <a:pt x="12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0" name="Line 2673">
                  <a:extLst>
                    <a:ext uri="{FF2B5EF4-FFF2-40B4-BE49-F238E27FC236}">
                      <a16:creationId xmlns:a16="http://schemas.microsoft.com/office/drawing/2014/main" id="{B87EA22F-4CC3-0F91-78B3-1F6E5E11E4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86" y="3153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1" name="Freeform 2674">
                  <a:extLst>
                    <a:ext uri="{FF2B5EF4-FFF2-40B4-BE49-F238E27FC236}">
                      <a16:creationId xmlns:a16="http://schemas.microsoft.com/office/drawing/2014/main" id="{A98CBBEB-15F3-5634-0145-67693D2109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153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2" name="Freeform 2675">
                  <a:extLst>
                    <a:ext uri="{FF2B5EF4-FFF2-40B4-BE49-F238E27FC236}">
                      <a16:creationId xmlns:a16="http://schemas.microsoft.com/office/drawing/2014/main" id="{7D7D49B2-768C-0CB4-72C8-9B55EA4078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153"/>
                  <a:ext cx="17" cy="20"/>
                </a:xfrm>
                <a:custGeom>
                  <a:avLst/>
                  <a:gdLst>
                    <a:gd name="T0" fmla="*/ 0 w 103"/>
                    <a:gd name="T1" fmla="*/ 0 h 122"/>
                    <a:gd name="T2" fmla="*/ 0 w 103"/>
                    <a:gd name="T3" fmla="*/ 0 h 122"/>
                    <a:gd name="T4" fmla="*/ 0 w 103"/>
                    <a:gd name="T5" fmla="*/ 0 h 122"/>
                    <a:gd name="T6" fmla="*/ 0 w 103"/>
                    <a:gd name="T7" fmla="*/ 0 h 122"/>
                    <a:gd name="T8" fmla="*/ 0 w 103"/>
                    <a:gd name="T9" fmla="*/ 0 h 122"/>
                    <a:gd name="T10" fmla="*/ 0 w 103"/>
                    <a:gd name="T11" fmla="*/ 0 h 122"/>
                    <a:gd name="T12" fmla="*/ 0 w 103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2"/>
                    <a:gd name="T23" fmla="*/ 103 w 103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2">
                      <a:moveTo>
                        <a:pt x="103" y="104"/>
                      </a:moveTo>
                      <a:lnTo>
                        <a:pt x="92" y="52"/>
                      </a:lnTo>
                      <a:lnTo>
                        <a:pt x="80" y="0"/>
                      </a:lnTo>
                      <a:lnTo>
                        <a:pt x="0" y="18"/>
                      </a:lnTo>
                      <a:lnTo>
                        <a:pt x="11" y="70"/>
                      </a:lnTo>
                      <a:lnTo>
                        <a:pt x="23" y="122"/>
                      </a:lnTo>
                      <a:lnTo>
                        <a:pt x="103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" name="Freeform 2676">
                  <a:extLst>
                    <a:ext uri="{FF2B5EF4-FFF2-40B4-BE49-F238E27FC236}">
                      <a16:creationId xmlns:a16="http://schemas.microsoft.com/office/drawing/2014/main" id="{BFA39A8A-8EF1-0C98-D9AC-4BC49EFADE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156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52"/>
                      </a:moveTo>
                      <a:lnTo>
                        <a:pt x="8" y="0"/>
                      </a:lnTo>
                      <a:lnTo>
                        <a:pt x="0" y="2"/>
                      </a:lnTo>
                      <a:lnTo>
                        <a:pt x="19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" name="Line 2677">
                  <a:extLst>
                    <a:ext uri="{FF2B5EF4-FFF2-40B4-BE49-F238E27FC236}">
                      <a16:creationId xmlns:a16="http://schemas.microsoft.com/office/drawing/2014/main" id="{73AD22F9-E2FC-F226-A68B-64429D2FD3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72" y="31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5" name="Freeform 2678">
                  <a:extLst>
                    <a:ext uri="{FF2B5EF4-FFF2-40B4-BE49-F238E27FC236}">
                      <a16:creationId xmlns:a16="http://schemas.microsoft.com/office/drawing/2014/main" id="{F0402CA2-430E-F871-F2A9-4E0DF0614A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15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100"/>
                      </a:moveTo>
                      <a:lnTo>
                        <a:pt x="96" y="50"/>
                      </a:lnTo>
                      <a:lnTo>
                        <a:pt x="77" y="0"/>
                      </a:lnTo>
                      <a:lnTo>
                        <a:pt x="0" y="29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6" name="Freeform 2679">
                  <a:extLst>
                    <a:ext uri="{FF2B5EF4-FFF2-40B4-BE49-F238E27FC236}">
                      <a16:creationId xmlns:a16="http://schemas.microsoft.com/office/drawing/2014/main" id="{EEDEBA5F-B30C-3E2A-EE4C-3A6DD2FF43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15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115" y="100"/>
                      </a:moveTo>
                      <a:lnTo>
                        <a:pt x="96" y="50"/>
                      </a:lnTo>
                      <a:lnTo>
                        <a:pt x="77" y="0"/>
                      </a:lnTo>
                      <a:lnTo>
                        <a:pt x="0" y="29"/>
                      </a:ln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5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7" name="Freeform 2680">
                  <a:extLst>
                    <a:ext uri="{FF2B5EF4-FFF2-40B4-BE49-F238E27FC236}">
                      <a16:creationId xmlns:a16="http://schemas.microsoft.com/office/drawing/2014/main" id="{94B5E1BA-4AD9-A76F-9C2B-F9F68BEBE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161"/>
                  <a:ext cx="4" cy="8"/>
                </a:xfrm>
                <a:custGeom>
                  <a:avLst/>
                  <a:gdLst>
                    <a:gd name="T0" fmla="*/ 0 w 25"/>
                    <a:gd name="T1" fmla="*/ 0 h 49"/>
                    <a:gd name="T2" fmla="*/ 0 w 25"/>
                    <a:gd name="T3" fmla="*/ 0 h 49"/>
                    <a:gd name="T4" fmla="*/ 0 w 25"/>
                    <a:gd name="T5" fmla="*/ 0 h 49"/>
                    <a:gd name="T6" fmla="*/ 0 w 25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49"/>
                    <a:gd name="T14" fmla="*/ 25 w 25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49">
                      <a:moveTo>
                        <a:pt x="25" y="49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25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8" name="Line 2681">
                  <a:extLst>
                    <a:ext uri="{FF2B5EF4-FFF2-40B4-BE49-F238E27FC236}">
                      <a16:creationId xmlns:a16="http://schemas.microsoft.com/office/drawing/2014/main" id="{91334AA7-FCA0-F15B-2AE3-FC60C7D2F2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58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9" name="Freeform 2682">
                  <a:extLst>
                    <a:ext uri="{FF2B5EF4-FFF2-40B4-BE49-F238E27FC236}">
                      <a16:creationId xmlns:a16="http://schemas.microsoft.com/office/drawing/2014/main" id="{AAF43FF3-AC8F-2767-56A1-10E97144A7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162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122" y="93"/>
                      </a:moveTo>
                      <a:lnTo>
                        <a:pt x="97" y="46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2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0" name="Freeform 2683">
                  <a:extLst>
                    <a:ext uri="{FF2B5EF4-FFF2-40B4-BE49-F238E27FC236}">
                      <a16:creationId xmlns:a16="http://schemas.microsoft.com/office/drawing/2014/main" id="{F8D6CF79-4FEF-101C-3007-3D1103990B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162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122" y="93"/>
                      </a:moveTo>
                      <a:lnTo>
                        <a:pt x="97" y="46"/>
                      </a:lnTo>
                      <a:lnTo>
                        <a:pt x="72" y="0"/>
                      </a:lnTo>
                      <a:lnTo>
                        <a:pt x="0" y="39"/>
                      </a:lnTo>
                      <a:lnTo>
                        <a:pt x="25" y="86"/>
                      </a:lnTo>
                      <a:lnTo>
                        <a:pt x="50" y="132"/>
                      </a:lnTo>
                      <a:lnTo>
                        <a:pt x="122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1" name="Freeform 2684">
                  <a:extLst>
                    <a:ext uri="{FF2B5EF4-FFF2-40B4-BE49-F238E27FC236}">
                      <a16:creationId xmlns:a16="http://schemas.microsoft.com/office/drawing/2014/main" id="{6D53EFB3-47AA-C2B1-0D3F-622AAF0AD4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168"/>
                  <a:ext cx="5" cy="8"/>
                </a:xfrm>
                <a:custGeom>
                  <a:avLst/>
                  <a:gdLst>
                    <a:gd name="T0" fmla="*/ 0 w 33"/>
                    <a:gd name="T1" fmla="*/ 0 h 47"/>
                    <a:gd name="T2" fmla="*/ 0 w 33"/>
                    <a:gd name="T3" fmla="*/ 0 h 47"/>
                    <a:gd name="T4" fmla="*/ 0 w 33"/>
                    <a:gd name="T5" fmla="*/ 0 h 47"/>
                    <a:gd name="T6" fmla="*/ 0 w 33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7"/>
                    <a:gd name="T14" fmla="*/ 33 w 33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7">
                      <a:moveTo>
                        <a:pt x="33" y="47"/>
                      </a:moveTo>
                      <a:lnTo>
                        <a:pt x="8" y="0"/>
                      </a:lnTo>
                      <a:lnTo>
                        <a:pt x="0" y="4"/>
                      </a:lnTo>
                      <a:lnTo>
                        <a:pt x="33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2" name="Line 2685">
                  <a:extLst>
                    <a:ext uri="{FF2B5EF4-FFF2-40B4-BE49-F238E27FC236}">
                      <a16:creationId xmlns:a16="http://schemas.microsoft.com/office/drawing/2014/main" id="{D15E62B2-2AC9-B8E6-4ABB-637E1A5E3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5" y="31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3" name="Freeform 2686">
                  <a:extLst>
                    <a:ext uri="{FF2B5EF4-FFF2-40B4-BE49-F238E27FC236}">
                      <a16:creationId xmlns:a16="http://schemas.microsoft.com/office/drawing/2014/main" id="{5F26FA28-C0E7-060F-8C51-52FEBF0405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169"/>
                  <a:ext cx="21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131" y="85"/>
                      </a:moveTo>
                      <a:lnTo>
                        <a:pt x="98" y="43"/>
                      </a:lnTo>
                      <a:lnTo>
                        <a:pt x="65" y="0"/>
                      </a:lnTo>
                      <a:lnTo>
                        <a:pt x="0" y="50"/>
                      </a:lnTo>
                      <a:lnTo>
                        <a:pt x="32" y="92"/>
                      </a:lnTo>
                      <a:lnTo>
                        <a:pt x="65" y="135"/>
                      </a:lnTo>
                      <a:lnTo>
                        <a:pt x="131" y="8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" name="Freeform 2687">
                  <a:extLst>
                    <a:ext uri="{FF2B5EF4-FFF2-40B4-BE49-F238E27FC236}">
                      <a16:creationId xmlns:a16="http://schemas.microsoft.com/office/drawing/2014/main" id="{C3121997-74BE-BD45-73F4-7AB309D5DA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169"/>
                  <a:ext cx="21" cy="22"/>
                </a:xfrm>
                <a:custGeom>
                  <a:avLst/>
                  <a:gdLst>
                    <a:gd name="T0" fmla="*/ 0 w 131"/>
                    <a:gd name="T1" fmla="*/ 0 h 135"/>
                    <a:gd name="T2" fmla="*/ 0 w 131"/>
                    <a:gd name="T3" fmla="*/ 0 h 135"/>
                    <a:gd name="T4" fmla="*/ 0 w 131"/>
                    <a:gd name="T5" fmla="*/ 0 h 135"/>
                    <a:gd name="T6" fmla="*/ 0 w 131"/>
                    <a:gd name="T7" fmla="*/ 0 h 135"/>
                    <a:gd name="T8" fmla="*/ 0 w 131"/>
                    <a:gd name="T9" fmla="*/ 0 h 135"/>
                    <a:gd name="T10" fmla="*/ 0 w 131"/>
                    <a:gd name="T11" fmla="*/ 0 h 135"/>
                    <a:gd name="T12" fmla="*/ 0 w 131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5"/>
                    <a:gd name="T23" fmla="*/ 131 w 131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5">
                      <a:moveTo>
                        <a:pt x="131" y="85"/>
                      </a:moveTo>
                      <a:lnTo>
                        <a:pt x="98" y="43"/>
                      </a:lnTo>
                      <a:lnTo>
                        <a:pt x="65" y="0"/>
                      </a:lnTo>
                      <a:lnTo>
                        <a:pt x="0" y="50"/>
                      </a:lnTo>
                      <a:lnTo>
                        <a:pt x="32" y="92"/>
                      </a:lnTo>
                      <a:lnTo>
                        <a:pt x="65" y="135"/>
                      </a:lnTo>
                      <a:lnTo>
                        <a:pt x="131" y="8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5" name="Freeform 2688">
                  <a:extLst>
                    <a:ext uri="{FF2B5EF4-FFF2-40B4-BE49-F238E27FC236}">
                      <a16:creationId xmlns:a16="http://schemas.microsoft.com/office/drawing/2014/main" id="{DC814E5C-8992-F7DA-BAF3-C41FA23740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177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38" y="42"/>
                      </a:move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38" y="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6" name="Line 2689">
                  <a:extLst>
                    <a:ext uri="{FF2B5EF4-FFF2-40B4-BE49-F238E27FC236}">
                      <a16:creationId xmlns:a16="http://schemas.microsoft.com/office/drawing/2014/main" id="{4B068451-DCDF-09E4-A447-8804BA544A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3" y="317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7" name="Freeform 2690">
                  <a:extLst>
                    <a:ext uri="{FF2B5EF4-FFF2-40B4-BE49-F238E27FC236}">
                      <a16:creationId xmlns:a16="http://schemas.microsoft.com/office/drawing/2014/main" id="{20BD6237-47F3-A27C-F29F-1CE59ADF11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178"/>
                  <a:ext cx="22" cy="22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134" y="77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9"/>
                      </a:lnTo>
                      <a:lnTo>
                        <a:pt x="38" y="97"/>
                      </a:lnTo>
                      <a:lnTo>
                        <a:pt x="76" y="135"/>
                      </a:lnTo>
                      <a:lnTo>
                        <a:pt x="134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8" name="Freeform 2691">
                  <a:extLst>
                    <a:ext uri="{FF2B5EF4-FFF2-40B4-BE49-F238E27FC236}">
                      <a16:creationId xmlns:a16="http://schemas.microsoft.com/office/drawing/2014/main" id="{BA36FC31-C135-AFD3-E085-428D9D1A91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178"/>
                  <a:ext cx="22" cy="22"/>
                </a:xfrm>
                <a:custGeom>
                  <a:avLst/>
                  <a:gdLst>
                    <a:gd name="T0" fmla="*/ 0 w 134"/>
                    <a:gd name="T1" fmla="*/ 0 h 135"/>
                    <a:gd name="T2" fmla="*/ 0 w 134"/>
                    <a:gd name="T3" fmla="*/ 0 h 135"/>
                    <a:gd name="T4" fmla="*/ 0 w 134"/>
                    <a:gd name="T5" fmla="*/ 0 h 135"/>
                    <a:gd name="T6" fmla="*/ 0 w 134"/>
                    <a:gd name="T7" fmla="*/ 0 h 135"/>
                    <a:gd name="T8" fmla="*/ 0 w 134"/>
                    <a:gd name="T9" fmla="*/ 0 h 135"/>
                    <a:gd name="T10" fmla="*/ 0 w 134"/>
                    <a:gd name="T11" fmla="*/ 0 h 135"/>
                    <a:gd name="T12" fmla="*/ 0 w 134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5"/>
                    <a:gd name="T23" fmla="*/ 134 w 134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5">
                      <a:moveTo>
                        <a:pt x="134" y="77"/>
                      </a:moveTo>
                      <a:lnTo>
                        <a:pt x="96" y="38"/>
                      </a:lnTo>
                      <a:lnTo>
                        <a:pt x="58" y="0"/>
                      </a:lnTo>
                      <a:lnTo>
                        <a:pt x="0" y="59"/>
                      </a:lnTo>
                      <a:lnTo>
                        <a:pt x="38" y="97"/>
                      </a:lnTo>
                      <a:lnTo>
                        <a:pt x="76" y="135"/>
                      </a:lnTo>
                      <a:lnTo>
                        <a:pt x="134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9" name="Freeform 2692">
                  <a:extLst>
                    <a:ext uri="{FF2B5EF4-FFF2-40B4-BE49-F238E27FC236}">
                      <a16:creationId xmlns:a16="http://schemas.microsoft.com/office/drawing/2014/main" id="{268007E0-7C6E-7530-A5C2-C250C1FFDE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188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38"/>
                      </a:move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42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0" name="Line 2693">
                  <a:extLst>
                    <a:ext uri="{FF2B5EF4-FFF2-40B4-BE49-F238E27FC236}">
                      <a16:creationId xmlns:a16="http://schemas.microsoft.com/office/drawing/2014/main" id="{FB0E9E57-92D8-29E7-7F40-FE59574C64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22" y="31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1" name="Freeform 2694">
                  <a:extLst>
                    <a:ext uri="{FF2B5EF4-FFF2-40B4-BE49-F238E27FC236}">
                      <a16:creationId xmlns:a16="http://schemas.microsoft.com/office/drawing/2014/main" id="{91D7C4EB-583A-1BEB-642E-517BA72632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188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134" y="65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5"/>
                      </a:lnTo>
                      <a:lnTo>
                        <a:pt x="42" y="98"/>
                      </a:lnTo>
                      <a:lnTo>
                        <a:pt x="85" y="131"/>
                      </a:lnTo>
                      <a:lnTo>
                        <a:pt x="134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2" name="Freeform 2695">
                  <a:extLst>
                    <a:ext uri="{FF2B5EF4-FFF2-40B4-BE49-F238E27FC236}">
                      <a16:creationId xmlns:a16="http://schemas.microsoft.com/office/drawing/2014/main" id="{F637B7AE-8C7C-25C4-7253-719768B17D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188"/>
                  <a:ext cx="22" cy="22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134" y="65"/>
                      </a:move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5"/>
                      </a:lnTo>
                      <a:lnTo>
                        <a:pt x="42" y="98"/>
                      </a:lnTo>
                      <a:lnTo>
                        <a:pt x="85" y="131"/>
                      </a:lnTo>
                      <a:lnTo>
                        <a:pt x="134" y="6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3" name="Freeform 2696">
                  <a:extLst>
                    <a:ext uri="{FF2B5EF4-FFF2-40B4-BE49-F238E27FC236}">
                      <a16:creationId xmlns:a16="http://schemas.microsoft.com/office/drawing/2014/main" id="{75C28487-E394-63C0-B9A3-CBD5BD03C9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199"/>
                  <a:ext cx="8" cy="6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47" y="33"/>
                      </a:moveTo>
                      <a:lnTo>
                        <a:pt x="5" y="0"/>
                      </a:lnTo>
                      <a:lnTo>
                        <a:pt x="0" y="8"/>
                      </a:lnTo>
                      <a:lnTo>
                        <a:pt x="47" y="3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" name="Line 2697">
                  <a:extLst>
                    <a:ext uri="{FF2B5EF4-FFF2-40B4-BE49-F238E27FC236}">
                      <a16:creationId xmlns:a16="http://schemas.microsoft.com/office/drawing/2014/main" id="{543E4A94-E533-A965-76F9-7D334DFAD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13" y="3199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5" name="Freeform 2698">
                  <a:extLst>
                    <a:ext uri="{FF2B5EF4-FFF2-40B4-BE49-F238E27FC236}">
                      <a16:creationId xmlns:a16="http://schemas.microsoft.com/office/drawing/2014/main" id="{4E4202D6-F1A4-0F0D-139A-F1D4E10D2C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134" y="51"/>
                      </a:move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6" name="Freeform 2699">
                  <a:extLst>
                    <a:ext uri="{FF2B5EF4-FFF2-40B4-BE49-F238E27FC236}">
                      <a16:creationId xmlns:a16="http://schemas.microsoft.com/office/drawing/2014/main" id="{7CC58D94-0A8C-26A3-D90B-07F867434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01"/>
                  <a:ext cx="22" cy="20"/>
                </a:xfrm>
                <a:custGeom>
                  <a:avLst/>
                  <a:gdLst>
                    <a:gd name="T0" fmla="*/ 0 w 134"/>
                    <a:gd name="T1" fmla="*/ 0 h 124"/>
                    <a:gd name="T2" fmla="*/ 0 w 134"/>
                    <a:gd name="T3" fmla="*/ 0 h 124"/>
                    <a:gd name="T4" fmla="*/ 0 w 134"/>
                    <a:gd name="T5" fmla="*/ 0 h 124"/>
                    <a:gd name="T6" fmla="*/ 0 w 134"/>
                    <a:gd name="T7" fmla="*/ 0 h 124"/>
                    <a:gd name="T8" fmla="*/ 0 w 134"/>
                    <a:gd name="T9" fmla="*/ 0 h 124"/>
                    <a:gd name="T10" fmla="*/ 0 w 134"/>
                    <a:gd name="T11" fmla="*/ 0 h 124"/>
                    <a:gd name="T12" fmla="*/ 0 w 134"/>
                    <a:gd name="T13" fmla="*/ 0 h 12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24"/>
                    <a:gd name="T23" fmla="*/ 134 w 134"/>
                    <a:gd name="T24" fmla="*/ 124 h 12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24">
                      <a:moveTo>
                        <a:pt x="134" y="51"/>
                      </a:moveTo>
                      <a:lnTo>
                        <a:pt x="86" y="25"/>
                      </a:lnTo>
                      <a:lnTo>
                        <a:pt x="39" y="0"/>
                      </a:lnTo>
                      <a:lnTo>
                        <a:pt x="0" y="73"/>
                      </a:lnTo>
                      <a:lnTo>
                        <a:pt x="47" y="98"/>
                      </a:lnTo>
                      <a:lnTo>
                        <a:pt x="95" y="124"/>
                      </a:lnTo>
                      <a:lnTo>
                        <a:pt x="134" y="5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7" name="Freeform 2700">
                  <a:extLst>
                    <a:ext uri="{FF2B5EF4-FFF2-40B4-BE49-F238E27FC236}">
                      <a16:creationId xmlns:a16="http://schemas.microsoft.com/office/drawing/2014/main" id="{32FF9711-7696-3189-6130-83AF619BFD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213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50" y="25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5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8" name="Line 2701">
                  <a:extLst>
                    <a:ext uri="{FF2B5EF4-FFF2-40B4-BE49-F238E27FC236}">
                      <a16:creationId xmlns:a16="http://schemas.microsoft.com/office/drawing/2014/main" id="{1B1B0B45-262C-E080-A744-BB64258BE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6" y="32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9" name="Freeform 2702">
                  <a:extLst>
                    <a:ext uri="{FF2B5EF4-FFF2-40B4-BE49-F238E27FC236}">
                      <a16:creationId xmlns:a16="http://schemas.microsoft.com/office/drawing/2014/main" id="{605A827E-AD1A-3D1F-4EB8-E3BE20D4D2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14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0" name="Freeform 2703">
                  <a:extLst>
                    <a:ext uri="{FF2B5EF4-FFF2-40B4-BE49-F238E27FC236}">
                      <a16:creationId xmlns:a16="http://schemas.microsoft.com/office/drawing/2014/main" id="{C448A02E-D2F4-CABD-ECDD-2ADF046BF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14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128" y="38"/>
                      </a:move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lnTo>
                        <a:pt x="50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1" name="Freeform 2704">
                  <a:extLst>
                    <a:ext uri="{FF2B5EF4-FFF2-40B4-BE49-F238E27FC236}">
                      <a16:creationId xmlns:a16="http://schemas.microsoft.com/office/drawing/2014/main" id="{B366FAA5-74AE-F8D4-D4EE-F6947EA8C9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27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19"/>
                      </a:moveTo>
                      <a:lnTo>
                        <a:pt x="2" y="0"/>
                      </a:lnTo>
                      <a:lnTo>
                        <a:pt x="0" y="7"/>
                      </a:lnTo>
                      <a:lnTo>
                        <a:pt x="52" y="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2" name="Line 2705">
                  <a:extLst>
                    <a:ext uri="{FF2B5EF4-FFF2-40B4-BE49-F238E27FC236}">
                      <a16:creationId xmlns:a16="http://schemas.microsoft.com/office/drawing/2014/main" id="{1F9CB841-C84D-7B9E-C096-093BD132D7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1" y="322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3" name="Freeform 2706">
                  <a:extLst>
                    <a:ext uri="{FF2B5EF4-FFF2-40B4-BE49-F238E27FC236}">
                      <a16:creationId xmlns:a16="http://schemas.microsoft.com/office/drawing/2014/main" id="{3D0938ED-1D59-1C8F-8137-5AF46FA73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28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3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" name="Freeform 2707">
                  <a:extLst>
                    <a:ext uri="{FF2B5EF4-FFF2-40B4-BE49-F238E27FC236}">
                      <a16:creationId xmlns:a16="http://schemas.microsoft.com/office/drawing/2014/main" id="{08041918-0B64-10F6-5FF7-B9FF8B3A4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28"/>
                  <a:ext cx="20" cy="17"/>
                </a:xfrm>
                <a:custGeom>
                  <a:avLst/>
                  <a:gdLst>
                    <a:gd name="T0" fmla="*/ 0 w 121"/>
                    <a:gd name="T1" fmla="*/ 0 h 104"/>
                    <a:gd name="T2" fmla="*/ 0 w 121"/>
                    <a:gd name="T3" fmla="*/ 0 h 104"/>
                    <a:gd name="T4" fmla="*/ 0 w 121"/>
                    <a:gd name="T5" fmla="*/ 0 h 104"/>
                    <a:gd name="T6" fmla="*/ 0 w 121"/>
                    <a:gd name="T7" fmla="*/ 0 h 104"/>
                    <a:gd name="T8" fmla="*/ 0 w 121"/>
                    <a:gd name="T9" fmla="*/ 0 h 104"/>
                    <a:gd name="T10" fmla="*/ 0 w 121"/>
                    <a:gd name="T11" fmla="*/ 0 h 104"/>
                    <a:gd name="T12" fmla="*/ 0 w 12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4"/>
                    <a:gd name="T23" fmla="*/ 121 w 12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4">
                      <a:moveTo>
                        <a:pt x="121" y="23"/>
                      </a:moveTo>
                      <a:lnTo>
                        <a:pt x="70" y="12"/>
                      </a:lnTo>
                      <a:lnTo>
                        <a:pt x="18" y="0"/>
                      </a:lnTo>
                      <a:lnTo>
                        <a:pt x="0" y="80"/>
                      </a:lnTo>
                      <a:lnTo>
                        <a:pt x="52" y="92"/>
                      </a:lnTo>
                      <a:lnTo>
                        <a:pt x="103" y="104"/>
                      </a:lnTo>
                      <a:lnTo>
                        <a:pt x="121" y="2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5" name="Freeform 2708">
                  <a:extLst>
                    <a:ext uri="{FF2B5EF4-FFF2-40B4-BE49-F238E27FC236}">
                      <a16:creationId xmlns:a16="http://schemas.microsoft.com/office/drawing/2014/main" id="{1CA2D387-F651-E87C-DFB8-F585B36824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4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53" y="12"/>
                      </a:moveTo>
                      <a:lnTo>
                        <a:pt x="1" y="0"/>
                      </a:lnTo>
                      <a:lnTo>
                        <a:pt x="0" y="9"/>
                      </a:lnTo>
                      <a:lnTo>
                        <a:pt x="53" y="1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6" name="Line 2709">
                  <a:extLst>
                    <a:ext uri="{FF2B5EF4-FFF2-40B4-BE49-F238E27FC236}">
                      <a16:creationId xmlns:a16="http://schemas.microsoft.com/office/drawing/2014/main" id="{9A91D474-3D53-2A2E-DECC-CFF5928D7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98" y="324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7" name="Freeform 2710">
                  <a:extLst>
                    <a:ext uri="{FF2B5EF4-FFF2-40B4-BE49-F238E27FC236}">
                      <a16:creationId xmlns:a16="http://schemas.microsoft.com/office/drawing/2014/main" id="{C1E1B65E-0953-8D76-46E9-B8F7507117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43"/>
                  <a:ext cx="19" cy="14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2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8" name="Freeform 2711">
                  <a:extLst>
                    <a:ext uri="{FF2B5EF4-FFF2-40B4-BE49-F238E27FC236}">
                      <a16:creationId xmlns:a16="http://schemas.microsoft.com/office/drawing/2014/main" id="{8801D150-1964-434E-23D3-1AA389CCDA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43"/>
                  <a:ext cx="19" cy="14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12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82"/>
                      </a:ln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2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" name="Freeform 2712">
                  <a:extLst>
                    <a:ext uri="{FF2B5EF4-FFF2-40B4-BE49-F238E27FC236}">
                      <a16:creationId xmlns:a16="http://schemas.microsoft.com/office/drawing/2014/main" id="{09AB7B28-9922-1F1E-DA85-0F2838B37B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56"/>
                  <a:ext cx="9" cy="1"/>
                </a:xfrm>
                <a:custGeom>
                  <a:avLst/>
                  <a:gdLst>
                    <a:gd name="T0" fmla="*/ 0 w 53"/>
                    <a:gd name="T1" fmla="*/ 0 h 7"/>
                    <a:gd name="T2" fmla="*/ 0 w 53"/>
                    <a:gd name="T3" fmla="*/ 0 h 7"/>
                    <a:gd name="T4" fmla="*/ 0 w 53"/>
                    <a:gd name="T5" fmla="*/ 0 h 7"/>
                    <a:gd name="T6" fmla="*/ 0 w 53"/>
                    <a:gd name="T7" fmla="*/ 0 h 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7"/>
                    <a:gd name="T14" fmla="*/ 53 w 53"/>
                    <a:gd name="T15" fmla="*/ 7 h 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7">
                      <a:moveTo>
                        <a:pt x="53" y="4"/>
                      </a:moveTo>
                      <a:lnTo>
                        <a:pt x="0" y="0"/>
                      </a:lnTo>
                      <a:lnTo>
                        <a:pt x="0" y="7"/>
                      </a:lnTo>
                      <a:lnTo>
                        <a:pt x="5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0" name="Line 2713">
                  <a:extLst>
                    <a:ext uri="{FF2B5EF4-FFF2-40B4-BE49-F238E27FC236}">
                      <a16:creationId xmlns:a16="http://schemas.microsoft.com/office/drawing/2014/main" id="{37A8A35F-5B4F-B2D9-AB03-26E465AA27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7" y="32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1" name="Freeform 2714">
                  <a:extLst>
                    <a:ext uri="{FF2B5EF4-FFF2-40B4-BE49-F238E27FC236}">
                      <a16:creationId xmlns:a16="http://schemas.microsoft.com/office/drawing/2014/main" id="{7BA03DA6-B59D-FDD3-7EEA-97F4F84E89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56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06" y="0"/>
                      </a:moveTo>
                      <a:lnTo>
                        <a:pt x="53" y="4"/>
                      </a:lnTo>
                      <a:lnTo>
                        <a:pt x="0" y="7"/>
                      </a:lnTo>
                      <a:lnTo>
                        <a:pt x="6" y="89"/>
                      </a:lnTo>
                      <a:lnTo>
                        <a:pt x="59" y="86"/>
                      </a:lnTo>
                      <a:lnTo>
                        <a:pt x="112" y="83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2" name="Freeform 2715">
                  <a:extLst>
                    <a:ext uri="{FF2B5EF4-FFF2-40B4-BE49-F238E27FC236}">
                      <a16:creationId xmlns:a16="http://schemas.microsoft.com/office/drawing/2014/main" id="{643CFDF8-521B-9A24-41F4-CA33325081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7" y="3256"/>
                  <a:ext cx="19" cy="15"/>
                </a:xfrm>
                <a:custGeom>
                  <a:avLst/>
                  <a:gdLst>
                    <a:gd name="T0" fmla="*/ 0 w 112"/>
                    <a:gd name="T1" fmla="*/ 0 h 89"/>
                    <a:gd name="T2" fmla="*/ 0 w 112"/>
                    <a:gd name="T3" fmla="*/ 0 h 89"/>
                    <a:gd name="T4" fmla="*/ 0 w 112"/>
                    <a:gd name="T5" fmla="*/ 0 h 89"/>
                    <a:gd name="T6" fmla="*/ 0 w 112"/>
                    <a:gd name="T7" fmla="*/ 0 h 89"/>
                    <a:gd name="T8" fmla="*/ 0 w 112"/>
                    <a:gd name="T9" fmla="*/ 0 h 89"/>
                    <a:gd name="T10" fmla="*/ 0 w 112"/>
                    <a:gd name="T11" fmla="*/ 0 h 89"/>
                    <a:gd name="T12" fmla="*/ 0 w 112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2"/>
                    <a:gd name="T22" fmla="*/ 0 h 89"/>
                    <a:gd name="T23" fmla="*/ 112 w 112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2" h="89">
                      <a:moveTo>
                        <a:pt x="106" y="0"/>
                      </a:moveTo>
                      <a:lnTo>
                        <a:pt x="53" y="4"/>
                      </a:lnTo>
                      <a:lnTo>
                        <a:pt x="0" y="7"/>
                      </a:lnTo>
                      <a:lnTo>
                        <a:pt x="6" y="89"/>
                      </a:lnTo>
                      <a:lnTo>
                        <a:pt x="59" y="86"/>
                      </a:lnTo>
                      <a:lnTo>
                        <a:pt x="112" y="83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3" name="Freeform 2716">
                  <a:extLst>
                    <a:ext uri="{FF2B5EF4-FFF2-40B4-BE49-F238E27FC236}">
                      <a16:creationId xmlns:a16="http://schemas.microsoft.com/office/drawing/2014/main" id="{BD520333-82AB-76B4-C69D-8CF19E36A2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7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53" y="0"/>
                      </a:moveTo>
                      <a:lnTo>
                        <a:pt x="0" y="3"/>
                      </a:lnTo>
                      <a:lnTo>
                        <a:pt x="1" y="12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" name="Line 2717">
                  <a:extLst>
                    <a:ext uri="{FF2B5EF4-FFF2-40B4-BE49-F238E27FC236}">
                      <a16:creationId xmlns:a16="http://schemas.microsoft.com/office/drawing/2014/main" id="{B6A19350-8D93-8263-2F1D-DB27393E8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98" y="327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5" name="Freeform 2718">
                  <a:extLst>
                    <a:ext uri="{FF2B5EF4-FFF2-40B4-BE49-F238E27FC236}">
                      <a16:creationId xmlns:a16="http://schemas.microsoft.com/office/drawing/2014/main" id="{594E133E-3E7A-E75A-5D71-37CBBA2AE2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69"/>
                  <a:ext cx="20" cy="17"/>
                </a:xfrm>
                <a:custGeom>
                  <a:avLst/>
                  <a:gdLst>
                    <a:gd name="T0" fmla="*/ 0 w 121"/>
                    <a:gd name="T1" fmla="*/ 0 h 103"/>
                    <a:gd name="T2" fmla="*/ 0 w 121"/>
                    <a:gd name="T3" fmla="*/ 0 h 103"/>
                    <a:gd name="T4" fmla="*/ 0 w 121"/>
                    <a:gd name="T5" fmla="*/ 0 h 103"/>
                    <a:gd name="T6" fmla="*/ 0 w 121"/>
                    <a:gd name="T7" fmla="*/ 0 h 103"/>
                    <a:gd name="T8" fmla="*/ 0 w 121"/>
                    <a:gd name="T9" fmla="*/ 0 h 103"/>
                    <a:gd name="T10" fmla="*/ 0 w 121"/>
                    <a:gd name="T11" fmla="*/ 0 h 103"/>
                    <a:gd name="T12" fmla="*/ 0 w 12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3"/>
                    <a:gd name="T23" fmla="*/ 121 w 12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3">
                      <a:moveTo>
                        <a:pt x="103" y="0"/>
                      </a:moveTo>
                      <a:lnTo>
                        <a:pt x="52" y="11"/>
                      </a:lnTo>
                      <a:lnTo>
                        <a:pt x="0" y="23"/>
                      </a:lnTo>
                      <a:lnTo>
                        <a:pt x="18" y="103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6" name="Freeform 2719">
                  <a:extLst>
                    <a:ext uri="{FF2B5EF4-FFF2-40B4-BE49-F238E27FC236}">
                      <a16:creationId xmlns:a16="http://schemas.microsoft.com/office/drawing/2014/main" id="{747415C6-0F15-D769-EE8D-28E0778422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3269"/>
                  <a:ext cx="20" cy="17"/>
                </a:xfrm>
                <a:custGeom>
                  <a:avLst/>
                  <a:gdLst>
                    <a:gd name="T0" fmla="*/ 0 w 121"/>
                    <a:gd name="T1" fmla="*/ 0 h 103"/>
                    <a:gd name="T2" fmla="*/ 0 w 121"/>
                    <a:gd name="T3" fmla="*/ 0 h 103"/>
                    <a:gd name="T4" fmla="*/ 0 w 121"/>
                    <a:gd name="T5" fmla="*/ 0 h 103"/>
                    <a:gd name="T6" fmla="*/ 0 w 121"/>
                    <a:gd name="T7" fmla="*/ 0 h 103"/>
                    <a:gd name="T8" fmla="*/ 0 w 121"/>
                    <a:gd name="T9" fmla="*/ 0 h 103"/>
                    <a:gd name="T10" fmla="*/ 0 w 121"/>
                    <a:gd name="T11" fmla="*/ 0 h 103"/>
                    <a:gd name="T12" fmla="*/ 0 w 12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03"/>
                    <a:gd name="T23" fmla="*/ 121 w 12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03">
                      <a:moveTo>
                        <a:pt x="103" y="0"/>
                      </a:moveTo>
                      <a:lnTo>
                        <a:pt x="52" y="11"/>
                      </a:lnTo>
                      <a:lnTo>
                        <a:pt x="0" y="23"/>
                      </a:lnTo>
                      <a:lnTo>
                        <a:pt x="18" y="103"/>
                      </a:lnTo>
                      <a:lnTo>
                        <a:pt x="70" y="92"/>
                      </a:lnTo>
                      <a:lnTo>
                        <a:pt x="121" y="8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7" name="Freeform 2720">
                  <a:extLst>
                    <a:ext uri="{FF2B5EF4-FFF2-40B4-BE49-F238E27FC236}">
                      <a16:creationId xmlns:a16="http://schemas.microsoft.com/office/drawing/2014/main" id="{08585810-F8BC-D37E-7A3C-A288137D24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84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52" y="0"/>
                      </a:moveTo>
                      <a:lnTo>
                        <a:pt x="0" y="11"/>
                      </a:lnTo>
                      <a:lnTo>
                        <a:pt x="2" y="19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8" name="Line 2721">
                  <a:extLst>
                    <a:ext uri="{FF2B5EF4-FFF2-40B4-BE49-F238E27FC236}">
                      <a16:creationId xmlns:a16="http://schemas.microsoft.com/office/drawing/2014/main" id="{22A095A0-3FFC-5883-7812-0D109DB8AA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1" y="32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9" name="Freeform 2722">
                  <a:extLst>
                    <a:ext uri="{FF2B5EF4-FFF2-40B4-BE49-F238E27FC236}">
                      <a16:creationId xmlns:a16="http://schemas.microsoft.com/office/drawing/2014/main" id="{40D79C52-9450-953D-796A-B104D46C0E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81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0" name="Freeform 2723">
                  <a:extLst>
                    <a:ext uri="{FF2B5EF4-FFF2-40B4-BE49-F238E27FC236}">
                      <a16:creationId xmlns:a16="http://schemas.microsoft.com/office/drawing/2014/main" id="{2764E951-CC8B-D684-009F-D3A938038E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1" y="3281"/>
                  <a:ext cx="22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99" y="0"/>
                      </a:moveTo>
                      <a:lnTo>
                        <a:pt x="50" y="19"/>
                      </a:lnTo>
                      <a:lnTo>
                        <a:pt x="0" y="38"/>
                      </a:lnTo>
                      <a:lnTo>
                        <a:pt x="28" y="115"/>
                      </a:lnTo>
                      <a:lnTo>
                        <a:pt x="78" y="96"/>
                      </a:lnTo>
                      <a:lnTo>
                        <a:pt x="128" y="77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1" name="Freeform 2724">
                  <a:extLst>
                    <a:ext uri="{FF2B5EF4-FFF2-40B4-BE49-F238E27FC236}">
                      <a16:creationId xmlns:a16="http://schemas.microsoft.com/office/drawing/2014/main" id="{111B4659-67FF-3EF8-1769-B3C9B7D573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6" y="3297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50" y="0"/>
                      </a:moveTo>
                      <a:lnTo>
                        <a:pt x="0" y="19"/>
                      </a:lnTo>
                      <a:lnTo>
                        <a:pt x="4" y="25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2" name="Line 2725">
                  <a:extLst>
                    <a:ext uri="{FF2B5EF4-FFF2-40B4-BE49-F238E27FC236}">
                      <a16:creationId xmlns:a16="http://schemas.microsoft.com/office/drawing/2014/main" id="{942A6C9B-9890-FCDF-27C7-F81151B550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6" y="33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3" name="Freeform 2726">
                  <a:extLst>
                    <a:ext uri="{FF2B5EF4-FFF2-40B4-BE49-F238E27FC236}">
                      <a16:creationId xmlns:a16="http://schemas.microsoft.com/office/drawing/2014/main" id="{67B3E854-B35F-039D-D44D-05F2C0586F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93" y="0"/>
                      </a:moveTo>
                      <a:lnTo>
                        <a:pt x="46" y="25"/>
                      </a:lnTo>
                      <a:lnTo>
                        <a:pt x="0" y="50"/>
                      </a:lnTo>
                      <a:lnTo>
                        <a:pt x="39" y="122"/>
                      </a:lnTo>
                      <a:lnTo>
                        <a:pt x="85" y="97"/>
                      </a:lnTo>
                      <a:lnTo>
                        <a:pt x="132" y="7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4" name="Freeform 2727">
                  <a:extLst>
                    <a:ext uri="{FF2B5EF4-FFF2-40B4-BE49-F238E27FC236}">
                      <a16:creationId xmlns:a16="http://schemas.microsoft.com/office/drawing/2014/main" id="{D2A19D49-F088-9FC3-7BC0-FBCF1A7C57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7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93" y="0"/>
                      </a:moveTo>
                      <a:lnTo>
                        <a:pt x="46" y="25"/>
                      </a:lnTo>
                      <a:lnTo>
                        <a:pt x="0" y="50"/>
                      </a:lnTo>
                      <a:lnTo>
                        <a:pt x="39" y="122"/>
                      </a:lnTo>
                      <a:lnTo>
                        <a:pt x="85" y="97"/>
                      </a:lnTo>
                      <a:lnTo>
                        <a:pt x="132" y="7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" name="Freeform 2728">
                  <a:extLst>
                    <a:ext uri="{FF2B5EF4-FFF2-40B4-BE49-F238E27FC236}">
                      <a16:creationId xmlns:a16="http://schemas.microsoft.com/office/drawing/2014/main" id="{8197B817-A6AD-C9CA-1665-AA79484E2D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309"/>
                  <a:ext cx="8" cy="5"/>
                </a:xfrm>
                <a:custGeom>
                  <a:avLst/>
                  <a:gdLst>
                    <a:gd name="T0" fmla="*/ 0 w 46"/>
                    <a:gd name="T1" fmla="*/ 0 h 33"/>
                    <a:gd name="T2" fmla="*/ 0 w 46"/>
                    <a:gd name="T3" fmla="*/ 0 h 33"/>
                    <a:gd name="T4" fmla="*/ 0 w 46"/>
                    <a:gd name="T5" fmla="*/ 0 h 33"/>
                    <a:gd name="T6" fmla="*/ 0 w 46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3"/>
                    <a:gd name="T14" fmla="*/ 46 w 46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3">
                      <a:moveTo>
                        <a:pt x="46" y="0"/>
                      </a:moveTo>
                      <a:lnTo>
                        <a:pt x="0" y="25"/>
                      </a:lnTo>
                      <a:lnTo>
                        <a:pt x="4" y="33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6" name="Line 2729">
                  <a:extLst>
                    <a:ext uri="{FF2B5EF4-FFF2-40B4-BE49-F238E27FC236}">
                      <a16:creationId xmlns:a16="http://schemas.microsoft.com/office/drawing/2014/main" id="{CD9E6CCD-0E7F-056E-998B-A549386B1C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3" y="33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7" name="Freeform 2730">
                  <a:extLst>
                    <a:ext uri="{FF2B5EF4-FFF2-40B4-BE49-F238E27FC236}">
                      <a16:creationId xmlns:a16="http://schemas.microsoft.com/office/drawing/2014/main" id="{B32B9596-E8C6-C5EB-5D19-9B6E58A9BB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304"/>
                  <a:ext cx="22" cy="21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3"/>
                      </a:lnTo>
                      <a:lnTo>
                        <a:pt x="0" y="66"/>
                      </a:lnTo>
                      <a:lnTo>
                        <a:pt x="50" y="131"/>
                      </a:lnTo>
                      <a:lnTo>
                        <a:pt x="92" y="99"/>
                      </a:lnTo>
                      <a:lnTo>
                        <a:pt x="134" y="66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8" name="Freeform 2731">
                  <a:extLst>
                    <a:ext uri="{FF2B5EF4-FFF2-40B4-BE49-F238E27FC236}">
                      <a16:creationId xmlns:a16="http://schemas.microsoft.com/office/drawing/2014/main" id="{C19CE288-685E-0B6A-822B-7A09B9FFBC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3304"/>
                  <a:ext cx="22" cy="21"/>
                </a:xfrm>
                <a:custGeom>
                  <a:avLst/>
                  <a:gdLst>
                    <a:gd name="T0" fmla="*/ 0 w 134"/>
                    <a:gd name="T1" fmla="*/ 0 h 131"/>
                    <a:gd name="T2" fmla="*/ 0 w 134"/>
                    <a:gd name="T3" fmla="*/ 0 h 131"/>
                    <a:gd name="T4" fmla="*/ 0 w 134"/>
                    <a:gd name="T5" fmla="*/ 0 h 131"/>
                    <a:gd name="T6" fmla="*/ 0 w 134"/>
                    <a:gd name="T7" fmla="*/ 0 h 131"/>
                    <a:gd name="T8" fmla="*/ 0 w 134"/>
                    <a:gd name="T9" fmla="*/ 0 h 131"/>
                    <a:gd name="T10" fmla="*/ 0 w 134"/>
                    <a:gd name="T11" fmla="*/ 0 h 131"/>
                    <a:gd name="T12" fmla="*/ 0 w 134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1"/>
                    <a:gd name="T23" fmla="*/ 134 w 134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1">
                      <a:moveTo>
                        <a:pt x="85" y="0"/>
                      </a:moveTo>
                      <a:lnTo>
                        <a:pt x="42" y="33"/>
                      </a:lnTo>
                      <a:lnTo>
                        <a:pt x="0" y="66"/>
                      </a:lnTo>
                      <a:lnTo>
                        <a:pt x="50" y="131"/>
                      </a:lnTo>
                      <a:lnTo>
                        <a:pt x="92" y="99"/>
                      </a:lnTo>
                      <a:lnTo>
                        <a:pt x="134" y="66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9" name="Freeform 2732">
                  <a:extLst>
                    <a:ext uri="{FF2B5EF4-FFF2-40B4-BE49-F238E27FC236}">
                      <a16:creationId xmlns:a16="http://schemas.microsoft.com/office/drawing/2014/main" id="{FCE95A08-C66C-4BF8-0960-69642C9961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2" y="3320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42" y="0"/>
                      </a:moveTo>
                      <a:lnTo>
                        <a:pt x="0" y="32"/>
                      </a:lnTo>
                      <a:lnTo>
                        <a:pt x="4" y="38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0" name="Line 2733">
                  <a:extLst>
                    <a:ext uri="{FF2B5EF4-FFF2-40B4-BE49-F238E27FC236}">
                      <a16:creationId xmlns:a16="http://schemas.microsoft.com/office/drawing/2014/main" id="{6C1073C3-987A-666A-777A-DB7621C82C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2" y="33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1" name="Freeform 2734">
                  <a:extLst>
                    <a:ext uri="{FF2B5EF4-FFF2-40B4-BE49-F238E27FC236}">
                      <a16:creationId xmlns:a16="http://schemas.microsoft.com/office/drawing/2014/main" id="{50DDE653-C03C-2081-C555-A0F3E0180D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314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" name="Freeform 2735">
                  <a:extLst>
                    <a:ext uri="{FF2B5EF4-FFF2-40B4-BE49-F238E27FC236}">
                      <a16:creationId xmlns:a16="http://schemas.microsoft.com/office/drawing/2014/main" id="{BCFA27CD-3AF4-A780-956E-1189D906B3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3314"/>
                  <a:ext cx="22" cy="22"/>
                </a:xfrm>
                <a:custGeom>
                  <a:avLst/>
                  <a:gdLst>
                    <a:gd name="T0" fmla="*/ 0 w 134"/>
                    <a:gd name="T1" fmla="*/ 0 h 134"/>
                    <a:gd name="T2" fmla="*/ 0 w 134"/>
                    <a:gd name="T3" fmla="*/ 0 h 134"/>
                    <a:gd name="T4" fmla="*/ 0 w 134"/>
                    <a:gd name="T5" fmla="*/ 0 h 134"/>
                    <a:gd name="T6" fmla="*/ 0 w 134"/>
                    <a:gd name="T7" fmla="*/ 0 h 134"/>
                    <a:gd name="T8" fmla="*/ 0 w 134"/>
                    <a:gd name="T9" fmla="*/ 0 h 134"/>
                    <a:gd name="T10" fmla="*/ 0 w 134"/>
                    <a:gd name="T11" fmla="*/ 0 h 134"/>
                    <a:gd name="T12" fmla="*/ 0 w 134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4"/>
                    <a:gd name="T22" fmla="*/ 0 h 134"/>
                    <a:gd name="T23" fmla="*/ 134 w 134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4" h="134">
                      <a:moveTo>
                        <a:pt x="76" y="0"/>
                      </a:moveTo>
                      <a:lnTo>
                        <a:pt x="38" y="38"/>
                      </a:lnTo>
                      <a:lnTo>
                        <a:pt x="0" y="76"/>
                      </a:lnTo>
                      <a:lnTo>
                        <a:pt x="58" y="134"/>
                      </a:lnTo>
                      <a:lnTo>
                        <a:pt x="96" y="96"/>
                      </a:lnTo>
                      <a:lnTo>
                        <a:pt x="134" y="58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3" name="Freeform 2736">
                  <a:extLst>
                    <a:ext uri="{FF2B5EF4-FFF2-40B4-BE49-F238E27FC236}">
                      <a16:creationId xmlns:a16="http://schemas.microsoft.com/office/drawing/2014/main" id="{C41D1CF5-C6C1-1461-8B68-543489859C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33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38" y="0"/>
                      </a:moveTo>
                      <a:lnTo>
                        <a:pt x="0" y="38"/>
                      </a:lnTo>
                      <a:lnTo>
                        <a:pt x="6" y="42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4" name="Line 2737">
                  <a:extLst>
                    <a:ext uri="{FF2B5EF4-FFF2-40B4-BE49-F238E27FC236}">
                      <a16:creationId xmlns:a16="http://schemas.microsoft.com/office/drawing/2014/main" id="{32894142-F32B-689E-9F97-0078157299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3" y="333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" name="Freeform 2738">
                  <a:extLst>
                    <a:ext uri="{FF2B5EF4-FFF2-40B4-BE49-F238E27FC236}">
                      <a16:creationId xmlns:a16="http://schemas.microsoft.com/office/drawing/2014/main" id="{959AF825-BDA8-9A12-3C28-B00272A587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323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6" name="Freeform 2739">
                  <a:extLst>
                    <a:ext uri="{FF2B5EF4-FFF2-40B4-BE49-F238E27FC236}">
                      <a16:creationId xmlns:a16="http://schemas.microsoft.com/office/drawing/2014/main" id="{F2EA64C5-61CC-33C4-95DA-884C468E1D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4" y="3323"/>
                  <a:ext cx="21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65" y="0"/>
                      </a:moveTo>
                      <a:lnTo>
                        <a:pt x="32" y="42"/>
                      </a:lnTo>
                      <a:lnTo>
                        <a:pt x="0" y="84"/>
                      </a:lnTo>
                      <a:lnTo>
                        <a:pt x="65" y="134"/>
                      </a:lnTo>
                      <a:lnTo>
                        <a:pt x="98" y="92"/>
                      </a:lnTo>
                      <a:lnTo>
                        <a:pt x="131" y="49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7" name="Freeform 2740">
                  <a:extLst>
                    <a:ext uri="{FF2B5EF4-FFF2-40B4-BE49-F238E27FC236}">
                      <a16:creationId xmlns:a16="http://schemas.microsoft.com/office/drawing/2014/main" id="{A28872FA-C699-B55A-DC1A-4800519BC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338"/>
                  <a:ext cx="5" cy="8"/>
                </a:xfrm>
                <a:custGeom>
                  <a:avLst/>
                  <a:gdLst>
                    <a:gd name="T0" fmla="*/ 0 w 33"/>
                    <a:gd name="T1" fmla="*/ 0 h 46"/>
                    <a:gd name="T2" fmla="*/ 0 w 33"/>
                    <a:gd name="T3" fmla="*/ 0 h 46"/>
                    <a:gd name="T4" fmla="*/ 0 w 33"/>
                    <a:gd name="T5" fmla="*/ 0 h 46"/>
                    <a:gd name="T6" fmla="*/ 0 w 33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"/>
                    <a:gd name="T13" fmla="*/ 0 h 46"/>
                    <a:gd name="T14" fmla="*/ 33 w 3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" h="46">
                      <a:moveTo>
                        <a:pt x="33" y="0"/>
                      </a:moveTo>
                      <a:lnTo>
                        <a:pt x="0" y="42"/>
                      </a:lnTo>
                      <a:lnTo>
                        <a:pt x="8" y="46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8" name="Line 2741">
                  <a:extLst>
                    <a:ext uri="{FF2B5EF4-FFF2-40B4-BE49-F238E27FC236}">
                      <a16:creationId xmlns:a16="http://schemas.microsoft.com/office/drawing/2014/main" id="{E3A5060E-BE62-6F9B-757F-AC9795E201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5" y="33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9" name="Freeform 2742">
                  <a:extLst>
                    <a:ext uri="{FF2B5EF4-FFF2-40B4-BE49-F238E27FC236}">
                      <a16:creationId xmlns:a16="http://schemas.microsoft.com/office/drawing/2014/main" id="{8A3FD635-FD51-EB96-B2D2-838631F22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330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72" y="132"/>
                      </a:lnTo>
                      <a:lnTo>
                        <a:pt x="97" y="86"/>
                      </a:lnTo>
                      <a:lnTo>
                        <a:pt x="122" y="39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0" name="Freeform 2743">
                  <a:extLst>
                    <a:ext uri="{FF2B5EF4-FFF2-40B4-BE49-F238E27FC236}">
                      <a16:creationId xmlns:a16="http://schemas.microsoft.com/office/drawing/2014/main" id="{8691E0DA-B087-BF5B-BD66-A6EDD41204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6" y="3330"/>
                  <a:ext cx="20" cy="22"/>
                </a:xfrm>
                <a:custGeom>
                  <a:avLst/>
                  <a:gdLst>
                    <a:gd name="T0" fmla="*/ 0 w 122"/>
                    <a:gd name="T1" fmla="*/ 0 h 132"/>
                    <a:gd name="T2" fmla="*/ 0 w 122"/>
                    <a:gd name="T3" fmla="*/ 0 h 132"/>
                    <a:gd name="T4" fmla="*/ 0 w 122"/>
                    <a:gd name="T5" fmla="*/ 0 h 132"/>
                    <a:gd name="T6" fmla="*/ 0 w 122"/>
                    <a:gd name="T7" fmla="*/ 0 h 132"/>
                    <a:gd name="T8" fmla="*/ 0 w 122"/>
                    <a:gd name="T9" fmla="*/ 0 h 132"/>
                    <a:gd name="T10" fmla="*/ 0 w 122"/>
                    <a:gd name="T11" fmla="*/ 0 h 132"/>
                    <a:gd name="T12" fmla="*/ 0 w 122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2"/>
                    <a:gd name="T23" fmla="*/ 122 w 122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2">
                      <a:moveTo>
                        <a:pt x="50" y="0"/>
                      </a:moveTo>
                      <a:lnTo>
                        <a:pt x="25" y="47"/>
                      </a:lnTo>
                      <a:lnTo>
                        <a:pt x="0" y="93"/>
                      </a:lnTo>
                      <a:lnTo>
                        <a:pt x="72" y="132"/>
                      </a:lnTo>
                      <a:lnTo>
                        <a:pt x="97" y="86"/>
                      </a:lnTo>
                      <a:lnTo>
                        <a:pt x="122" y="39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1" name="Freeform 2744">
                  <a:extLst>
                    <a:ext uri="{FF2B5EF4-FFF2-40B4-BE49-F238E27FC236}">
                      <a16:creationId xmlns:a16="http://schemas.microsoft.com/office/drawing/2014/main" id="{FDA68394-4AFD-3A1D-7322-4676D1B198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8" y="3344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25" y="0"/>
                      </a:moveTo>
                      <a:lnTo>
                        <a:pt x="0" y="46"/>
                      </a:lnTo>
                      <a:lnTo>
                        <a:pt x="6" y="50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2" name="Line 2745">
                  <a:extLst>
                    <a:ext uri="{FF2B5EF4-FFF2-40B4-BE49-F238E27FC236}">
                      <a16:creationId xmlns:a16="http://schemas.microsoft.com/office/drawing/2014/main" id="{6458F58E-5115-1AF4-6B12-E388999DED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8" y="33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3" name="Freeform 2746">
                  <a:extLst>
                    <a:ext uri="{FF2B5EF4-FFF2-40B4-BE49-F238E27FC236}">
                      <a16:creationId xmlns:a16="http://schemas.microsoft.com/office/drawing/2014/main" id="{7C3EA90A-4ABC-4B60-F84D-ED55566E70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33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8"/>
                      </a:lnTo>
                      <a:lnTo>
                        <a:pt x="96" y="78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4" name="Freeform 2747">
                  <a:extLst>
                    <a:ext uri="{FF2B5EF4-FFF2-40B4-BE49-F238E27FC236}">
                      <a16:creationId xmlns:a16="http://schemas.microsoft.com/office/drawing/2014/main" id="{2D94A45A-3D3E-8166-4038-58D9102AF4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9" y="3336"/>
                  <a:ext cx="19" cy="22"/>
                </a:xfrm>
                <a:custGeom>
                  <a:avLst/>
                  <a:gdLst>
                    <a:gd name="T0" fmla="*/ 0 w 115"/>
                    <a:gd name="T1" fmla="*/ 0 h 128"/>
                    <a:gd name="T2" fmla="*/ 0 w 115"/>
                    <a:gd name="T3" fmla="*/ 0 h 128"/>
                    <a:gd name="T4" fmla="*/ 0 w 115"/>
                    <a:gd name="T5" fmla="*/ 0 h 128"/>
                    <a:gd name="T6" fmla="*/ 0 w 115"/>
                    <a:gd name="T7" fmla="*/ 0 h 128"/>
                    <a:gd name="T8" fmla="*/ 0 w 115"/>
                    <a:gd name="T9" fmla="*/ 0 h 128"/>
                    <a:gd name="T10" fmla="*/ 0 w 115"/>
                    <a:gd name="T11" fmla="*/ 0 h 128"/>
                    <a:gd name="T12" fmla="*/ 0 w 115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8"/>
                    <a:gd name="T23" fmla="*/ 115 w 115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8">
                      <a:moveTo>
                        <a:pt x="38" y="0"/>
                      </a:moveTo>
                      <a:lnTo>
                        <a:pt x="19" y="50"/>
                      </a:lnTo>
                      <a:lnTo>
                        <a:pt x="0" y="100"/>
                      </a:lnTo>
                      <a:lnTo>
                        <a:pt x="77" y="128"/>
                      </a:lnTo>
                      <a:lnTo>
                        <a:pt x="96" y="78"/>
                      </a:lnTo>
                      <a:lnTo>
                        <a:pt x="115" y="29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5" name="Freeform 2748">
                  <a:extLst>
                    <a:ext uri="{FF2B5EF4-FFF2-40B4-BE49-F238E27FC236}">
                      <a16:creationId xmlns:a16="http://schemas.microsoft.com/office/drawing/2014/main" id="{03ADF861-393D-8BFF-5E4D-BDE808E65A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2" y="3349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19" y="0"/>
                      </a:moveTo>
                      <a:lnTo>
                        <a:pt x="0" y="50"/>
                      </a:lnTo>
                      <a:lnTo>
                        <a:pt x="8" y="52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6" name="Line 2749">
                  <a:extLst>
                    <a:ext uri="{FF2B5EF4-FFF2-40B4-BE49-F238E27FC236}">
                      <a16:creationId xmlns:a16="http://schemas.microsoft.com/office/drawing/2014/main" id="{B75BB65C-16B7-190A-159B-8C25A80B5F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2" y="33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7" name="Freeform 2750">
                  <a:extLst>
                    <a:ext uri="{FF2B5EF4-FFF2-40B4-BE49-F238E27FC236}">
                      <a16:creationId xmlns:a16="http://schemas.microsoft.com/office/drawing/2014/main" id="{00B3AC71-326B-E1E2-4AA7-26F47BFAB7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341"/>
                  <a:ext cx="17" cy="20"/>
                </a:xfrm>
                <a:custGeom>
                  <a:avLst/>
                  <a:gdLst>
                    <a:gd name="T0" fmla="*/ 0 w 103"/>
                    <a:gd name="T1" fmla="*/ 0 h 121"/>
                    <a:gd name="T2" fmla="*/ 0 w 103"/>
                    <a:gd name="T3" fmla="*/ 0 h 121"/>
                    <a:gd name="T4" fmla="*/ 0 w 103"/>
                    <a:gd name="T5" fmla="*/ 0 h 121"/>
                    <a:gd name="T6" fmla="*/ 0 w 103"/>
                    <a:gd name="T7" fmla="*/ 0 h 121"/>
                    <a:gd name="T8" fmla="*/ 0 w 103"/>
                    <a:gd name="T9" fmla="*/ 0 h 121"/>
                    <a:gd name="T10" fmla="*/ 0 w 103"/>
                    <a:gd name="T11" fmla="*/ 0 h 121"/>
                    <a:gd name="T12" fmla="*/ 0 w 103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1"/>
                    <a:gd name="T23" fmla="*/ 103 w 103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1">
                      <a:moveTo>
                        <a:pt x="23" y="0"/>
                      </a:moveTo>
                      <a:lnTo>
                        <a:pt x="11" y="51"/>
                      </a:lnTo>
                      <a:lnTo>
                        <a:pt x="0" y="103"/>
                      </a:lnTo>
                      <a:lnTo>
                        <a:pt x="80" y="121"/>
                      </a:lnTo>
                      <a:lnTo>
                        <a:pt x="92" y="69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8" name="Freeform 2751">
                  <a:extLst>
                    <a:ext uri="{FF2B5EF4-FFF2-40B4-BE49-F238E27FC236}">
                      <a16:creationId xmlns:a16="http://schemas.microsoft.com/office/drawing/2014/main" id="{F6C893EA-85B2-EBBC-6D19-D4045305DD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73" y="3341"/>
                  <a:ext cx="17" cy="20"/>
                </a:xfrm>
                <a:custGeom>
                  <a:avLst/>
                  <a:gdLst>
                    <a:gd name="T0" fmla="*/ 0 w 103"/>
                    <a:gd name="T1" fmla="*/ 0 h 121"/>
                    <a:gd name="T2" fmla="*/ 0 w 103"/>
                    <a:gd name="T3" fmla="*/ 0 h 121"/>
                    <a:gd name="T4" fmla="*/ 0 w 103"/>
                    <a:gd name="T5" fmla="*/ 0 h 121"/>
                    <a:gd name="T6" fmla="*/ 0 w 103"/>
                    <a:gd name="T7" fmla="*/ 0 h 121"/>
                    <a:gd name="T8" fmla="*/ 0 w 103"/>
                    <a:gd name="T9" fmla="*/ 0 h 121"/>
                    <a:gd name="T10" fmla="*/ 0 w 103"/>
                    <a:gd name="T11" fmla="*/ 0 h 121"/>
                    <a:gd name="T12" fmla="*/ 0 w 103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"/>
                    <a:gd name="T22" fmla="*/ 0 h 121"/>
                    <a:gd name="T23" fmla="*/ 103 w 103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" h="121">
                      <a:moveTo>
                        <a:pt x="23" y="0"/>
                      </a:moveTo>
                      <a:lnTo>
                        <a:pt x="11" y="51"/>
                      </a:lnTo>
                      <a:lnTo>
                        <a:pt x="0" y="103"/>
                      </a:lnTo>
                      <a:lnTo>
                        <a:pt x="80" y="121"/>
                      </a:lnTo>
                      <a:lnTo>
                        <a:pt x="92" y="69"/>
                      </a:lnTo>
                      <a:lnTo>
                        <a:pt x="103" y="18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9" name="Freeform 2752">
                  <a:extLst>
                    <a:ext uri="{FF2B5EF4-FFF2-40B4-BE49-F238E27FC236}">
                      <a16:creationId xmlns:a16="http://schemas.microsoft.com/office/drawing/2014/main" id="{DBF6AA41-2222-1E49-9800-431632A218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6" y="3352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12" y="0"/>
                      </a:moveTo>
                      <a:lnTo>
                        <a:pt x="0" y="52"/>
                      </a:lnTo>
                      <a:lnTo>
                        <a:pt x="9" y="53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0" name="Line 2753">
                  <a:extLst>
                    <a:ext uri="{FF2B5EF4-FFF2-40B4-BE49-F238E27FC236}">
                      <a16:creationId xmlns:a16="http://schemas.microsoft.com/office/drawing/2014/main" id="{B05AA9D1-4F70-C142-C939-BB87190182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86" y="3361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1" name="Freeform 2754">
                  <a:extLst>
                    <a:ext uri="{FF2B5EF4-FFF2-40B4-BE49-F238E27FC236}">
                      <a16:creationId xmlns:a16="http://schemas.microsoft.com/office/drawing/2014/main" id="{AE61DEB9-FD09-B7EA-3B6D-F10FF7C5B6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343"/>
                  <a:ext cx="15" cy="19"/>
                </a:xfrm>
                <a:custGeom>
                  <a:avLst/>
                  <a:gdLst>
                    <a:gd name="T0" fmla="*/ 0 w 89"/>
                    <a:gd name="T1" fmla="*/ 0 h 112"/>
                    <a:gd name="T2" fmla="*/ 0 w 89"/>
                    <a:gd name="T3" fmla="*/ 0 h 112"/>
                    <a:gd name="T4" fmla="*/ 0 w 89"/>
                    <a:gd name="T5" fmla="*/ 0 h 112"/>
                    <a:gd name="T6" fmla="*/ 0 w 89"/>
                    <a:gd name="T7" fmla="*/ 0 h 112"/>
                    <a:gd name="T8" fmla="*/ 0 w 89"/>
                    <a:gd name="T9" fmla="*/ 0 h 112"/>
                    <a:gd name="T10" fmla="*/ 0 w 89"/>
                    <a:gd name="T11" fmla="*/ 0 h 112"/>
                    <a:gd name="T12" fmla="*/ 0 w 89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2"/>
                    <a:gd name="T23" fmla="*/ 89 w 89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2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lnTo>
                        <a:pt x="85" y="59"/>
                      </a:lnTo>
                      <a:lnTo>
                        <a:pt x="89" y="6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2" name="Freeform 2755">
                  <a:extLst>
                    <a:ext uri="{FF2B5EF4-FFF2-40B4-BE49-F238E27FC236}">
                      <a16:creationId xmlns:a16="http://schemas.microsoft.com/office/drawing/2014/main" id="{839A6807-33EE-AD56-A96E-12B58FEC54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8" y="3343"/>
                  <a:ext cx="15" cy="19"/>
                </a:xfrm>
                <a:custGeom>
                  <a:avLst/>
                  <a:gdLst>
                    <a:gd name="T0" fmla="*/ 0 w 89"/>
                    <a:gd name="T1" fmla="*/ 0 h 112"/>
                    <a:gd name="T2" fmla="*/ 0 w 89"/>
                    <a:gd name="T3" fmla="*/ 0 h 112"/>
                    <a:gd name="T4" fmla="*/ 0 w 89"/>
                    <a:gd name="T5" fmla="*/ 0 h 112"/>
                    <a:gd name="T6" fmla="*/ 0 w 89"/>
                    <a:gd name="T7" fmla="*/ 0 h 112"/>
                    <a:gd name="T8" fmla="*/ 0 w 89"/>
                    <a:gd name="T9" fmla="*/ 0 h 112"/>
                    <a:gd name="T10" fmla="*/ 0 w 89"/>
                    <a:gd name="T11" fmla="*/ 0 h 112"/>
                    <a:gd name="T12" fmla="*/ 0 w 89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9"/>
                    <a:gd name="T22" fmla="*/ 0 h 112"/>
                    <a:gd name="T23" fmla="*/ 89 w 89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9" h="112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82" y="112"/>
                      </a:lnTo>
                      <a:lnTo>
                        <a:pt x="85" y="59"/>
                      </a:lnTo>
                      <a:lnTo>
                        <a:pt x="89" y="6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3" name="Freeform 2756">
                  <a:extLst>
                    <a:ext uri="{FF2B5EF4-FFF2-40B4-BE49-F238E27FC236}">
                      <a16:creationId xmlns:a16="http://schemas.microsoft.com/office/drawing/2014/main" id="{A5A9BF92-2229-8F4C-9B15-7D7B09EBE7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353"/>
                  <a:ext cx="1" cy="9"/>
                </a:xfrm>
                <a:custGeom>
                  <a:avLst/>
                  <a:gdLst>
                    <a:gd name="T0" fmla="*/ 0 w 7"/>
                    <a:gd name="T1" fmla="*/ 0 h 53"/>
                    <a:gd name="T2" fmla="*/ 0 w 7"/>
                    <a:gd name="T3" fmla="*/ 0 h 53"/>
                    <a:gd name="T4" fmla="*/ 0 w 7"/>
                    <a:gd name="T5" fmla="*/ 0 h 53"/>
                    <a:gd name="T6" fmla="*/ 0 w 7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"/>
                    <a:gd name="T13" fmla="*/ 0 h 53"/>
                    <a:gd name="T14" fmla="*/ 7 w 7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" h="53">
                      <a:moveTo>
                        <a:pt x="3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4" name="Line 2757">
                  <a:extLst>
                    <a:ext uri="{FF2B5EF4-FFF2-40B4-BE49-F238E27FC236}">
                      <a16:creationId xmlns:a16="http://schemas.microsoft.com/office/drawing/2014/main" id="{F828D0B1-DFD9-6E63-0433-AFFDE12AD7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36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5" name="Freeform 2758">
                  <a:extLst>
                    <a:ext uri="{FF2B5EF4-FFF2-40B4-BE49-F238E27FC236}">
                      <a16:creationId xmlns:a16="http://schemas.microsoft.com/office/drawing/2014/main" id="{7EE36E42-6AFC-DE5C-33B8-30ED0D7FF8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343"/>
                  <a:ext cx="14" cy="19"/>
                </a:xfrm>
                <a:custGeom>
                  <a:avLst/>
                  <a:gdLst>
                    <a:gd name="T0" fmla="*/ 0 w 88"/>
                    <a:gd name="T1" fmla="*/ 0 h 112"/>
                    <a:gd name="T2" fmla="*/ 0 w 88"/>
                    <a:gd name="T3" fmla="*/ 0 h 112"/>
                    <a:gd name="T4" fmla="*/ 0 w 88"/>
                    <a:gd name="T5" fmla="*/ 0 h 112"/>
                    <a:gd name="T6" fmla="*/ 0 w 88"/>
                    <a:gd name="T7" fmla="*/ 0 h 112"/>
                    <a:gd name="T8" fmla="*/ 0 w 88"/>
                    <a:gd name="T9" fmla="*/ 0 h 112"/>
                    <a:gd name="T10" fmla="*/ 0 w 88"/>
                    <a:gd name="T11" fmla="*/ 0 h 112"/>
                    <a:gd name="T12" fmla="*/ 0 w 88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2"/>
                    <a:gd name="T23" fmla="*/ 88 w 88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2">
                      <a:moveTo>
                        <a:pt x="0" y="6"/>
                      </a:moveTo>
                      <a:lnTo>
                        <a:pt x="3" y="59"/>
                      </a:lnTo>
                      <a:lnTo>
                        <a:pt x="7" y="112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" name="Freeform 2759">
                  <a:extLst>
                    <a:ext uri="{FF2B5EF4-FFF2-40B4-BE49-F238E27FC236}">
                      <a16:creationId xmlns:a16="http://schemas.microsoft.com/office/drawing/2014/main" id="{87B4E104-E4F1-51E6-D318-65EBE1F2C7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2" y="3343"/>
                  <a:ext cx="14" cy="19"/>
                </a:xfrm>
                <a:custGeom>
                  <a:avLst/>
                  <a:gdLst>
                    <a:gd name="T0" fmla="*/ 0 w 88"/>
                    <a:gd name="T1" fmla="*/ 0 h 112"/>
                    <a:gd name="T2" fmla="*/ 0 w 88"/>
                    <a:gd name="T3" fmla="*/ 0 h 112"/>
                    <a:gd name="T4" fmla="*/ 0 w 88"/>
                    <a:gd name="T5" fmla="*/ 0 h 112"/>
                    <a:gd name="T6" fmla="*/ 0 w 88"/>
                    <a:gd name="T7" fmla="*/ 0 h 112"/>
                    <a:gd name="T8" fmla="*/ 0 w 88"/>
                    <a:gd name="T9" fmla="*/ 0 h 112"/>
                    <a:gd name="T10" fmla="*/ 0 w 88"/>
                    <a:gd name="T11" fmla="*/ 0 h 112"/>
                    <a:gd name="T12" fmla="*/ 0 w 88"/>
                    <a:gd name="T13" fmla="*/ 0 h 11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8"/>
                    <a:gd name="T22" fmla="*/ 0 h 112"/>
                    <a:gd name="T23" fmla="*/ 88 w 88"/>
                    <a:gd name="T24" fmla="*/ 112 h 11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8" h="112">
                      <a:moveTo>
                        <a:pt x="0" y="6"/>
                      </a:moveTo>
                      <a:lnTo>
                        <a:pt x="3" y="59"/>
                      </a:lnTo>
                      <a:lnTo>
                        <a:pt x="7" y="112"/>
                      </a:lnTo>
                      <a:lnTo>
                        <a:pt x="88" y="106"/>
                      </a:lnTo>
                      <a:lnTo>
                        <a:pt x="85" y="53"/>
                      </a:lnTo>
                      <a:lnTo>
                        <a:pt x="82" y="0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7" name="Freeform 2760">
                  <a:extLst>
                    <a:ext uri="{FF2B5EF4-FFF2-40B4-BE49-F238E27FC236}">
                      <a16:creationId xmlns:a16="http://schemas.microsoft.com/office/drawing/2014/main" id="{67FCA006-8FA3-FA21-48DA-3834D488C5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6" y="3352"/>
                  <a:ext cx="2" cy="9"/>
                </a:xfrm>
                <a:custGeom>
                  <a:avLst/>
                  <a:gdLst>
                    <a:gd name="T0" fmla="*/ 0 w 12"/>
                    <a:gd name="T1" fmla="*/ 0 h 53"/>
                    <a:gd name="T2" fmla="*/ 0 w 12"/>
                    <a:gd name="T3" fmla="*/ 0 h 53"/>
                    <a:gd name="T4" fmla="*/ 0 w 12"/>
                    <a:gd name="T5" fmla="*/ 0 h 53"/>
                    <a:gd name="T6" fmla="*/ 0 w 12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"/>
                    <a:gd name="T13" fmla="*/ 0 h 53"/>
                    <a:gd name="T14" fmla="*/ 12 w 12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" h="53">
                      <a:moveTo>
                        <a:pt x="0" y="0"/>
                      </a:moveTo>
                      <a:lnTo>
                        <a:pt x="3" y="53"/>
                      </a:lnTo>
                      <a:lnTo>
                        <a:pt x="12" y="5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8" name="Line 2761">
                  <a:extLst>
                    <a:ext uri="{FF2B5EF4-FFF2-40B4-BE49-F238E27FC236}">
                      <a16:creationId xmlns:a16="http://schemas.microsoft.com/office/drawing/2014/main" id="{B7B42E9A-8997-669A-80F8-EFBEB7ED76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16" y="3361"/>
                  <a:ext cx="2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9" name="Freeform 2762">
                  <a:extLst>
                    <a:ext uri="{FF2B5EF4-FFF2-40B4-BE49-F238E27FC236}">
                      <a16:creationId xmlns:a16="http://schemas.microsoft.com/office/drawing/2014/main" id="{0465FC79-601A-1336-F019-CBDD5E7CD5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341"/>
                  <a:ext cx="17" cy="20"/>
                </a:xfrm>
                <a:custGeom>
                  <a:avLst/>
                  <a:gdLst>
                    <a:gd name="T0" fmla="*/ 0 w 104"/>
                    <a:gd name="T1" fmla="*/ 0 h 121"/>
                    <a:gd name="T2" fmla="*/ 0 w 104"/>
                    <a:gd name="T3" fmla="*/ 0 h 121"/>
                    <a:gd name="T4" fmla="*/ 0 w 104"/>
                    <a:gd name="T5" fmla="*/ 0 h 121"/>
                    <a:gd name="T6" fmla="*/ 0 w 104"/>
                    <a:gd name="T7" fmla="*/ 0 h 121"/>
                    <a:gd name="T8" fmla="*/ 0 w 104"/>
                    <a:gd name="T9" fmla="*/ 0 h 121"/>
                    <a:gd name="T10" fmla="*/ 0 w 104"/>
                    <a:gd name="T11" fmla="*/ 0 h 121"/>
                    <a:gd name="T12" fmla="*/ 0 w 104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1"/>
                    <a:gd name="T23" fmla="*/ 104 w 104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1">
                      <a:moveTo>
                        <a:pt x="0" y="18"/>
                      </a:moveTo>
                      <a:lnTo>
                        <a:pt x="12" y="69"/>
                      </a:lnTo>
                      <a:lnTo>
                        <a:pt x="24" y="121"/>
                      </a:lnTo>
                      <a:lnTo>
                        <a:pt x="104" y="103"/>
                      </a:lnTo>
                      <a:lnTo>
                        <a:pt x="92" y="51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0" name="Freeform 2763">
                  <a:extLst>
                    <a:ext uri="{FF2B5EF4-FFF2-40B4-BE49-F238E27FC236}">
                      <a16:creationId xmlns:a16="http://schemas.microsoft.com/office/drawing/2014/main" id="{06E2151A-8BBF-371E-6457-E6A97B114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14" y="3341"/>
                  <a:ext cx="17" cy="20"/>
                </a:xfrm>
                <a:custGeom>
                  <a:avLst/>
                  <a:gdLst>
                    <a:gd name="T0" fmla="*/ 0 w 104"/>
                    <a:gd name="T1" fmla="*/ 0 h 121"/>
                    <a:gd name="T2" fmla="*/ 0 w 104"/>
                    <a:gd name="T3" fmla="*/ 0 h 121"/>
                    <a:gd name="T4" fmla="*/ 0 w 104"/>
                    <a:gd name="T5" fmla="*/ 0 h 121"/>
                    <a:gd name="T6" fmla="*/ 0 w 104"/>
                    <a:gd name="T7" fmla="*/ 0 h 121"/>
                    <a:gd name="T8" fmla="*/ 0 w 104"/>
                    <a:gd name="T9" fmla="*/ 0 h 121"/>
                    <a:gd name="T10" fmla="*/ 0 w 104"/>
                    <a:gd name="T11" fmla="*/ 0 h 121"/>
                    <a:gd name="T12" fmla="*/ 0 w 104"/>
                    <a:gd name="T13" fmla="*/ 0 h 1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4"/>
                    <a:gd name="T22" fmla="*/ 0 h 121"/>
                    <a:gd name="T23" fmla="*/ 104 w 104"/>
                    <a:gd name="T24" fmla="*/ 121 h 12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4" h="121">
                      <a:moveTo>
                        <a:pt x="0" y="18"/>
                      </a:moveTo>
                      <a:lnTo>
                        <a:pt x="12" y="69"/>
                      </a:lnTo>
                      <a:lnTo>
                        <a:pt x="24" y="121"/>
                      </a:lnTo>
                      <a:lnTo>
                        <a:pt x="104" y="103"/>
                      </a:lnTo>
                      <a:lnTo>
                        <a:pt x="92" y="51"/>
                      </a:lnTo>
                      <a:lnTo>
                        <a:pt x="8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1" name="Freeform 2764">
                  <a:extLst>
                    <a:ext uri="{FF2B5EF4-FFF2-40B4-BE49-F238E27FC236}">
                      <a16:creationId xmlns:a16="http://schemas.microsoft.com/office/drawing/2014/main" id="{3A22D511-DBCF-8175-1B86-A7B76BB86A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9" y="3349"/>
                  <a:ext cx="3" cy="9"/>
                </a:xfrm>
                <a:custGeom>
                  <a:avLst/>
                  <a:gdLst>
                    <a:gd name="T0" fmla="*/ 0 w 19"/>
                    <a:gd name="T1" fmla="*/ 0 h 52"/>
                    <a:gd name="T2" fmla="*/ 0 w 19"/>
                    <a:gd name="T3" fmla="*/ 0 h 52"/>
                    <a:gd name="T4" fmla="*/ 0 w 19"/>
                    <a:gd name="T5" fmla="*/ 0 h 52"/>
                    <a:gd name="T6" fmla="*/ 0 w 19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"/>
                    <a:gd name="T13" fmla="*/ 0 h 52"/>
                    <a:gd name="T14" fmla="*/ 19 w 19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" h="52">
                      <a:moveTo>
                        <a:pt x="0" y="0"/>
                      </a:moveTo>
                      <a:lnTo>
                        <a:pt x="12" y="52"/>
                      </a:lnTo>
                      <a:lnTo>
                        <a:pt x="19" y="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2" name="Line 2765">
                  <a:extLst>
                    <a:ext uri="{FF2B5EF4-FFF2-40B4-BE49-F238E27FC236}">
                      <a16:creationId xmlns:a16="http://schemas.microsoft.com/office/drawing/2014/main" id="{43554096-23CB-7182-4113-F61C7F3C0A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31" y="33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3" name="Freeform 2766">
                  <a:extLst>
                    <a:ext uri="{FF2B5EF4-FFF2-40B4-BE49-F238E27FC236}">
                      <a16:creationId xmlns:a16="http://schemas.microsoft.com/office/drawing/2014/main" id="{98886B96-62CF-4958-7088-3E70B3FAF8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33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0" y="29"/>
                      </a:move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4" name="Freeform 2767">
                  <a:extLst>
                    <a:ext uri="{FF2B5EF4-FFF2-40B4-BE49-F238E27FC236}">
                      <a16:creationId xmlns:a16="http://schemas.microsoft.com/office/drawing/2014/main" id="{1E65AABF-7209-691E-1613-6AAF9B3402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26" y="3336"/>
                  <a:ext cx="19" cy="22"/>
                </a:xfrm>
                <a:custGeom>
                  <a:avLst/>
                  <a:gdLst>
                    <a:gd name="T0" fmla="*/ 0 w 116"/>
                    <a:gd name="T1" fmla="*/ 0 h 128"/>
                    <a:gd name="T2" fmla="*/ 0 w 116"/>
                    <a:gd name="T3" fmla="*/ 0 h 128"/>
                    <a:gd name="T4" fmla="*/ 0 w 116"/>
                    <a:gd name="T5" fmla="*/ 0 h 128"/>
                    <a:gd name="T6" fmla="*/ 0 w 116"/>
                    <a:gd name="T7" fmla="*/ 0 h 128"/>
                    <a:gd name="T8" fmla="*/ 0 w 116"/>
                    <a:gd name="T9" fmla="*/ 0 h 128"/>
                    <a:gd name="T10" fmla="*/ 0 w 116"/>
                    <a:gd name="T11" fmla="*/ 0 h 128"/>
                    <a:gd name="T12" fmla="*/ 0 w 116"/>
                    <a:gd name="T13" fmla="*/ 0 h 12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6"/>
                    <a:gd name="T22" fmla="*/ 0 h 128"/>
                    <a:gd name="T23" fmla="*/ 116 w 116"/>
                    <a:gd name="T24" fmla="*/ 128 h 12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6" h="128">
                      <a:moveTo>
                        <a:pt x="0" y="29"/>
                      </a:moveTo>
                      <a:lnTo>
                        <a:pt x="19" y="78"/>
                      </a:lnTo>
                      <a:lnTo>
                        <a:pt x="38" y="128"/>
                      </a:lnTo>
                      <a:lnTo>
                        <a:pt x="116" y="100"/>
                      </a:lnTo>
                      <a:lnTo>
                        <a:pt x="97" y="50"/>
                      </a:lnTo>
                      <a:lnTo>
                        <a:pt x="78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5" name="Freeform 2768">
                  <a:extLst>
                    <a:ext uri="{FF2B5EF4-FFF2-40B4-BE49-F238E27FC236}">
                      <a16:creationId xmlns:a16="http://schemas.microsoft.com/office/drawing/2014/main" id="{2CFF5C69-30B0-C2EC-CD1B-5D6DBD55D2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2" y="3344"/>
                  <a:ext cx="4" cy="9"/>
                </a:xfrm>
                <a:custGeom>
                  <a:avLst/>
                  <a:gdLst>
                    <a:gd name="T0" fmla="*/ 0 w 25"/>
                    <a:gd name="T1" fmla="*/ 0 h 50"/>
                    <a:gd name="T2" fmla="*/ 0 w 25"/>
                    <a:gd name="T3" fmla="*/ 0 h 50"/>
                    <a:gd name="T4" fmla="*/ 0 w 25"/>
                    <a:gd name="T5" fmla="*/ 0 h 50"/>
                    <a:gd name="T6" fmla="*/ 0 w 25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50"/>
                    <a:gd name="T14" fmla="*/ 25 w 25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50">
                      <a:moveTo>
                        <a:pt x="0" y="0"/>
                      </a:moveTo>
                      <a:lnTo>
                        <a:pt x="19" y="50"/>
                      </a:lnTo>
                      <a:lnTo>
                        <a:pt x="25" y="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" name="Line 2769">
                  <a:extLst>
                    <a:ext uri="{FF2B5EF4-FFF2-40B4-BE49-F238E27FC236}">
                      <a16:creationId xmlns:a16="http://schemas.microsoft.com/office/drawing/2014/main" id="{A124E69F-15C2-101E-0F1E-8B0A1BB6C4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45" y="335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7" name="Freeform 2770">
                  <a:extLst>
                    <a:ext uri="{FF2B5EF4-FFF2-40B4-BE49-F238E27FC236}">
                      <a16:creationId xmlns:a16="http://schemas.microsoft.com/office/drawing/2014/main" id="{A1F5C33E-8556-7B89-C73E-35CE89CE5C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330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0" y="39"/>
                      </a:moveTo>
                      <a:lnTo>
                        <a:pt x="26" y="86"/>
                      </a:lnTo>
                      <a:lnTo>
                        <a:pt x="51" y="132"/>
                      </a:lnTo>
                      <a:lnTo>
                        <a:pt x="123" y="93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8" name="Freeform 2771">
                  <a:extLst>
                    <a:ext uri="{FF2B5EF4-FFF2-40B4-BE49-F238E27FC236}">
                      <a16:creationId xmlns:a16="http://schemas.microsoft.com/office/drawing/2014/main" id="{B165803F-83CB-5193-F6A0-17A770FAB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38" y="3330"/>
                  <a:ext cx="20" cy="22"/>
                </a:xfrm>
                <a:custGeom>
                  <a:avLst/>
                  <a:gdLst>
                    <a:gd name="T0" fmla="*/ 0 w 123"/>
                    <a:gd name="T1" fmla="*/ 0 h 132"/>
                    <a:gd name="T2" fmla="*/ 0 w 123"/>
                    <a:gd name="T3" fmla="*/ 0 h 132"/>
                    <a:gd name="T4" fmla="*/ 0 w 123"/>
                    <a:gd name="T5" fmla="*/ 0 h 132"/>
                    <a:gd name="T6" fmla="*/ 0 w 123"/>
                    <a:gd name="T7" fmla="*/ 0 h 132"/>
                    <a:gd name="T8" fmla="*/ 0 w 123"/>
                    <a:gd name="T9" fmla="*/ 0 h 132"/>
                    <a:gd name="T10" fmla="*/ 0 w 123"/>
                    <a:gd name="T11" fmla="*/ 0 h 132"/>
                    <a:gd name="T12" fmla="*/ 0 w 123"/>
                    <a:gd name="T13" fmla="*/ 0 h 1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3"/>
                    <a:gd name="T22" fmla="*/ 0 h 132"/>
                    <a:gd name="T23" fmla="*/ 123 w 123"/>
                    <a:gd name="T24" fmla="*/ 132 h 13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3" h="132">
                      <a:moveTo>
                        <a:pt x="0" y="39"/>
                      </a:moveTo>
                      <a:lnTo>
                        <a:pt x="26" y="86"/>
                      </a:lnTo>
                      <a:lnTo>
                        <a:pt x="51" y="132"/>
                      </a:lnTo>
                      <a:lnTo>
                        <a:pt x="123" y="93"/>
                      </a:lnTo>
                      <a:lnTo>
                        <a:pt x="98" y="47"/>
                      </a:lnTo>
                      <a:lnTo>
                        <a:pt x="72" y="0"/>
                      </a:lnTo>
                      <a:lnTo>
                        <a:pt x="0" y="3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9" name="Freeform 2772">
                  <a:extLst>
                    <a:ext uri="{FF2B5EF4-FFF2-40B4-BE49-F238E27FC236}">
                      <a16:creationId xmlns:a16="http://schemas.microsoft.com/office/drawing/2014/main" id="{89E6151E-568F-1D80-CB40-94C1DA1728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4" y="3338"/>
                  <a:ext cx="5" cy="8"/>
                </a:xfrm>
                <a:custGeom>
                  <a:avLst/>
                  <a:gdLst>
                    <a:gd name="T0" fmla="*/ 0 w 32"/>
                    <a:gd name="T1" fmla="*/ 0 h 46"/>
                    <a:gd name="T2" fmla="*/ 0 w 32"/>
                    <a:gd name="T3" fmla="*/ 0 h 46"/>
                    <a:gd name="T4" fmla="*/ 0 w 32"/>
                    <a:gd name="T5" fmla="*/ 0 h 46"/>
                    <a:gd name="T6" fmla="*/ 0 w 32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"/>
                    <a:gd name="T13" fmla="*/ 0 h 46"/>
                    <a:gd name="T14" fmla="*/ 32 w 32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" h="46">
                      <a:moveTo>
                        <a:pt x="0" y="0"/>
                      </a:moveTo>
                      <a:lnTo>
                        <a:pt x="25" y="46"/>
                      </a:lnTo>
                      <a:lnTo>
                        <a:pt x="32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0" name="Line 2773">
                  <a:extLst>
                    <a:ext uri="{FF2B5EF4-FFF2-40B4-BE49-F238E27FC236}">
                      <a16:creationId xmlns:a16="http://schemas.microsoft.com/office/drawing/2014/main" id="{EF3BCF36-D0A2-7878-2B80-A09B01D0D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58" y="334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1" name="Freeform 2774">
                  <a:extLst>
                    <a:ext uri="{FF2B5EF4-FFF2-40B4-BE49-F238E27FC236}">
                      <a16:creationId xmlns:a16="http://schemas.microsoft.com/office/drawing/2014/main" id="{807C144A-B7B2-FE1F-1F10-BD83E2FB57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323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49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2" name="Freeform 2775">
                  <a:extLst>
                    <a:ext uri="{FF2B5EF4-FFF2-40B4-BE49-F238E27FC236}">
                      <a16:creationId xmlns:a16="http://schemas.microsoft.com/office/drawing/2014/main" id="{124BF312-B309-A322-8319-5A9322CC95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8" y="3323"/>
                  <a:ext cx="22" cy="22"/>
                </a:xfrm>
                <a:custGeom>
                  <a:avLst/>
                  <a:gdLst>
                    <a:gd name="T0" fmla="*/ 0 w 131"/>
                    <a:gd name="T1" fmla="*/ 0 h 134"/>
                    <a:gd name="T2" fmla="*/ 0 w 131"/>
                    <a:gd name="T3" fmla="*/ 0 h 134"/>
                    <a:gd name="T4" fmla="*/ 0 w 131"/>
                    <a:gd name="T5" fmla="*/ 0 h 134"/>
                    <a:gd name="T6" fmla="*/ 0 w 131"/>
                    <a:gd name="T7" fmla="*/ 0 h 134"/>
                    <a:gd name="T8" fmla="*/ 0 w 131"/>
                    <a:gd name="T9" fmla="*/ 0 h 134"/>
                    <a:gd name="T10" fmla="*/ 0 w 131"/>
                    <a:gd name="T11" fmla="*/ 0 h 134"/>
                    <a:gd name="T12" fmla="*/ 0 w 131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4"/>
                    <a:gd name="T23" fmla="*/ 131 w 131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4">
                      <a:moveTo>
                        <a:pt x="0" y="49"/>
                      </a:moveTo>
                      <a:lnTo>
                        <a:pt x="33" y="92"/>
                      </a:lnTo>
                      <a:lnTo>
                        <a:pt x="65" y="134"/>
                      </a:lnTo>
                      <a:lnTo>
                        <a:pt x="131" y="84"/>
                      </a:lnTo>
                      <a:lnTo>
                        <a:pt x="98" y="42"/>
                      </a:lnTo>
                      <a:lnTo>
                        <a:pt x="65" y="0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3" name="Freeform 2776">
                  <a:extLst>
                    <a:ext uri="{FF2B5EF4-FFF2-40B4-BE49-F238E27FC236}">
                      <a16:creationId xmlns:a16="http://schemas.microsoft.com/office/drawing/2014/main" id="{33081E91-B43A-EF1B-9C8C-82BD5B507A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5" y="3330"/>
                  <a:ext cx="6" cy="7"/>
                </a:xfrm>
                <a:custGeom>
                  <a:avLst/>
                  <a:gdLst>
                    <a:gd name="T0" fmla="*/ 0 w 38"/>
                    <a:gd name="T1" fmla="*/ 0 h 42"/>
                    <a:gd name="T2" fmla="*/ 0 w 38"/>
                    <a:gd name="T3" fmla="*/ 0 h 42"/>
                    <a:gd name="T4" fmla="*/ 0 w 38"/>
                    <a:gd name="T5" fmla="*/ 0 h 42"/>
                    <a:gd name="T6" fmla="*/ 0 w 38"/>
                    <a:gd name="T7" fmla="*/ 0 h 4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8"/>
                    <a:gd name="T13" fmla="*/ 0 h 42"/>
                    <a:gd name="T14" fmla="*/ 38 w 38"/>
                    <a:gd name="T15" fmla="*/ 42 h 4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8" h="42">
                      <a:moveTo>
                        <a:pt x="0" y="0"/>
                      </a:moveTo>
                      <a:lnTo>
                        <a:pt x="33" y="42"/>
                      </a:lnTo>
                      <a:lnTo>
                        <a:pt x="38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4" name="Line 2777">
                  <a:extLst>
                    <a:ext uri="{FF2B5EF4-FFF2-40B4-BE49-F238E27FC236}">
                      <a16:creationId xmlns:a16="http://schemas.microsoft.com/office/drawing/2014/main" id="{F654A362-BDAA-F848-743A-6E811A061F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70" y="333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5" name="Freeform 2778">
                  <a:extLst>
                    <a:ext uri="{FF2B5EF4-FFF2-40B4-BE49-F238E27FC236}">
                      <a16:creationId xmlns:a16="http://schemas.microsoft.com/office/drawing/2014/main" id="{84B379EC-403C-6AE3-264B-733C90ECC3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314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" name="Freeform 2779">
                  <a:extLst>
                    <a:ext uri="{FF2B5EF4-FFF2-40B4-BE49-F238E27FC236}">
                      <a16:creationId xmlns:a16="http://schemas.microsoft.com/office/drawing/2014/main" id="{0C66C17A-8D48-73D0-1942-CD25F6F4B8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59" y="3314"/>
                  <a:ext cx="22" cy="22"/>
                </a:xfrm>
                <a:custGeom>
                  <a:avLst/>
                  <a:gdLst>
                    <a:gd name="T0" fmla="*/ 0 w 135"/>
                    <a:gd name="T1" fmla="*/ 0 h 134"/>
                    <a:gd name="T2" fmla="*/ 0 w 135"/>
                    <a:gd name="T3" fmla="*/ 0 h 134"/>
                    <a:gd name="T4" fmla="*/ 0 w 135"/>
                    <a:gd name="T5" fmla="*/ 0 h 134"/>
                    <a:gd name="T6" fmla="*/ 0 w 135"/>
                    <a:gd name="T7" fmla="*/ 0 h 134"/>
                    <a:gd name="T8" fmla="*/ 0 w 135"/>
                    <a:gd name="T9" fmla="*/ 0 h 134"/>
                    <a:gd name="T10" fmla="*/ 0 w 135"/>
                    <a:gd name="T11" fmla="*/ 0 h 134"/>
                    <a:gd name="T12" fmla="*/ 0 w 135"/>
                    <a:gd name="T13" fmla="*/ 0 h 1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4"/>
                    <a:gd name="T23" fmla="*/ 135 w 135"/>
                    <a:gd name="T24" fmla="*/ 134 h 1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4">
                      <a:moveTo>
                        <a:pt x="0" y="58"/>
                      </a:moveTo>
                      <a:lnTo>
                        <a:pt x="38" y="96"/>
                      </a:lnTo>
                      <a:lnTo>
                        <a:pt x="76" y="134"/>
                      </a:lnTo>
                      <a:lnTo>
                        <a:pt x="135" y="76"/>
                      </a:lnTo>
                      <a:lnTo>
                        <a:pt x="97" y="38"/>
                      </a:lnTo>
                      <a:lnTo>
                        <a:pt x="58" y="0"/>
                      </a:lnTo>
                      <a:lnTo>
                        <a:pt x="0" y="5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7" name="Freeform 2780">
                  <a:extLst>
                    <a:ext uri="{FF2B5EF4-FFF2-40B4-BE49-F238E27FC236}">
                      <a16:creationId xmlns:a16="http://schemas.microsoft.com/office/drawing/2014/main" id="{66AF91D5-4CCE-CB1A-80F6-95E29BCA49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320"/>
                  <a:ext cx="7" cy="6"/>
                </a:xfrm>
                <a:custGeom>
                  <a:avLst/>
                  <a:gdLst>
                    <a:gd name="T0" fmla="*/ 0 w 42"/>
                    <a:gd name="T1" fmla="*/ 0 h 38"/>
                    <a:gd name="T2" fmla="*/ 0 w 42"/>
                    <a:gd name="T3" fmla="*/ 0 h 38"/>
                    <a:gd name="T4" fmla="*/ 0 w 42"/>
                    <a:gd name="T5" fmla="*/ 0 h 38"/>
                    <a:gd name="T6" fmla="*/ 0 w 42"/>
                    <a:gd name="T7" fmla="*/ 0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2"/>
                    <a:gd name="T13" fmla="*/ 0 h 38"/>
                    <a:gd name="T14" fmla="*/ 42 w 42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2" h="38">
                      <a:moveTo>
                        <a:pt x="0" y="0"/>
                      </a:moveTo>
                      <a:lnTo>
                        <a:pt x="38" y="38"/>
                      </a:lnTo>
                      <a:lnTo>
                        <a:pt x="42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8" name="Line 2781">
                  <a:extLst>
                    <a:ext uri="{FF2B5EF4-FFF2-40B4-BE49-F238E27FC236}">
                      <a16:creationId xmlns:a16="http://schemas.microsoft.com/office/drawing/2014/main" id="{B8E380E3-2C1B-52B4-1B91-C2FEE0390B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81" y="332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9" name="Freeform 2782">
                  <a:extLst>
                    <a:ext uri="{FF2B5EF4-FFF2-40B4-BE49-F238E27FC236}">
                      <a16:creationId xmlns:a16="http://schemas.microsoft.com/office/drawing/2014/main" id="{343E8030-9DC8-3A37-9971-D40EA4F3DD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304"/>
                  <a:ext cx="22" cy="21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6"/>
                      </a:moveTo>
                      <a:lnTo>
                        <a:pt x="43" y="99"/>
                      </a:lnTo>
                      <a:lnTo>
                        <a:pt x="85" y="131"/>
                      </a:lnTo>
                      <a:lnTo>
                        <a:pt x="135" y="66"/>
                      </a:ln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0" name="Freeform 2783">
                  <a:extLst>
                    <a:ext uri="{FF2B5EF4-FFF2-40B4-BE49-F238E27FC236}">
                      <a16:creationId xmlns:a16="http://schemas.microsoft.com/office/drawing/2014/main" id="{C6A7F263-7A82-B30B-C25F-2B5DB8B32A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68" y="3304"/>
                  <a:ext cx="22" cy="21"/>
                </a:xfrm>
                <a:custGeom>
                  <a:avLst/>
                  <a:gdLst>
                    <a:gd name="T0" fmla="*/ 0 w 135"/>
                    <a:gd name="T1" fmla="*/ 0 h 131"/>
                    <a:gd name="T2" fmla="*/ 0 w 135"/>
                    <a:gd name="T3" fmla="*/ 0 h 131"/>
                    <a:gd name="T4" fmla="*/ 0 w 135"/>
                    <a:gd name="T5" fmla="*/ 0 h 131"/>
                    <a:gd name="T6" fmla="*/ 0 w 135"/>
                    <a:gd name="T7" fmla="*/ 0 h 131"/>
                    <a:gd name="T8" fmla="*/ 0 w 135"/>
                    <a:gd name="T9" fmla="*/ 0 h 131"/>
                    <a:gd name="T10" fmla="*/ 0 w 135"/>
                    <a:gd name="T11" fmla="*/ 0 h 131"/>
                    <a:gd name="T12" fmla="*/ 0 w 135"/>
                    <a:gd name="T13" fmla="*/ 0 h 1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5"/>
                    <a:gd name="T22" fmla="*/ 0 h 131"/>
                    <a:gd name="T23" fmla="*/ 135 w 135"/>
                    <a:gd name="T24" fmla="*/ 131 h 1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5" h="131">
                      <a:moveTo>
                        <a:pt x="0" y="66"/>
                      </a:moveTo>
                      <a:lnTo>
                        <a:pt x="43" y="99"/>
                      </a:lnTo>
                      <a:lnTo>
                        <a:pt x="85" y="131"/>
                      </a:lnTo>
                      <a:lnTo>
                        <a:pt x="135" y="66"/>
                      </a:lnTo>
                      <a:lnTo>
                        <a:pt x="92" y="33"/>
                      </a:lnTo>
                      <a:lnTo>
                        <a:pt x="50" y="0"/>
                      </a:lnTo>
                      <a:lnTo>
                        <a:pt x="0" y="6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1" name="Freeform 2784">
                  <a:extLst>
                    <a:ext uri="{FF2B5EF4-FFF2-40B4-BE49-F238E27FC236}">
                      <a16:creationId xmlns:a16="http://schemas.microsoft.com/office/drawing/2014/main" id="{43D8D756-AC86-0BAC-27C2-B133E2FC29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3" y="3309"/>
                  <a:ext cx="8" cy="5"/>
                </a:xfrm>
                <a:custGeom>
                  <a:avLst/>
                  <a:gdLst>
                    <a:gd name="T0" fmla="*/ 0 w 47"/>
                    <a:gd name="T1" fmla="*/ 0 h 33"/>
                    <a:gd name="T2" fmla="*/ 0 w 47"/>
                    <a:gd name="T3" fmla="*/ 0 h 33"/>
                    <a:gd name="T4" fmla="*/ 0 w 47"/>
                    <a:gd name="T5" fmla="*/ 0 h 33"/>
                    <a:gd name="T6" fmla="*/ 0 w 47"/>
                    <a:gd name="T7" fmla="*/ 0 h 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3"/>
                    <a:gd name="T14" fmla="*/ 47 w 47"/>
                    <a:gd name="T15" fmla="*/ 33 h 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3">
                      <a:moveTo>
                        <a:pt x="0" y="0"/>
                      </a:moveTo>
                      <a:lnTo>
                        <a:pt x="43" y="33"/>
                      </a:lnTo>
                      <a:lnTo>
                        <a:pt x="47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2" name="Line 2785">
                  <a:extLst>
                    <a:ext uri="{FF2B5EF4-FFF2-40B4-BE49-F238E27FC236}">
                      <a16:creationId xmlns:a16="http://schemas.microsoft.com/office/drawing/2014/main" id="{22BBE4AA-E1CF-348B-4C03-E2F60B43C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0" y="331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3" name="Freeform 2786">
                  <a:extLst>
                    <a:ext uri="{FF2B5EF4-FFF2-40B4-BE49-F238E27FC236}">
                      <a16:creationId xmlns:a16="http://schemas.microsoft.com/office/drawing/2014/main" id="{92A33F78-D803-476B-98E6-DAB08CB90E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0" y="72"/>
                      </a:moveTo>
                      <a:lnTo>
                        <a:pt x="46" y="97"/>
                      </a:lnTo>
                      <a:lnTo>
                        <a:pt x="93" y="122"/>
                      </a:lnTo>
                      <a:lnTo>
                        <a:pt x="132" y="50"/>
                      </a:lnTo>
                      <a:lnTo>
                        <a:pt x="85" y="25"/>
                      </a:lnTo>
                      <a:lnTo>
                        <a:pt x="39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4" name="Freeform 2787">
                  <a:extLst>
                    <a:ext uri="{FF2B5EF4-FFF2-40B4-BE49-F238E27FC236}">
                      <a16:creationId xmlns:a16="http://schemas.microsoft.com/office/drawing/2014/main" id="{E3789C67-957C-35A4-0CD6-5ACC75015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5" y="3293"/>
                  <a:ext cx="22" cy="20"/>
                </a:xfrm>
                <a:custGeom>
                  <a:avLst/>
                  <a:gdLst>
                    <a:gd name="T0" fmla="*/ 0 w 132"/>
                    <a:gd name="T1" fmla="*/ 0 h 122"/>
                    <a:gd name="T2" fmla="*/ 0 w 132"/>
                    <a:gd name="T3" fmla="*/ 0 h 122"/>
                    <a:gd name="T4" fmla="*/ 0 w 132"/>
                    <a:gd name="T5" fmla="*/ 0 h 122"/>
                    <a:gd name="T6" fmla="*/ 0 w 132"/>
                    <a:gd name="T7" fmla="*/ 0 h 122"/>
                    <a:gd name="T8" fmla="*/ 0 w 132"/>
                    <a:gd name="T9" fmla="*/ 0 h 122"/>
                    <a:gd name="T10" fmla="*/ 0 w 132"/>
                    <a:gd name="T11" fmla="*/ 0 h 122"/>
                    <a:gd name="T12" fmla="*/ 0 w 132"/>
                    <a:gd name="T13" fmla="*/ 0 h 12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2"/>
                    <a:gd name="T22" fmla="*/ 0 h 122"/>
                    <a:gd name="T23" fmla="*/ 132 w 132"/>
                    <a:gd name="T24" fmla="*/ 122 h 122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2" h="122">
                      <a:moveTo>
                        <a:pt x="0" y="72"/>
                      </a:moveTo>
                      <a:lnTo>
                        <a:pt x="46" y="97"/>
                      </a:lnTo>
                      <a:lnTo>
                        <a:pt x="93" y="122"/>
                      </a:lnTo>
                      <a:lnTo>
                        <a:pt x="132" y="50"/>
                      </a:lnTo>
                      <a:lnTo>
                        <a:pt x="85" y="25"/>
                      </a:lnTo>
                      <a:lnTo>
                        <a:pt x="39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5" name="Freeform 2788">
                  <a:extLst>
                    <a:ext uri="{FF2B5EF4-FFF2-40B4-BE49-F238E27FC236}">
                      <a16:creationId xmlns:a16="http://schemas.microsoft.com/office/drawing/2014/main" id="{B8694F7F-3D26-3A67-4293-D65AFAB56B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97"/>
                  <a:ext cx="9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0" y="0"/>
                      </a:moveTo>
                      <a:lnTo>
                        <a:pt x="47" y="25"/>
                      </a:lnTo>
                      <a:lnTo>
                        <a:pt x="50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" name="Line 2789">
                  <a:extLst>
                    <a:ext uri="{FF2B5EF4-FFF2-40B4-BE49-F238E27FC236}">
                      <a16:creationId xmlns:a16="http://schemas.microsoft.com/office/drawing/2014/main" id="{CD41C4FA-5AAF-4DCE-66E7-CE5FD73BDE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97" y="330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7" name="Freeform 2790">
                  <a:extLst>
                    <a:ext uri="{FF2B5EF4-FFF2-40B4-BE49-F238E27FC236}">
                      <a16:creationId xmlns:a16="http://schemas.microsoft.com/office/drawing/2014/main" id="{291793F5-B944-0C41-59B3-85AE4806FC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81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8" name="Freeform 2791">
                  <a:extLst>
                    <a:ext uri="{FF2B5EF4-FFF2-40B4-BE49-F238E27FC236}">
                      <a16:creationId xmlns:a16="http://schemas.microsoft.com/office/drawing/2014/main" id="{CBFBB6EB-17B2-ECCC-817E-4D05047E1B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1" y="3281"/>
                  <a:ext cx="21" cy="19"/>
                </a:xfrm>
                <a:custGeom>
                  <a:avLst/>
                  <a:gdLst>
                    <a:gd name="T0" fmla="*/ 0 w 128"/>
                    <a:gd name="T1" fmla="*/ 0 h 115"/>
                    <a:gd name="T2" fmla="*/ 0 w 128"/>
                    <a:gd name="T3" fmla="*/ 0 h 115"/>
                    <a:gd name="T4" fmla="*/ 0 w 128"/>
                    <a:gd name="T5" fmla="*/ 0 h 115"/>
                    <a:gd name="T6" fmla="*/ 0 w 128"/>
                    <a:gd name="T7" fmla="*/ 0 h 115"/>
                    <a:gd name="T8" fmla="*/ 0 w 128"/>
                    <a:gd name="T9" fmla="*/ 0 h 115"/>
                    <a:gd name="T10" fmla="*/ 0 w 128"/>
                    <a:gd name="T11" fmla="*/ 0 h 115"/>
                    <a:gd name="T12" fmla="*/ 0 w 128"/>
                    <a:gd name="T13" fmla="*/ 0 h 11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8"/>
                    <a:gd name="T22" fmla="*/ 0 h 115"/>
                    <a:gd name="T23" fmla="*/ 128 w 128"/>
                    <a:gd name="T24" fmla="*/ 115 h 11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8" h="115">
                      <a:moveTo>
                        <a:pt x="0" y="77"/>
                      </a:moveTo>
                      <a:lnTo>
                        <a:pt x="49" y="96"/>
                      </a:lnTo>
                      <a:lnTo>
                        <a:pt x="99" y="115"/>
                      </a:lnTo>
                      <a:lnTo>
                        <a:pt x="128" y="38"/>
                      </a:lnTo>
                      <a:lnTo>
                        <a:pt x="78" y="19"/>
                      </a:lnTo>
                      <a:lnTo>
                        <a:pt x="28" y="0"/>
                      </a:lnTo>
                      <a:lnTo>
                        <a:pt x="0" y="7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9" name="Freeform 2792">
                  <a:extLst>
                    <a:ext uri="{FF2B5EF4-FFF2-40B4-BE49-F238E27FC236}">
                      <a16:creationId xmlns:a16="http://schemas.microsoft.com/office/drawing/2014/main" id="{D97E5AFD-F297-BC38-D172-8AE781FD2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4" y="3284"/>
                  <a:ext cx="9" cy="3"/>
                </a:xfrm>
                <a:custGeom>
                  <a:avLst/>
                  <a:gdLst>
                    <a:gd name="T0" fmla="*/ 0 w 52"/>
                    <a:gd name="T1" fmla="*/ 0 h 19"/>
                    <a:gd name="T2" fmla="*/ 0 w 52"/>
                    <a:gd name="T3" fmla="*/ 0 h 19"/>
                    <a:gd name="T4" fmla="*/ 0 w 52"/>
                    <a:gd name="T5" fmla="*/ 0 h 19"/>
                    <a:gd name="T6" fmla="*/ 0 w 52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2"/>
                    <a:gd name="T13" fmla="*/ 0 h 19"/>
                    <a:gd name="T14" fmla="*/ 52 w 52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2" h="19">
                      <a:moveTo>
                        <a:pt x="0" y="0"/>
                      </a:moveTo>
                      <a:lnTo>
                        <a:pt x="50" y="19"/>
                      </a:lnTo>
                      <a:lnTo>
                        <a:pt x="52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0" name="Line 2793">
                  <a:extLst>
                    <a:ext uri="{FF2B5EF4-FFF2-40B4-BE49-F238E27FC236}">
                      <a16:creationId xmlns:a16="http://schemas.microsoft.com/office/drawing/2014/main" id="{C761A6AD-2746-9954-842D-E916A4DC01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2" y="328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1" name="Freeform 2794">
                  <a:extLst>
                    <a:ext uri="{FF2B5EF4-FFF2-40B4-BE49-F238E27FC236}">
                      <a16:creationId xmlns:a16="http://schemas.microsoft.com/office/drawing/2014/main" id="{A0E1E69B-99E1-4A35-F63D-893DA583CC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69"/>
                  <a:ext cx="20" cy="17"/>
                </a:xfrm>
                <a:custGeom>
                  <a:avLst/>
                  <a:gdLst>
                    <a:gd name="T0" fmla="*/ 0 w 122"/>
                    <a:gd name="T1" fmla="*/ 0 h 103"/>
                    <a:gd name="T2" fmla="*/ 0 w 122"/>
                    <a:gd name="T3" fmla="*/ 0 h 103"/>
                    <a:gd name="T4" fmla="*/ 0 w 122"/>
                    <a:gd name="T5" fmla="*/ 0 h 103"/>
                    <a:gd name="T6" fmla="*/ 0 w 122"/>
                    <a:gd name="T7" fmla="*/ 0 h 103"/>
                    <a:gd name="T8" fmla="*/ 0 w 122"/>
                    <a:gd name="T9" fmla="*/ 0 h 103"/>
                    <a:gd name="T10" fmla="*/ 0 w 122"/>
                    <a:gd name="T11" fmla="*/ 0 h 103"/>
                    <a:gd name="T12" fmla="*/ 0 w 12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3"/>
                    <a:gd name="T23" fmla="*/ 122 w 12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3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3"/>
                      </a:lnTo>
                      <a:lnTo>
                        <a:pt x="122" y="23"/>
                      </a:lnTo>
                      <a:lnTo>
                        <a:pt x="70" y="11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2" name="Freeform 2795">
                  <a:extLst>
                    <a:ext uri="{FF2B5EF4-FFF2-40B4-BE49-F238E27FC236}">
                      <a16:creationId xmlns:a16="http://schemas.microsoft.com/office/drawing/2014/main" id="{60CDA8F8-8F41-9879-AC60-CB82F35132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6" y="3269"/>
                  <a:ext cx="20" cy="17"/>
                </a:xfrm>
                <a:custGeom>
                  <a:avLst/>
                  <a:gdLst>
                    <a:gd name="T0" fmla="*/ 0 w 122"/>
                    <a:gd name="T1" fmla="*/ 0 h 103"/>
                    <a:gd name="T2" fmla="*/ 0 w 122"/>
                    <a:gd name="T3" fmla="*/ 0 h 103"/>
                    <a:gd name="T4" fmla="*/ 0 w 122"/>
                    <a:gd name="T5" fmla="*/ 0 h 103"/>
                    <a:gd name="T6" fmla="*/ 0 w 122"/>
                    <a:gd name="T7" fmla="*/ 0 h 103"/>
                    <a:gd name="T8" fmla="*/ 0 w 122"/>
                    <a:gd name="T9" fmla="*/ 0 h 103"/>
                    <a:gd name="T10" fmla="*/ 0 w 122"/>
                    <a:gd name="T11" fmla="*/ 0 h 103"/>
                    <a:gd name="T12" fmla="*/ 0 w 122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03"/>
                    <a:gd name="T23" fmla="*/ 122 w 122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03">
                      <a:moveTo>
                        <a:pt x="0" y="80"/>
                      </a:moveTo>
                      <a:lnTo>
                        <a:pt x="52" y="92"/>
                      </a:lnTo>
                      <a:lnTo>
                        <a:pt x="104" y="103"/>
                      </a:lnTo>
                      <a:lnTo>
                        <a:pt x="122" y="23"/>
                      </a:lnTo>
                      <a:lnTo>
                        <a:pt x="70" y="11"/>
                      </a:lnTo>
                      <a:lnTo>
                        <a:pt x="1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3" name="Freeform 2796">
                  <a:extLst>
                    <a:ext uri="{FF2B5EF4-FFF2-40B4-BE49-F238E27FC236}">
                      <a16:creationId xmlns:a16="http://schemas.microsoft.com/office/drawing/2014/main" id="{616ADE80-A031-9E16-ACCB-4382149605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" y="3271"/>
                  <a:ext cx="9" cy="2"/>
                </a:xfrm>
                <a:custGeom>
                  <a:avLst/>
                  <a:gdLst>
                    <a:gd name="T0" fmla="*/ 0 w 53"/>
                    <a:gd name="T1" fmla="*/ 0 h 12"/>
                    <a:gd name="T2" fmla="*/ 0 w 53"/>
                    <a:gd name="T3" fmla="*/ 0 h 12"/>
                    <a:gd name="T4" fmla="*/ 0 w 53"/>
                    <a:gd name="T5" fmla="*/ 0 h 12"/>
                    <a:gd name="T6" fmla="*/ 0 w 53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2"/>
                    <a:gd name="T14" fmla="*/ 53 w 53"/>
                    <a:gd name="T15" fmla="*/ 12 h 1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2">
                      <a:moveTo>
                        <a:pt x="0" y="0"/>
                      </a:moveTo>
                      <a:lnTo>
                        <a:pt x="52" y="12"/>
                      </a:lnTo>
                      <a:lnTo>
                        <a:pt x="53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4" name="Line 2797">
                  <a:extLst>
                    <a:ext uri="{FF2B5EF4-FFF2-40B4-BE49-F238E27FC236}">
                      <a16:creationId xmlns:a16="http://schemas.microsoft.com/office/drawing/2014/main" id="{13D06442-41B5-A9CC-9651-09DD42B06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6" y="3271"/>
                  <a:ext cx="1" cy="2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5" name="Freeform 2798">
                  <a:extLst>
                    <a:ext uri="{FF2B5EF4-FFF2-40B4-BE49-F238E27FC236}">
                      <a16:creationId xmlns:a16="http://schemas.microsoft.com/office/drawing/2014/main" id="{DA4A5AF3-CD22-E4E5-04BB-A182D62337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56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0" y="83"/>
                      </a:move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1" y="7"/>
                      </a:lnTo>
                      <a:lnTo>
                        <a:pt x="58" y="4"/>
                      </a:lnTo>
                      <a:lnTo>
                        <a:pt x="5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6" name="Freeform 2799">
                  <a:extLst>
                    <a:ext uri="{FF2B5EF4-FFF2-40B4-BE49-F238E27FC236}">
                      <a16:creationId xmlns:a16="http://schemas.microsoft.com/office/drawing/2014/main" id="{243C96F9-7725-E5A3-D618-C0A1DE33D4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8" y="3256"/>
                  <a:ext cx="19" cy="15"/>
                </a:xfrm>
                <a:custGeom>
                  <a:avLst/>
                  <a:gdLst>
                    <a:gd name="T0" fmla="*/ 0 w 111"/>
                    <a:gd name="T1" fmla="*/ 0 h 89"/>
                    <a:gd name="T2" fmla="*/ 0 w 111"/>
                    <a:gd name="T3" fmla="*/ 0 h 89"/>
                    <a:gd name="T4" fmla="*/ 0 w 111"/>
                    <a:gd name="T5" fmla="*/ 0 h 89"/>
                    <a:gd name="T6" fmla="*/ 0 w 111"/>
                    <a:gd name="T7" fmla="*/ 0 h 89"/>
                    <a:gd name="T8" fmla="*/ 0 w 111"/>
                    <a:gd name="T9" fmla="*/ 0 h 89"/>
                    <a:gd name="T10" fmla="*/ 0 w 111"/>
                    <a:gd name="T11" fmla="*/ 0 h 89"/>
                    <a:gd name="T12" fmla="*/ 0 w 111"/>
                    <a:gd name="T13" fmla="*/ 0 h 8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89"/>
                    <a:gd name="T23" fmla="*/ 111 w 111"/>
                    <a:gd name="T24" fmla="*/ 89 h 8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89">
                      <a:moveTo>
                        <a:pt x="0" y="83"/>
                      </a:moveTo>
                      <a:lnTo>
                        <a:pt x="53" y="86"/>
                      </a:lnTo>
                      <a:lnTo>
                        <a:pt x="106" y="89"/>
                      </a:lnTo>
                      <a:lnTo>
                        <a:pt x="111" y="7"/>
                      </a:lnTo>
                      <a:lnTo>
                        <a:pt x="58" y="4"/>
                      </a:lnTo>
                      <a:lnTo>
                        <a:pt x="5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7" name="Freeform 2800">
                  <a:extLst>
                    <a:ext uri="{FF2B5EF4-FFF2-40B4-BE49-F238E27FC236}">
                      <a16:creationId xmlns:a16="http://schemas.microsoft.com/office/drawing/2014/main" id="{38149B2F-2A02-4F0D-D1BD-99EAB3F06C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256"/>
                  <a:ext cx="9" cy="1"/>
                </a:xfrm>
                <a:custGeom>
                  <a:avLst/>
                  <a:gdLst>
                    <a:gd name="T0" fmla="*/ 0 w 53"/>
                    <a:gd name="T1" fmla="*/ 0 h 7"/>
                    <a:gd name="T2" fmla="*/ 0 w 53"/>
                    <a:gd name="T3" fmla="*/ 0 h 7"/>
                    <a:gd name="T4" fmla="*/ 0 w 53"/>
                    <a:gd name="T5" fmla="*/ 0 h 7"/>
                    <a:gd name="T6" fmla="*/ 0 w 53"/>
                    <a:gd name="T7" fmla="*/ 0 h 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7"/>
                    <a:gd name="T14" fmla="*/ 53 w 53"/>
                    <a:gd name="T15" fmla="*/ 7 h 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7">
                      <a:moveTo>
                        <a:pt x="0" y="4"/>
                      </a:moveTo>
                      <a:lnTo>
                        <a:pt x="53" y="7"/>
                      </a:lnTo>
                      <a:lnTo>
                        <a:pt x="53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8" name="Line 2801">
                  <a:extLst>
                    <a:ext uri="{FF2B5EF4-FFF2-40B4-BE49-F238E27FC236}">
                      <a16:creationId xmlns:a16="http://schemas.microsoft.com/office/drawing/2014/main" id="{70BE3A89-40AE-CFE2-1900-7307A419D4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07" y="325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9" name="Freeform 2802">
                  <a:extLst>
                    <a:ext uri="{FF2B5EF4-FFF2-40B4-BE49-F238E27FC236}">
                      <a16:creationId xmlns:a16="http://schemas.microsoft.com/office/drawing/2014/main" id="{071B3B4E-4460-D56A-88D9-45E40C3218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0" name="Freeform 2803">
                  <a:extLst>
                    <a:ext uri="{FF2B5EF4-FFF2-40B4-BE49-F238E27FC236}">
                      <a16:creationId xmlns:a16="http://schemas.microsoft.com/office/drawing/2014/main" id="{BB539120-902D-0D86-6F5B-DDA59465A8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27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3"/>
                      </a:lnTo>
                      <a:lnTo>
                        <a:pt x="5" y="31"/>
                      </a:lnTo>
                      <a:lnTo>
                        <a:pt x="11" y="22"/>
                      </a:lnTo>
                      <a:lnTo>
                        <a:pt x="20" y="13"/>
                      </a:lnTo>
                      <a:lnTo>
                        <a:pt x="29" y="7"/>
                      </a:lnTo>
                      <a:lnTo>
                        <a:pt x="41" y="3"/>
                      </a:lnTo>
                      <a:lnTo>
                        <a:pt x="53" y="0"/>
                      </a:lnTo>
                      <a:lnTo>
                        <a:pt x="64" y="3"/>
                      </a:lnTo>
                      <a:lnTo>
                        <a:pt x="76" y="7"/>
                      </a:lnTo>
                      <a:lnTo>
                        <a:pt x="86" y="13"/>
                      </a:lnTo>
                      <a:lnTo>
                        <a:pt x="94" y="22"/>
                      </a:lnTo>
                      <a:lnTo>
                        <a:pt x="100" y="31"/>
                      </a:lnTo>
                      <a:lnTo>
                        <a:pt x="105" y="43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1" name="Freeform 2804">
                  <a:extLst>
                    <a:ext uri="{FF2B5EF4-FFF2-40B4-BE49-F238E27FC236}">
                      <a16:creationId xmlns:a16="http://schemas.microsoft.com/office/drawing/2014/main" id="{E07DA03D-6F9D-D6DF-3BA8-C774693A7C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2" name="Freeform 2805">
                  <a:extLst>
                    <a:ext uri="{FF2B5EF4-FFF2-40B4-BE49-F238E27FC236}">
                      <a16:creationId xmlns:a16="http://schemas.microsoft.com/office/drawing/2014/main" id="{F763511E-D2D2-6F23-926F-38C4E19AAE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36"/>
                  <a:ext cx="18" cy="147"/>
                </a:xfrm>
                <a:custGeom>
                  <a:avLst/>
                  <a:gdLst>
                    <a:gd name="T0" fmla="*/ 0 w 107"/>
                    <a:gd name="T1" fmla="*/ 0 h 878"/>
                    <a:gd name="T2" fmla="*/ 0 w 107"/>
                    <a:gd name="T3" fmla="*/ 0 h 878"/>
                    <a:gd name="T4" fmla="*/ 0 w 107"/>
                    <a:gd name="T5" fmla="*/ 0 h 878"/>
                    <a:gd name="T6" fmla="*/ 0 w 107"/>
                    <a:gd name="T7" fmla="*/ 0 h 878"/>
                    <a:gd name="T8" fmla="*/ 0 w 107"/>
                    <a:gd name="T9" fmla="*/ 0 h 878"/>
                    <a:gd name="T10" fmla="*/ 0 w 107"/>
                    <a:gd name="T11" fmla="*/ 0 h 878"/>
                    <a:gd name="T12" fmla="*/ 0 w 107"/>
                    <a:gd name="T13" fmla="*/ 0 h 87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878"/>
                    <a:gd name="T23" fmla="*/ 107 w 107"/>
                    <a:gd name="T24" fmla="*/ 878 h 87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878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878"/>
                      </a:lnTo>
                      <a:lnTo>
                        <a:pt x="53" y="878"/>
                      </a:lnTo>
                      <a:lnTo>
                        <a:pt x="107" y="878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3" name="Freeform 2806">
                  <a:extLst>
                    <a:ext uri="{FF2B5EF4-FFF2-40B4-BE49-F238E27FC236}">
                      <a16:creationId xmlns:a16="http://schemas.microsoft.com/office/drawing/2014/main" id="{63FC5621-97C3-F229-1060-E48D8A3193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4" name="Freeform 2807">
                  <a:extLst>
                    <a:ext uri="{FF2B5EF4-FFF2-40B4-BE49-F238E27FC236}">
                      <a16:creationId xmlns:a16="http://schemas.microsoft.com/office/drawing/2014/main" id="{BC1073D9-9E48-296E-441B-9DAE2AE2C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883"/>
                  <a:ext cx="18" cy="8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5" name="Line 2808">
                  <a:extLst>
                    <a:ext uri="{FF2B5EF4-FFF2-40B4-BE49-F238E27FC236}">
                      <a16:creationId xmlns:a16="http://schemas.microsoft.com/office/drawing/2014/main" id="{55D2E1B0-8055-4308-80D1-39BC7441D8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7" y="3257"/>
                  <a:ext cx="27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6" name="Freeform 2809">
                  <a:extLst>
                    <a:ext uri="{FF2B5EF4-FFF2-40B4-BE49-F238E27FC236}">
                      <a16:creationId xmlns:a16="http://schemas.microsoft.com/office/drawing/2014/main" id="{24EA87C1-42B4-2043-E44D-EE2521383D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" name="Freeform 2810">
                  <a:extLst>
                    <a:ext uri="{FF2B5EF4-FFF2-40B4-BE49-F238E27FC236}">
                      <a16:creationId xmlns:a16="http://schemas.microsoft.com/office/drawing/2014/main" id="{0B0E94C8-333C-15DD-341F-183A848554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" name="Freeform 2811">
                  <a:extLst>
                    <a:ext uri="{FF2B5EF4-FFF2-40B4-BE49-F238E27FC236}">
                      <a16:creationId xmlns:a16="http://schemas.microsoft.com/office/drawing/2014/main" id="{FAA93422-1465-47BB-68BA-4F1702C9C5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" name="Freeform 2812">
                  <a:extLst>
                    <a:ext uri="{FF2B5EF4-FFF2-40B4-BE49-F238E27FC236}">
                      <a16:creationId xmlns:a16="http://schemas.microsoft.com/office/drawing/2014/main" id="{C987E4B6-B4B9-3896-7BA2-5F2D16298B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0" name="Freeform 2813">
                  <a:extLst>
                    <a:ext uri="{FF2B5EF4-FFF2-40B4-BE49-F238E27FC236}">
                      <a16:creationId xmlns:a16="http://schemas.microsoft.com/office/drawing/2014/main" id="{3711A1D2-3DEC-D16B-C646-3722874619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1" name="Freeform 2814">
                  <a:extLst>
                    <a:ext uri="{FF2B5EF4-FFF2-40B4-BE49-F238E27FC236}">
                      <a16:creationId xmlns:a16="http://schemas.microsoft.com/office/drawing/2014/main" id="{AD63AEAB-1BD7-2A71-A848-B8D974C764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" name="Freeform 2815">
                  <a:extLst>
                    <a:ext uri="{FF2B5EF4-FFF2-40B4-BE49-F238E27FC236}">
                      <a16:creationId xmlns:a16="http://schemas.microsoft.com/office/drawing/2014/main" id="{F929C26C-1419-1FC3-B911-3C38AFD928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" name="Freeform 2816">
                  <a:extLst>
                    <a:ext uri="{FF2B5EF4-FFF2-40B4-BE49-F238E27FC236}">
                      <a16:creationId xmlns:a16="http://schemas.microsoft.com/office/drawing/2014/main" id="{66EB0F12-690C-A270-23E6-1F02632BC6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0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2"/>
                      </a:lnTo>
                      <a:lnTo>
                        <a:pt x="94" y="21"/>
                      </a:lnTo>
                      <a:lnTo>
                        <a:pt x="100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4" name="Freeform 2817">
                  <a:extLst>
                    <a:ext uri="{FF2B5EF4-FFF2-40B4-BE49-F238E27FC236}">
                      <a16:creationId xmlns:a16="http://schemas.microsoft.com/office/drawing/2014/main" id="{76D10884-718B-CAE2-0937-E82436020D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" name="Freeform 2818">
                  <a:extLst>
                    <a:ext uri="{FF2B5EF4-FFF2-40B4-BE49-F238E27FC236}">
                      <a16:creationId xmlns:a16="http://schemas.microsoft.com/office/drawing/2014/main" id="{0018EBC9-4621-A840-8A11-0BAD15D8BA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113"/>
                  <a:ext cx="18" cy="150"/>
                </a:xfrm>
                <a:custGeom>
                  <a:avLst/>
                  <a:gdLst>
                    <a:gd name="T0" fmla="*/ 0 w 107"/>
                    <a:gd name="T1" fmla="*/ 0 h 901"/>
                    <a:gd name="T2" fmla="*/ 0 w 107"/>
                    <a:gd name="T3" fmla="*/ 0 h 901"/>
                    <a:gd name="T4" fmla="*/ 0 w 107"/>
                    <a:gd name="T5" fmla="*/ 0 h 901"/>
                    <a:gd name="T6" fmla="*/ 0 w 107"/>
                    <a:gd name="T7" fmla="*/ 0 h 901"/>
                    <a:gd name="T8" fmla="*/ 0 w 107"/>
                    <a:gd name="T9" fmla="*/ 0 h 901"/>
                    <a:gd name="T10" fmla="*/ 0 w 107"/>
                    <a:gd name="T11" fmla="*/ 0 h 901"/>
                    <a:gd name="T12" fmla="*/ 0 w 107"/>
                    <a:gd name="T13" fmla="*/ 0 h 90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901"/>
                    <a:gd name="T23" fmla="*/ 107 w 107"/>
                    <a:gd name="T24" fmla="*/ 901 h 90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901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901"/>
                      </a:lnTo>
                      <a:lnTo>
                        <a:pt x="53" y="901"/>
                      </a:lnTo>
                      <a:lnTo>
                        <a:pt x="107" y="901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" name="Freeform 2819">
                  <a:extLst>
                    <a:ext uri="{FF2B5EF4-FFF2-40B4-BE49-F238E27FC236}">
                      <a16:creationId xmlns:a16="http://schemas.microsoft.com/office/drawing/2014/main" id="{F99E79BE-ABA3-3C89-AAA4-3122EA2515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" name="Freeform 2820">
                  <a:extLst>
                    <a:ext uri="{FF2B5EF4-FFF2-40B4-BE49-F238E27FC236}">
                      <a16:creationId xmlns:a16="http://schemas.microsoft.com/office/drawing/2014/main" id="{37758335-9559-B4AB-4B81-19FD2B2F2B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63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0" y="23"/>
                      </a:lnTo>
                      <a:lnTo>
                        <a:pt x="94" y="32"/>
                      </a:lnTo>
                      <a:lnTo>
                        <a:pt x="86" y="41"/>
                      </a:lnTo>
                      <a:lnTo>
                        <a:pt x="76" y="47"/>
                      </a:lnTo>
                      <a:lnTo>
                        <a:pt x="64" y="51"/>
                      </a:lnTo>
                      <a:lnTo>
                        <a:pt x="53" y="53"/>
                      </a:lnTo>
                      <a:lnTo>
                        <a:pt x="41" y="51"/>
                      </a:lnTo>
                      <a:lnTo>
                        <a:pt x="29" y="47"/>
                      </a:lnTo>
                      <a:lnTo>
                        <a:pt x="20" y="41"/>
                      </a:lnTo>
                      <a:lnTo>
                        <a:pt x="11" y="32"/>
                      </a:lnTo>
                      <a:lnTo>
                        <a:pt x="5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8" name="Line 2821">
                  <a:extLst>
                    <a:ext uri="{FF2B5EF4-FFF2-40B4-BE49-F238E27FC236}">
                      <a16:creationId xmlns:a16="http://schemas.microsoft.com/office/drawing/2014/main" id="{75ADBCC3-5356-6424-5B05-078AEA7355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290"/>
                  <a:ext cx="1" cy="65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" name="Line 2822">
                  <a:extLst>
                    <a:ext uri="{FF2B5EF4-FFF2-40B4-BE49-F238E27FC236}">
                      <a16:creationId xmlns:a16="http://schemas.microsoft.com/office/drawing/2014/main" id="{01FD8C64-C38D-FBC0-5BE8-1B7D6474C4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384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" name="Line 2823">
                  <a:extLst>
                    <a:ext uri="{FF2B5EF4-FFF2-40B4-BE49-F238E27FC236}">
                      <a16:creationId xmlns:a16="http://schemas.microsoft.com/office/drawing/2014/main" id="{97DF4EAF-0B61-4FE9-244B-15233BFB59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471"/>
                  <a:ext cx="1" cy="5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1" name="Line 2824">
                  <a:extLst>
                    <a:ext uri="{FF2B5EF4-FFF2-40B4-BE49-F238E27FC236}">
                      <a16:creationId xmlns:a16="http://schemas.microsoft.com/office/drawing/2014/main" id="{24073FFA-20F5-D4C1-1DBD-E0E4B45445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557"/>
                  <a:ext cx="1" cy="58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2" name="Line 2825">
                  <a:extLst>
                    <a:ext uri="{FF2B5EF4-FFF2-40B4-BE49-F238E27FC236}">
                      <a16:creationId xmlns:a16="http://schemas.microsoft.com/office/drawing/2014/main" id="{FA874833-3796-1C48-0E8C-25E7EB94ED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1" y="3644"/>
                  <a:ext cx="1" cy="65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3" name="Line 2826">
                  <a:extLst>
                    <a:ext uri="{FF2B5EF4-FFF2-40B4-BE49-F238E27FC236}">
                      <a16:creationId xmlns:a16="http://schemas.microsoft.com/office/drawing/2014/main" id="{3989CD43-3678-B057-860D-5FFEE396A6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594"/>
                  <a:ext cx="1" cy="4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4" name="Line 2827">
                  <a:extLst>
                    <a:ext uri="{FF2B5EF4-FFF2-40B4-BE49-F238E27FC236}">
                      <a16:creationId xmlns:a16="http://schemas.microsoft.com/office/drawing/2014/main" id="{1BCE48B8-DC63-44DE-D55D-F5574D1BEE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79" y="3666"/>
                  <a:ext cx="1" cy="43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5" name="Freeform 2828">
                  <a:extLst>
                    <a:ext uri="{FF2B5EF4-FFF2-40B4-BE49-F238E27FC236}">
                      <a16:creationId xmlns:a16="http://schemas.microsoft.com/office/drawing/2014/main" id="{45063A96-4B03-323B-8B7A-2BC610C122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6" name="Freeform 2829">
                  <a:extLst>
                    <a:ext uri="{FF2B5EF4-FFF2-40B4-BE49-F238E27FC236}">
                      <a16:creationId xmlns:a16="http://schemas.microsoft.com/office/drawing/2014/main" id="{7699E669-C9F6-CAEC-5B3F-D82B922F07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0" y="23"/>
                      </a:lnTo>
                      <a:lnTo>
                        <a:pt x="94" y="33"/>
                      </a:lnTo>
                      <a:lnTo>
                        <a:pt x="86" y="41"/>
                      </a:lnTo>
                      <a:lnTo>
                        <a:pt x="76" y="48"/>
                      </a:lnTo>
                      <a:lnTo>
                        <a:pt x="64" y="52"/>
                      </a:lnTo>
                      <a:lnTo>
                        <a:pt x="53" y="53"/>
                      </a:lnTo>
                      <a:lnTo>
                        <a:pt x="41" y="52"/>
                      </a:lnTo>
                      <a:lnTo>
                        <a:pt x="29" y="48"/>
                      </a:lnTo>
                      <a:lnTo>
                        <a:pt x="20" y="41"/>
                      </a:lnTo>
                      <a:lnTo>
                        <a:pt x="11" y="33"/>
                      </a:lnTo>
                      <a:lnTo>
                        <a:pt x="5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7" name="Freeform 2830">
                  <a:extLst>
                    <a:ext uri="{FF2B5EF4-FFF2-40B4-BE49-F238E27FC236}">
                      <a16:creationId xmlns:a16="http://schemas.microsoft.com/office/drawing/2014/main" id="{A453B051-B263-342B-8E88-D04B2EA711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8" name="Freeform 2831">
                  <a:extLst>
                    <a:ext uri="{FF2B5EF4-FFF2-40B4-BE49-F238E27FC236}">
                      <a16:creationId xmlns:a16="http://schemas.microsoft.com/office/drawing/2014/main" id="{31986F49-4A1E-87BB-FB96-78237BB362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9" name="Freeform 2832">
                  <a:extLst>
                    <a:ext uri="{FF2B5EF4-FFF2-40B4-BE49-F238E27FC236}">
                      <a16:creationId xmlns:a16="http://schemas.microsoft.com/office/drawing/2014/main" id="{B61AFF51-A57A-DB28-340A-BF24ACD25E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0" name="Freeform 2833">
                  <a:extLst>
                    <a:ext uri="{FF2B5EF4-FFF2-40B4-BE49-F238E27FC236}">
                      <a16:creationId xmlns:a16="http://schemas.microsoft.com/office/drawing/2014/main" id="{2084B5E2-870B-842A-9AD8-920EEBE678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0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64" y="2"/>
                      </a:lnTo>
                      <a:lnTo>
                        <a:pt x="76" y="6"/>
                      </a:lnTo>
                      <a:lnTo>
                        <a:pt x="86" y="13"/>
                      </a:lnTo>
                      <a:lnTo>
                        <a:pt x="94" y="21"/>
                      </a:lnTo>
                      <a:lnTo>
                        <a:pt x="100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1" name="Line 2834">
                  <a:extLst>
                    <a:ext uri="{FF2B5EF4-FFF2-40B4-BE49-F238E27FC236}">
                      <a16:creationId xmlns:a16="http://schemas.microsoft.com/office/drawing/2014/main" id="{C5AE150B-0D6E-1919-F2CD-61B87E48D6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335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2" name="Line 2835">
                  <a:extLst>
                    <a:ext uri="{FF2B5EF4-FFF2-40B4-BE49-F238E27FC236}">
                      <a16:creationId xmlns:a16="http://schemas.microsoft.com/office/drawing/2014/main" id="{783EA893-2E43-D589-9F23-1A4015C792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3" name="Line 2836">
                  <a:extLst>
                    <a:ext uri="{FF2B5EF4-FFF2-40B4-BE49-F238E27FC236}">
                      <a16:creationId xmlns:a16="http://schemas.microsoft.com/office/drawing/2014/main" id="{7DDE0B5D-F647-700F-970F-06DC6B1060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353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4" name="Line 2837">
                  <a:extLst>
                    <a:ext uri="{FF2B5EF4-FFF2-40B4-BE49-F238E27FC236}">
                      <a16:creationId xmlns:a16="http://schemas.microsoft.com/office/drawing/2014/main" id="{6244EAF5-9589-53B9-0180-450807FE92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5" name="Line 2838">
                  <a:extLst>
                    <a:ext uri="{FF2B5EF4-FFF2-40B4-BE49-F238E27FC236}">
                      <a16:creationId xmlns:a16="http://schemas.microsoft.com/office/drawing/2014/main" id="{65A3342E-C2A0-18F1-6D4E-E0C10254AB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6" name="Line 2839">
                  <a:extLst>
                    <a:ext uri="{FF2B5EF4-FFF2-40B4-BE49-F238E27FC236}">
                      <a16:creationId xmlns:a16="http://schemas.microsoft.com/office/drawing/2014/main" id="{56887D22-B83D-DCA5-E4FA-A672157103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7" name="Line 2840">
                  <a:extLst>
                    <a:ext uri="{FF2B5EF4-FFF2-40B4-BE49-F238E27FC236}">
                      <a16:creationId xmlns:a16="http://schemas.microsoft.com/office/drawing/2014/main" id="{2A455660-789B-19B9-28F7-9611A2C511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8" name="Line 2841">
                  <a:extLst>
                    <a:ext uri="{FF2B5EF4-FFF2-40B4-BE49-F238E27FC236}">
                      <a16:creationId xmlns:a16="http://schemas.microsoft.com/office/drawing/2014/main" id="{6C72BD5A-BACB-A1D6-6718-2717CA695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3353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9" name="Line 2842">
                  <a:extLst>
                    <a:ext uri="{FF2B5EF4-FFF2-40B4-BE49-F238E27FC236}">
                      <a16:creationId xmlns:a16="http://schemas.microsoft.com/office/drawing/2014/main" id="{E1D67AD8-038B-B2FE-BB82-10C66558DC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3353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0" name="Line 2843">
                  <a:extLst>
                    <a:ext uri="{FF2B5EF4-FFF2-40B4-BE49-F238E27FC236}">
                      <a16:creationId xmlns:a16="http://schemas.microsoft.com/office/drawing/2014/main" id="{F3072B9F-3C0C-8CA1-87B9-51558870F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3401"/>
                  <a:ext cx="1" cy="3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1" name="Line 2844">
                  <a:extLst>
                    <a:ext uri="{FF2B5EF4-FFF2-40B4-BE49-F238E27FC236}">
                      <a16:creationId xmlns:a16="http://schemas.microsoft.com/office/drawing/2014/main" id="{79BA339D-ECE7-4E61-DCB0-3EC98AC2B0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3469"/>
                  <a:ext cx="1" cy="57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2" name="Line 2845">
                  <a:extLst>
                    <a:ext uri="{FF2B5EF4-FFF2-40B4-BE49-F238E27FC236}">
                      <a16:creationId xmlns:a16="http://schemas.microsoft.com/office/drawing/2014/main" id="{BBACE162-ADE5-2C87-A00F-E0B5D44628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4" y="3555"/>
                  <a:ext cx="1" cy="39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3" name="Freeform 2846">
                  <a:extLst>
                    <a:ext uri="{FF2B5EF4-FFF2-40B4-BE49-F238E27FC236}">
                      <a16:creationId xmlns:a16="http://schemas.microsoft.com/office/drawing/2014/main" id="{95F755F2-0EFD-EC29-7235-46A57A3AEF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4" name="Freeform 2847">
                  <a:extLst>
                    <a:ext uri="{FF2B5EF4-FFF2-40B4-BE49-F238E27FC236}">
                      <a16:creationId xmlns:a16="http://schemas.microsoft.com/office/drawing/2014/main" id="{B0B537DC-F941-C48D-94A8-6D950284EB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24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1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5" name="Freeform 2848">
                  <a:extLst>
                    <a:ext uri="{FF2B5EF4-FFF2-40B4-BE49-F238E27FC236}">
                      <a16:creationId xmlns:a16="http://schemas.microsoft.com/office/drawing/2014/main" id="{26F6265B-68AA-C99F-35E0-0FAA383E7C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6" name="Freeform 2849">
                  <a:extLst>
                    <a:ext uri="{FF2B5EF4-FFF2-40B4-BE49-F238E27FC236}">
                      <a16:creationId xmlns:a16="http://schemas.microsoft.com/office/drawing/2014/main" id="{37F5F867-8FF7-98FA-4C1D-70CC0EE039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233"/>
                  <a:ext cx="18" cy="264"/>
                </a:xfrm>
                <a:custGeom>
                  <a:avLst/>
                  <a:gdLst>
                    <a:gd name="T0" fmla="*/ 0 w 107"/>
                    <a:gd name="T1" fmla="*/ 0 h 1587"/>
                    <a:gd name="T2" fmla="*/ 0 w 107"/>
                    <a:gd name="T3" fmla="*/ 0 h 1587"/>
                    <a:gd name="T4" fmla="*/ 0 w 107"/>
                    <a:gd name="T5" fmla="*/ 0 h 1587"/>
                    <a:gd name="T6" fmla="*/ 0 w 107"/>
                    <a:gd name="T7" fmla="*/ 0 h 1587"/>
                    <a:gd name="T8" fmla="*/ 0 w 107"/>
                    <a:gd name="T9" fmla="*/ 0 h 1587"/>
                    <a:gd name="T10" fmla="*/ 0 w 107"/>
                    <a:gd name="T11" fmla="*/ 0 h 1587"/>
                    <a:gd name="T12" fmla="*/ 0 w 107"/>
                    <a:gd name="T13" fmla="*/ 0 h 15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7"/>
                    <a:gd name="T23" fmla="*/ 107 w 107"/>
                    <a:gd name="T24" fmla="*/ 1587 h 15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7"/>
                      </a:lnTo>
                      <a:lnTo>
                        <a:pt x="53" y="1587"/>
                      </a:lnTo>
                      <a:lnTo>
                        <a:pt x="107" y="15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7" name="Freeform 2850">
                  <a:extLst>
                    <a:ext uri="{FF2B5EF4-FFF2-40B4-BE49-F238E27FC236}">
                      <a16:creationId xmlns:a16="http://schemas.microsoft.com/office/drawing/2014/main" id="{23433A93-B8F8-6509-2F90-9DFC2E992B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8" name="Freeform 2851">
                  <a:extLst>
                    <a:ext uri="{FF2B5EF4-FFF2-40B4-BE49-F238E27FC236}">
                      <a16:creationId xmlns:a16="http://schemas.microsoft.com/office/drawing/2014/main" id="{E672A2B1-0F9D-E70A-D54C-919BD857C5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1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7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7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9" name="Line 2852">
                  <a:extLst>
                    <a:ext uri="{FF2B5EF4-FFF2-40B4-BE49-F238E27FC236}">
                      <a16:creationId xmlns:a16="http://schemas.microsoft.com/office/drawing/2014/main" id="{E9C72AC3-C648-4BA5-85CC-83ECC7B628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08" y="3497"/>
                  <a:ext cx="15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0" name="Line 2853">
                  <a:extLst>
                    <a:ext uri="{FF2B5EF4-FFF2-40B4-BE49-F238E27FC236}">
                      <a16:creationId xmlns:a16="http://schemas.microsoft.com/office/drawing/2014/main" id="{CD2019D1-D79C-4971-067B-91BC948DB8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56" y="3497"/>
                  <a:ext cx="2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1" name="Line 2854">
                  <a:extLst>
                    <a:ext uri="{FF2B5EF4-FFF2-40B4-BE49-F238E27FC236}">
                      <a16:creationId xmlns:a16="http://schemas.microsoft.com/office/drawing/2014/main" id="{DD82C9A7-43C6-20A1-A604-C10675CECC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53" y="3497"/>
                  <a:ext cx="27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2" name="Line 2855">
                  <a:extLst>
                    <a:ext uri="{FF2B5EF4-FFF2-40B4-BE49-F238E27FC236}">
                      <a16:creationId xmlns:a16="http://schemas.microsoft.com/office/drawing/2014/main" id="{E9036888-67C7-4809-840D-5080416AB1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02" y="3497"/>
                  <a:ext cx="25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3" name="Line 2856">
                  <a:extLst>
                    <a:ext uri="{FF2B5EF4-FFF2-40B4-BE49-F238E27FC236}">
                      <a16:creationId xmlns:a16="http://schemas.microsoft.com/office/drawing/2014/main" id="{6C0229EE-41CE-AC0E-8523-55D1671B9F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99" y="3497"/>
                  <a:ext cx="27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4" name="Line 2857">
                  <a:extLst>
                    <a:ext uri="{FF2B5EF4-FFF2-40B4-BE49-F238E27FC236}">
                      <a16:creationId xmlns:a16="http://schemas.microsoft.com/office/drawing/2014/main" id="{CD53833A-2827-65F6-58E2-7E9B4ADD6C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47" y="3497"/>
                  <a:ext cx="2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5" name="Line 2858">
                  <a:extLst>
                    <a:ext uri="{FF2B5EF4-FFF2-40B4-BE49-F238E27FC236}">
                      <a16:creationId xmlns:a16="http://schemas.microsoft.com/office/drawing/2014/main" id="{C41C48F8-6EBD-54CA-8B99-3982E5F05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1" y="3497"/>
                  <a:ext cx="15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6" name="Freeform 2859">
                  <a:extLst>
                    <a:ext uri="{FF2B5EF4-FFF2-40B4-BE49-F238E27FC236}">
                      <a16:creationId xmlns:a16="http://schemas.microsoft.com/office/drawing/2014/main" id="{17408C75-295A-312F-582D-D715EC00F9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392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7" name="Freeform 2860">
                  <a:extLst>
                    <a:ext uri="{FF2B5EF4-FFF2-40B4-BE49-F238E27FC236}">
                      <a16:creationId xmlns:a16="http://schemas.microsoft.com/office/drawing/2014/main" id="{D05CC165-B764-F0DF-F1EE-DD49F46319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392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" name="Freeform 2861">
                  <a:extLst>
                    <a:ext uri="{FF2B5EF4-FFF2-40B4-BE49-F238E27FC236}">
                      <a16:creationId xmlns:a16="http://schemas.microsoft.com/office/drawing/2014/main" id="{7F70ACF4-D0C7-EAA2-A0C6-012D51D7BA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392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9" name="Freeform 2862">
                  <a:extLst>
                    <a:ext uri="{FF2B5EF4-FFF2-40B4-BE49-F238E27FC236}">
                      <a16:creationId xmlns:a16="http://schemas.microsoft.com/office/drawing/2014/main" id="{9D08C72F-967F-DE36-8E90-8D016BED92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392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0" name="Freeform 2863">
                  <a:extLst>
                    <a:ext uri="{FF2B5EF4-FFF2-40B4-BE49-F238E27FC236}">
                      <a16:creationId xmlns:a16="http://schemas.microsoft.com/office/drawing/2014/main" id="{D1438628-BC2D-9EF3-7727-70F6FB995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392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2"/>
                      </a:lnTo>
                      <a:lnTo>
                        <a:pt x="42" y="21"/>
                      </a:lnTo>
                      <a:lnTo>
                        <a:pt x="48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1"/>
                      </a:lnTo>
                      <a:lnTo>
                        <a:pt x="12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1" name="Freeform 2864">
                  <a:extLst>
                    <a:ext uri="{FF2B5EF4-FFF2-40B4-BE49-F238E27FC236}">
                      <a16:creationId xmlns:a16="http://schemas.microsoft.com/office/drawing/2014/main" id="{7003B8AB-851A-187D-A9B5-E59C161784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392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2"/>
                      </a:lnTo>
                      <a:lnTo>
                        <a:pt x="42" y="21"/>
                      </a:lnTo>
                      <a:lnTo>
                        <a:pt x="48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1"/>
                      </a:lnTo>
                      <a:lnTo>
                        <a:pt x="12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2" name="Freeform 2865">
                  <a:extLst>
                    <a:ext uri="{FF2B5EF4-FFF2-40B4-BE49-F238E27FC236}">
                      <a16:creationId xmlns:a16="http://schemas.microsoft.com/office/drawing/2014/main" id="{6ED2169B-5D67-E0B3-AF45-EA394DB4B5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104"/>
                  <a:ext cx="10" cy="17"/>
                </a:xfrm>
                <a:custGeom>
                  <a:avLst/>
                  <a:gdLst>
                    <a:gd name="T0" fmla="*/ 0 w 56"/>
                    <a:gd name="T1" fmla="*/ 0 h 105"/>
                    <a:gd name="T2" fmla="*/ 0 w 56"/>
                    <a:gd name="T3" fmla="*/ 0 h 105"/>
                    <a:gd name="T4" fmla="*/ 0 w 56"/>
                    <a:gd name="T5" fmla="*/ 0 h 105"/>
                    <a:gd name="T6" fmla="*/ 0 w 56"/>
                    <a:gd name="T7" fmla="*/ 0 h 105"/>
                    <a:gd name="T8" fmla="*/ 0 w 56"/>
                    <a:gd name="T9" fmla="*/ 0 h 105"/>
                    <a:gd name="T10" fmla="*/ 0 w 56"/>
                    <a:gd name="T11" fmla="*/ 0 h 105"/>
                    <a:gd name="T12" fmla="*/ 0 w 56"/>
                    <a:gd name="T13" fmla="*/ 0 h 105"/>
                    <a:gd name="T14" fmla="*/ 0 w 56"/>
                    <a:gd name="T15" fmla="*/ 0 h 105"/>
                    <a:gd name="T16" fmla="*/ 0 w 56"/>
                    <a:gd name="T17" fmla="*/ 0 h 105"/>
                    <a:gd name="T18" fmla="*/ 0 w 56"/>
                    <a:gd name="T19" fmla="*/ 0 h 105"/>
                    <a:gd name="T20" fmla="*/ 0 w 56"/>
                    <a:gd name="T21" fmla="*/ 0 h 105"/>
                    <a:gd name="T22" fmla="*/ 0 w 56"/>
                    <a:gd name="T23" fmla="*/ 0 h 105"/>
                    <a:gd name="T24" fmla="*/ 0 w 56"/>
                    <a:gd name="T25" fmla="*/ 0 h 105"/>
                    <a:gd name="T26" fmla="*/ 0 w 56"/>
                    <a:gd name="T27" fmla="*/ 0 h 105"/>
                    <a:gd name="T28" fmla="*/ 0 w 56"/>
                    <a:gd name="T29" fmla="*/ 0 h 105"/>
                    <a:gd name="T30" fmla="*/ 0 w 56"/>
                    <a:gd name="T31" fmla="*/ 0 h 105"/>
                    <a:gd name="T32" fmla="*/ 0 w 56"/>
                    <a:gd name="T33" fmla="*/ 0 h 10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05"/>
                    <a:gd name="T53" fmla="*/ 56 w 56"/>
                    <a:gd name="T54" fmla="*/ 105 h 105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05">
                      <a:moveTo>
                        <a:pt x="3" y="53"/>
                      </a:moveTo>
                      <a:lnTo>
                        <a:pt x="0" y="0"/>
                      </a:lnTo>
                      <a:lnTo>
                        <a:pt x="13" y="0"/>
                      </a:lnTo>
                      <a:lnTo>
                        <a:pt x="23" y="3"/>
                      </a:lnTo>
                      <a:lnTo>
                        <a:pt x="34" y="9"/>
                      </a:lnTo>
                      <a:lnTo>
                        <a:pt x="44" y="17"/>
                      </a:lnTo>
                      <a:lnTo>
                        <a:pt x="50" y="27"/>
                      </a:lnTo>
                      <a:lnTo>
                        <a:pt x="55" y="38"/>
                      </a:lnTo>
                      <a:lnTo>
                        <a:pt x="56" y="49"/>
                      </a:lnTo>
                      <a:lnTo>
                        <a:pt x="56" y="62"/>
                      </a:lnTo>
                      <a:lnTo>
                        <a:pt x="53" y="73"/>
                      </a:lnTo>
                      <a:lnTo>
                        <a:pt x="47" y="83"/>
                      </a:lnTo>
                      <a:lnTo>
                        <a:pt x="39" y="93"/>
                      </a:lnTo>
                      <a:lnTo>
                        <a:pt x="29" y="99"/>
                      </a:lnTo>
                      <a:lnTo>
                        <a:pt x="18" y="104"/>
                      </a:lnTo>
                      <a:lnTo>
                        <a:pt x="6" y="105"/>
                      </a:lnTo>
                      <a:lnTo>
                        <a:pt x="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3" name="Freeform 2866">
                  <a:extLst>
                    <a:ext uri="{FF2B5EF4-FFF2-40B4-BE49-F238E27FC236}">
                      <a16:creationId xmlns:a16="http://schemas.microsoft.com/office/drawing/2014/main" id="{26D7B6DD-1E33-1B2D-A816-6A039EC6D6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104"/>
                  <a:ext cx="10" cy="17"/>
                </a:xfrm>
                <a:custGeom>
                  <a:avLst/>
                  <a:gdLst>
                    <a:gd name="T0" fmla="*/ 0 w 56"/>
                    <a:gd name="T1" fmla="*/ 0 h 105"/>
                    <a:gd name="T2" fmla="*/ 0 w 56"/>
                    <a:gd name="T3" fmla="*/ 0 h 105"/>
                    <a:gd name="T4" fmla="*/ 0 w 56"/>
                    <a:gd name="T5" fmla="*/ 0 h 105"/>
                    <a:gd name="T6" fmla="*/ 0 w 56"/>
                    <a:gd name="T7" fmla="*/ 0 h 105"/>
                    <a:gd name="T8" fmla="*/ 0 w 56"/>
                    <a:gd name="T9" fmla="*/ 0 h 105"/>
                    <a:gd name="T10" fmla="*/ 0 w 56"/>
                    <a:gd name="T11" fmla="*/ 0 h 105"/>
                    <a:gd name="T12" fmla="*/ 0 w 56"/>
                    <a:gd name="T13" fmla="*/ 0 h 105"/>
                    <a:gd name="T14" fmla="*/ 0 w 56"/>
                    <a:gd name="T15" fmla="*/ 0 h 105"/>
                    <a:gd name="T16" fmla="*/ 0 w 56"/>
                    <a:gd name="T17" fmla="*/ 0 h 105"/>
                    <a:gd name="T18" fmla="*/ 0 w 56"/>
                    <a:gd name="T19" fmla="*/ 0 h 105"/>
                    <a:gd name="T20" fmla="*/ 0 w 56"/>
                    <a:gd name="T21" fmla="*/ 0 h 105"/>
                    <a:gd name="T22" fmla="*/ 0 w 56"/>
                    <a:gd name="T23" fmla="*/ 0 h 105"/>
                    <a:gd name="T24" fmla="*/ 0 w 56"/>
                    <a:gd name="T25" fmla="*/ 0 h 105"/>
                    <a:gd name="T26" fmla="*/ 0 w 56"/>
                    <a:gd name="T27" fmla="*/ 0 h 105"/>
                    <a:gd name="T28" fmla="*/ 0 w 56"/>
                    <a:gd name="T29" fmla="*/ 0 h 10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05"/>
                    <a:gd name="T47" fmla="*/ 56 w 56"/>
                    <a:gd name="T48" fmla="*/ 105 h 105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05">
                      <a:moveTo>
                        <a:pt x="0" y="0"/>
                      </a:moveTo>
                      <a:lnTo>
                        <a:pt x="13" y="0"/>
                      </a:lnTo>
                      <a:lnTo>
                        <a:pt x="23" y="3"/>
                      </a:lnTo>
                      <a:lnTo>
                        <a:pt x="34" y="9"/>
                      </a:lnTo>
                      <a:lnTo>
                        <a:pt x="44" y="17"/>
                      </a:lnTo>
                      <a:lnTo>
                        <a:pt x="50" y="27"/>
                      </a:lnTo>
                      <a:lnTo>
                        <a:pt x="55" y="38"/>
                      </a:lnTo>
                      <a:lnTo>
                        <a:pt x="56" y="49"/>
                      </a:lnTo>
                      <a:lnTo>
                        <a:pt x="56" y="62"/>
                      </a:lnTo>
                      <a:lnTo>
                        <a:pt x="53" y="73"/>
                      </a:lnTo>
                      <a:lnTo>
                        <a:pt x="47" y="83"/>
                      </a:lnTo>
                      <a:lnTo>
                        <a:pt x="39" y="93"/>
                      </a:lnTo>
                      <a:lnTo>
                        <a:pt x="29" y="99"/>
                      </a:lnTo>
                      <a:lnTo>
                        <a:pt x="18" y="104"/>
                      </a:lnTo>
                      <a:lnTo>
                        <a:pt x="6" y="10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4" name="Freeform 2867">
                  <a:extLst>
                    <a:ext uri="{FF2B5EF4-FFF2-40B4-BE49-F238E27FC236}">
                      <a16:creationId xmlns:a16="http://schemas.microsoft.com/office/drawing/2014/main" id="{57B103EA-0571-8EA5-7A8E-EF09E9C03B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104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102" y="105"/>
                      </a:moveTo>
                      <a:lnTo>
                        <a:pt x="99" y="53"/>
                      </a:lnTo>
                      <a:lnTo>
                        <a:pt x="96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2" y="1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5" name="Freeform 2868">
                  <a:extLst>
                    <a:ext uri="{FF2B5EF4-FFF2-40B4-BE49-F238E27FC236}">
                      <a16:creationId xmlns:a16="http://schemas.microsoft.com/office/drawing/2014/main" id="{C6ABBA01-08BE-72C0-3743-5AF664E423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104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102" y="105"/>
                      </a:moveTo>
                      <a:lnTo>
                        <a:pt x="99" y="53"/>
                      </a:lnTo>
                      <a:lnTo>
                        <a:pt x="96" y="0"/>
                      </a:lnTo>
                      <a:lnTo>
                        <a:pt x="0" y="5"/>
                      </a:lnTo>
                      <a:lnTo>
                        <a:pt x="3" y="58"/>
                      </a:lnTo>
                      <a:lnTo>
                        <a:pt x="6" y="111"/>
                      </a:lnTo>
                      <a:lnTo>
                        <a:pt x="102" y="105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6" name="Freeform 2869">
                  <a:extLst>
                    <a:ext uri="{FF2B5EF4-FFF2-40B4-BE49-F238E27FC236}">
                      <a16:creationId xmlns:a16="http://schemas.microsoft.com/office/drawing/2014/main" id="{67964E67-8A7D-F203-50BE-B5D1F6C3B4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6" y="3105"/>
                  <a:ext cx="2" cy="8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10" y="53"/>
                      </a:moveTo>
                      <a:lnTo>
                        <a:pt x="7" y="0"/>
                      </a:lnTo>
                      <a:lnTo>
                        <a:pt x="0" y="0"/>
                      </a:lnTo>
                      <a:lnTo>
                        <a:pt x="1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7" name="Line 2870">
                  <a:extLst>
                    <a:ext uri="{FF2B5EF4-FFF2-40B4-BE49-F238E27FC236}">
                      <a16:creationId xmlns:a16="http://schemas.microsoft.com/office/drawing/2014/main" id="{BCF7277D-55A6-18A6-270D-A47B259E98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6" y="310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8" name="Freeform 2871">
                  <a:extLst>
                    <a:ext uri="{FF2B5EF4-FFF2-40B4-BE49-F238E27FC236}">
                      <a16:creationId xmlns:a16="http://schemas.microsoft.com/office/drawing/2014/main" id="{032CB231-9850-9B25-2BB6-C7A4F84AA3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105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15" y="106"/>
                      </a:moveTo>
                      <a:lnTo>
                        <a:pt x="106" y="53"/>
                      </a:lnTo>
                      <a:lnTo>
                        <a:pt x="96" y="0"/>
                      </a:lnTo>
                      <a:lnTo>
                        <a:pt x="0" y="17"/>
                      </a:lnTo>
                      <a:lnTo>
                        <a:pt x="10" y="70"/>
                      </a:lnTo>
                      <a:lnTo>
                        <a:pt x="19" y="123"/>
                      </a:lnTo>
                      <a:lnTo>
                        <a:pt x="115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9" name="Freeform 2872">
                  <a:extLst>
                    <a:ext uri="{FF2B5EF4-FFF2-40B4-BE49-F238E27FC236}">
                      <a16:creationId xmlns:a16="http://schemas.microsoft.com/office/drawing/2014/main" id="{14A87643-04D9-E82E-530C-06759BFABD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105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15" y="106"/>
                      </a:moveTo>
                      <a:lnTo>
                        <a:pt x="106" y="53"/>
                      </a:lnTo>
                      <a:lnTo>
                        <a:pt x="96" y="0"/>
                      </a:lnTo>
                      <a:lnTo>
                        <a:pt x="0" y="17"/>
                      </a:lnTo>
                      <a:lnTo>
                        <a:pt x="10" y="70"/>
                      </a:lnTo>
                      <a:lnTo>
                        <a:pt x="19" y="123"/>
                      </a:lnTo>
                      <a:lnTo>
                        <a:pt x="115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0" name="Freeform 2873">
                  <a:extLst>
                    <a:ext uri="{FF2B5EF4-FFF2-40B4-BE49-F238E27FC236}">
                      <a16:creationId xmlns:a16="http://schemas.microsoft.com/office/drawing/2014/main" id="{ECBF2C31-CC2B-83F7-6820-6F5E260F34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9" y="3107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53"/>
                      </a:moveTo>
                      <a:lnTo>
                        <a:pt x="5" y="0"/>
                      </a:lnTo>
                      <a:lnTo>
                        <a:pt x="0" y="1"/>
                      </a:lnTo>
                      <a:lnTo>
                        <a:pt x="1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1" name="Line 2874">
                  <a:extLst>
                    <a:ext uri="{FF2B5EF4-FFF2-40B4-BE49-F238E27FC236}">
                      <a16:creationId xmlns:a16="http://schemas.microsoft.com/office/drawing/2014/main" id="{44426A01-CB23-F054-BC3D-2E8BEE7FCD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19" y="310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2" name="Freeform 2875">
                  <a:extLst>
                    <a:ext uri="{FF2B5EF4-FFF2-40B4-BE49-F238E27FC236}">
                      <a16:creationId xmlns:a16="http://schemas.microsoft.com/office/drawing/2014/main" id="{B4C55454-D190-4808-0F59-2774A1598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108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122" y="104"/>
                      </a:move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3" name="Freeform 2876">
                  <a:extLst>
                    <a:ext uri="{FF2B5EF4-FFF2-40B4-BE49-F238E27FC236}">
                      <a16:creationId xmlns:a16="http://schemas.microsoft.com/office/drawing/2014/main" id="{43ED2E16-1798-5DAB-BB65-B53E76B51E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108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122" y="104"/>
                      </a:moveTo>
                      <a:lnTo>
                        <a:pt x="108" y="52"/>
                      </a:lnTo>
                      <a:lnTo>
                        <a:pt x="93" y="0"/>
                      </a:lnTo>
                      <a:lnTo>
                        <a:pt x="0" y="26"/>
                      </a:lnTo>
                      <a:lnTo>
                        <a:pt x="14" y="78"/>
                      </a:lnTo>
                      <a:lnTo>
                        <a:pt x="29" y="130"/>
                      </a:lnTo>
                      <a:lnTo>
                        <a:pt x="122" y="104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4" name="Freeform 2877">
                  <a:extLst>
                    <a:ext uri="{FF2B5EF4-FFF2-40B4-BE49-F238E27FC236}">
                      <a16:creationId xmlns:a16="http://schemas.microsoft.com/office/drawing/2014/main" id="{50C94195-DECC-1C10-9DFD-E01C592679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3" y="3112"/>
                  <a:ext cx="3" cy="9"/>
                </a:xfrm>
                <a:custGeom>
                  <a:avLst/>
                  <a:gdLst>
                    <a:gd name="T0" fmla="*/ 0 w 20"/>
                    <a:gd name="T1" fmla="*/ 0 h 52"/>
                    <a:gd name="T2" fmla="*/ 0 w 20"/>
                    <a:gd name="T3" fmla="*/ 0 h 52"/>
                    <a:gd name="T4" fmla="*/ 0 w 20"/>
                    <a:gd name="T5" fmla="*/ 0 h 52"/>
                    <a:gd name="T6" fmla="*/ 0 w 20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2"/>
                    <a:gd name="T14" fmla="*/ 20 w 20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2">
                      <a:moveTo>
                        <a:pt x="20" y="52"/>
                      </a:moveTo>
                      <a:lnTo>
                        <a:pt x="6" y="0"/>
                      </a:lnTo>
                      <a:lnTo>
                        <a:pt x="0" y="2"/>
                      </a:lnTo>
                      <a:lnTo>
                        <a:pt x="20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5" name="Line 2878">
                  <a:extLst>
                    <a:ext uri="{FF2B5EF4-FFF2-40B4-BE49-F238E27FC236}">
                      <a16:creationId xmlns:a16="http://schemas.microsoft.com/office/drawing/2014/main" id="{0C672AF9-9EF1-C231-1AF7-6BC1F79329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03" y="311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6" name="Freeform 2879">
                  <a:extLst>
                    <a:ext uri="{FF2B5EF4-FFF2-40B4-BE49-F238E27FC236}">
                      <a16:creationId xmlns:a16="http://schemas.microsoft.com/office/drawing/2014/main" id="{A9DDBA34-5047-36C9-4295-E816BBA2F0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112"/>
                  <a:ext cx="22" cy="23"/>
                </a:xfrm>
                <a:custGeom>
                  <a:avLst/>
                  <a:gdLst>
                    <a:gd name="T0" fmla="*/ 0 w 131"/>
                    <a:gd name="T1" fmla="*/ 0 h 137"/>
                    <a:gd name="T2" fmla="*/ 0 w 131"/>
                    <a:gd name="T3" fmla="*/ 0 h 137"/>
                    <a:gd name="T4" fmla="*/ 0 w 131"/>
                    <a:gd name="T5" fmla="*/ 0 h 137"/>
                    <a:gd name="T6" fmla="*/ 0 w 131"/>
                    <a:gd name="T7" fmla="*/ 0 h 137"/>
                    <a:gd name="T8" fmla="*/ 0 w 131"/>
                    <a:gd name="T9" fmla="*/ 0 h 137"/>
                    <a:gd name="T10" fmla="*/ 0 w 131"/>
                    <a:gd name="T11" fmla="*/ 0 h 137"/>
                    <a:gd name="T12" fmla="*/ 0 w 13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7"/>
                    <a:gd name="T23" fmla="*/ 131 w 13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7">
                      <a:moveTo>
                        <a:pt x="131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8"/>
                      </a:lnTo>
                      <a:lnTo>
                        <a:pt x="20" y="87"/>
                      </a:lnTo>
                      <a:lnTo>
                        <a:pt x="41" y="137"/>
                      </a:lnTo>
                      <a:lnTo>
                        <a:pt x="131" y="10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7" name="Freeform 2880">
                  <a:extLst>
                    <a:ext uri="{FF2B5EF4-FFF2-40B4-BE49-F238E27FC236}">
                      <a16:creationId xmlns:a16="http://schemas.microsoft.com/office/drawing/2014/main" id="{AB31BE05-E954-F7B3-C16E-4D9A4367EE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112"/>
                  <a:ext cx="22" cy="23"/>
                </a:xfrm>
                <a:custGeom>
                  <a:avLst/>
                  <a:gdLst>
                    <a:gd name="T0" fmla="*/ 0 w 131"/>
                    <a:gd name="T1" fmla="*/ 0 h 137"/>
                    <a:gd name="T2" fmla="*/ 0 w 131"/>
                    <a:gd name="T3" fmla="*/ 0 h 137"/>
                    <a:gd name="T4" fmla="*/ 0 w 131"/>
                    <a:gd name="T5" fmla="*/ 0 h 137"/>
                    <a:gd name="T6" fmla="*/ 0 w 131"/>
                    <a:gd name="T7" fmla="*/ 0 h 137"/>
                    <a:gd name="T8" fmla="*/ 0 w 131"/>
                    <a:gd name="T9" fmla="*/ 0 h 137"/>
                    <a:gd name="T10" fmla="*/ 0 w 131"/>
                    <a:gd name="T11" fmla="*/ 0 h 137"/>
                    <a:gd name="T12" fmla="*/ 0 w 13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7"/>
                    <a:gd name="T23" fmla="*/ 131 w 131"/>
                    <a:gd name="T24" fmla="*/ 137 h 13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7">
                      <a:moveTo>
                        <a:pt x="131" y="100"/>
                      </a:moveTo>
                      <a:lnTo>
                        <a:pt x="110" y="50"/>
                      </a:lnTo>
                      <a:lnTo>
                        <a:pt x="90" y="0"/>
                      </a:lnTo>
                      <a:lnTo>
                        <a:pt x="0" y="38"/>
                      </a:lnTo>
                      <a:lnTo>
                        <a:pt x="20" y="87"/>
                      </a:lnTo>
                      <a:lnTo>
                        <a:pt x="41" y="137"/>
                      </a:lnTo>
                      <a:lnTo>
                        <a:pt x="131" y="10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" name="Freeform 2881">
                  <a:extLst>
                    <a:ext uri="{FF2B5EF4-FFF2-40B4-BE49-F238E27FC236}">
                      <a16:creationId xmlns:a16="http://schemas.microsoft.com/office/drawing/2014/main" id="{6AA29B28-BF7C-A82B-A566-70A86DC055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7" y="3119"/>
                  <a:ext cx="4" cy="8"/>
                </a:xfrm>
                <a:custGeom>
                  <a:avLst/>
                  <a:gdLst>
                    <a:gd name="T0" fmla="*/ 0 w 25"/>
                    <a:gd name="T1" fmla="*/ 0 h 49"/>
                    <a:gd name="T2" fmla="*/ 0 w 25"/>
                    <a:gd name="T3" fmla="*/ 0 h 49"/>
                    <a:gd name="T4" fmla="*/ 0 w 25"/>
                    <a:gd name="T5" fmla="*/ 0 h 49"/>
                    <a:gd name="T6" fmla="*/ 0 w 25"/>
                    <a:gd name="T7" fmla="*/ 0 h 4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"/>
                    <a:gd name="T13" fmla="*/ 0 h 49"/>
                    <a:gd name="T14" fmla="*/ 25 w 25"/>
                    <a:gd name="T15" fmla="*/ 49 h 4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" h="49">
                      <a:moveTo>
                        <a:pt x="25" y="49"/>
                      </a:moveTo>
                      <a:lnTo>
                        <a:pt x="5" y="0"/>
                      </a:lnTo>
                      <a:lnTo>
                        <a:pt x="0" y="3"/>
                      </a:lnTo>
                      <a:lnTo>
                        <a:pt x="25" y="4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9" name="Line 2882">
                  <a:extLst>
                    <a:ext uri="{FF2B5EF4-FFF2-40B4-BE49-F238E27FC236}">
                      <a16:creationId xmlns:a16="http://schemas.microsoft.com/office/drawing/2014/main" id="{FDE5BB14-2D76-6168-1866-376B59A4A6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87" y="311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0" name="Freeform 2883">
                  <a:extLst>
                    <a:ext uri="{FF2B5EF4-FFF2-40B4-BE49-F238E27FC236}">
                      <a16:creationId xmlns:a16="http://schemas.microsoft.com/office/drawing/2014/main" id="{FF8D2EB7-3623-BB02-72C4-7473F25F7C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119"/>
                  <a:ext cx="22" cy="23"/>
                </a:xfrm>
                <a:custGeom>
                  <a:avLst/>
                  <a:gdLst>
                    <a:gd name="T0" fmla="*/ 0 w 136"/>
                    <a:gd name="T1" fmla="*/ 0 h 139"/>
                    <a:gd name="T2" fmla="*/ 0 w 136"/>
                    <a:gd name="T3" fmla="*/ 0 h 139"/>
                    <a:gd name="T4" fmla="*/ 0 w 136"/>
                    <a:gd name="T5" fmla="*/ 0 h 139"/>
                    <a:gd name="T6" fmla="*/ 0 w 136"/>
                    <a:gd name="T7" fmla="*/ 0 h 139"/>
                    <a:gd name="T8" fmla="*/ 0 w 136"/>
                    <a:gd name="T9" fmla="*/ 0 h 139"/>
                    <a:gd name="T10" fmla="*/ 0 w 136"/>
                    <a:gd name="T11" fmla="*/ 0 h 139"/>
                    <a:gd name="T12" fmla="*/ 0 w 136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139"/>
                    <a:gd name="T23" fmla="*/ 136 w 136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139">
                      <a:moveTo>
                        <a:pt x="136" y="93"/>
                      </a:moveTo>
                      <a:lnTo>
                        <a:pt x="110" y="46"/>
                      </a:lnTo>
                      <a:lnTo>
                        <a:pt x="85" y="0"/>
                      </a:lnTo>
                      <a:lnTo>
                        <a:pt x="0" y="46"/>
                      </a:lnTo>
                      <a:lnTo>
                        <a:pt x="26" y="93"/>
                      </a:lnTo>
                      <a:lnTo>
                        <a:pt x="51" y="139"/>
                      </a:lnTo>
                      <a:lnTo>
                        <a:pt x="136" y="9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1" name="Freeform 2884">
                  <a:extLst>
                    <a:ext uri="{FF2B5EF4-FFF2-40B4-BE49-F238E27FC236}">
                      <a16:creationId xmlns:a16="http://schemas.microsoft.com/office/drawing/2014/main" id="{51B0DEA8-7BBA-6E29-9DD9-17AA9A46FC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119"/>
                  <a:ext cx="22" cy="23"/>
                </a:xfrm>
                <a:custGeom>
                  <a:avLst/>
                  <a:gdLst>
                    <a:gd name="T0" fmla="*/ 0 w 136"/>
                    <a:gd name="T1" fmla="*/ 0 h 139"/>
                    <a:gd name="T2" fmla="*/ 0 w 136"/>
                    <a:gd name="T3" fmla="*/ 0 h 139"/>
                    <a:gd name="T4" fmla="*/ 0 w 136"/>
                    <a:gd name="T5" fmla="*/ 0 h 139"/>
                    <a:gd name="T6" fmla="*/ 0 w 136"/>
                    <a:gd name="T7" fmla="*/ 0 h 139"/>
                    <a:gd name="T8" fmla="*/ 0 w 136"/>
                    <a:gd name="T9" fmla="*/ 0 h 139"/>
                    <a:gd name="T10" fmla="*/ 0 w 136"/>
                    <a:gd name="T11" fmla="*/ 0 h 139"/>
                    <a:gd name="T12" fmla="*/ 0 w 136"/>
                    <a:gd name="T13" fmla="*/ 0 h 13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6"/>
                    <a:gd name="T22" fmla="*/ 0 h 139"/>
                    <a:gd name="T23" fmla="*/ 136 w 136"/>
                    <a:gd name="T24" fmla="*/ 139 h 139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6" h="139">
                      <a:moveTo>
                        <a:pt x="136" y="93"/>
                      </a:moveTo>
                      <a:lnTo>
                        <a:pt x="110" y="46"/>
                      </a:lnTo>
                      <a:lnTo>
                        <a:pt x="85" y="0"/>
                      </a:lnTo>
                      <a:lnTo>
                        <a:pt x="0" y="46"/>
                      </a:lnTo>
                      <a:lnTo>
                        <a:pt x="26" y="93"/>
                      </a:lnTo>
                      <a:lnTo>
                        <a:pt x="51" y="139"/>
                      </a:lnTo>
                      <a:lnTo>
                        <a:pt x="136" y="93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2" name="Freeform 2885">
                  <a:extLst>
                    <a:ext uri="{FF2B5EF4-FFF2-40B4-BE49-F238E27FC236}">
                      <a16:creationId xmlns:a16="http://schemas.microsoft.com/office/drawing/2014/main" id="{CEEE3704-8079-338A-2485-FD60AFA52F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2" y="3127"/>
                  <a:ext cx="5" cy="8"/>
                </a:xfrm>
                <a:custGeom>
                  <a:avLst/>
                  <a:gdLst>
                    <a:gd name="T0" fmla="*/ 0 w 31"/>
                    <a:gd name="T1" fmla="*/ 0 h 47"/>
                    <a:gd name="T2" fmla="*/ 0 w 31"/>
                    <a:gd name="T3" fmla="*/ 0 h 47"/>
                    <a:gd name="T4" fmla="*/ 0 w 31"/>
                    <a:gd name="T5" fmla="*/ 0 h 47"/>
                    <a:gd name="T6" fmla="*/ 0 w 31"/>
                    <a:gd name="T7" fmla="*/ 0 h 4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7"/>
                    <a:gd name="T14" fmla="*/ 31 w 31"/>
                    <a:gd name="T15" fmla="*/ 47 h 4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7">
                      <a:moveTo>
                        <a:pt x="31" y="47"/>
                      </a:moveTo>
                      <a:lnTo>
                        <a:pt x="5" y="0"/>
                      </a:lnTo>
                      <a:lnTo>
                        <a:pt x="0" y="3"/>
                      </a:lnTo>
                      <a:lnTo>
                        <a:pt x="31" y="4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3" name="Line 2886">
                  <a:extLst>
                    <a:ext uri="{FF2B5EF4-FFF2-40B4-BE49-F238E27FC236}">
                      <a16:creationId xmlns:a16="http://schemas.microsoft.com/office/drawing/2014/main" id="{E5A4ED81-3CF2-5690-DD2C-CFE9BA0E26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72" y="312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4" name="Freeform 2887">
                  <a:extLst>
                    <a:ext uri="{FF2B5EF4-FFF2-40B4-BE49-F238E27FC236}">
                      <a16:creationId xmlns:a16="http://schemas.microsoft.com/office/drawing/2014/main" id="{56DEA2B4-6527-C3F1-17F2-0468D50DC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127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139" y="87"/>
                      </a:move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7"/>
                      </a:ln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5" name="Freeform 2888">
                  <a:extLst>
                    <a:ext uri="{FF2B5EF4-FFF2-40B4-BE49-F238E27FC236}">
                      <a16:creationId xmlns:a16="http://schemas.microsoft.com/office/drawing/2014/main" id="{1FEF4FC3-435F-5A5A-D1CB-8EBE9EFC70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127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139" y="87"/>
                      </a:moveTo>
                      <a:lnTo>
                        <a:pt x="109" y="44"/>
                      </a:lnTo>
                      <a:lnTo>
                        <a:pt x="78" y="0"/>
                      </a:lnTo>
                      <a:lnTo>
                        <a:pt x="0" y="57"/>
                      </a:lnTo>
                      <a:lnTo>
                        <a:pt x="30" y="100"/>
                      </a:lnTo>
                      <a:lnTo>
                        <a:pt x="61" y="143"/>
                      </a:lnTo>
                      <a:lnTo>
                        <a:pt x="139" y="8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6" name="Freeform 2889">
                  <a:extLst>
                    <a:ext uri="{FF2B5EF4-FFF2-40B4-BE49-F238E27FC236}">
                      <a16:creationId xmlns:a16="http://schemas.microsoft.com/office/drawing/2014/main" id="{B52A60CB-1BFF-4EFE-7B58-7754C06EE3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8" y="3137"/>
                  <a:ext cx="6" cy="7"/>
                </a:xfrm>
                <a:custGeom>
                  <a:avLst/>
                  <a:gdLst>
                    <a:gd name="T0" fmla="*/ 0 w 36"/>
                    <a:gd name="T1" fmla="*/ 0 h 43"/>
                    <a:gd name="T2" fmla="*/ 0 w 36"/>
                    <a:gd name="T3" fmla="*/ 0 h 43"/>
                    <a:gd name="T4" fmla="*/ 0 w 36"/>
                    <a:gd name="T5" fmla="*/ 0 h 43"/>
                    <a:gd name="T6" fmla="*/ 0 w 36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3"/>
                    <a:gd name="T14" fmla="*/ 36 w 36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3">
                      <a:moveTo>
                        <a:pt x="36" y="43"/>
                      </a:moveTo>
                      <a:lnTo>
                        <a:pt x="6" y="0"/>
                      </a:lnTo>
                      <a:lnTo>
                        <a:pt x="0" y="3"/>
                      </a:lnTo>
                      <a:lnTo>
                        <a:pt x="36" y="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7" name="Line 2890">
                  <a:extLst>
                    <a:ext uri="{FF2B5EF4-FFF2-40B4-BE49-F238E27FC236}">
                      <a16:creationId xmlns:a16="http://schemas.microsoft.com/office/drawing/2014/main" id="{D43E1EF1-C99E-7FC2-E393-613EF624A4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58" y="313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8" name="Freeform 2891">
                  <a:extLst>
                    <a:ext uri="{FF2B5EF4-FFF2-40B4-BE49-F238E27FC236}">
                      <a16:creationId xmlns:a16="http://schemas.microsoft.com/office/drawing/2014/main" id="{3DD2107E-7009-C87D-2556-44BA307822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137"/>
                  <a:ext cx="24" cy="25"/>
                </a:xfrm>
                <a:custGeom>
                  <a:avLst/>
                  <a:gdLst>
                    <a:gd name="T0" fmla="*/ 0 w 145"/>
                    <a:gd name="T1" fmla="*/ 0 h 146"/>
                    <a:gd name="T2" fmla="*/ 0 w 145"/>
                    <a:gd name="T3" fmla="*/ 0 h 146"/>
                    <a:gd name="T4" fmla="*/ 0 w 145"/>
                    <a:gd name="T5" fmla="*/ 0 h 146"/>
                    <a:gd name="T6" fmla="*/ 0 w 145"/>
                    <a:gd name="T7" fmla="*/ 0 h 146"/>
                    <a:gd name="T8" fmla="*/ 0 w 145"/>
                    <a:gd name="T9" fmla="*/ 0 h 146"/>
                    <a:gd name="T10" fmla="*/ 0 w 145"/>
                    <a:gd name="T11" fmla="*/ 0 h 146"/>
                    <a:gd name="T12" fmla="*/ 0 w 145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6"/>
                    <a:gd name="T23" fmla="*/ 145 w 145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6">
                      <a:moveTo>
                        <a:pt x="145" y="80"/>
                      </a:moveTo>
                      <a:lnTo>
                        <a:pt x="109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lnTo>
                        <a:pt x="36" y="106"/>
                      </a:lnTo>
                      <a:lnTo>
                        <a:pt x="72" y="146"/>
                      </a:lnTo>
                      <a:lnTo>
                        <a:pt x="145" y="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9" name="Freeform 2892">
                  <a:extLst>
                    <a:ext uri="{FF2B5EF4-FFF2-40B4-BE49-F238E27FC236}">
                      <a16:creationId xmlns:a16="http://schemas.microsoft.com/office/drawing/2014/main" id="{1D4C5EB5-695E-8ABF-EAC9-88CAA34013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137"/>
                  <a:ext cx="24" cy="25"/>
                </a:xfrm>
                <a:custGeom>
                  <a:avLst/>
                  <a:gdLst>
                    <a:gd name="T0" fmla="*/ 0 w 145"/>
                    <a:gd name="T1" fmla="*/ 0 h 146"/>
                    <a:gd name="T2" fmla="*/ 0 w 145"/>
                    <a:gd name="T3" fmla="*/ 0 h 146"/>
                    <a:gd name="T4" fmla="*/ 0 w 145"/>
                    <a:gd name="T5" fmla="*/ 0 h 146"/>
                    <a:gd name="T6" fmla="*/ 0 w 145"/>
                    <a:gd name="T7" fmla="*/ 0 h 146"/>
                    <a:gd name="T8" fmla="*/ 0 w 145"/>
                    <a:gd name="T9" fmla="*/ 0 h 146"/>
                    <a:gd name="T10" fmla="*/ 0 w 145"/>
                    <a:gd name="T11" fmla="*/ 0 h 146"/>
                    <a:gd name="T12" fmla="*/ 0 w 145"/>
                    <a:gd name="T13" fmla="*/ 0 h 14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5"/>
                    <a:gd name="T22" fmla="*/ 0 h 146"/>
                    <a:gd name="T23" fmla="*/ 145 w 145"/>
                    <a:gd name="T24" fmla="*/ 146 h 14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5" h="146">
                      <a:moveTo>
                        <a:pt x="145" y="80"/>
                      </a:moveTo>
                      <a:lnTo>
                        <a:pt x="109" y="40"/>
                      </a:lnTo>
                      <a:lnTo>
                        <a:pt x="73" y="0"/>
                      </a:lnTo>
                      <a:lnTo>
                        <a:pt x="0" y="65"/>
                      </a:lnTo>
                      <a:lnTo>
                        <a:pt x="36" y="106"/>
                      </a:lnTo>
                      <a:lnTo>
                        <a:pt x="72" y="146"/>
                      </a:lnTo>
                      <a:lnTo>
                        <a:pt x="145" y="8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0" name="Freeform 2893">
                  <a:extLst>
                    <a:ext uri="{FF2B5EF4-FFF2-40B4-BE49-F238E27FC236}">
                      <a16:creationId xmlns:a16="http://schemas.microsoft.com/office/drawing/2014/main" id="{46CF87F1-93E1-5796-9081-B862C5D73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5" y="3148"/>
                  <a:ext cx="7" cy="7"/>
                </a:xfrm>
                <a:custGeom>
                  <a:avLst/>
                  <a:gdLst>
                    <a:gd name="T0" fmla="*/ 0 w 40"/>
                    <a:gd name="T1" fmla="*/ 0 h 41"/>
                    <a:gd name="T2" fmla="*/ 0 w 40"/>
                    <a:gd name="T3" fmla="*/ 0 h 41"/>
                    <a:gd name="T4" fmla="*/ 0 w 40"/>
                    <a:gd name="T5" fmla="*/ 0 h 41"/>
                    <a:gd name="T6" fmla="*/ 0 w 40"/>
                    <a:gd name="T7" fmla="*/ 0 h 4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1"/>
                    <a:gd name="T14" fmla="*/ 40 w 40"/>
                    <a:gd name="T15" fmla="*/ 41 h 4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1">
                      <a:moveTo>
                        <a:pt x="40" y="41"/>
                      </a:moveTo>
                      <a:lnTo>
                        <a:pt x="4" y="0"/>
                      </a:lnTo>
                      <a:lnTo>
                        <a:pt x="0" y="5"/>
                      </a:lnTo>
                      <a:lnTo>
                        <a:pt x="40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1" name="Line 2894">
                  <a:extLst>
                    <a:ext uri="{FF2B5EF4-FFF2-40B4-BE49-F238E27FC236}">
                      <a16:creationId xmlns:a16="http://schemas.microsoft.com/office/drawing/2014/main" id="{CF848185-7CA4-E772-BDC1-1B09FC422D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45" y="314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2" name="Freeform 2895">
                  <a:extLst>
                    <a:ext uri="{FF2B5EF4-FFF2-40B4-BE49-F238E27FC236}">
                      <a16:creationId xmlns:a16="http://schemas.microsoft.com/office/drawing/2014/main" id="{B474E7CD-32C9-A60A-0D5E-F589C3BEC3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149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146" y="72"/>
                      </a:move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6" y="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3" name="Freeform 2896">
                  <a:extLst>
                    <a:ext uri="{FF2B5EF4-FFF2-40B4-BE49-F238E27FC236}">
                      <a16:creationId xmlns:a16="http://schemas.microsoft.com/office/drawing/2014/main" id="{79F4344B-42ED-756C-293B-6FBB4656D4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149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146" y="72"/>
                      </a:moveTo>
                      <a:lnTo>
                        <a:pt x="105" y="36"/>
                      </a:lnTo>
                      <a:lnTo>
                        <a:pt x="65" y="0"/>
                      </a:lnTo>
                      <a:lnTo>
                        <a:pt x="0" y="72"/>
                      </a:lnTo>
                      <a:lnTo>
                        <a:pt x="41" y="108"/>
                      </a:lnTo>
                      <a:lnTo>
                        <a:pt x="81" y="144"/>
                      </a:lnTo>
                      <a:lnTo>
                        <a:pt x="146" y="72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4" name="Freeform 2897">
                  <a:extLst>
                    <a:ext uri="{FF2B5EF4-FFF2-40B4-BE49-F238E27FC236}">
                      <a16:creationId xmlns:a16="http://schemas.microsoft.com/office/drawing/2014/main" id="{28B00188-9206-CCFC-068B-D1702A5F13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161"/>
                  <a:ext cx="7" cy="6"/>
                </a:xfrm>
                <a:custGeom>
                  <a:avLst/>
                  <a:gdLst>
                    <a:gd name="T0" fmla="*/ 0 w 44"/>
                    <a:gd name="T1" fmla="*/ 0 h 36"/>
                    <a:gd name="T2" fmla="*/ 0 w 44"/>
                    <a:gd name="T3" fmla="*/ 0 h 36"/>
                    <a:gd name="T4" fmla="*/ 0 w 44"/>
                    <a:gd name="T5" fmla="*/ 0 h 36"/>
                    <a:gd name="T6" fmla="*/ 0 w 4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6"/>
                    <a:gd name="T14" fmla="*/ 44 w 4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6">
                      <a:moveTo>
                        <a:pt x="44" y="36"/>
                      </a:moveTo>
                      <a:lnTo>
                        <a:pt x="3" y="0"/>
                      </a:lnTo>
                      <a:lnTo>
                        <a:pt x="0" y="5"/>
                      </a:lnTo>
                      <a:lnTo>
                        <a:pt x="44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5" name="Line 2898">
                  <a:extLst>
                    <a:ext uri="{FF2B5EF4-FFF2-40B4-BE49-F238E27FC236}">
                      <a16:creationId xmlns:a16="http://schemas.microsoft.com/office/drawing/2014/main" id="{8A1E9584-6C13-A453-6FBA-2875411412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34" y="3161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6" name="Freeform 2899">
                  <a:extLst>
                    <a:ext uri="{FF2B5EF4-FFF2-40B4-BE49-F238E27FC236}">
                      <a16:creationId xmlns:a16="http://schemas.microsoft.com/office/drawing/2014/main" id="{0F8D2EFE-F2DF-B23E-6E7E-8D38365B1C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162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143" y="61"/>
                      </a:moveTo>
                      <a:lnTo>
                        <a:pt x="100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lnTo>
                        <a:pt x="44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7" name="Freeform 2900">
                  <a:extLst>
                    <a:ext uri="{FF2B5EF4-FFF2-40B4-BE49-F238E27FC236}">
                      <a16:creationId xmlns:a16="http://schemas.microsoft.com/office/drawing/2014/main" id="{9F404C57-F65F-FA03-EFD0-4C28E25B12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162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143" y="61"/>
                      </a:moveTo>
                      <a:lnTo>
                        <a:pt x="100" y="31"/>
                      </a:lnTo>
                      <a:lnTo>
                        <a:pt x="56" y="0"/>
                      </a:lnTo>
                      <a:lnTo>
                        <a:pt x="0" y="79"/>
                      </a:lnTo>
                      <a:lnTo>
                        <a:pt x="44" y="110"/>
                      </a:lnTo>
                      <a:lnTo>
                        <a:pt x="87" y="141"/>
                      </a:lnTo>
                      <a:lnTo>
                        <a:pt x="143" y="61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8" name="Freeform 2901">
                  <a:extLst>
                    <a:ext uri="{FF2B5EF4-FFF2-40B4-BE49-F238E27FC236}">
                      <a16:creationId xmlns:a16="http://schemas.microsoft.com/office/drawing/2014/main" id="{1DDCA16A-7B02-4506-838E-87EA4DE4E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4" y="3175"/>
                  <a:ext cx="8" cy="5"/>
                </a:xfrm>
                <a:custGeom>
                  <a:avLst/>
                  <a:gdLst>
                    <a:gd name="T0" fmla="*/ 0 w 47"/>
                    <a:gd name="T1" fmla="*/ 0 h 31"/>
                    <a:gd name="T2" fmla="*/ 0 w 47"/>
                    <a:gd name="T3" fmla="*/ 0 h 31"/>
                    <a:gd name="T4" fmla="*/ 0 w 47"/>
                    <a:gd name="T5" fmla="*/ 0 h 31"/>
                    <a:gd name="T6" fmla="*/ 0 w 47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1"/>
                    <a:gd name="T14" fmla="*/ 47 w 47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1">
                      <a:moveTo>
                        <a:pt x="47" y="31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47" y="3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9" name="Line 2902">
                  <a:extLst>
                    <a:ext uri="{FF2B5EF4-FFF2-40B4-BE49-F238E27FC236}">
                      <a16:creationId xmlns:a16="http://schemas.microsoft.com/office/drawing/2014/main" id="{88569D8A-3948-31C0-98AC-B483438BF3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24" y="317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0" name="Freeform 2903">
                  <a:extLst>
                    <a:ext uri="{FF2B5EF4-FFF2-40B4-BE49-F238E27FC236}">
                      <a16:creationId xmlns:a16="http://schemas.microsoft.com/office/drawing/2014/main" id="{5B634818-AC1E-E60C-5A1C-FEFC0D7353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176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140" y="50"/>
                      </a:moveTo>
                      <a:lnTo>
                        <a:pt x="94" y="25"/>
                      </a:lnTo>
                      <a:lnTo>
                        <a:pt x="47" y="0"/>
                      </a:lnTo>
                      <a:lnTo>
                        <a:pt x="0" y="84"/>
                      </a:lnTo>
                      <a:lnTo>
                        <a:pt x="47" y="110"/>
                      </a:lnTo>
                      <a:lnTo>
                        <a:pt x="94" y="135"/>
                      </a:lnTo>
                      <a:lnTo>
                        <a:pt x="140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1" name="Freeform 2904">
                  <a:extLst>
                    <a:ext uri="{FF2B5EF4-FFF2-40B4-BE49-F238E27FC236}">
                      <a16:creationId xmlns:a16="http://schemas.microsoft.com/office/drawing/2014/main" id="{9E5CAD6D-4129-AC9C-5800-19976B3D0B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176"/>
                  <a:ext cx="24" cy="23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140" y="50"/>
                      </a:moveTo>
                      <a:lnTo>
                        <a:pt x="94" y="25"/>
                      </a:lnTo>
                      <a:lnTo>
                        <a:pt x="47" y="0"/>
                      </a:lnTo>
                      <a:lnTo>
                        <a:pt x="0" y="84"/>
                      </a:lnTo>
                      <a:lnTo>
                        <a:pt x="47" y="110"/>
                      </a:lnTo>
                      <a:lnTo>
                        <a:pt x="94" y="135"/>
                      </a:lnTo>
                      <a:lnTo>
                        <a:pt x="140" y="5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2" name="Freeform 2905">
                  <a:extLst>
                    <a:ext uri="{FF2B5EF4-FFF2-40B4-BE49-F238E27FC236}">
                      <a16:creationId xmlns:a16="http://schemas.microsoft.com/office/drawing/2014/main" id="{1FD39A39-DD7C-464A-4E8C-3665F95042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190"/>
                  <a:ext cx="8" cy="4"/>
                </a:xfrm>
                <a:custGeom>
                  <a:avLst/>
                  <a:gdLst>
                    <a:gd name="T0" fmla="*/ 0 w 50"/>
                    <a:gd name="T1" fmla="*/ 0 h 26"/>
                    <a:gd name="T2" fmla="*/ 0 w 50"/>
                    <a:gd name="T3" fmla="*/ 0 h 26"/>
                    <a:gd name="T4" fmla="*/ 0 w 50"/>
                    <a:gd name="T5" fmla="*/ 0 h 26"/>
                    <a:gd name="T6" fmla="*/ 0 w 50"/>
                    <a:gd name="T7" fmla="*/ 0 h 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6"/>
                    <a:gd name="T14" fmla="*/ 50 w 50"/>
                    <a:gd name="T15" fmla="*/ 26 h 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6">
                      <a:moveTo>
                        <a:pt x="50" y="26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50" y="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3" name="Line 2906">
                  <a:extLst>
                    <a:ext uri="{FF2B5EF4-FFF2-40B4-BE49-F238E27FC236}">
                      <a16:creationId xmlns:a16="http://schemas.microsoft.com/office/drawing/2014/main" id="{2A5A1747-53A7-0587-52DB-7C4DF5063E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16" y="319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4" name="Freeform 2907">
                  <a:extLst>
                    <a:ext uri="{FF2B5EF4-FFF2-40B4-BE49-F238E27FC236}">
                      <a16:creationId xmlns:a16="http://schemas.microsoft.com/office/drawing/2014/main" id="{451A6C89-72A3-E1A5-4740-75613C1145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191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5" name="Freeform 2908">
                  <a:extLst>
                    <a:ext uri="{FF2B5EF4-FFF2-40B4-BE49-F238E27FC236}">
                      <a16:creationId xmlns:a16="http://schemas.microsoft.com/office/drawing/2014/main" id="{3C8CF47D-70AC-6E20-410F-1724D14E6B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191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37" y="40"/>
                      </a:moveTo>
                      <a:lnTo>
                        <a:pt x="87" y="20"/>
                      </a:lnTo>
                      <a:lnTo>
                        <a:pt x="37" y="0"/>
                      </a:lnTo>
                      <a:lnTo>
                        <a:pt x="0" y="90"/>
                      </a:lnTo>
                      <a:lnTo>
                        <a:pt x="50" y="110"/>
                      </a:lnTo>
                      <a:lnTo>
                        <a:pt x="100" y="130"/>
                      </a:lnTo>
                      <a:lnTo>
                        <a:pt x="137" y="4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6" name="Freeform 2909">
                  <a:extLst>
                    <a:ext uri="{FF2B5EF4-FFF2-40B4-BE49-F238E27FC236}">
                      <a16:creationId xmlns:a16="http://schemas.microsoft.com/office/drawing/2014/main" id="{68B7B41F-10C7-C4A0-E7FE-1BA55EF276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9" y="3206"/>
                  <a:ext cx="9" cy="3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51" y="20"/>
                      </a:moveTo>
                      <a:lnTo>
                        <a:pt x="1" y="0"/>
                      </a:lnTo>
                      <a:lnTo>
                        <a:pt x="0" y="5"/>
                      </a:lnTo>
                      <a:lnTo>
                        <a:pt x="51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7" name="Line 2910">
                  <a:extLst>
                    <a:ext uri="{FF2B5EF4-FFF2-40B4-BE49-F238E27FC236}">
                      <a16:creationId xmlns:a16="http://schemas.microsoft.com/office/drawing/2014/main" id="{6AD3F728-614D-81B8-0AA7-E88050DA05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09" y="320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8" name="Freeform 2911">
                  <a:extLst>
                    <a:ext uri="{FF2B5EF4-FFF2-40B4-BE49-F238E27FC236}">
                      <a16:creationId xmlns:a16="http://schemas.microsoft.com/office/drawing/2014/main" id="{55937A98-8130-B19A-D018-524A069CD8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207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29" y="30"/>
                      </a:moveTo>
                      <a:lnTo>
                        <a:pt x="78" y="15"/>
                      </a:lnTo>
                      <a:lnTo>
                        <a:pt x="27" y="0"/>
                      </a:lnTo>
                      <a:lnTo>
                        <a:pt x="0" y="93"/>
                      </a:lnTo>
                      <a:lnTo>
                        <a:pt x="50" y="108"/>
                      </a:lnTo>
                      <a:lnTo>
                        <a:pt x="101" y="123"/>
                      </a:lnTo>
                      <a:lnTo>
                        <a:pt x="129" y="3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9" name="Freeform 2912">
                  <a:extLst>
                    <a:ext uri="{FF2B5EF4-FFF2-40B4-BE49-F238E27FC236}">
                      <a16:creationId xmlns:a16="http://schemas.microsoft.com/office/drawing/2014/main" id="{56AE727A-4D00-764F-F5D5-315AD8A6E1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207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29" y="30"/>
                      </a:moveTo>
                      <a:lnTo>
                        <a:pt x="78" y="15"/>
                      </a:lnTo>
                      <a:lnTo>
                        <a:pt x="27" y="0"/>
                      </a:lnTo>
                      <a:lnTo>
                        <a:pt x="0" y="93"/>
                      </a:lnTo>
                      <a:lnTo>
                        <a:pt x="50" y="108"/>
                      </a:lnTo>
                      <a:lnTo>
                        <a:pt x="101" y="123"/>
                      </a:lnTo>
                      <a:lnTo>
                        <a:pt x="129" y="3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0" name="Freeform 2913">
                  <a:extLst>
                    <a:ext uri="{FF2B5EF4-FFF2-40B4-BE49-F238E27FC236}">
                      <a16:creationId xmlns:a16="http://schemas.microsoft.com/office/drawing/2014/main" id="{C7DD21A0-8348-0F38-9BDB-BC6F780E89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4" y="3222"/>
                  <a:ext cx="9" cy="3"/>
                </a:xfrm>
                <a:custGeom>
                  <a:avLst/>
                  <a:gdLst>
                    <a:gd name="T0" fmla="*/ 0 w 53"/>
                    <a:gd name="T1" fmla="*/ 0 h 15"/>
                    <a:gd name="T2" fmla="*/ 0 w 53"/>
                    <a:gd name="T3" fmla="*/ 0 h 15"/>
                    <a:gd name="T4" fmla="*/ 0 w 53"/>
                    <a:gd name="T5" fmla="*/ 0 h 15"/>
                    <a:gd name="T6" fmla="*/ 0 w 53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5"/>
                    <a:gd name="T14" fmla="*/ 53 w 53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5">
                      <a:moveTo>
                        <a:pt x="53" y="15"/>
                      </a:moveTo>
                      <a:lnTo>
                        <a:pt x="3" y="0"/>
                      </a:lnTo>
                      <a:lnTo>
                        <a:pt x="0" y="6"/>
                      </a:lnTo>
                      <a:lnTo>
                        <a:pt x="53" y="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1" name="Line 2914">
                  <a:extLst>
                    <a:ext uri="{FF2B5EF4-FFF2-40B4-BE49-F238E27FC236}">
                      <a16:creationId xmlns:a16="http://schemas.microsoft.com/office/drawing/2014/main" id="{D9A9369B-2463-A16A-AA9E-55E318FF1C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04" y="322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2" name="Freeform 2915">
                  <a:extLst>
                    <a:ext uri="{FF2B5EF4-FFF2-40B4-BE49-F238E27FC236}">
                      <a16:creationId xmlns:a16="http://schemas.microsoft.com/office/drawing/2014/main" id="{E4C32724-8686-C49F-44F4-896650E2EA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22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21" y="17"/>
                      </a:move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lnTo>
                        <a:pt x="53" y="104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3" name="Freeform 2916">
                  <a:extLst>
                    <a:ext uri="{FF2B5EF4-FFF2-40B4-BE49-F238E27FC236}">
                      <a16:creationId xmlns:a16="http://schemas.microsoft.com/office/drawing/2014/main" id="{AA09ED25-1938-0A4A-77ED-935458696E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22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21" y="17"/>
                      </a:moveTo>
                      <a:lnTo>
                        <a:pt x="68" y="9"/>
                      </a:lnTo>
                      <a:lnTo>
                        <a:pt x="15" y="0"/>
                      </a:lnTo>
                      <a:lnTo>
                        <a:pt x="0" y="96"/>
                      </a:lnTo>
                      <a:lnTo>
                        <a:pt x="53" y="104"/>
                      </a:lnTo>
                      <a:lnTo>
                        <a:pt x="105" y="113"/>
                      </a:lnTo>
                      <a:lnTo>
                        <a:pt x="121" y="1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" name="Freeform 2917">
                  <a:extLst>
                    <a:ext uri="{FF2B5EF4-FFF2-40B4-BE49-F238E27FC236}">
                      <a16:creationId xmlns:a16="http://schemas.microsoft.com/office/drawing/2014/main" id="{2475B6B5-5032-8BF4-036A-EC0291C341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239"/>
                  <a:ext cx="9" cy="2"/>
                </a:xfrm>
                <a:custGeom>
                  <a:avLst/>
                  <a:gdLst>
                    <a:gd name="T0" fmla="*/ 0 w 53"/>
                    <a:gd name="T1" fmla="*/ 0 h 8"/>
                    <a:gd name="T2" fmla="*/ 0 w 53"/>
                    <a:gd name="T3" fmla="*/ 0 h 8"/>
                    <a:gd name="T4" fmla="*/ 0 w 53"/>
                    <a:gd name="T5" fmla="*/ 0 h 8"/>
                    <a:gd name="T6" fmla="*/ 0 w 53"/>
                    <a:gd name="T7" fmla="*/ 0 h 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8"/>
                    <a:gd name="T14" fmla="*/ 53 w 53"/>
                    <a:gd name="T15" fmla="*/ 8 h 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8">
                      <a:moveTo>
                        <a:pt x="53" y="8"/>
                      </a:moveTo>
                      <a:lnTo>
                        <a:pt x="0" y="0"/>
                      </a:lnTo>
                      <a:lnTo>
                        <a:pt x="0" y="5"/>
                      </a:lnTo>
                      <a:lnTo>
                        <a:pt x="53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5" name="Line 2918">
                  <a:extLst>
                    <a:ext uri="{FF2B5EF4-FFF2-40B4-BE49-F238E27FC236}">
                      <a16:creationId xmlns:a16="http://schemas.microsoft.com/office/drawing/2014/main" id="{1942C4EC-5F73-ABC1-E7FF-66CD9632A7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" y="323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6" name="Freeform 2919">
                  <a:extLst>
                    <a:ext uri="{FF2B5EF4-FFF2-40B4-BE49-F238E27FC236}">
                      <a16:creationId xmlns:a16="http://schemas.microsoft.com/office/drawing/2014/main" id="{09F25EC4-3D2D-6C23-3E94-324F6BFFD5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0"/>
                  <a:ext cx="18" cy="17"/>
                </a:xfrm>
                <a:custGeom>
                  <a:avLst/>
                  <a:gdLst>
                    <a:gd name="T0" fmla="*/ 0 w 111"/>
                    <a:gd name="T1" fmla="*/ 0 h 104"/>
                    <a:gd name="T2" fmla="*/ 0 w 111"/>
                    <a:gd name="T3" fmla="*/ 0 h 104"/>
                    <a:gd name="T4" fmla="*/ 0 w 111"/>
                    <a:gd name="T5" fmla="*/ 0 h 104"/>
                    <a:gd name="T6" fmla="*/ 0 w 111"/>
                    <a:gd name="T7" fmla="*/ 0 h 104"/>
                    <a:gd name="T8" fmla="*/ 0 w 111"/>
                    <a:gd name="T9" fmla="*/ 0 h 104"/>
                    <a:gd name="T10" fmla="*/ 0 w 111"/>
                    <a:gd name="T11" fmla="*/ 0 h 104"/>
                    <a:gd name="T12" fmla="*/ 0 w 11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4"/>
                    <a:gd name="T23" fmla="*/ 111 w 11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4">
                      <a:moveTo>
                        <a:pt x="111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7"/>
                      </a:lnTo>
                      <a:lnTo>
                        <a:pt x="53" y="101"/>
                      </a:lnTo>
                      <a:lnTo>
                        <a:pt x="106" y="104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7" name="Freeform 2920">
                  <a:extLst>
                    <a:ext uri="{FF2B5EF4-FFF2-40B4-BE49-F238E27FC236}">
                      <a16:creationId xmlns:a16="http://schemas.microsoft.com/office/drawing/2014/main" id="{208A6CCE-5DA6-30E5-3E81-C44427545B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0"/>
                  <a:ext cx="18" cy="17"/>
                </a:xfrm>
                <a:custGeom>
                  <a:avLst/>
                  <a:gdLst>
                    <a:gd name="T0" fmla="*/ 0 w 111"/>
                    <a:gd name="T1" fmla="*/ 0 h 104"/>
                    <a:gd name="T2" fmla="*/ 0 w 111"/>
                    <a:gd name="T3" fmla="*/ 0 h 104"/>
                    <a:gd name="T4" fmla="*/ 0 w 111"/>
                    <a:gd name="T5" fmla="*/ 0 h 104"/>
                    <a:gd name="T6" fmla="*/ 0 w 111"/>
                    <a:gd name="T7" fmla="*/ 0 h 104"/>
                    <a:gd name="T8" fmla="*/ 0 w 111"/>
                    <a:gd name="T9" fmla="*/ 0 h 104"/>
                    <a:gd name="T10" fmla="*/ 0 w 111"/>
                    <a:gd name="T11" fmla="*/ 0 h 104"/>
                    <a:gd name="T12" fmla="*/ 0 w 111"/>
                    <a:gd name="T13" fmla="*/ 0 h 10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4"/>
                    <a:gd name="T23" fmla="*/ 111 w 111"/>
                    <a:gd name="T24" fmla="*/ 104 h 10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4">
                      <a:moveTo>
                        <a:pt x="111" y="6"/>
                      </a:moveTo>
                      <a:lnTo>
                        <a:pt x="59" y="3"/>
                      </a:lnTo>
                      <a:lnTo>
                        <a:pt x="6" y="0"/>
                      </a:lnTo>
                      <a:lnTo>
                        <a:pt x="0" y="97"/>
                      </a:lnTo>
                      <a:lnTo>
                        <a:pt x="53" y="101"/>
                      </a:lnTo>
                      <a:lnTo>
                        <a:pt x="106" y="104"/>
                      </a:lnTo>
                      <a:lnTo>
                        <a:pt x="111" y="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8" name="Freeform 2921">
                  <a:extLst>
                    <a:ext uri="{FF2B5EF4-FFF2-40B4-BE49-F238E27FC236}">
                      <a16:creationId xmlns:a16="http://schemas.microsoft.com/office/drawing/2014/main" id="{A69181E6-42E5-1109-9678-B63D7311CF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6"/>
                  <a:ext cx="18" cy="10"/>
                </a:xfrm>
                <a:custGeom>
                  <a:avLst/>
                  <a:gdLst>
                    <a:gd name="T0" fmla="*/ 0 w 106"/>
                    <a:gd name="T1" fmla="*/ 0 h 57"/>
                    <a:gd name="T2" fmla="*/ 0 w 106"/>
                    <a:gd name="T3" fmla="*/ 0 h 57"/>
                    <a:gd name="T4" fmla="*/ 0 w 106"/>
                    <a:gd name="T5" fmla="*/ 0 h 57"/>
                    <a:gd name="T6" fmla="*/ 0 w 106"/>
                    <a:gd name="T7" fmla="*/ 0 h 57"/>
                    <a:gd name="T8" fmla="*/ 0 w 106"/>
                    <a:gd name="T9" fmla="*/ 0 h 57"/>
                    <a:gd name="T10" fmla="*/ 0 w 106"/>
                    <a:gd name="T11" fmla="*/ 0 h 57"/>
                    <a:gd name="T12" fmla="*/ 0 w 106"/>
                    <a:gd name="T13" fmla="*/ 0 h 57"/>
                    <a:gd name="T14" fmla="*/ 0 w 106"/>
                    <a:gd name="T15" fmla="*/ 0 h 57"/>
                    <a:gd name="T16" fmla="*/ 0 w 106"/>
                    <a:gd name="T17" fmla="*/ 0 h 57"/>
                    <a:gd name="T18" fmla="*/ 0 w 106"/>
                    <a:gd name="T19" fmla="*/ 0 h 57"/>
                    <a:gd name="T20" fmla="*/ 0 w 106"/>
                    <a:gd name="T21" fmla="*/ 0 h 57"/>
                    <a:gd name="T22" fmla="*/ 0 w 106"/>
                    <a:gd name="T23" fmla="*/ 0 h 57"/>
                    <a:gd name="T24" fmla="*/ 0 w 106"/>
                    <a:gd name="T25" fmla="*/ 0 h 57"/>
                    <a:gd name="T26" fmla="*/ 0 w 106"/>
                    <a:gd name="T27" fmla="*/ 0 h 57"/>
                    <a:gd name="T28" fmla="*/ 0 w 106"/>
                    <a:gd name="T29" fmla="*/ 0 h 57"/>
                    <a:gd name="T30" fmla="*/ 0 w 106"/>
                    <a:gd name="T31" fmla="*/ 0 h 57"/>
                    <a:gd name="T32" fmla="*/ 0 w 106"/>
                    <a:gd name="T33" fmla="*/ 0 h 5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6"/>
                    <a:gd name="T52" fmla="*/ 0 h 57"/>
                    <a:gd name="T53" fmla="*/ 106 w 106"/>
                    <a:gd name="T54" fmla="*/ 57 h 5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6" h="57">
                      <a:moveTo>
                        <a:pt x="53" y="4"/>
                      </a:moveTo>
                      <a:lnTo>
                        <a:pt x="106" y="7"/>
                      </a:lnTo>
                      <a:lnTo>
                        <a:pt x="105" y="18"/>
                      </a:lnTo>
                      <a:lnTo>
                        <a:pt x="100" y="29"/>
                      </a:lnTo>
                      <a:lnTo>
                        <a:pt x="93" y="40"/>
                      </a:lnTo>
                      <a:lnTo>
                        <a:pt x="84" y="47"/>
                      </a:lnTo>
                      <a:lnTo>
                        <a:pt x="73" y="53"/>
                      </a:lnTo>
                      <a:lnTo>
                        <a:pt x="63" y="57"/>
                      </a:lnTo>
                      <a:lnTo>
                        <a:pt x="50" y="57"/>
                      </a:lnTo>
                      <a:lnTo>
                        <a:pt x="38" y="56"/>
                      </a:lnTo>
                      <a:lnTo>
                        <a:pt x="28" y="50"/>
                      </a:lnTo>
                      <a:lnTo>
                        <a:pt x="17" y="44"/>
                      </a:lnTo>
                      <a:lnTo>
                        <a:pt x="10" y="34"/>
                      </a:lnTo>
                      <a:lnTo>
                        <a:pt x="3" y="24"/>
                      </a:lnTo>
                      <a:lnTo>
                        <a:pt x="0" y="13"/>
                      </a:lnTo>
                      <a:lnTo>
                        <a:pt x="0" y="0"/>
                      </a:lnTo>
                      <a:lnTo>
                        <a:pt x="53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9" name="Freeform 2922">
                  <a:extLst>
                    <a:ext uri="{FF2B5EF4-FFF2-40B4-BE49-F238E27FC236}">
                      <a16:creationId xmlns:a16="http://schemas.microsoft.com/office/drawing/2014/main" id="{F60A3BE2-2C46-3B40-24E5-DD784B24EE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6"/>
                  <a:ext cx="18" cy="10"/>
                </a:xfrm>
                <a:custGeom>
                  <a:avLst/>
                  <a:gdLst>
                    <a:gd name="T0" fmla="*/ 0 w 106"/>
                    <a:gd name="T1" fmla="*/ 0 h 57"/>
                    <a:gd name="T2" fmla="*/ 0 w 106"/>
                    <a:gd name="T3" fmla="*/ 0 h 57"/>
                    <a:gd name="T4" fmla="*/ 0 w 106"/>
                    <a:gd name="T5" fmla="*/ 0 h 57"/>
                    <a:gd name="T6" fmla="*/ 0 w 106"/>
                    <a:gd name="T7" fmla="*/ 0 h 57"/>
                    <a:gd name="T8" fmla="*/ 0 w 106"/>
                    <a:gd name="T9" fmla="*/ 0 h 57"/>
                    <a:gd name="T10" fmla="*/ 0 w 106"/>
                    <a:gd name="T11" fmla="*/ 0 h 57"/>
                    <a:gd name="T12" fmla="*/ 0 w 106"/>
                    <a:gd name="T13" fmla="*/ 0 h 57"/>
                    <a:gd name="T14" fmla="*/ 0 w 106"/>
                    <a:gd name="T15" fmla="*/ 0 h 57"/>
                    <a:gd name="T16" fmla="*/ 0 w 106"/>
                    <a:gd name="T17" fmla="*/ 0 h 57"/>
                    <a:gd name="T18" fmla="*/ 0 w 106"/>
                    <a:gd name="T19" fmla="*/ 0 h 57"/>
                    <a:gd name="T20" fmla="*/ 0 w 106"/>
                    <a:gd name="T21" fmla="*/ 0 h 57"/>
                    <a:gd name="T22" fmla="*/ 0 w 106"/>
                    <a:gd name="T23" fmla="*/ 0 h 57"/>
                    <a:gd name="T24" fmla="*/ 0 w 106"/>
                    <a:gd name="T25" fmla="*/ 0 h 57"/>
                    <a:gd name="T26" fmla="*/ 0 w 106"/>
                    <a:gd name="T27" fmla="*/ 0 h 57"/>
                    <a:gd name="T28" fmla="*/ 0 w 106"/>
                    <a:gd name="T29" fmla="*/ 0 h 5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6"/>
                    <a:gd name="T46" fmla="*/ 0 h 57"/>
                    <a:gd name="T47" fmla="*/ 106 w 106"/>
                    <a:gd name="T48" fmla="*/ 57 h 5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6" h="57">
                      <a:moveTo>
                        <a:pt x="106" y="7"/>
                      </a:moveTo>
                      <a:lnTo>
                        <a:pt x="105" y="18"/>
                      </a:lnTo>
                      <a:lnTo>
                        <a:pt x="100" y="29"/>
                      </a:lnTo>
                      <a:lnTo>
                        <a:pt x="93" y="40"/>
                      </a:lnTo>
                      <a:lnTo>
                        <a:pt x="84" y="47"/>
                      </a:lnTo>
                      <a:lnTo>
                        <a:pt x="73" y="53"/>
                      </a:lnTo>
                      <a:lnTo>
                        <a:pt x="63" y="57"/>
                      </a:lnTo>
                      <a:lnTo>
                        <a:pt x="50" y="57"/>
                      </a:lnTo>
                      <a:lnTo>
                        <a:pt x="38" y="56"/>
                      </a:lnTo>
                      <a:lnTo>
                        <a:pt x="28" y="50"/>
                      </a:lnTo>
                      <a:lnTo>
                        <a:pt x="17" y="44"/>
                      </a:lnTo>
                      <a:lnTo>
                        <a:pt x="10" y="34"/>
                      </a:lnTo>
                      <a:lnTo>
                        <a:pt x="3" y="24"/>
                      </a:lnTo>
                      <a:lnTo>
                        <a:pt x="0" y="1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0" name="Line 2923">
                  <a:extLst>
                    <a:ext uri="{FF2B5EF4-FFF2-40B4-BE49-F238E27FC236}">
                      <a16:creationId xmlns:a16="http://schemas.microsoft.com/office/drawing/2014/main" id="{E7C6D4E1-D46B-1D2E-4DE5-2DDD265919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8" y="3642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1" name="Line 2924">
                  <a:extLst>
                    <a:ext uri="{FF2B5EF4-FFF2-40B4-BE49-F238E27FC236}">
                      <a16:creationId xmlns:a16="http://schemas.microsoft.com/office/drawing/2014/main" id="{ACBCDBFC-F2E1-5173-0C06-6EFD8C400A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70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2" name="Line 2925">
                  <a:extLst>
                    <a:ext uri="{FF2B5EF4-FFF2-40B4-BE49-F238E27FC236}">
                      <a16:creationId xmlns:a16="http://schemas.microsoft.com/office/drawing/2014/main" id="{8945B02D-EFEB-A31C-692B-7452977C23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7" y="3642"/>
                  <a:ext cx="57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3" name="Line 2926">
                  <a:extLst>
                    <a:ext uri="{FF2B5EF4-FFF2-40B4-BE49-F238E27FC236}">
                      <a16:creationId xmlns:a16="http://schemas.microsoft.com/office/drawing/2014/main" id="{438F00BE-E1F4-5EFC-6227-8010ECD3A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43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4" name="Line 2927">
                  <a:extLst>
                    <a:ext uri="{FF2B5EF4-FFF2-40B4-BE49-F238E27FC236}">
                      <a16:creationId xmlns:a16="http://schemas.microsoft.com/office/drawing/2014/main" id="{1A03E079-8229-7F94-4975-D01A0F88F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0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5" name="Line 2928">
                  <a:extLst>
                    <a:ext uri="{FF2B5EF4-FFF2-40B4-BE49-F238E27FC236}">
                      <a16:creationId xmlns:a16="http://schemas.microsoft.com/office/drawing/2014/main" id="{849C6863-A9D6-8DD4-05AE-ECE3FB19B7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16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6" name="Line 2929">
                  <a:extLst>
                    <a:ext uri="{FF2B5EF4-FFF2-40B4-BE49-F238E27FC236}">
                      <a16:creationId xmlns:a16="http://schemas.microsoft.com/office/drawing/2014/main" id="{F836862B-6B18-CE99-DEC4-1B85539DE2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3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7" name="Line 2930">
                  <a:extLst>
                    <a:ext uri="{FF2B5EF4-FFF2-40B4-BE49-F238E27FC236}">
                      <a16:creationId xmlns:a16="http://schemas.microsoft.com/office/drawing/2014/main" id="{02F74E22-0F61-B20D-6B8D-A82CEBE300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9" y="3642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8" name="Line 2931">
                  <a:extLst>
                    <a:ext uri="{FF2B5EF4-FFF2-40B4-BE49-F238E27FC236}">
                      <a16:creationId xmlns:a16="http://schemas.microsoft.com/office/drawing/2014/main" id="{44D93955-A7B7-2E42-2E43-410E8FA620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3642"/>
                  <a:ext cx="43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9" name="Freeform 2932">
                  <a:extLst>
                    <a:ext uri="{FF2B5EF4-FFF2-40B4-BE49-F238E27FC236}">
                      <a16:creationId xmlns:a16="http://schemas.microsoft.com/office/drawing/2014/main" id="{92292248-47D8-E907-4835-2849FB7456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58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0" name="Freeform 2933">
                  <a:extLst>
                    <a:ext uri="{FF2B5EF4-FFF2-40B4-BE49-F238E27FC236}">
                      <a16:creationId xmlns:a16="http://schemas.microsoft.com/office/drawing/2014/main" id="{CD5E7369-4312-F1A5-30C9-66F4796BF8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585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1" name="Freeform 2934">
                  <a:extLst>
                    <a:ext uri="{FF2B5EF4-FFF2-40B4-BE49-F238E27FC236}">
                      <a16:creationId xmlns:a16="http://schemas.microsoft.com/office/drawing/2014/main" id="{7C1B73AB-2E43-3A19-A5E2-7048E8940C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585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2" name="Freeform 2935">
                  <a:extLst>
                    <a:ext uri="{FF2B5EF4-FFF2-40B4-BE49-F238E27FC236}">
                      <a16:creationId xmlns:a16="http://schemas.microsoft.com/office/drawing/2014/main" id="{FDB1C092-26C3-F5F3-838B-44440C147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585"/>
                  <a:ext cx="288" cy="18"/>
                </a:xfrm>
                <a:custGeom>
                  <a:avLst/>
                  <a:gdLst>
                    <a:gd name="T0" fmla="*/ 0 w 1730"/>
                    <a:gd name="T1" fmla="*/ 0 h 107"/>
                    <a:gd name="T2" fmla="*/ 0 w 1730"/>
                    <a:gd name="T3" fmla="*/ 0 h 107"/>
                    <a:gd name="T4" fmla="*/ 0 w 1730"/>
                    <a:gd name="T5" fmla="*/ 0 h 107"/>
                    <a:gd name="T6" fmla="*/ 0 w 1730"/>
                    <a:gd name="T7" fmla="*/ 0 h 107"/>
                    <a:gd name="T8" fmla="*/ 0 w 1730"/>
                    <a:gd name="T9" fmla="*/ 0 h 107"/>
                    <a:gd name="T10" fmla="*/ 0 w 1730"/>
                    <a:gd name="T11" fmla="*/ 0 h 107"/>
                    <a:gd name="T12" fmla="*/ 0 w 1730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30"/>
                    <a:gd name="T22" fmla="*/ 0 h 107"/>
                    <a:gd name="T23" fmla="*/ 1730 w 1730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30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1730" y="107"/>
                      </a:lnTo>
                      <a:lnTo>
                        <a:pt x="1730" y="54"/>
                      </a:lnTo>
                      <a:lnTo>
                        <a:pt x="17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3" name="Freeform 2936">
                  <a:extLst>
                    <a:ext uri="{FF2B5EF4-FFF2-40B4-BE49-F238E27FC236}">
                      <a16:creationId xmlns:a16="http://schemas.microsoft.com/office/drawing/2014/main" id="{AF9EC4AD-9548-EE41-76CB-462E11C484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58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3"/>
                      </a:lnTo>
                      <a:lnTo>
                        <a:pt x="42" y="21"/>
                      </a:lnTo>
                      <a:lnTo>
                        <a:pt x="48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4" name="Freeform 2937">
                  <a:extLst>
                    <a:ext uri="{FF2B5EF4-FFF2-40B4-BE49-F238E27FC236}">
                      <a16:creationId xmlns:a16="http://schemas.microsoft.com/office/drawing/2014/main" id="{5C496503-13CF-2D06-E61A-8AE6D22D1F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8" y="3585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2" y="2"/>
                      </a:lnTo>
                      <a:lnTo>
                        <a:pt x="24" y="6"/>
                      </a:lnTo>
                      <a:lnTo>
                        <a:pt x="33" y="13"/>
                      </a:lnTo>
                      <a:lnTo>
                        <a:pt x="42" y="21"/>
                      </a:lnTo>
                      <a:lnTo>
                        <a:pt x="48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8" y="77"/>
                      </a:lnTo>
                      <a:lnTo>
                        <a:pt x="42" y="87"/>
                      </a:lnTo>
                      <a:lnTo>
                        <a:pt x="33" y="95"/>
                      </a:lnTo>
                      <a:lnTo>
                        <a:pt x="24" y="102"/>
                      </a:lnTo>
                      <a:lnTo>
                        <a:pt x="12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5" name="Freeform 2938">
                  <a:extLst>
                    <a:ext uri="{FF2B5EF4-FFF2-40B4-BE49-F238E27FC236}">
                      <a16:creationId xmlns:a16="http://schemas.microsoft.com/office/drawing/2014/main" id="{0E9C6B08-8E7A-3F83-85AC-44C242ECBE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29"/>
                  <a:ext cx="18" cy="10"/>
                </a:xfrm>
                <a:custGeom>
                  <a:avLst/>
                  <a:gdLst>
                    <a:gd name="T0" fmla="*/ 0 w 106"/>
                    <a:gd name="T1" fmla="*/ 0 h 56"/>
                    <a:gd name="T2" fmla="*/ 0 w 106"/>
                    <a:gd name="T3" fmla="*/ 0 h 56"/>
                    <a:gd name="T4" fmla="*/ 0 w 106"/>
                    <a:gd name="T5" fmla="*/ 0 h 56"/>
                    <a:gd name="T6" fmla="*/ 0 w 106"/>
                    <a:gd name="T7" fmla="*/ 0 h 56"/>
                    <a:gd name="T8" fmla="*/ 0 w 106"/>
                    <a:gd name="T9" fmla="*/ 0 h 56"/>
                    <a:gd name="T10" fmla="*/ 0 w 106"/>
                    <a:gd name="T11" fmla="*/ 0 h 56"/>
                    <a:gd name="T12" fmla="*/ 0 w 106"/>
                    <a:gd name="T13" fmla="*/ 0 h 56"/>
                    <a:gd name="T14" fmla="*/ 0 w 106"/>
                    <a:gd name="T15" fmla="*/ 0 h 56"/>
                    <a:gd name="T16" fmla="*/ 0 w 106"/>
                    <a:gd name="T17" fmla="*/ 0 h 56"/>
                    <a:gd name="T18" fmla="*/ 0 w 106"/>
                    <a:gd name="T19" fmla="*/ 0 h 56"/>
                    <a:gd name="T20" fmla="*/ 0 w 106"/>
                    <a:gd name="T21" fmla="*/ 0 h 56"/>
                    <a:gd name="T22" fmla="*/ 0 w 106"/>
                    <a:gd name="T23" fmla="*/ 0 h 56"/>
                    <a:gd name="T24" fmla="*/ 0 w 106"/>
                    <a:gd name="T25" fmla="*/ 0 h 56"/>
                    <a:gd name="T26" fmla="*/ 0 w 106"/>
                    <a:gd name="T27" fmla="*/ 0 h 56"/>
                    <a:gd name="T28" fmla="*/ 0 w 106"/>
                    <a:gd name="T29" fmla="*/ 0 h 56"/>
                    <a:gd name="T30" fmla="*/ 0 w 106"/>
                    <a:gd name="T31" fmla="*/ 0 h 56"/>
                    <a:gd name="T32" fmla="*/ 0 w 106"/>
                    <a:gd name="T33" fmla="*/ 0 h 5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6"/>
                    <a:gd name="T52" fmla="*/ 0 h 56"/>
                    <a:gd name="T53" fmla="*/ 106 w 106"/>
                    <a:gd name="T54" fmla="*/ 56 h 5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6" h="56">
                      <a:moveTo>
                        <a:pt x="53" y="53"/>
                      </a:moveTo>
                      <a:lnTo>
                        <a:pt x="0" y="56"/>
                      </a:lnTo>
                      <a:lnTo>
                        <a:pt x="0" y="44"/>
                      </a:ln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3"/>
                      </a:lnTo>
                      <a:lnTo>
                        <a:pt x="28" y="6"/>
                      </a:lnTo>
                      <a:lnTo>
                        <a:pt x="38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3" y="3"/>
                      </a:lnTo>
                      <a:lnTo>
                        <a:pt x="84" y="10"/>
                      </a:lnTo>
                      <a:lnTo>
                        <a:pt x="93" y="17"/>
                      </a:lnTo>
                      <a:lnTo>
                        <a:pt x="100" y="28"/>
                      </a:lnTo>
                      <a:lnTo>
                        <a:pt x="105" y="38"/>
                      </a:lnTo>
                      <a:lnTo>
                        <a:pt x="106" y="50"/>
                      </a:lnTo>
                      <a:lnTo>
                        <a:pt x="5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6" name="Freeform 2939">
                  <a:extLst>
                    <a:ext uri="{FF2B5EF4-FFF2-40B4-BE49-F238E27FC236}">
                      <a16:creationId xmlns:a16="http://schemas.microsoft.com/office/drawing/2014/main" id="{2FDA8792-7930-D519-5595-AA4A617A29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29"/>
                  <a:ext cx="18" cy="10"/>
                </a:xfrm>
                <a:custGeom>
                  <a:avLst/>
                  <a:gdLst>
                    <a:gd name="T0" fmla="*/ 0 w 106"/>
                    <a:gd name="T1" fmla="*/ 0 h 56"/>
                    <a:gd name="T2" fmla="*/ 0 w 106"/>
                    <a:gd name="T3" fmla="*/ 0 h 56"/>
                    <a:gd name="T4" fmla="*/ 0 w 106"/>
                    <a:gd name="T5" fmla="*/ 0 h 56"/>
                    <a:gd name="T6" fmla="*/ 0 w 106"/>
                    <a:gd name="T7" fmla="*/ 0 h 56"/>
                    <a:gd name="T8" fmla="*/ 0 w 106"/>
                    <a:gd name="T9" fmla="*/ 0 h 56"/>
                    <a:gd name="T10" fmla="*/ 0 w 106"/>
                    <a:gd name="T11" fmla="*/ 0 h 56"/>
                    <a:gd name="T12" fmla="*/ 0 w 106"/>
                    <a:gd name="T13" fmla="*/ 0 h 56"/>
                    <a:gd name="T14" fmla="*/ 0 w 106"/>
                    <a:gd name="T15" fmla="*/ 0 h 56"/>
                    <a:gd name="T16" fmla="*/ 0 w 106"/>
                    <a:gd name="T17" fmla="*/ 0 h 56"/>
                    <a:gd name="T18" fmla="*/ 0 w 106"/>
                    <a:gd name="T19" fmla="*/ 0 h 56"/>
                    <a:gd name="T20" fmla="*/ 0 w 106"/>
                    <a:gd name="T21" fmla="*/ 0 h 56"/>
                    <a:gd name="T22" fmla="*/ 0 w 106"/>
                    <a:gd name="T23" fmla="*/ 0 h 56"/>
                    <a:gd name="T24" fmla="*/ 0 w 106"/>
                    <a:gd name="T25" fmla="*/ 0 h 56"/>
                    <a:gd name="T26" fmla="*/ 0 w 106"/>
                    <a:gd name="T27" fmla="*/ 0 h 56"/>
                    <a:gd name="T28" fmla="*/ 0 w 106"/>
                    <a:gd name="T29" fmla="*/ 0 h 5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6"/>
                    <a:gd name="T46" fmla="*/ 0 h 56"/>
                    <a:gd name="T47" fmla="*/ 106 w 106"/>
                    <a:gd name="T48" fmla="*/ 56 h 5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6" h="56">
                      <a:moveTo>
                        <a:pt x="0" y="56"/>
                      </a:moveTo>
                      <a:lnTo>
                        <a:pt x="0" y="44"/>
                      </a:lnTo>
                      <a:lnTo>
                        <a:pt x="3" y="33"/>
                      </a:lnTo>
                      <a:lnTo>
                        <a:pt x="10" y="22"/>
                      </a:lnTo>
                      <a:lnTo>
                        <a:pt x="17" y="13"/>
                      </a:lnTo>
                      <a:lnTo>
                        <a:pt x="28" y="6"/>
                      </a:lnTo>
                      <a:lnTo>
                        <a:pt x="38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3" y="3"/>
                      </a:lnTo>
                      <a:lnTo>
                        <a:pt x="84" y="10"/>
                      </a:lnTo>
                      <a:lnTo>
                        <a:pt x="93" y="17"/>
                      </a:lnTo>
                      <a:lnTo>
                        <a:pt x="100" y="28"/>
                      </a:lnTo>
                      <a:lnTo>
                        <a:pt x="105" y="38"/>
                      </a:lnTo>
                      <a:lnTo>
                        <a:pt x="106" y="5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7" name="Freeform 2940">
                  <a:extLst>
                    <a:ext uri="{FF2B5EF4-FFF2-40B4-BE49-F238E27FC236}">
                      <a16:creationId xmlns:a16="http://schemas.microsoft.com/office/drawing/2014/main" id="{385909F1-6EE5-03E0-CBCA-E425C668AA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lnTo>
                        <a:pt x="59" y="99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8" name="Freeform 2941">
                  <a:extLst>
                    <a:ext uri="{FF2B5EF4-FFF2-40B4-BE49-F238E27FC236}">
                      <a16:creationId xmlns:a16="http://schemas.microsoft.com/office/drawing/2014/main" id="{FC5AC1C0-8060-5910-38F3-81D89D5717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17"/>
                </a:xfrm>
                <a:custGeom>
                  <a:avLst/>
                  <a:gdLst>
                    <a:gd name="T0" fmla="*/ 0 w 111"/>
                    <a:gd name="T1" fmla="*/ 0 h 103"/>
                    <a:gd name="T2" fmla="*/ 0 w 111"/>
                    <a:gd name="T3" fmla="*/ 0 h 103"/>
                    <a:gd name="T4" fmla="*/ 0 w 111"/>
                    <a:gd name="T5" fmla="*/ 0 h 103"/>
                    <a:gd name="T6" fmla="*/ 0 w 111"/>
                    <a:gd name="T7" fmla="*/ 0 h 103"/>
                    <a:gd name="T8" fmla="*/ 0 w 111"/>
                    <a:gd name="T9" fmla="*/ 0 h 103"/>
                    <a:gd name="T10" fmla="*/ 0 w 111"/>
                    <a:gd name="T11" fmla="*/ 0 h 103"/>
                    <a:gd name="T12" fmla="*/ 0 w 111"/>
                    <a:gd name="T13" fmla="*/ 0 h 10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1"/>
                    <a:gd name="T22" fmla="*/ 0 h 103"/>
                    <a:gd name="T23" fmla="*/ 111 w 111"/>
                    <a:gd name="T24" fmla="*/ 103 h 10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1" h="103">
                      <a:moveTo>
                        <a:pt x="106" y="0"/>
                      </a:moveTo>
                      <a:lnTo>
                        <a:pt x="53" y="3"/>
                      </a:lnTo>
                      <a:lnTo>
                        <a:pt x="0" y="6"/>
                      </a:lnTo>
                      <a:lnTo>
                        <a:pt x="6" y="103"/>
                      </a:lnTo>
                      <a:lnTo>
                        <a:pt x="59" y="99"/>
                      </a:lnTo>
                      <a:lnTo>
                        <a:pt x="111" y="9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49" name="Freeform 2942">
                  <a:extLst>
                    <a:ext uri="{FF2B5EF4-FFF2-40B4-BE49-F238E27FC236}">
                      <a16:creationId xmlns:a16="http://schemas.microsoft.com/office/drawing/2014/main" id="{B0F53A9B-A105-E49C-BE8A-AF95EBE192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754"/>
                  <a:ext cx="9" cy="2"/>
                </a:xfrm>
                <a:custGeom>
                  <a:avLst/>
                  <a:gdLst>
                    <a:gd name="T0" fmla="*/ 0 w 53"/>
                    <a:gd name="T1" fmla="*/ 0 h 9"/>
                    <a:gd name="T2" fmla="*/ 0 w 53"/>
                    <a:gd name="T3" fmla="*/ 0 h 9"/>
                    <a:gd name="T4" fmla="*/ 0 w 53"/>
                    <a:gd name="T5" fmla="*/ 0 h 9"/>
                    <a:gd name="T6" fmla="*/ 0 w 53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9"/>
                    <a:gd name="T14" fmla="*/ 53 w 53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9">
                      <a:moveTo>
                        <a:pt x="53" y="0"/>
                      </a:moveTo>
                      <a:lnTo>
                        <a:pt x="0" y="4"/>
                      </a:lnTo>
                      <a:lnTo>
                        <a:pt x="0" y="9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0" name="Line 2943">
                  <a:extLst>
                    <a:ext uri="{FF2B5EF4-FFF2-40B4-BE49-F238E27FC236}">
                      <a16:creationId xmlns:a16="http://schemas.microsoft.com/office/drawing/2014/main" id="{1AD4F923-08DD-7F79-CD7A-D78D6964AB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2" y="3755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1" name="Freeform 2944">
                  <a:extLst>
                    <a:ext uri="{FF2B5EF4-FFF2-40B4-BE49-F238E27FC236}">
                      <a16:creationId xmlns:a16="http://schemas.microsoft.com/office/drawing/2014/main" id="{6442DF68-9A87-C7F8-BFFB-17423B1B5C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7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05" y="0"/>
                      </a:move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3"/>
                      </a:lnTo>
                      <a:lnTo>
                        <a:pt x="68" y="105"/>
                      </a:lnTo>
                      <a:lnTo>
                        <a:pt x="121" y="96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2" name="Freeform 2945">
                  <a:extLst>
                    <a:ext uri="{FF2B5EF4-FFF2-40B4-BE49-F238E27FC236}">
                      <a16:creationId xmlns:a16="http://schemas.microsoft.com/office/drawing/2014/main" id="{7B06DB3C-2A51-96F7-6546-C1A1468C5E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2" y="3753"/>
                  <a:ext cx="20" cy="19"/>
                </a:xfrm>
                <a:custGeom>
                  <a:avLst/>
                  <a:gdLst>
                    <a:gd name="T0" fmla="*/ 0 w 121"/>
                    <a:gd name="T1" fmla="*/ 0 h 113"/>
                    <a:gd name="T2" fmla="*/ 0 w 121"/>
                    <a:gd name="T3" fmla="*/ 0 h 113"/>
                    <a:gd name="T4" fmla="*/ 0 w 121"/>
                    <a:gd name="T5" fmla="*/ 0 h 113"/>
                    <a:gd name="T6" fmla="*/ 0 w 121"/>
                    <a:gd name="T7" fmla="*/ 0 h 113"/>
                    <a:gd name="T8" fmla="*/ 0 w 121"/>
                    <a:gd name="T9" fmla="*/ 0 h 113"/>
                    <a:gd name="T10" fmla="*/ 0 w 121"/>
                    <a:gd name="T11" fmla="*/ 0 h 113"/>
                    <a:gd name="T12" fmla="*/ 0 w 121"/>
                    <a:gd name="T13" fmla="*/ 0 h 1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1"/>
                    <a:gd name="T22" fmla="*/ 0 h 113"/>
                    <a:gd name="T23" fmla="*/ 121 w 121"/>
                    <a:gd name="T24" fmla="*/ 113 h 11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1" h="113">
                      <a:moveTo>
                        <a:pt x="105" y="0"/>
                      </a:moveTo>
                      <a:lnTo>
                        <a:pt x="53" y="8"/>
                      </a:lnTo>
                      <a:lnTo>
                        <a:pt x="0" y="17"/>
                      </a:lnTo>
                      <a:lnTo>
                        <a:pt x="15" y="113"/>
                      </a:lnTo>
                      <a:lnTo>
                        <a:pt x="68" y="105"/>
                      </a:lnTo>
                      <a:lnTo>
                        <a:pt x="121" y="96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3" name="Freeform 2946">
                  <a:extLst>
                    <a:ext uri="{FF2B5EF4-FFF2-40B4-BE49-F238E27FC236}">
                      <a16:creationId xmlns:a16="http://schemas.microsoft.com/office/drawing/2014/main" id="{588D1BED-C949-3D79-468F-BFCB18164E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4" y="3770"/>
                  <a:ext cx="9" cy="3"/>
                </a:xfrm>
                <a:custGeom>
                  <a:avLst/>
                  <a:gdLst>
                    <a:gd name="T0" fmla="*/ 0 w 53"/>
                    <a:gd name="T1" fmla="*/ 0 h 15"/>
                    <a:gd name="T2" fmla="*/ 0 w 53"/>
                    <a:gd name="T3" fmla="*/ 0 h 15"/>
                    <a:gd name="T4" fmla="*/ 0 w 53"/>
                    <a:gd name="T5" fmla="*/ 0 h 15"/>
                    <a:gd name="T6" fmla="*/ 0 w 53"/>
                    <a:gd name="T7" fmla="*/ 0 h 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3"/>
                    <a:gd name="T13" fmla="*/ 0 h 15"/>
                    <a:gd name="T14" fmla="*/ 53 w 53"/>
                    <a:gd name="T15" fmla="*/ 15 h 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3" h="15">
                      <a:moveTo>
                        <a:pt x="53" y="0"/>
                      </a:moveTo>
                      <a:lnTo>
                        <a:pt x="0" y="8"/>
                      </a:lnTo>
                      <a:lnTo>
                        <a:pt x="3" y="1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4" name="Line 2947">
                  <a:extLst>
                    <a:ext uri="{FF2B5EF4-FFF2-40B4-BE49-F238E27FC236}">
                      <a16:creationId xmlns:a16="http://schemas.microsoft.com/office/drawing/2014/main" id="{48DE03E2-21FC-B05C-81DA-741032227C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4" y="377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5" name="Freeform 2948">
                  <a:extLst>
                    <a:ext uri="{FF2B5EF4-FFF2-40B4-BE49-F238E27FC236}">
                      <a16:creationId xmlns:a16="http://schemas.microsoft.com/office/drawing/2014/main" id="{14620AD0-7AAE-DF81-0C35-28232FBAD8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768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01" y="0"/>
                      </a:moveTo>
                      <a:lnTo>
                        <a:pt x="50" y="15"/>
                      </a:lnTo>
                      <a:lnTo>
                        <a:pt x="0" y="30"/>
                      </a:lnTo>
                      <a:lnTo>
                        <a:pt x="27" y="123"/>
                      </a:lnTo>
                      <a:lnTo>
                        <a:pt x="78" y="108"/>
                      </a:lnTo>
                      <a:lnTo>
                        <a:pt x="129" y="93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6" name="Freeform 2949">
                  <a:extLst>
                    <a:ext uri="{FF2B5EF4-FFF2-40B4-BE49-F238E27FC236}">
                      <a16:creationId xmlns:a16="http://schemas.microsoft.com/office/drawing/2014/main" id="{146E4F5E-2F64-5BAE-7C6C-9643F6F5D0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5" y="3768"/>
                  <a:ext cx="21" cy="20"/>
                </a:xfrm>
                <a:custGeom>
                  <a:avLst/>
                  <a:gdLst>
                    <a:gd name="T0" fmla="*/ 0 w 129"/>
                    <a:gd name="T1" fmla="*/ 0 h 123"/>
                    <a:gd name="T2" fmla="*/ 0 w 129"/>
                    <a:gd name="T3" fmla="*/ 0 h 123"/>
                    <a:gd name="T4" fmla="*/ 0 w 129"/>
                    <a:gd name="T5" fmla="*/ 0 h 123"/>
                    <a:gd name="T6" fmla="*/ 0 w 129"/>
                    <a:gd name="T7" fmla="*/ 0 h 123"/>
                    <a:gd name="T8" fmla="*/ 0 w 129"/>
                    <a:gd name="T9" fmla="*/ 0 h 123"/>
                    <a:gd name="T10" fmla="*/ 0 w 129"/>
                    <a:gd name="T11" fmla="*/ 0 h 123"/>
                    <a:gd name="T12" fmla="*/ 0 w 129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9"/>
                    <a:gd name="T22" fmla="*/ 0 h 123"/>
                    <a:gd name="T23" fmla="*/ 129 w 129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9" h="123">
                      <a:moveTo>
                        <a:pt x="101" y="0"/>
                      </a:moveTo>
                      <a:lnTo>
                        <a:pt x="50" y="15"/>
                      </a:lnTo>
                      <a:lnTo>
                        <a:pt x="0" y="30"/>
                      </a:lnTo>
                      <a:lnTo>
                        <a:pt x="27" y="123"/>
                      </a:lnTo>
                      <a:lnTo>
                        <a:pt x="78" y="108"/>
                      </a:lnTo>
                      <a:lnTo>
                        <a:pt x="129" y="93"/>
                      </a:lnTo>
                      <a:lnTo>
                        <a:pt x="10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7" name="Freeform 2950">
                  <a:extLst>
                    <a:ext uri="{FF2B5EF4-FFF2-40B4-BE49-F238E27FC236}">
                      <a16:creationId xmlns:a16="http://schemas.microsoft.com/office/drawing/2014/main" id="{96781175-DA26-93ED-3FFA-AC74283A3F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9" y="3786"/>
                  <a:ext cx="9" cy="3"/>
                </a:xfrm>
                <a:custGeom>
                  <a:avLst/>
                  <a:gdLst>
                    <a:gd name="T0" fmla="*/ 0 w 51"/>
                    <a:gd name="T1" fmla="*/ 0 h 20"/>
                    <a:gd name="T2" fmla="*/ 0 w 51"/>
                    <a:gd name="T3" fmla="*/ 0 h 20"/>
                    <a:gd name="T4" fmla="*/ 0 w 51"/>
                    <a:gd name="T5" fmla="*/ 0 h 20"/>
                    <a:gd name="T6" fmla="*/ 0 w 51"/>
                    <a:gd name="T7" fmla="*/ 0 h 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1"/>
                    <a:gd name="T13" fmla="*/ 0 h 20"/>
                    <a:gd name="T14" fmla="*/ 51 w 51"/>
                    <a:gd name="T15" fmla="*/ 20 h 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1" h="20">
                      <a:moveTo>
                        <a:pt x="51" y="0"/>
                      </a:moveTo>
                      <a:lnTo>
                        <a:pt x="0" y="15"/>
                      </a:lnTo>
                      <a:lnTo>
                        <a:pt x="1" y="20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8" name="Line 2951">
                  <a:extLst>
                    <a:ext uri="{FF2B5EF4-FFF2-40B4-BE49-F238E27FC236}">
                      <a16:creationId xmlns:a16="http://schemas.microsoft.com/office/drawing/2014/main" id="{109D58E7-D6B4-B602-8EAC-090BB48386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09" y="378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9" name="Freeform 2952">
                  <a:extLst>
                    <a:ext uri="{FF2B5EF4-FFF2-40B4-BE49-F238E27FC236}">
                      <a16:creationId xmlns:a16="http://schemas.microsoft.com/office/drawing/2014/main" id="{39257B6C-B9AA-1F18-84B9-1AF16A9C66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782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" name="Freeform 2953">
                  <a:extLst>
                    <a:ext uri="{FF2B5EF4-FFF2-40B4-BE49-F238E27FC236}">
                      <a16:creationId xmlns:a16="http://schemas.microsoft.com/office/drawing/2014/main" id="{F9ABEC22-0CF6-9FED-A9C8-3D2DFD2D32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3782"/>
                  <a:ext cx="22" cy="22"/>
                </a:xfrm>
                <a:custGeom>
                  <a:avLst/>
                  <a:gdLst>
                    <a:gd name="T0" fmla="*/ 0 w 137"/>
                    <a:gd name="T1" fmla="*/ 0 h 130"/>
                    <a:gd name="T2" fmla="*/ 0 w 137"/>
                    <a:gd name="T3" fmla="*/ 0 h 130"/>
                    <a:gd name="T4" fmla="*/ 0 w 137"/>
                    <a:gd name="T5" fmla="*/ 0 h 130"/>
                    <a:gd name="T6" fmla="*/ 0 w 137"/>
                    <a:gd name="T7" fmla="*/ 0 h 130"/>
                    <a:gd name="T8" fmla="*/ 0 w 137"/>
                    <a:gd name="T9" fmla="*/ 0 h 130"/>
                    <a:gd name="T10" fmla="*/ 0 w 137"/>
                    <a:gd name="T11" fmla="*/ 0 h 130"/>
                    <a:gd name="T12" fmla="*/ 0 w 137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7"/>
                    <a:gd name="T22" fmla="*/ 0 h 130"/>
                    <a:gd name="T23" fmla="*/ 137 w 137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7" h="130">
                      <a:moveTo>
                        <a:pt x="100" y="0"/>
                      </a:moveTo>
                      <a:lnTo>
                        <a:pt x="50" y="20"/>
                      </a:lnTo>
                      <a:lnTo>
                        <a:pt x="0" y="40"/>
                      </a:lnTo>
                      <a:lnTo>
                        <a:pt x="37" y="130"/>
                      </a:lnTo>
                      <a:lnTo>
                        <a:pt x="87" y="110"/>
                      </a:lnTo>
                      <a:lnTo>
                        <a:pt x="137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1" name="Freeform 2954">
                  <a:extLst>
                    <a:ext uri="{FF2B5EF4-FFF2-40B4-BE49-F238E27FC236}">
                      <a16:creationId xmlns:a16="http://schemas.microsoft.com/office/drawing/2014/main" id="{AB23D28C-E418-8C03-4304-8CA7CCA947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801"/>
                  <a:ext cx="8" cy="4"/>
                </a:xfrm>
                <a:custGeom>
                  <a:avLst/>
                  <a:gdLst>
                    <a:gd name="T0" fmla="*/ 0 w 50"/>
                    <a:gd name="T1" fmla="*/ 0 h 25"/>
                    <a:gd name="T2" fmla="*/ 0 w 50"/>
                    <a:gd name="T3" fmla="*/ 0 h 25"/>
                    <a:gd name="T4" fmla="*/ 0 w 50"/>
                    <a:gd name="T5" fmla="*/ 0 h 25"/>
                    <a:gd name="T6" fmla="*/ 0 w 50"/>
                    <a:gd name="T7" fmla="*/ 0 h 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0"/>
                    <a:gd name="T13" fmla="*/ 0 h 25"/>
                    <a:gd name="T14" fmla="*/ 50 w 50"/>
                    <a:gd name="T15" fmla="*/ 25 h 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0" h="25">
                      <a:moveTo>
                        <a:pt x="50" y="0"/>
                      </a:moveTo>
                      <a:lnTo>
                        <a:pt x="0" y="20"/>
                      </a:lnTo>
                      <a:lnTo>
                        <a:pt x="3" y="25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2" name="Line 2955">
                  <a:extLst>
                    <a:ext uri="{FF2B5EF4-FFF2-40B4-BE49-F238E27FC236}">
                      <a16:creationId xmlns:a16="http://schemas.microsoft.com/office/drawing/2014/main" id="{8C5597F7-1721-9145-7FC0-4C66723852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3804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3" name="Freeform 2956">
                  <a:extLst>
                    <a:ext uri="{FF2B5EF4-FFF2-40B4-BE49-F238E27FC236}">
                      <a16:creationId xmlns:a16="http://schemas.microsoft.com/office/drawing/2014/main" id="{E321AE77-705D-092F-1098-E7C0FB99F9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797"/>
                  <a:ext cx="24" cy="22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94" y="0"/>
                      </a:moveTo>
                      <a:lnTo>
                        <a:pt x="47" y="25"/>
                      </a:lnTo>
                      <a:lnTo>
                        <a:pt x="0" y="50"/>
                      </a:lnTo>
                      <a:lnTo>
                        <a:pt x="47" y="135"/>
                      </a:lnTo>
                      <a:lnTo>
                        <a:pt x="94" y="110"/>
                      </a:lnTo>
                      <a:lnTo>
                        <a:pt x="140" y="84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4" name="Freeform 2957">
                  <a:extLst>
                    <a:ext uri="{FF2B5EF4-FFF2-40B4-BE49-F238E27FC236}">
                      <a16:creationId xmlns:a16="http://schemas.microsoft.com/office/drawing/2014/main" id="{2FD32A4B-3D1D-01EA-6296-CB122581B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6" y="3797"/>
                  <a:ext cx="24" cy="22"/>
                </a:xfrm>
                <a:custGeom>
                  <a:avLst/>
                  <a:gdLst>
                    <a:gd name="T0" fmla="*/ 0 w 140"/>
                    <a:gd name="T1" fmla="*/ 0 h 135"/>
                    <a:gd name="T2" fmla="*/ 0 w 140"/>
                    <a:gd name="T3" fmla="*/ 0 h 135"/>
                    <a:gd name="T4" fmla="*/ 0 w 140"/>
                    <a:gd name="T5" fmla="*/ 0 h 135"/>
                    <a:gd name="T6" fmla="*/ 0 w 140"/>
                    <a:gd name="T7" fmla="*/ 0 h 135"/>
                    <a:gd name="T8" fmla="*/ 0 w 140"/>
                    <a:gd name="T9" fmla="*/ 0 h 135"/>
                    <a:gd name="T10" fmla="*/ 0 w 140"/>
                    <a:gd name="T11" fmla="*/ 0 h 135"/>
                    <a:gd name="T12" fmla="*/ 0 w 140"/>
                    <a:gd name="T13" fmla="*/ 0 h 1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0"/>
                    <a:gd name="T22" fmla="*/ 0 h 135"/>
                    <a:gd name="T23" fmla="*/ 140 w 140"/>
                    <a:gd name="T24" fmla="*/ 135 h 1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0" h="135">
                      <a:moveTo>
                        <a:pt x="94" y="0"/>
                      </a:moveTo>
                      <a:lnTo>
                        <a:pt x="47" y="25"/>
                      </a:lnTo>
                      <a:lnTo>
                        <a:pt x="0" y="50"/>
                      </a:lnTo>
                      <a:lnTo>
                        <a:pt x="47" y="135"/>
                      </a:lnTo>
                      <a:lnTo>
                        <a:pt x="94" y="110"/>
                      </a:lnTo>
                      <a:lnTo>
                        <a:pt x="140" y="84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5" name="Freeform 2958">
                  <a:extLst>
                    <a:ext uri="{FF2B5EF4-FFF2-40B4-BE49-F238E27FC236}">
                      <a16:creationId xmlns:a16="http://schemas.microsoft.com/office/drawing/2014/main" id="{5E5D94D7-49A0-8B85-FADC-DD56405323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4" y="3815"/>
                  <a:ext cx="8" cy="5"/>
                </a:xfrm>
                <a:custGeom>
                  <a:avLst/>
                  <a:gdLst>
                    <a:gd name="T0" fmla="*/ 0 w 47"/>
                    <a:gd name="T1" fmla="*/ 0 h 30"/>
                    <a:gd name="T2" fmla="*/ 0 w 47"/>
                    <a:gd name="T3" fmla="*/ 0 h 30"/>
                    <a:gd name="T4" fmla="*/ 0 w 47"/>
                    <a:gd name="T5" fmla="*/ 0 h 30"/>
                    <a:gd name="T6" fmla="*/ 0 w 47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"/>
                    <a:gd name="T13" fmla="*/ 0 h 30"/>
                    <a:gd name="T14" fmla="*/ 47 w 47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" h="30">
                      <a:moveTo>
                        <a:pt x="47" y="0"/>
                      </a:moveTo>
                      <a:lnTo>
                        <a:pt x="0" y="25"/>
                      </a:lnTo>
                      <a:lnTo>
                        <a:pt x="3" y="3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6" name="Line 2959">
                  <a:extLst>
                    <a:ext uri="{FF2B5EF4-FFF2-40B4-BE49-F238E27FC236}">
                      <a16:creationId xmlns:a16="http://schemas.microsoft.com/office/drawing/2014/main" id="{58B1FF59-280D-9F66-A4A8-596C76A714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24" y="3819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7" name="Freeform 2960">
                  <a:extLst>
                    <a:ext uri="{FF2B5EF4-FFF2-40B4-BE49-F238E27FC236}">
                      <a16:creationId xmlns:a16="http://schemas.microsoft.com/office/drawing/2014/main" id="{0F805DE9-064B-1F4E-DB39-8952DF6D2E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810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87" y="0"/>
                      </a:moveTo>
                      <a:lnTo>
                        <a:pt x="44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100" y="110"/>
                      </a:lnTo>
                      <a:lnTo>
                        <a:pt x="143" y="7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8" name="Freeform 2961">
                  <a:extLst>
                    <a:ext uri="{FF2B5EF4-FFF2-40B4-BE49-F238E27FC236}">
                      <a16:creationId xmlns:a16="http://schemas.microsoft.com/office/drawing/2014/main" id="{7E540228-E10E-5878-9783-A3858827A8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25" y="3810"/>
                  <a:ext cx="23" cy="23"/>
                </a:xfrm>
                <a:custGeom>
                  <a:avLst/>
                  <a:gdLst>
                    <a:gd name="T0" fmla="*/ 0 w 143"/>
                    <a:gd name="T1" fmla="*/ 0 h 141"/>
                    <a:gd name="T2" fmla="*/ 0 w 143"/>
                    <a:gd name="T3" fmla="*/ 0 h 141"/>
                    <a:gd name="T4" fmla="*/ 0 w 143"/>
                    <a:gd name="T5" fmla="*/ 0 h 141"/>
                    <a:gd name="T6" fmla="*/ 0 w 143"/>
                    <a:gd name="T7" fmla="*/ 0 h 141"/>
                    <a:gd name="T8" fmla="*/ 0 w 143"/>
                    <a:gd name="T9" fmla="*/ 0 h 141"/>
                    <a:gd name="T10" fmla="*/ 0 w 143"/>
                    <a:gd name="T11" fmla="*/ 0 h 141"/>
                    <a:gd name="T12" fmla="*/ 0 w 143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1"/>
                    <a:gd name="T23" fmla="*/ 143 w 143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1">
                      <a:moveTo>
                        <a:pt x="87" y="0"/>
                      </a:moveTo>
                      <a:lnTo>
                        <a:pt x="44" y="31"/>
                      </a:lnTo>
                      <a:lnTo>
                        <a:pt x="0" y="61"/>
                      </a:lnTo>
                      <a:lnTo>
                        <a:pt x="56" y="141"/>
                      </a:lnTo>
                      <a:lnTo>
                        <a:pt x="100" y="110"/>
                      </a:lnTo>
                      <a:lnTo>
                        <a:pt x="143" y="7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9" name="Freeform 2962">
                  <a:extLst>
                    <a:ext uri="{FF2B5EF4-FFF2-40B4-BE49-F238E27FC236}">
                      <a16:creationId xmlns:a16="http://schemas.microsoft.com/office/drawing/2014/main" id="{B6DF7445-174B-B3B7-FF0C-A6058F5B16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828"/>
                  <a:ext cx="7" cy="6"/>
                </a:xfrm>
                <a:custGeom>
                  <a:avLst/>
                  <a:gdLst>
                    <a:gd name="T0" fmla="*/ 0 w 44"/>
                    <a:gd name="T1" fmla="*/ 0 h 36"/>
                    <a:gd name="T2" fmla="*/ 0 w 44"/>
                    <a:gd name="T3" fmla="*/ 0 h 36"/>
                    <a:gd name="T4" fmla="*/ 0 w 44"/>
                    <a:gd name="T5" fmla="*/ 0 h 36"/>
                    <a:gd name="T6" fmla="*/ 0 w 4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4"/>
                    <a:gd name="T13" fmla="*/ 0 h 36"/>
                    <a:gd name="T14" fmla="*/ 44 w 4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4" h="36">
                      <a:moveTo>
                        <a:pt x="44" y="0"/>
                      </a:moveTo>
                      <a:lnTo>
                        <a:pt x="0" y="31"/>
                      </a:lnTo>
                      <a:lnTo>
                        <a:pt x="3" y="36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0" name="Line 2963">
                  <a:extLst>
                    <a:ext uri="{FF2B5EF4-FFF2-40B4-BE49-F238E27FC236}">
                      <a16:creationId xmlns:a16="http://schemas.microsoft.com/office/drawing/2014/main" id="{754A68AE-9492-011C-5DBE-D1B561182B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34" y="38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1" name="Freeform 2964">
                  <a:extLst>
                    <a:ext uri="{FF2B5EF4-FFF2-40B4-BE49-F238E27FC236}">
                      <a16:creationId xmlns:a16="http://schemas.microsoft.com/office/drawing/2014/main" id="{02BEBEC9-4896-012D-9690-2F5C2C9BE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822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81" y="0"/>
                      </a:moveTo>
                      <a:lnTo>
                        <a:pt x="41" y="36"/>
                      </a:lnTo>
                      <a:lnTo>
                        <a:pt x="0" y="72"/>
                      </a:lnTo>
                      <a:lnTo>
                        <a:pt x="65" y="144"/>
                      </a:lnTo>
                      <a:lnTo>
                        <a:pt x="105" y="108"/>
                      </a:lnTo>
                      <a:lnTo>
                        <a:pt x="146" y="7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2" name="Freeform 2965">
                  <a:extLst>
                    <a:ext uri="{FF2B5EF4-FFF2-40B4-BE49-F238E27FC236}">
                      <a16:creationId xmlns:a16="http://schemas.microsoft.com/office/drawing/2014/main" id="{3EE48683-5F2D-5087-0076-5FEA7D3DC0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4" y="3822"/>
                  <a:ext cx="25" cy="24"/>
                </a:xfrm>
                <a:custGeom>
                  <a:avLst/>
                  <a:gdLst>
                    <a:gd name="T0" fmla="*/ 0 w 146"/>
                    <a:gd name="T1" fmla="*/ 0 h 144"/>
                    <a:gd name="T2" fmla="*/ 0 w 146"/>
                    <a:gd name="T3" fmla="*/ 0 h 144"/>
                    <a:gd name="T4" fmla="*/ 0 w 146"/>
                    <a:gd name="T5" fmla="*/ 0 h 144"/>
                    <a:gd name="T6" fmla="*/ 0 w 146"/>
                    <a:gd name="T7" fmla="*/ 0 h 144"/>
                    <a:gd name="T8" fmla="*/ 0 w 146"/>
                    <a:gd name="T9" fmla="*/ 0 h 144"/>
                    <a:gd name="T10" fmla="*/ 0 w 146"/>
                    <a:gd name="T11" fmla="*/ 0 h 144"/>
                    <a:gd name="T12" fmla="*/ 0 w 146"/>
                    <a:gd name="T13" fmla="*/ 0 h 14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6"/>
                    <a:gd name="T22" fmla="*/ 0 h 144"/>
                    <a:gd name="T23" fmla="*/ 146 w 146"/>
                    <a:gd name="T24" fmla="*/ 144 h 14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6" h="144">
                      <a:moveTo>
                        <a:pt x="81" y="0"/>
                      </a:moveTo>
                      <a:lnTo>
                        <a:pt x="41" y="36"/>
                      </a:lnTo>
                      <a:lnTo>
                        <a:pt x="0" y="72"/>
                      </a:lnTo>
                      <a:lnTo>
                        <a:pt x="65" y="144"/>
                      </a:lnTo>
                      <a:lnTo>
                        <a:pt x="105" y="108"/>
                      </a:lnTo>
                      <a:lnTo>
                        <a:pt x="146" y="7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3" name="Freeform 2966">
                  <a:extLst>
                    <a:ext uri="{FF2B5EF4-FFF2-40B4-BE49-F238E27FC236}">
                      <a16:creationId xmlns:a16="http://schemas.microsoft.com/office/drawing/2014/main" id="{A3E58219-1B70-B018-6E4F-DA3DCB2AC2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5" y="3840"/>
                  <a:ext cx="7" cy="7"/>
                </a:xfrm>
                <a:custGeom>
                  <a:avLst/>
                  <a:gdLst>
                    <a:gd name="T0" fmla="*/ 0 w 40"/>
                    <a:gd name="T1" fmla="*/ 0 h 40"/>
                    <a:gd name="T2" fmla="*/ 0 w 40"/>
                    <a:gd name="T3" fmla="*/ 0 h 40"/>
                    <a:gd name="T4" fmla="*/ 0 w 40"/>
                    <a:gd name="T5" fmla="*/ 0 h 40"/>
                    <a:gd name="T6" fmla="*/ 0 w 40"/>
                    <a:gd name="T7" fmla="*/ 0 h 4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0"/>
                    <a:gd name="T13" fmla="*/ 0 h 40"/>
                    <a:gd name="T14" fmla="*/ 40 w 40"/>
                    <a:gd name="T15" fmla="*/ 40 h 4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0" h="40">
                      <a:moveTo>
                        <a:pt x="40" y="0"/>
                      </a:moveTo>
                      <a:lnTo>
                        <a:pt x="0" y="36"/>
                      </a:lnTo>
                      <a:lnTo>
                        <a:pt x="5" y="40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4" name="Line 2967">
                  <a:extLst>
                    <a:ext uri="{FF2B5EF4-FFF2-40B4-BE49-F238E27FC236}">
                      <a16:creationId xmlns:a16="http://schemas.microsoft.com/office/drawing/2014/main" id="{1C161E40-F3DF-B7CB-6722-2C6D1B3471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5" y="384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5" name="Freeform 2968">
                  <a:extLst>
                    <a:ext uri="{FF2B5EF4-FFF2-40B4-BE49-F238E27FC236}">
                      <a16:creationId xmlns:a16="http://schemas.microsoft.com/office/drawing/2014/main" id="{47D31CCF-B6BF-95D3-75CB-E4742195B6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833"/>
                  <a:ext cx="24" cy="25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73" y="145"/>
                      </a:lnTo>
                      <a:lnTo>
                        <a:pt x="108" y="105"/>
                      </a:lnTo>
                      <a:lnTo>
                        <a:pt x="143" y="6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6" name="Freeform 2969">
                  <a:extLst>
                    <a:ext uri="{FF2B5EF4-FFF2-40B4-BE49-F238E27FC236}">
                      <a16:creationId xmlns:a16="http://schemas.microsoft.com/office/drawing/2014/main" id="{D05FB5E6-262F-B34E-0E9A-3AE803ED5A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6" y="3833"/>
                  <a:ext cx="24" cy="25"/>
                </a:xfrm>
                <a:custGeom>
                  <a:avLst/>
                  <a:gdLst>
                    <a:gd name="T0" fmla="*/ 0 w 143"/>
                    <a:gd name="T1" fmla="*/ 0 h 145"/>
                    <a:gd name="T2" fmla="*/ 0 w 143"/>
                    <a:gd name="T3" fmla="*/ 0 h 145"/>
                    <a:gd name="T4" fmla="*/ 0 w 143"/>
                    <a:gd name="T5" fmla="*/ 0 h 145"/>
                    <a:gd name="T6" fmla="*/ 0 w 143"/>
                    <a:gd name="T7" fmla="*/ 0 h 145"/>
                    <a:gd name="T8" fmla="*/ 0 w 143"/>
                    <a:gd name="T9" fmla="*/ 0 h 145"/>
                    <a:gd name="T10" fmla="*/ 0 w 143"/>
                    <a:gd name="T11" fmla="*/ 0 h 145"/>
                    <a:gd name="T12" fmla="*/ 0 w 143"/>
                    <a:gd name="T13" fmla="*/ 0 h 1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43"/>
                    <a:gd name="T22" fmla="*/ 0 h 145"/>
                    <a:gd name="T23" fmla="*/ 143 w 143"/>
                    <a:gd name="T24" fmla="*/ 145 h 14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43" h="145">
                      <a:moveTo>
                        <a:pt x="70" y="0"/>
                      </a:moveTo>
                      <a:lnTo>
                        <a:pt x="35" y="40"/>
                      </a:lnTo>
                      <a:lnTo>
                        <a:pt x="0" y="80"/>
                      </a:lnTo>
                      <a:lnTo>
                        <a:pt x="73" y="145"/>
                      </a:lnTo>
                      <a:lnTo>
                        <a:pt x="108" y="105"/>
                      </a:lnTo>
                      <a:lnTo>
                        <a:pt x="143" y="6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7" name="Freeform 2970">
                  <a:extLst>
                    <a:ext uri="{FF2B5EF4-FFF2-40B4-BE49-F238E27FC236}">
                      <a16:creationId xmlns:a16="http://schemas.microsoft.com/office/drawing/2014/main" id="{0C93427F-1733-3679-F3DE-70615C7C42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8" y="3851"/>
                  <a:ext cx="6" cy="7"/>
                </a:xfrm>
                <a:custGeom>
                  <a:avLst/>
                  <a:gdLst>
                    <a:gd name="T0" fmla="*/ 0 w 35"/>
                    <a:gd name="T1" fmla="*/ 0 h 43"/>
                    <a:gd name="T2" fmla="*/ 0 w 35"/>
                    <a:gd name="T3" fmla="*/ 0 h 43"/>
                    <a:gd name="T4" fmla="*/ 0 w 35"/>
                    <a:gd name="T5" fmla="*/ 0 h 43"/>
                    <a:gd name="T6" fmla="*/ 0 w 35"/>
                    <a:gd name="T7" fmla="*/ 0 h 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"/>
                    <a:gd name="T13" fmla="*/ 0 h 43"/>
                    <a:gd name="T14" fmla="*/ 35 w 35"/>
                    <a:gd name="T15" fmla="*/ 43 h 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" h="43">
                      <a:moveTo>
                        <a:pt x="35" y="0"/>
                      </a:moveTo>
                      <a:lnTo>
                        <a:pt x="0" y="40"/>
                      </a:lnTo>
                      <a:lnTo>
                        <a:pt x="5" y="43"/>
                      </a:lnTo>
                      <a:lnTo>
                        <a:pt x="3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8" name="Line 2971">
                  <a:extLst>
                    <a:ext uri="{FF2B5EF4-FFF2-40B4-BE49-F238E27FC236}">
                      <a16:creationId xmlns:a16="http://schemas.microsoft.com/office/drawing/2014/main" id="{36710C40-797E-69A6-9211-DDD00F7FF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58" y="385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9" name="Freeform 2972">
                  <a:extLst>
                    <a:ext uri="{FF2B5EF4-FFF2-40B4-BE49-F238E27FC236}">
                      <a16:creationId xmlns:a16="http://schemas.microsoft.com/office/drawing/2014/main" id="{C8C46C52-2AC3-80EA-9DA6-C4BFB99013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8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61" y="0"/>
                      </a:moveTo>
                      <a:lnTo>
                        <a:pt x="30" y="44"/>
                      </a:lnTo>
                      <a:lnTo>
                        <a:pt x="0" y="87"/>
                      </a:lnTo>
                      <a:lnTo>
                        <a:pt x="78" y="143"/>
                      </a:ln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0" name="Freeform 2973">
                  <a:extLst>
                    <a:ext uri="{FF2B5EF4-FFF2-40B4-BE49-F238E27FC236}">
                      <a16:creationId xmlns:a16="http://schemas.microsoft.com/office/drawing/2014/main" id="{0E166877-D7E9-0731-6407-3ED369609D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9" y="3844"/>
                  <a:ext cx="23" cy="24"/>
                </a:xfrm>
                <a:custGeom>
                  <a:avLst/>
                  <a:gdLst>
                    <a:gd name="T0" fmla="*/ 0 w 139"/>
                    <a:gd name="T1" fmla="*/ 0 h 143"/>
                    <a:gd name="T2" fmla="*/ 0 w 139"/>
                    <a:gd name="T3" fmla="*/ 0 h 143"/>
                    <a:gd name="T4" fmla="*/ 0 w 139"/>
                    <a:gd name="T5" fmla="*/ 0 h 143"/>
                    <a:gd name="T6" fmla="*/ 0 w 139"/>
                    <a:gd name="T7" fmla="*/ 0 h 143"/>
                    <a:gd name="T8" fmla="*/ 0 w 139"/>
                    <a:gd name="T9" fmla="*/ 0 h 143"/>
                    <a:gd name="T10" fmla="*/ 0 w 139"/>
                    <a:gd name="T11" fmla="*/ 0 h 143"/>
                    <a:gd name="T12" fmla="*/ 0 w 139"/>
                    <a:gd name="T13" fmla="*/ 0 h 14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9"/>
                    <a:gd name="T22" fmla="*/ 0 h 143"/>
                    <a:gd name="T23" fmla="*/ 139 w 139"/>
                    <a:gd name="T24" fmla="*/ 143 h 14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9" h="143">
                      <a:moveTo>
                        <a:pt x="61" y="0"/>
                      </a:moveTo>
                      <a:lnTo>
                        <a:pt x="30" y="44"/>
                      </a:lnTo>
                      <a:lnTo>
                        <a:pt x="0" y="87"/>
                      </a:lnTo>
                      <a:lnTo>
                        <a:pt x="78" y="143"/>
                      </a:lnTo>
                      <a:lnTo>
                        <a:pt x="109" y="100"/>
                      </a:lnTo>
                      <a:lnTo>
                        <a:pt x="139" y="56"/>
                      </a:lnTo>
                      <a:lnTo>
                        <a:pt x="6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1" name="Freeform 2974">
                  <a:extLst>
                    <a:ext uri="{FF2B5EF4-FFF2-40B4-BE49-F238E27FC236}">
                      <a16:creationId xmlns:a16="http://schemas.microsoft.com/office/drawing/2014/main" id="{26E970AB-3033-9AF1-AF37-6C0243D077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2" y="3860"/>
                  <a:ext cx="5" cy="8"/>
                </a:xfrm>
                <a:custGeom>
                  <a:avLst/>
                  <a:gdLst>
                    <a:gd name="T0" fmla="*/ 0 w 31"/>
                    <a:gd name="T1" fmla="*/ 0 h 46"/>
                    <a:gd name="T2" fmla="*/ 0 w 31"/>
                    <a:gd name="T3" fmla="*/ 0 h 46"/>
                    <a:gd name="T4" fmla="*/ 0 w 31"/>
                    <a:gd name="T5" fmla="*/ 0 h 46"/>
                    <a:gd name="T6" fmla="*/ 0 w 31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"/>
                    <a:gd name="T13" fmla="*/ 0 h 46"/>
                    <a:gd name="T14" fmla="*/ 31 w 31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" h="46">
                      <a:moveTo>
                        <a:pt x="31" y="0"/>
                      </a:moveTo>
                      <a:lnTo>
                        <a:pt x="0" y="43"/>
                      </a:lnTo>
                      <a:lnTo>
                        <a:pt x="4" y="46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2" name="Line 2975">
                  <a:extLst>
                    <a:ext uri="{FF2B5EF4-FFF2-40B4-BE49-F238E27FC236}">
                      <a16:creationId xmlns:a16="http://schemas.microsoft.com/office/drawing/2014/main" id="{A9549DC1-89D1-FF23-F850-7383A5A4B7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72" y="3868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3" name="Freeform 2976">
                  <a:extLst>
                    <a:ext uri="{FF2B5EF4-FFF2-40B4-BE49-F238E27FC236}">
                      <a16:creationId xmlns:a16="http://schemas.microsoft.com/office/drawing/2014/main" id="{581EBFC8-A2B0-7913-7E10-D9106711BB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853"/>
                  <a:ext cx="23" cy="23"/>
                </a:xfrm>
                <a:custGeom>
                  <a:avLst/>
                  <a:gdLst>
                    <a:gd name="T0" fmla="*/ 0 w 138"/>
                    <a:gd name="T1" fmla="*/ 0 h 141"/>
                    <a:gd name="T2" fmla="*/ 0 w 138"/>
                    <a:gd name="T3" fmla="*/ 0 h 141"/>
                    <a:gd name="T4" fmla="*/ 0 w 138"/>
                    <a:gd name="T5" fmla="*/ 0 h 141"/>
                    <a:gd name="T6" fmla="*/ 0 w 138"/>
                    <a:gd name="T7" fmla="*/ 0 h 141"/>
                    <a:gd name="T8" fmla="*/ 0 w 138"/>
                    <a:gd name="T9" fmla="*/ 0 h 141"/>
                    <a:gd name="T10" fmla="*/ 0 w 138"/>
                    <a:gd name="T11" fmla="*/ 0 h 141"/>
                    <a:gd name="T12" fmla="*/ 0 w 138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41"/>
                    <a:gd name="T23" fmla="*/ 138 w 138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41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85" y="141"/>
                      </a:lnTo>
                      <a:lnTo>
                        <a:pt x="111" y="94"/>
                      </a:lnTo>
                      <a:lnTo>
                        <a:pt x="138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4" name="Freeform 2977">
                  <a:extLst>
                    <a:ext uri="{FF2B5EF4-FFF2-40B4-BE49-F238E27FC236}">
                      <a16:creationId xmlns:a16="http://schemas.microsoft.com/office/drawing/2014/main" id="{B4F16862-100E-32ED-5890-D6BBAA55D7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3" y="3853"/>
                  <a:ext cx="23" cy="23"/>
                </a:xfrm>
                <a:custGeom>
                  <a:avLst/>
                  <a:gdLst>
                    <a:gd name="T0" fmla="*/ 0 w 138"/>
                    <a:gd name="T1" fmla="*/ 0 h 141"/>
                    <a:gd name="T2" fmla="*/ 0 w 138"/>
                    <a:gd name="T3" fmla="*/ 0 h 141"/>
                    <a:gd name="T4" fmla="*/ 0 w 138"/>
                    <a:gd name="T5" fmla="*/ 0 h 141"/>
                    <a:gd name="T6" fmla="*/ 0 w 138"/>
                    <a:gd name="T7" fmla="*/ 0 h 141"/>
                    <a:gd name="T8" fmla="*/ 0 w 138"/>
                    <a:gd name="T9" fmla="*/ 0 h 141"/>
                    <a:gd name="T10" fmla="*/ 0 w 138"/>
                    <a:gd name="T11" fmla="*/ 0 h 141"/>
                    <a:gd name="T12" fmla="*/ 0 w 138"/>
                    <a:gd name="T13" fmla="*/ 0 h 14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8"/>
                    <a:gd name="T22" fmla="*/ 0 h 141"/>
                    <a:gd name="T23" fmla="*/ 138 w 138"/>
                    <a:gd name="T24" fmla="*/ 141 h 14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8" h="141">
                      <a:moveTo>
                        <a:pt x="53" y="0"/>
                      </a:moveTo>
                      <a:lnTo>
                        <a:pt x="27" y="47"/>
                      </a:lnTo>
                      <a:lnTo>
                        <a:pt x="0" y="93"/>
                      </a:lnTo>
                      <a:lnTo>
                        <a:pt x="85" y="141"/>
                      </a:lnTo>
                      <a:lnTo>
                        <a:pt x="111" y="94"/>
                      </a:lnTo>
                      <a:lnTo>
                        <a:pt x="138" y="48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5" name="Freeform 2978">
                  <a:extLst>
                    <a:ext uri="{FF2B5EF4-FFF2-40B4-BE49-F238E27FC236}">
                      <a16:creationId xmlns:a16="http://schemas.microsoft.com/office/drawing/2014/main" id="{BBDEC0AD-2DCE-1E7F-E810-D8196D1A4E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7" y="3868"/>
                  <a:ext cx="4" cy="9"/>
                </a:xfrm>
                <a:custGeom>
                  <a:avLst/>
                  <a:gdLst>
                    <a:gd name="T0" fmla="*/ 0 w 26"/>
                    <a:gd name="T1" fmla="*/ 0 h 50"/>
                    <a:gd name="T2" fmla="*/ 0 w 26"/>
                    <a:gd name="T3" fmla="*/ 0 h 50"/>
                    <a:gd name="T4" fmla="*/ 0 w 26"/>
                    <a:gd name="T5" fmla="*/ 0 h 50"/>
                    <a:gd name="T6" fmla="*/ 0 w 26"/>
                    <a:gd name="T7" fmla="*/ 0 h 5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6"/>
                    <a:gd name="T13" fmla="*/ 0 h 50"/>
                    <a:gd name="T14" fmla="*/ 26 w 26"/>
                    <a:gd name="T15" fmla="*/ 50 h 5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6" h="50">
                      <a:moveTo>
                        <a:pt x="26" y="0"/>
                      </a:moveTo>
                      <a:lnTo>
                        <a:pt x="0" y="47"/>
                      </a:lnTo>
                      <a:lnTo>
                        <a:pt x="6" y="5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6" name="Line 2979">
                  <a:extLst>
                    <a:ext uri="{FF2B5EF4-FFF2-40B4-BE49-F238E27FC236}">
                      <a16:creationId xmlns:a16="http://schemas.microsoft.com/office/drawing/2014/main" id="{63597B21-B2BF-ACB1-6B2C-413308A476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87" y="3876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7" name="Freeform 2980">
                  <a:extLst>
                    <a:ext uri="{FF2B5EF4-FFF2-40B4-BE49-F238E27FC236}">
                      <a16:creationId xmlns:a16="http://schemas.microsoft.com/office/drawing/2014/main" id="{78E5140E-5A4A-2115-4C22-B258F4823C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860"/>
                  <a:ext cx="22" cy="23"/>
                </a:xfrm>
                <a:custGeom>
                  <a:avLst/>
                  <a:gdLst>
                    <a:gd name="T0" fmla="*/ 0 w 131"/>
                    <a:gd name="T1" fmla="*/ 0 h 136"/>
                    <a:gd name="T2" fmla="*/ 0 w 131"/>
                    <a:gd name="T3" fmla="*/ 0 h 136"/>
                    <a:gd name="T4" fmla="*/ 0 w 131"/>
                    <a:gd name="T5" fmla="*/ 0 h 136"/>
                    <a:gd name="T6" fmla="*/ 0 w 131"/>
                    <a:gd name="T7" fmla="*/ 0 h 136"/>
                    <a:gd name="T8" fmla="*/ 0 w 131"/>
                    <a:gd name="T9" fmla="*/ 0 h 136"/>
                    <a:gd name="T10" fmla="*/ 0 w 131"/>
                    <a:gd name="T11" fmla="*/ 0 h 136"/>
                    <a:gd name="T12" fmla="*/ 0 w 131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6"/>
                    <a:gd name="T23" fmla="*/ 131 w 131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6">
                      <a:moveTo>
                        <a:pt x="41" y="0"/>
                      </a:moveTo>
                      <a:lnTo>
                        <a:pt x="20" y="49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6"/>
                      </a:lnTo>
                      <a:lnTo>
                        <a:pt x="131" y="37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8" name="Freeform 2981">
                  <a:extLst>
                    <a:ext uri="{FF2B5EF4-FFF2-40B4-BE49-F238E27FC236}">
                      <a16:creationId xmlns:a16="http://schemas.microsoft.com/office/drawing/2014/main" id="{686435F3-6C1B-8DDF-4C90-9CB089EF7A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3860"/>
                  <a:ext cx="22" cy="23"/>
                </a:xfrm>
                <a:custGeom>
                  <a:avLst/>
                  <a:gdLst>
                    <a:gd name="T0" fmla="*/ 0 w 131"/>
                    <a:gd name="T1" fmla="*/ 0 h 136"/>
                    <a:gd name="T2" fmla="*/ 0 w 131"/>
                    <a:gd name="T3" fmla="*/ 0 h 136"/>
                    <a:gd name="T4" fmla="*/ 0 w 131"/>
                    <a:gd name="T5" fmla="*/ 0 h 136"/>
                    <a:gd name="T6" fmla="*/ 0 w 131"/>
                    <a:gd name="T7" fmla="*/ 0 h 136"/>
                    <a:gd name="T8" fmla="*/ 0 w 131"/>
                    <a:gd name="T9" fmla="*/ 0 h 136"/>
                    <a:gd name="T10" fmla="*/ 0 w 131"/>
                    <a:gd name="T11" fmla="*/ 0 h 136"/>
                    <a:gd name="T12" fmla="*/ 0 w 131"/>
                    <a:gd name="T13" fmla="*/ 0 h 1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31"/>
                    <a:gd name="T22" fmla="*/ 0 h 136"/>
                    <a:gd name="T23" fmla="*/ 131 w 131"/>
                    <a:gd name="T24" fmla="*/ 136 h 1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31" h="136">
                      <a:moveTo>
                        <a:pt x="41" y="0"/>
                      </a:moveTo>
                      <a:lnTo>
                        <a:pt x="20" y="49"/>
                      </a:lnTo>
                      <a:lnTo>
                        <a:pt x="0" y="99"/>
                      </a:lnTo>
                      <a:lnTo>
                        <a:pt x="90" y="136"/>
                      </a:lnTo>
                      <a:lnTo>
                        <a:pt x="110" y="86"/>
                      </a:lnTo>
                      <a:lnTo>
                        <a:pt x="131" y="37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9" name="Freeform 2982">
                  <a:extLst>
                    <a:ext uri="{FF2B5EF4-FFF2-40B4-BE49-F238E27FC236}">
                      <a16:creationId xmlns:a16="http://schemas.microsoft.com/office/drawing/2014/main" id="{6F8AAB77-B7B8-3630-118E-753F50DD1C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3" y="3874"/>
                  <a:ext cx="3" cy="9"/>
                </a:xfrm>
                <a:custGeom>
                  <a:avLst/>
                  <a:gdLst>
                    <a:gd name="T0" fmla="*/ 0 w 20"/>
                    <a:gd name="T1" fmla="*/ 0 h 52"/>
                    <a:gd name="T2" fmla="*/ 0 w 20"/>
                    <a:gd name="T3" fmla="*/ 0 h 52"/>
                    <a:gd name="T4" fmla="*/ 0 w 20"/>
                    <a:gd name="T5" fmla="*/ 0 h 52"/>
                    <a:gd name="T6" fmla="*/ 0 w 20"/>
                    <a:gd name="T7" fmla="*/ 0 h 5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"/>
                    <a:gd name="T13" fmla="*/ 0 h 52"/>
                    <a:gd name="T14" fmla="*/ 20 w 20"/>
                    <a:gd name="T15" fmla="*/ 52 h 5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" h="52">
                      <a:moveTo>
                        <a:pt x="20" y="0"/>
                      </a:moveTo>
                      <a:lnTo>
                        <a:pt x="0" y="50"/>
                      </a:lnTo>
                      <a:lnTo>
                        <a:pt x="6" y="5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0" name="Line 2983">
                  <a:extLst>
                    <a:ext uri="{FF2B5EF4-FFF2-40B4-BE49-F238E27FC236}">
                      <a16:creationId xmlns:a16="http://schemas.microsoft.com/office/drawing/2014/main" id="{E1C5B512-9C1E-BBA3-02C4-2C8AD61064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03" y="388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1" name="Freeform 2984">
                  <a:extLst>
                    <a:ext uri="{FF2B5EF4-FFF2-40B4-BE49-F238E27FC236}">
                      <a16:creationId xmlns:a16="http://schemas.microsoft.com/office/drawing/2014/main" id="{152343E7-830E-2531-BE20-0D6C80FBF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866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29" y="0"/>
                      </a:moveTo>
                      <a:lnTo>
                        <a:pt x="14" y="51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2" y="26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2" name="Freeform 2985">
                  <a:extLst>
                    <a:ext uri="{FF2B5EF4-FFF2-40B4-BE49-F238E27FC236}">
                      <a16:creationId xmlns:a16="http://schemas.microsoft.com/office/drawing/2014/main" id="{1E32DF6A-E1A1-0D99-D452-274DB0544B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3866"/>
                  <a:ext cx="20" cy="21"/>
                </a:xfrm>
                <a:custGeom>
                  <a:avLst/>
                  <a:gdLst>
                    <a:gd name="T0" fmla="*/ 0 w 122"/>
                    <a:gd name="T1" fmla="*/ 0 h 130"/>
                    <a:gd name="T2" fmla="*/ 0 w 122"/>
                    <a:gd name="T3" fmla="*/ 0 h 130"/>
                    <a:gd name="T4" fmla="*/ 0 w 122"/>
                    <a:gd name="T5" fmla="*/ 0 h 130"/>
                    <a:gd name="T6" fmla="*/ 0 w 122"/>
                    <a:gd name="T7" fmla="*/ 0 h 130"/>
                    <a:gd name="T8" fmla="*/ 0 w 122"/>
                    <a:gd name="T9" fmla="*/ 0 h 130"/>
                    <a:gd name="T10" fmla="*/ 0 w 122"/>
                    <a:gd name="T11" fmla="*/ 0 h 130"/>
                    <a:gd name="T12" fmla="*/ 0 w 122"/>
                    <a:gd name="T13" fmla="*/ 0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2"/>
                    <a:gd name="T22" fmla="*/ 0 h 130"/>
                    <a:gd name="T23" fmla="*/ 122 w 122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2" h="130">
                      <a:moveTo>
                        <a:pt x="29" y="0"/>
                      </a:moveTo>
                      <a:lnTo>
                        <a:pt x="14" y="51"/>
                      </a:lnTo>
                      <a:lnTo>
                        <a:pt x="0" y="103"/>
                      </a:lnTo>
                      <a:lnTo>
                        <a:pt x="93" y="130"/>
                      </a:lnTo>
                      <a:lnTo>
                        <a:pt x="108" y="78"/>
                      </a:lnTo>
                      <a:lnTo>
                        <a:pt x="122" y="26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3" name="Freeform 2986">
                  <a:extLst>
                    <a:ext uri="{FF2B5EF4-FFF2-40B4-BE49-F238E27FC236}">
                      <a16:creationId xmlns:a16="http://schemas.microsoft.com/office/drawing/2014/main" id="{E9E105A4-3294-A599-2DEA-802D53BB38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9" y="3879"/>
                  <a:ext cx="3" cy="9"/>
                </a:xfrm>
                <a:custGeom>
                  <a:avLst/>
                  <a:gdLst>
                    <a:gd name="T0" fmla="*/ 0 w 15"/>
                    <a:gd name="T1" fmla="*/ 0 h 53"/>
                    <a:gd name="T2" fmla="*/ 0 w 15"/>
                    <a:gd name="T3" fmla="*/ 0 h 53"/>
                    <a:gd name="T4" fmla="*/ 0 w 15"/>
                    <a:gd name="T5" fmla="*/ 0 h 53"/>
                    <a:gd name="T6" fmla="*/ 0 w 15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53"/>
                    <a:gd name="T14" fmla="*/ 15 w 15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53">
                      <a:moveTo>
                        <a:pt x="15" y="0"/>
                      </a:moveTo>
                      <a:lnTo>
                        <a:pt x="0" y="52"/>
                      </a:lnTo>
                      <a:lnTo>
                        <a:pt x="5" y="53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4" name="Line 2987">
                  <a:extLst>
                    <a:ext uri="{FF2B5EF4-FFF2-40B4-BE49-F238E27FC236}">
                      <a16:creationId xmlns:a16="http://schemas.microsoft.com/office/drawing/2014/main" id="{18D2181F-6549-2EB1-2553-1E98429F35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19" y="3887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5" name="Freeform 2988">
                  <a:extLst>
                    <a:ext uri="{FF2B5EF4-FFF2-40B4-BE49-F238E27FC236}">
                      <a16:creationId xmlns:a16="http://schemas.microsoft.com/office/drawing/2014/main" id="{4BBB42EA-3534-6E3B-C26D-4773CF6D2D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870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6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6" name="Freeform 2989">
                  <a:extLst>
                    <a:ext uri="{FF2B5EF4-FFF2-40B4-BE49-F238E27FC236}">
                      <a16:creationId xmlns:a16="http://schemas.microsoft.com/office/drawing/2014/main" id="{1C96FF2B-B86D-BAB4-B018-3BA4E55E57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0" y="3870"/>
                  <a:ext cx="19" cy="20"/>
                </a:xfrm>
                <a:custGeom>
                  <a:avLst/>
                  <a:gdLst>
                    <a:gd name="T0" fmla="*/ 0 w 115"/>
                    <a:gd name="T1" fmla="*/ 0 h 123"/>
                    <a:gd name="T2" fmla="*/ 0 w 115"/>
                    <a:gd name="T3" fmla="*/ 0 h 123"/>
                    <a:gd name="T4" fmla="*/ 0 w 115"/>
                    <a:gd name="T5" fmla="*/ 0 h 123"/>
                    <a:gd name="T6" fmla="*/ 0 w 115"/>
                    <a:gd name="T7" fmla="*/ 0 h 123"/>
                    <a:gd name="T8" fmla="*/ 0 w 115"/>
                    <a:gd name="T9" fmla="*/ 0 h 123"/>
                    <a:gd name="T10" fmla="*/ 0 w 115"/>
                    <a:gd name="T11" fmla="*/ 0 h 123"/>
                    <a:gd name="T12" fmla="*/ 0 w 115"/>
                    <a:gd name="T13" fmla="*/ 0 h 1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15"/>
                    <a:gd name="T22" fmla="*/ 0 h 123"/>
                    <a:gd name="T23" fmla="*/ 115 w 115"/>
                    <a:gd name="T24" fmla="*/ 123 h 1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15" h="123">
                      <a:moveTo>
                        <a:pt x="19" y="0"/>
                      </a:moveTo>
                      <a:lnTo>
                        <a:pt x="10" y="53"/>
                      </a:lnTo>
                      <a:lnTo>
                        <a:pt x="0" y="106"/>
                      </a:lnTo>
                      <a:lnTo>
                        <a:pt x="96" y="123"/>
                      </a:lnTo>
                      <a:lnTo>
                        <a:pt x="106" y="70"/>
                      </a:lnTo>
                      <a:lnTo>
                        <a:pt x="115" y="17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7" name="Freeform 2990">
                  <a:extLst>
                    <a:ext uri="{FF2B5EF4-FFF2-40B4-BE49-F238E27FC236}">
                      <a16:creationId xmlns:a16="http://schemas.microsoft.com/office/drawing/2014/main" id="{8698C031-1851-0972-9BB7-A5EEDAC3E1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6" y="3882"/>
                  <a:ext cx="2" cy="8"/>
                </a:xfrm>
                <a:custGeom>
                  <a:avLst/>
                  <a:gdLst>
                    <a:gd name="T0" fmla="*/ 0 w 10"/>
                    <a:gd name="T1" fmla="*/ 0 h 53"/>
                    <a:gd name="T2" fmla="*/ 0 w 10"/>
                    <a:gd name="T3" fmla="*/ 0 h 53"/>
                    <a:gd name="T4" fmla="*/ 0 w 10"/>
                    <a:gd name="T5" fmla="*/ 0 h 53"/>
                    <a:gd name="T6" fmla="*/ 0 w 10"/>
                    <a:gd name="T7" fmla="*/ 0 h 5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"/>
                    <a:gd name="T13" fmla="*/ 0 h 53"/>
                    <a:gd name="T14" fmla="*/ 10 w 10"/>
                    <a:gd name="T15" fmla="*/ 53 h 5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" h="53">
                      <a:moveTo>
                        <a:pt x="10" y="0"/>
                      </a:moveTo>
                      <a:lnTo>
                        <a:pt x="0" y="53"/>
                      </a:lnTo>
                      <a:lnTo>
                        <a:pt x="7" y="53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8" name="Line 2991">
                  <a:extLst>
                    <a:ext uri="{FF2B5EF4-FFF2-40B4-BE49-F238E27FC236}">
                      <a16:creationId xmlns:a16="http://schemas.microsoft.com/office/drawing/2014/main" id="{30FDF4A8-014C-712E-FC79-F14A4F301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6" y="3890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99" name="Freeform 2992">
                  <a:extLst>
                    <a:ext uri="{FF2B5EF4-FFF2-40B4-BE49-F238E27FC236}">
                      <a16:creationId xmlns:a16="http://schemas.microsoft.com/office/drawing/2014/main" id="{F8B54209-566C-90C4-E00C-A6EB3F7129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873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6" y="111"/>
                      </a:lnTo>
                      <a:lnTo>
                        <a:pt x="99" y="58"/>
                      </a:lnTo>
                      <a:lnTo>
                        <a:pt x="102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0" name="Freeform 2993">
                  <a:extLst>
                    <a:ext uri="{FF2B5EF4-FFF2-40B4-BE49-F238E27FC236}">
                      <a16:creationId xmlns:a16="http://schemas.microsoft.com/office/drawing/2014/main" id="{633EBDCC-8CD4-7F42-8407-31032ACCAF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7" y="3873"/>
                  <a:ext cx="17" cy="18"/>
                </a:xfrm>
                <a:custGeom>
                  <a:avLst/>
                  <a:gdLst>
                    <a:gd name="T0" fmla="*/ 0 w 102"/>
                    <a:gd name="T1" fmla="*/ 0 h 111"/>
                    <a:gd name="T2" fmla="*/ 0 w 102"/>
                    <a:gd name="T3" fmla="*/ 0 h 111"/>
                    <a:gd name="T4" fmla="*/ 0 w 102"/>
                    <a:gd name="T5" fmla="*/ 0 h 111"/>
                    <a:gd name="T6" fmla="*/ 0 w 102"/>
                    <a:gd name="T7" fmla="*/ 0 h 111"/>
                    <a:gd name="T8" fmla="*/ 0 w 102"/>
                    <a:gd name="T9" fmla="*/ 0 h 111"/>
                    <a:gd name="T10" fmla="*/ 0 w 102"/>
                    <a:gd name="T11" fmla="*/ 0 h 111"/>
                    <a:gd name="T12" fmla="*/ 0 w 102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2"/>
                    <a:gd name="T22" fmla="*/ 0 h 111"/>
                    <a:gd name="T23" fmla="*/ 102 w 102"/>
                    <a:gd name="T24" fmla="*/ 111 h 11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2" h="111">
                      <a:moveTo>
                        <a:pt x="6" y="0"/>
                      </a:moveTo>
                      <a:lnTo>
                        <a:pt x="3" y="53"/>
                      </a:lnTo>
                      <a:lnTo>
                        <a:pt x="0" y="106"/>
                      </a:lnTo>
                      <a:lnTo>
                        <a:pt x="96" y="111"/>
                      </a:lnTo>
                      <a:lnTo>
                        <a:pt x="99" y="58"/>
                      </a:lnTo>
                      <a:lnTo>
                        <a:pt x="102" y="5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1" name="Freeform 2994">
                  <a:extLst>
                    <a:ext uri="{FF2B5EF4-FFF2-40B4-BE49-F238E27FC236}">
                      <a16:creationId xmlns:a16="http://schemas.microsoft.com/office/drawing/2014/main" id="{D346A6BC-155B-4320-2912-F1C1B2323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874"/>
                  <a:ext cx="10" cy="17"/>
                </a:xfrm>
                <a:custGeom>
                  <a:avLst/>
                  <a:gdLst>
                    <a:gd name="T0" fmla="*/ 0 w 56"/>
                    <a:gd name="T1" fmla="*/ 0 h 106"/>
                    <a:gd name="T2" fmla="*/ 0 w 56"/>
                    <a:gd name="T3" fmla="*/ 0 h 106"/>
                    <a:gd name="T4" fmla="*/ 0 w 56"/>
                    <a:gd name="T5" fmla="*/ 0 h 106"/>
                    <a:gd name="T6" fmla="*/ 0 w 56"/>
                    <a:gd name="T7" fmla="*/ 0 h 106"/>
                    <a:gd name="T8" fmla="*/ 0 w 56"/>
                    <a:gd name="T9" fmla="*/ 0 h 106"/>
                    <a:gd name="T10" fmla="*/ 0 w 56"/>
                    <a:gd name="T11" fmla="*/ 0 h 106"/>
                    <a:gd name="T12" fmla="*/ 0 w 56"/>
                    <a:gd name="T13" fmla="*/ 0 h 106"/>
                    <a:gd name="T14" fmla="*/ 0 w 56"/>
                    <a:gd name="T15" fmla="*/ 0 h 106"/>
                    <a:gd name="T16" fmla="*/ 0 w 56"/>
                    <a:gd name="T17" fmla="*/ 0 h 106"/>
                    <a:gd name="T18" fmla="*/ 0 w 56"/>
                    <a:gd name="T19" fmla="*/ 0 h 106"/>
                    <a:gd name="T20" fmla="*/ 0 w 56"/>
                    <a:gd name="T21" fmla="*/ 0 h 106"/>
                    <a:gd name="T22" fmla="*/ 0 w 56"/>
                    <a:gd name="T23" fmla="*/ 0 h 106"/>
                    <a:gd name="T24" fmla="*/ 0 w 56"/>
                    <a:gd name="T25" fmla="*/ 0 h 106"/>
                    <a:gd name="T26" fmla="*/ 0 w 56"/>
                    <a:gd name="T27" fmla="*/ 0 h 106"/>
                    <a:gd name="T28" fmla="*/ 0 w 56"/>
                    <a:gd name="T29" fmla="*/ 0 h 106"/>
                    <a:gd name="T30" fmla="*/ 0 w 56"/>
                    <a:gd name="T31" fmla="*/ 0 h 106"/>
                    <a:gd name="T32" fmla="*/ 0 w 56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6"/>
                    <a:gd name="T52" fmla="*/ 0 h 106"/>
                    <a:gd name="T53" fmla="*/ 56 w 56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6" h="106">
                      <a:moveTo>
                        <a:pt x="3" y="53"/>
                      </a:moveTo>
                      <a:lnTo>
                        <a:pt x="6" y="0"/>
                      </a:lnTo>
                      <a:lnTo>
                        <a:pt x="18" y="1"/>
                      </a:lnTo>
                      <a:lnTo>
                        <a:pt x="29" y="7"/>
                      </a:lnTo>
                      <a:lnTo>
                        <a:pt x="39" y="13"/>
                      </a:lnTo>
                      <a:lnTo>
                        <a:pt x="47" y="22"/>
                      </a:lnTo>
                      <a:lnTo>
                        <a:pt x="53" y="33"/>
                      </a:lnTo>
                      <a:lnTo>
                        <a:pt x="56" y="44"/>
                      </a:lnTo>
                      <a:lnTo>
                        <a:pt x="56" y="56"/>
                      </a:lnTo>
                      <a:lnTo>
                        <a:pt x="55" y="68"/>
                      </a:lnTo>
                      <a:lnTo>
                        <a:pt x="50" y="79"/>
                      </a:lnTo>
                      <a:lnTo>
                        <a:pt x="44" y="89"/>
                      </a:lnTo>
                      <a:lnTo>
                        <a:pt x="34" y="97"/>
                      </a:lnTo>
                      <a:lnTo>
                        <a:pt x="23" y="103"/>
                      </a:lnTo>
                      <a:lnTo>
                        <a:pt x="13" y="106"/>
                      </a:lnTo>
                      <a:lnTo>
                        <a:pt x="0" y="106"/>
                      </a:lnTo>
                      <a:lnTo>
                        <a:pt x="3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2" name="Freeform 2995">
                  <a:extLst>
                    <a:ext uri="{FF2B5EF4-FFF2-40B4-BE49-F238E27FC236}">
                      <a16:creationId xmlns:a16="http://schemas.microsoft.com/office/drawing/2014/main" id="{DA7295E4-49B6-6B85-AC2F-BF07C1F32C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3" y="3874"/>
                  <a:ext cx="10" cy="17"/>
                </a:xfrm>
                <a:custGeom>
                  <a:avLst/>
                  <a:gdLst>
                    <a:gd name="T0" fmla="*/ 0 w 56"/>
                    <a:gd name="T1" fmla="*/ 0 h 106"/>
                    <a:gd name="T2" fmla="*/ 0 w 56"/>
                    <a:gd name="T3" fmla="*/ 0 h 106"/>
                    <a:gd name="T4" fmla="*/ 0 w 56"/>
                    <a:gd name="T5" fmla="*/ 0 h 106"/>
                    <a:gd name="T6" fmla="*/ 0 w 56"/>
                    <a:gd name="T7" fmla="*/ 0 h 106"/>
                    <a:gd name="T8" fmla="*/ 0 w 56"/>
                    <a:gd name="T9" fmla="*/ 0 h 106"/>
                    <a:gd name="T10" fmla="*/ 0 w 56"/>
                    <a:gd name="T11" fmla="*/ 0 h 106"/>
                    <a:gd name="T12" fmla="*/ 0 w 56"/>
                    <a:gd name="T13" fmla="*/ 0 h 106"/>
                    <a:gd name="T14" fmla="*/ 0 w 56"/>
                    <a:gd name="T15" fmla="*/ 0 h 106"/>
                    <a:gd name="T16" fmla="*/ 0 w 56"/>
                    <a:gd name="T17" fmla="*/ 0 h 106"/>
                    <a:gd name="T18" fmla="*/ 0 w 56"/>
                    <a:gd name="T19" fmla="*/ 0 h 106"/>
                    <a:gd name="T20" fmla="*/ 0 w 56"/>
                    <a:gd name="T21" fmla="*/ 0 h 106"/>
                    <a:gd name="T22" fmla="*/ 0 w 56"/>
                    <a:gd name="T23" fmla="*/ 0 h 106"/>
                    <a:gd name="T24" fmla="*/ 0 w 56"/>
                    <a:gd name="T25" fmla="*/ 0 h 106"/>
                    <a:gd name="T26" fmla="*/ 0 w 56"/>
                    <a:gd name="T27" fmla="*/ 0 h 106"/>
                    <a:gd name="T28" fmla="*/ 0 w 56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6"/>
                    <a:gd name="T46" fmla="*/ 0 h 106"/>
                    <a:gd name="T47" fmla="*/ 56 w 56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6" h="106">
                      <a:moveTo>
                        <a:pt x="6" y="0"/>
                      </a:moveTo>
                      <a:lnTo>
                        <a:pt x="18" y="1"/>
                      </a:lnTo>
                      <a:lnTo>
                        <a:pt x="29" y="7"/>
                      </a:lnTo>
                      <a:lnTo>
                        <a:pt x="39" y="13"/>
                      </a:lnTo>
                      <a:lnTo>
                        <a:pt x="47" y="22"/>
                      </a:lnTo>
                      <a:lnTo>
                        <a:pt x="53" y="33"/>
                      </a:lnTo>
                      <a:lnTo>
                        <a:pt x="56" y="44"/>
                      </a:lnTo>
                      <a:lnTo>
                        <a:pt x="56" y="56"/>
                      </a:lnTo>
                      <a:lnTo>
                        <a:pt x="55" y="68"/>
                      </a:lnTo>
                      <a:lnTo>
                        <a:pt x="50" y="79"/>
                      </a:lnTo>
                      <a:lnTo>
                        <a:pt x="44" y="89"/>
                      </a:lnTo>
                      <a:lnTo>
                        <a:pt x="34" y="97"/>
                      </a:lnTo>
                      <a:lnTo>
                        <a:pt x="23" y="103"/>
                      </a:lnTo>
                      <a:lnTo>
                        <a:pt x="13" y="106"/>
                      </a:lnTo>
                      <a:lnTo>
                        <a:pt x="0" y="10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3" name="Freeform 2996">
                  <a:extLst>
                    <a:ext uri="{FF2B5EF4-FFF2-40B4-BE49-F238E27FC236}">
                      <a16:creationId xmlns:a16="http://schemas.microsoft.com/office/drawing/2014/main" id="{2C5664DC-CFAA-8483-1071-8D3DC48669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4" name="Freeform 2997">
                  <a:extLst>
                    <a:ext uri="{FF2B5EF4-FFF2-40B4-BE49-F238E27FC236}">
                      <a16:creationId xmlns:a16="http://schemas.microsoft.com/office/drawing/2014/main" id="{EFAB65A6-3385-3F9A-E30C-E8DDC922EA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4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2"/>
                      </a:lnTo>
                      <a:lnTo>
                        <a:pt x="95" y="21"/>
                      </a:lnTo>
                      <a:lnTo>
                        <a:pt x="101" y="30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5" name="Freeform 2998">
                  <a:extLst>
                    <a:ext uri="{FF2B5EF4-FFF2-40B4-BE49-F238E27FC236}">
                      <a16:creationId xmlns:a16="http://schemas.microsoft.com/office/drawing/2014/main" id="{E231193F-87D5-E477-EF41-5D06208878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7"/>
                  <a:ext cx="18" cy="481"/>
                </a:xfrm>
                <a:custGeom>
                  <a:avLst/>
                  <a:gdLst>
                    <a:gd name="T0" fmla="*/ 0 w 107"/>
                    <a:gd name="T1" fmla="*/ 0 h 2887"/>
                    <a:gd name="T2" fmla="*/ 0 w 107"/>
                    <a:gd name="T3" fmla="*/ 0 h 2887"/>
                    <a:gd name="T4" fmla="*/ 0 w 107"/>
                    <a:gd name="T5" fmla="*/ 0 h 2887"/>
                    <a:gd name="T6" fmla="*/ 0 w 107"/>
                    <a:gd name="T7" fmla="*/ 0 h 2887"/>
                    <a:gd name="T8" fmla="*/ 0 w 107"/>
                    <a:gd name="T9" fmla="*/ 0 h 2887"/>
                    <a:gd name="T10" fmla="*/ 0 w 107"/>
                    <a:gd name="T11" fmla="*/ 0 h 2887"/>
                    <a:gd name="T12" fmla="*/ 0 w 107"/>
                    <a:gd name="T13" fmla="*/ 0 h 28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2887"/>
                    <a:gd name="T23" fmla="*/ 107 w 107"/>
                    <a:gd name="T24" fmla="*/ 2887 h 28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28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87"/>
                      </a:lnTo>
                      <a:lnTo>
                        <a:pt x="53" y="2887"/>
                      </a:lnTo>
                      <a:lnTo>
                        <a:pt x="107" y="28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6" name="Freeform 2999">
                  <a:extLst>
                    <a:ext uri="{FF2B5EF4-FFF2-40B4-BE49-F238E27FC236}">
                      <a16:creationId xmlns:a16="http://schemas.microsoft.com/office/drawing/2014/main" id="{66010F9E-3328-47ED-5A1B-C51813C694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257"/>
                  <a:ext cx="18" cy="481"/>
                </a:xfrm>
                <a:custGeom>
                  <a:avLst/>
                  <a:gdLst>
                    <a:gd name="T0" fmla="*/ 0 w 107"/>
                    <a:gd name="T1" fmla="*/ 0 h 2887"/>
                    <a:gd name="T2" fmla="*/ 0 w 107"/>
                    <a:gd name="T3" fmla="*/ 0 h 2887"/>
                    <a:gd name="T4" fmla="*/ 0 w 107"/>
                    <a:gd name="T5" fmla="*/ 0 h 2887"/>
                    <a:gd name="T6" fmla="*/ 0 w 107"/>
                    <a:gd name="T7" fmla="*/ 0 h 2887"/>
                    <a:gd name="T8" fmla="*/ 0 w 107"/>
                    <a:gd name="T9" fmla="*/ 0 h 2887"/>
                    <a:gd name="T10" fmla="*/ 0 w 107"/>
                    <a:gd name="T11" fmla="*/ 0 h 2887"/>
                    <a:gd name="T12" fmla="*/ 0 w 107"/>
                    <a:gd name="T13" fmla="*/ 0 h 28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2887"/>
                    <a:gd name="T23" fmla="*/ 107 w 107"/>
                    <a:gd name="T24" fmla="*/ 2887 h 28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2887">
                      <a:moveTo>
                        <a:pt x="107" y="0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87"/>
                      </a:lnTo>
                      <a:lnTo>
                        <a:pt x="53" y="2887"/>
                      </a:lnTo>
                      <a:lnTo>
                        <a:pt x="107" y="2887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7" name="Freeform 3000">
                  <a:extLst>
                    <a:ext uri="{FF2B5EF4-FFF2-40B4-BE49-F238E27FC236}">
                      <a16:creationId xmlns:a16="http://schemas.microsoft.com/office/drawing/2014/main" id="{5B611794-D2A2-A902-EFBE-6C3FAA2BE7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8" name="Freeform 3001">
                  <a:extLst>
                    <a:ext uri="{FF2B5EF4-FFF2-40B4-BE49-F238E27FC236}">
                      <a16:creationId xmlns:a16="http://schemas.microsoft.com/office/drawing/2014/main" id="{DD8EBCD9-A974-B70F-ED86-7B820DE73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1" y="3738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0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9" name="Freeform 3002">
                  <a:extLst>
                    <a:ext uri="{FF2B5EF4-FFF2-40B4-BE49-F238E27FC236}">
                      <a16:creationId xmlns:a16="http://schemas.microsoft.com/office/drawing/2014/main" id="{1CE305CB-7755-868A-210E-032B78CF73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w 107"/>
                    <a:gd name="T31" fmla="*/ 0 h 53"/>
                    <a:gd name="T32" fmla="*/ 0 w 107"/>
                    <a:gd name="T33" fmla="*/ 0 h 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3"/>
                    <a:gd name="T53" fmla="*/ 107 w 107"/>
                    <a:gd name="T54" fmla="*/ 53 h 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3">
                      <a:moveTo>
                        <a:pt x="53" y="0"/>
                      </a:moveTo>
                      <a:lnTo>
                        <a:pt x="107" y="0"/>
                      </a:ln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0" name="Freeform 3003">
                  <a:extLst>
                    <a:ext uri="{FF2B5EF4-FFF2-40B4-BE49-F238E27FC236}">
                      <a16:creationId xmlns:a16="http://schemas.microsoft.com/office/drawing/2014/main" id="{5DA15CAD-421E-6D41-5A46-F2A4E5E5CD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762"/>
                  <a:ext cx="18" cy="9"/>
                </a:xfrm>
                <a:custGeom>
                  <a:avLst/>
                  <a:gdLst>
                    <a:gd name="T0" fmla="*/ 0 w 107"/>
                    <a:gd name="T1" fmla="*/ 0 h 53"/>
                    <a:gd name="T2" fmla="*/ 0 w 107"/>
                    <a:gd name="T3" fmla="*/ 0 h 53"/>
                    <a:gd name="T4" fmla="*/ 0 w 107"/>
                    <a:gd name="T5" fmla="*/ 0 h 53"/>
                    <a:gd name="T6" fmla="*/ 0 w 107"/>
                    <a:gd name="T7" fmla="*/ 0 h 53"/>
                    <a:gd name="T8" fmla="*/ 0 w 107"/>
                    <a:gd name="T9" fmla="*/ 0 h 53"/>
                    <a:gd name="T10" fmla="*/ 0 w 107"/>
                    <a:gd name="T11" fmla="*/ 0 h 53"/>
                    <a:gd name="T12" fmla="*/ 0 w 107"/>
                    <a:gd name="T13" fmla="*/ 0 h 53"/>
                    <a:gd name="T14" fmla="*/ 0 w 107"/>
                    <a:gd name="T15" fmla="*/ 0 h 53"/>
                    <a:gd name="T16" fmla="*/ 0 w 107"/>
                    <a:gd name="T17" fmla="*/ 0 h 53"/>
                    <a:gd name="T18" fmla="*/ 0 w 107"/>
                    <a:gd name="T19" fmla="*/ 0 h 53"/>
                    <a:gd name="T20" fmla="*/ 0 w 107"/>
                    <a:gd name="T21" fmla="*/ 0 h 53"/>
                    <a:gd name="T22" fmla="*/ 0 w 107"/>
                    <a:gd name="T23" fmla="*/ 0 h 53"/>
                    <a:gd name="T24" fmla="*/ 0 w 107"/>
                    <a:gd name="T25" fmla="*/ 0 h 53"/>
                    <a:gd name="T26" fmla="*/ 0 w 107"/>
                    <a:gd name="T27" fmla="*/ 0 h 53"/>
                    <a:gd name="T28" fmla="*/ 0 w 107"/>
                    <a:gd name="T29" fmla="*/ 0 h 5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3"/>
                    <a:gd name="T47" fmla="*/ 107 w 107"/>
                    <a:gd name="T48" fmla="*/ 53 h 5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3">
                      <a:moveTo>
                        <a:pt x="107" y="0"/>
                      </a:moveTo>
                      <a:lnTo>
                        <a:pt x="105" y="12"/>
                      </a:lnTo>
                      <a:lnTo>
                        <a:pt x="101" y="23"/>
                      </a:lnTo>
                      <a:lnTo>
                        <a:pt x="95" y="33"/>
                      </a:lnTo>
                      <a:lnTo>
                        <a:pt x="86" y="41"/>
                      </a:lnTo>
                      <a:lnTo>
                        <a:pt x="77" y="48"/>
                      </a:lnTo>
                      <a:lnTo>
                        <a:pt x="65" y="52"/>
                      </a:lnTo>
                      <a:lnTo>
                        <a:pt x="53" y="53"/>
                      </a:lnTo>
                      <a:lnTo>
                        <a:pt x="42" y="52"/>
                      </a:lnTo>
                      <a:lnTo>
                        <a:pt x="30" y="48"/>
                      </a:lnTo>
                      <a:lnTo>
                        <a:pt x="21" y="41"/>
                      </a:lnTo>
                      <a:lnTo>
                        <a:pt x="12" y="33"/>
                      </a:lnTo>
                      <a:lnTo>
                        <a:pt x="6" y="23"/>
                      </a:lnTo>
                      <a:lnTo>
                        <a:pt x="1" y="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1" name="Freeform 3004">
                  <a:extLst>
                    <a:ext uri="{FF2B5EF4-FFF2-40B4-BE49-F238E27FC236}">
                      <a16:creationId xmlns:a16="http://schemas.microsoft.com/office/drawing/2014/main" id="{A6282A5F-3150-A3FC-BF59-CE5F043A4B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2" name="Freeform 3005">
                  <a:extLst>
                    <a:ext uri="{FF2B5EF4-FFF2-40B4-BE49-F238E27FC236}">
                      <a16:creationId xmlns:a16="http://schemas.microsoft.com/office/drawing/2014/main" id="{A090A657-513C-BC16-11C2-EB8EC8396E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97"/>
                  <a:ext cx="18" cy="265"/>
                </a:xfrm>
                <a:custGeom>
                  <a:avLst/>
                  <a:gdLst>
                    <a:gd name="T0" fmla="*/ 0 w 107"/>
                    <a:gd name="T1" fmla="*/ 0 h 1588"/>
                    <a:gd name="T2" fmla="*/ 0 w 107"/>
                    <a:gd name="T3" fmla="*/ 0 h 1588"/>
                    <a:gd name="T4" fmla="*/ 0 w 107"/>
                    <a:gd name="T5" fmla="*/ 0 h 1588"/>
                    <a:gd name="T6" fmla="*/ 0 w 107"/>
                    <a:gd name="T7" fmla="*/ 0 h 1588"/>
                    <a:gd name="T8" fmla="*/ 0 w 107"/>
                    <a:gd name="T9" fmla="*/ 0 h 1588"/>
                    <a:gd name="T10" fmla="*/ 0 w 107"/>
                    <a:gd name="T11" fmla="*/ 0 h 1588"/>
                    <a:gd name="T12" fmla="*/ 0 w 107"/>
                    <a:gd name="T13" fmla="*/ 0 h 15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7"/>
                    <a:gd name="T22" fmla="*/ 0 h 1588"/>
                    <a:gd name="T23" fmla="*/ 107 w 107"/>
                    <a:gd name="T24" fmla="*/ 1588 h 15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7" h="1588">
                      <a:moveTo>
                        <a:pt x="0" y="1588"/>
                      </a:moveTo>
                      <a:lnTo>
                        <a:pt x="53" y="1588"/>
                      </a:lnTo>
                      <a:lnTo>
                        <a:pt x="107" y="1588"/>
                      </a:lnTo>
                      <a:lnTo>
                        <a:pt x="107" y="0"/>
                      </a:ln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1588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3" name="Freeform 3006">
                  <a:extLst>
                    <a:ext uri="{FF2B5EF4-FFF2-40B4-BE49-F238E27FC236}">
                      <a16:creationId xmlns:a16="http://schemas.microsoft.com/office/drawing/2014/main" id="{A3AF0F52-E386-2B45-FA42-B8389E8679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w 107"/>
                    <a:gd name="T31" fmla="*/ 0 h 54"/>
                    <a:gd name="T32" fmla="*/ 0 w 107"/>
                    <a:gd name="T33" fmla="*/ 0 h 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107"/>
                    <a:gd name="T52" fmla="*/ 0 h 54"/>
                    <a:gd name="T53" fmla="*/ 107 w 107"/>
                    <a:gd name="T54" fmla="*/ 54 h 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107" h="54">
                      <a:moveTo>
                        <a:pt x="53" y="54"/>
                      </a:move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4" name="Freeform 3007">
                  <a:extLst>
                    <a:ext uri="{FF2B5EF4-FFF2-40B4-BE49-F238E27FC236}">
                      <a16:creationId xmlns:a16="http://schemas.microsoft.com/office/drawing/2014/main" id="{805630F1-C47C-A7F6-C30A-F7361EF6BE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89" y="3488"/>
                  <a:ext cx="18" cy="9"/>
                </a:xfrm>
                <a:custGeom>
                  <a:avLst/>
                  <a:gdLst>
                    <a:gd name="T0" fmla="*/ 0 w 107"/>
                    <a:gd name="T1" fmla="*/ 0 h 54"/>
                    <a:gd name="T2" fmla="*/ 0 w 107"/>
                    <a:gd name="T3" fmla="*/ 0 h 54"/>
                    <a:gd name="T4" fmla="*/ 0 w 107"/>
                    <a:gd name="T5" fmla="*/ 0 h 54"/>
                    <a:gd name="T6" fmla="*/ 0 w 107"/>
                    <a:gd name="T7" fmla="*/ 0 h 54"/>
                    <a:gd name="T8" fmla="*/ 0 w 107"/>
                    <a:gd name="T9" fmla="*/ 0 h 54"/>
                    <a:gd name="T10" fmla="*/ 0 w 107"/>
                    <a:gd name="T11" fmla="*/ 0 h 54"/>
                    <a:gd name="T12" fmla="*/ 0 w 107"/>
                    <a:gd name="T13" fmla="*/ 0 h 54"/>
                    <a:gd name="T14" fmla="*/ 0 w 107"/>
                    <a:gd name="T15" fmla="*/ 0 h 54"/>
                    <a:gd name="T16" fmla="*/ 0 w 107"/>
                    <a:gd name="T17" fmla="*/ 0 h 54"/>
                    <a:gd name="T18" fmla="*/ 0 w 107"/>
                    <a:gd name="T19" fmla="*/ 0 h 54"/>
                    <a:gd name="T20" fmla="*/ 0 w 107"/>
                    <a:gd name="T21" fmla="*/ 0 h 54"/>
                    <a:gd name="T22" fmla="*/ 0 w 107"/>
                    <a:gd name="T23" fmla="*/ 0 h 54"/>
                    <a:gd name="T24" fmla="*/ 0 w 107"/>
                    <a:gd name="T25" fmla="*/ 0 h 54"/>
                    <a:gd name="T26" fmla="*/ 0 w 107"/>
                    <a:gd name="T27" fmla="*/ 0 h 54"/>
                    <a:gd name="T28" fmla="*/ 0 w 107"/>
                    <a:gd name="T29" fmla="*/ 0 h 5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107"/>
                    <a:gd name="T46" fmla="*/ 0 h 54"/>
                    <a:gd name="T47" fmla="*/ 107 w 107"/>
                    <a:gd name="T48" fmla="*/ 54 h 54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107" h="54">
                      <a:moveTo>
                        <a:pt x="0" y="54"/>
                      </a:moveTo>
                      <a:lnTo>
                        <a:pt x="1" y="42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1" y="13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65" y="2"/>
                      </a:lnTo>
                      <a:lnTo>
                        <a:pt x="77" y="6"/>
                      </a:lnTo>
                      <a:lnTo>
                        <a:pt x="86" y="13"/>
                      </a:lnTo>
                      <a:lnTo>
                        <a:pt x="95" y="21"/>
                      </a:lnTo>
                      <a:lnTo>
                        <a:pt x="101" y="31"/>
                      </a:lnTo>
                      <a:lnTo>
                        <a:pt x="105" y="42"/>
                      </a:lnTo>
                      <a:lnTo>
                        <a:pt x="10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5" name="Freeform 3008">
                  <a:extLst>
                    <a:ext uri="{FF2B5EF4-FFF2-40B4-BE49-F238E27FC236}">
                      <a16:creationId xmlns:a16="http://schemas.microsoft.com/office/drawing/2014/main" id="{5D64FBB0-B0A6-3394-F6BE-E85E33E7EB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874"/>
                  <a:ext cx="9" cy="17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6" name="Freeform 3009">
                  <a:extLst>
                    <a:ext uri="{FF2B5EF4-FFF2-40B4-BE49-F238E27FC236}">
                      <a16:creationId xmlns:a16="http://schemas.microsoft.com/office/drawing/2014/main" id="{11741130-092A-8767-C311-F478C976A0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874"/>
                  <a:ext cx="9" cy="17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2" y="106"/>
                      </a:lnTo>
                      <a:lnTo>
                        <a:pt x="30" y="102"/>
                      </a:lnTo>
                      <a:lnTo>
                        <a:pt x="20" y="95"/>
                      </a:lnTo>
                      <a:lnTo>
                        <a:pt x="12" y="87"/>
                      </a:lnTo>
                      <a:lnTo>
                        <a:pt x="6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3"/>
                      </a:lnTo>
                      <a:lnTo>
                        <a:pt x="6" y="31"/>
                      </a:lnTo>
                      <a:lnTo>
                        <a:pt x="12" y="21"/>
                      </a:lnTo>
                      <a:lnTo>
                        <a:pt x="20" y="13"/>
                      </a:lnTo>
                      <a:lnTo>
                        <a:pt x="30" y="7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7" name="Freeform 3010">
                  <a:extLst>
                    <a:ext uri="{FF2B5EF4-FFF2-40B4-BE49-F238E27FC236}">
                      <a16:creationId xmlns:a16="http://schemas.microsoft.com/office/drawing/2014/main" id="{C4829522-3FD4-C444-FC70-66267EC1C5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874"/>
                  <a:ext cx="817" cy="17"/>
                </a:xfrm>
                <a:custGeom>
                  <a:avLst/>
                  <a:gdLst>
                    <a:gd name="T0" fmla="*/ 0 w 4904"/>
                    <a:gd name="T1" fmla="*/ 0 h 107"/>
                    <a:gd name="T2" fmla="*/ 0 w 4904"/>
                    <a:gd name="T3" fmla="*/ 0 h 107"/>
                    <a:gd name="T4" fmla="*/ 0 w 4904"/>
                    <a:gd name="T5" fmla="*/ 0 h 107"/>
                    <a:gd name="T6" fmla="*/ 0 w 4904"/>
                    <a:gd name="T7" fmla="*/ 0 h 107"/>
                    <a:gd name="T8" fmla="*/ 0 w 4904"/>
                    <a:gd name="T9" fmla="*/ 0 h 107"/>
                    <a:gd name="T10" fmla="*/ 0 w 4904"/>
                    <a:gd name="T11" fmla="*/ 0 h 107"/>
                    <a:gd name="T12" fmla="*/ 0 w 490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7"/>
                    <a:gd name="T23" fmla="*/ 4904 w 490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904" y="107"/>
                      </a:ln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8" name="Freeform 3011">
                  <a:extLst>
                    <a:ext uri="{FF2B5EF4-FFF2-40B4-BE49-F238E27FC236}">
                      <a16:creationId xmlns:a16="http://schemas.microsoft.com/office/drawing/2014/main" id="{92C30BA2-EE18-977E-F79A-5EE4B08FBC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874"/>
                  <a:ext cx="817" cy="17"/>
                </a:xfrm>
                <a:custGeom>
                  <a:avLst/>
                  <a:gdLst>
                    <a:gd name="T0" fmla="*/ 0 w 4904"/>
                    <a:gd name="T1" fmla="*/ 0 h 107"/>
                    <a:gd name="T2" fmla="*/ 0 w 4904"/>
                    <a:gd name="T3" fmla="*/ 0 h 107"/>
                    <a:gd name="T4" fmla="*/ 0 w 4904"/>
                    <a:gd name="T5" fmla="*/ 0 h 107"/>
                    <a:gd name="T6" fmla="*/ 0 w 4904"/>
                    <a:gd name="T7" fmla="*/ 0 h 107"/>
                    <a:gd name="T8" fmla="*/ 0 w 4904"/>
                    <a:gd name="T9" fmla="*/ 0 h 107"/>
                    <a:gd name="T10" fmla="*/ 0 w 4904"/>
                    <a:gd name="T11" fmla="*/ 0 h 107"/>
                    <a:gd name="T12" fmla="*/ 0 w 4904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7"/>
                    <a:gd name="T23" fmla="*/ 4904 w 4904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7">
                      <a:moveTo>
                        <a:pt x="0" y="0"/>
                      </a:move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4904" y="107"/>
                      </a:ln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9" name="Freeform 3012">
                  <a:extLst>
                    <a:ext uri="{FF2B5EF4-FFF2-40B4-BE49-F238E27FC236}">
                      <a16:creationId xmlns:a16="http://schemas.microsoft.com/office/drawing/2014/main" id="{E429DDF3-55E2-133F-B809-40582E7D54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874"/>
                  <a:ext cx="9" cy="17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0" name="Freeform 3013">
                  <a:extLst>
                    <a:ext uri="{FF2B5EF4-FFF2-40B4-BE49-F238E27FC236}">
                      <a16:creationId xmlns:a16="http://schemas.microsoft.com/office/drawing/2014/main" id="{9BC3C08C-61F4-4A83-BCDF-211567F183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874"/>
                  <a:ext cx="9" cy="17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7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3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1" name="Freeform 3014">
                  <a:extLst>
                    <a:ext uri="{FF2B5EF4-FFF2-40B4-BE49-F238E27FC236}">
                      <a16:creationId xmlns:a16="http://schemas.microsoft.com/office/drawing/2014/main" id="{5BB68D7F-8579-FA10-B24C-EAB00FA588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104"/>
                  <a:ext cx="9" cy="17"/>
                </a:xfrm>
                <a:custGeom>
                  <a:avLst/>
                  <a:gdLst>
                    <a:gd name="T0" fmla="*/ 0 w 54"/>
                    <a:gd name="T1" fmla="*/ 0 h 106"/>
                    <a:gd name="T2" fmla="*/ 0 w 54"/>
                    <a:gd name="T3" fmla="*/ 0 h 106"/>
                    <a:gd name="T4" fmla="*/ 0 w 54"/>
                    <a:gd name="T5" fmla="*/ 0 h 106"/>
                    <a:gd name="T6" fmla="*/ 0 w 54"/>
                    <a:gd name="T7" fmla="*/ 0 h 106"/>
                    <a:gd name="T8" fmla="*/ 0 w 54"/>
                    <a:gd name="T9" fmla="*/ 0 h 106"/>
                    <a:gd name="T10" fmla="*/ 0 w 54"/>
                    <a:gd name="T11" fmla="*/ 0 h 106"/>
                    <a:gd name="T12" fmla="*/ 0 w 54"/>
                    <a:gd name="T13" fmla="*/ 0 h 106"/>
                    <a:gd name="T14" fmla="*/ 0 w 54"/>
                    <a:gd name="T15" fmla="*/ 0 h 106"/>
                    <a:gd name="T16" fmla="*/ 0 w 54"/>
                    <a:gd name="T17" fmla="*/ 0 h 106"/>
                    <a:gd name="T18" fmla="*/ 0 w 54"/>
                    <a:gd name="T19" fmla="*/ 0 h 106"/>
                    <a:gd name="T20" fmla="*/ 0 w 54"/>
                    <a:gd name="T21" fmla="*/ 0 h 106"/>
                    <a:gd name="T22" fmla="*/ 0 w 54"/>
                    <a:gd name="T23" fmla="*/ 0 h 106"/>
                    <a:gd name="T24" fmla="*/ 0 w 54"/>
                    <a:gd name="T25" fmla="*/ 0 h 106"/>
                    <a:gd name="T26" fmla="*/ 0 w 54"/>
                    <a:gd name="T27" fmla="*/ 0 h 106"/>
                    <a:gd name="T28" fmla="*/ 0 w 54"/>
                    <a:gd name="T29" fmla="*/ 0 h 106"/>
                    <a:gd name="T30" fmla="*/ 0 w 54"/>
                    <a:gd name="T31" fmla="*/ 0 h 106"/>
                    <a:gd name="T32" fmla="*/ 0 w 54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6"/>
                    <a:gd name="T53" fmla="*/ 54 w 54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6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" name="Freeform 3015">
                  <a:extLst>
                    <a:ext uri="{FF2B5EF4-FFF2-40B4-BE49-F238E27FC236}">
                      <a16:creationId xmlns:a16="http://schemas.microsoft.com/office/drawing/2014/main" id="{C2ADB3CA-CC67-F03C-1B41-149753C81D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104"/>
                  <a:ext cx="9" cy="17"/>
                </a:xfrm>
                <a:custGeom>
                  <a:avLst/>
                  <a:gdLst>
                    <a:gd name="T0" fmla="*/ 0 w 54"/>
                    <a:gd name="T1" fmla="*/ 0 h 106"/>
                    <a:gd name="T2" fmla="*/ 0 w 54"/>
                    <a:gd name="T3" fmla="*/ 0 h 106"/>
                    <a:gd name="T4" fmla="*/ 0 w 54"/>
                    <a:gd name="T5" fmla="*/ 0 h 106"/>
                    <a:gd name="T6" fmla="*/ 0 w 54"/>
                    <a:gd name="T7" fmla="*/ 0 h 106"/>
                    <a:gd name="T8" fmla="*/ 0 w 54"/>
                    <a:gd name="T9" fmla="*/ 0 h 106"/>
                    <a:gd name="T10" fmla="*/ 0 w 54"/>
                    <a:gd name="T11" fmla="*/ 0 h 106"/>
                    <a:gd name="T12" fmla="*/ 0 w 54"/>
                    <a:gd name="T13" fmla="*/ 0 h 106"/>
                    <a:gd name="T14" fmla="*/ 0 w 54"/>
                    <a:gd name="T15" fmla="*/ 0 h 106"/>
                    <a:gd name="T16" fmla="*/ 0 w 54"/>
                    <a:gd name="T17" fmla="*/ 0 h 106"/>
                    <a:gd name="T18" fmla="*/ 0 w 54"/>
                    <a:gd name="T19" fmla="*/ 0 h 106"/>
                    <a:gd name="T20" fmla="*/ 0 w 54"/>
                    <a:gd name="T21" fmla="*/ 0 h 106"/>
                    <a:gd name="T22" fmla="*/ 0 w 54"/>
                    <a:gd name="T23" fmla="*/ 0 h 106"/>
                    <a:gd name="T24" fmla="*/ 0 w 54"/>
                    <a:gd name="T25" fmla="*/ 0 h 106"/>
                    <a:gd name="T26" fmla="*/ 0 w 54"/>
                    <a:gd name="T27" fmla="*/ 0 h 106"/>
                    <a:gd name="T28" fmla="*/ 0 w 54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6"/>
                    <a:gd name="T47" fmla="*/ 54 w 54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6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5"/>
                      </a:lnTo>
                      <a:lnTo>
                        <a:pt x="0" y="10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" name="Freeform 3016">
                  <a:extLst>
                    <a:ext uri="{FF2B5EF4-FFF2-40B4-BE49-F238E27FC236}">
                      <a16:creationId xmlns:a16="http://schemas.microsoft.com/office/drawing/2014/main" id="{7197FAC4-AD6F-AC18-778E-683F777F4C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104"/>
                  <a:ext cx="817" cy="17"/>
                </a:xfrm>
                <a:custGeom>
                  <a:avLst/>
                  <a:gdLst>
                    <a:gd name="T0" fmla="*/ 0 w 4904"/>
                    <a:gd name="T1" fmla="*/ 0 h 106"/>
                    <a:gd name="T2" fmla="*/ 0 w 4904"/>
                    <a:gd name="T3" fmla="*/ 0 h 106"/>
                    <a:gd name="T4" fmla="*/ 0 w 4904"/>
                    <a:gd name="T5" fmla="*/ 0 h 106"/>
                    <a:gd name="T6" fmla="*/ 0 w 4904"/>
                    <a:gd name="T7" fmla="*/ 0 h 106"/>
                    <a:gd name="T8" fmla="*/ 0 w 4904"/>
                    <a:gd name="T9" fmla="*/ 0 h 106"/>
                    <a:gd name="T10" fmla="*/ 0 w 4904"/>
                    <a:gd name="T11" fmla="*/ 0 h 106"/>
                    <a:gd name="T12" fmla="*/ 0 w 4904"/>
                    <a:gd name="T13" fmla="*/ 0 h 10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6"/>
                    <a:gd name="T23" fmla="*/ 4904 w 4904"/>
                    <a:gd name="T24" fmla="*/ 106 h 10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6">
                      <a:moveTo>
                        <a:pt x="4904" y="106"/>
                      </a:move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6"/>
                      </a:lnTo>
                      <a:lnTo>
                        <a:pt x="4904" y="1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4" name="Freeform 3017">
                  <a:extLst>
                    <a:ext uri="{FF2B5EF4-FFF2-40B4-BE49-F238E27FC236}">
                      <a16:creationId xmlns:a16="http://schemas.microsoft.com/office/drawing/2014/main" id="{BC6023CF-7C69-888E-FB03-40E0ED47DA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3104"/>
                  <a:ext cx="817" cy="17"/>
                </a:xfrm>
                <a:custGeom>
                  <a:avLst/>
                  <a:gdLst>
                    <a:gd name="T0" fmla="*/ 0 w 4904"/>
                    <a:gd name="T1" fmla="*/ 0 h 106"/>
                    <a:gd name="T2" fmla="*/ 0 w 4904"/>
                    <a:gd name="T3" fmla="*/ 0 h 106"/>
                    <a:gd name="T4" fmla="*/ 0 w 4904"/>
                    <a:gd name="T5" fmla="*/ 0 h 106"/>
                    <a:gd name="T6" fmla="*/ 0 w 4904"/>
                    <a:gd name="T7" fmla="*/ 0 h 106"/>
                    <a:gd name="T8" fmla="*/ 0 w 4904"/>
                    <a:gd name="T9" fmla="*/ 0 h 106"/>
                    <a:gd name="T10" fmla="*/ 0 w 4904"/>
                    <a:gd name="T11" fmla="*/ 0 h 106"/>
                    <a:gd name="T12" fmla="*/ 0 w 4904"/>
                    <a:gd name="T13" fmla="*/ 0 h 10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904"/>
                    <a:gd name="T22" fmla="*/ 0 h 106"/>
                    <a:gd name="T23" fmla="*/ 4904 w 4904"/>
                    <a:gd name="T24" fmla="*/ 106 h 10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904" h="106">
                      <a:moveTo>
                        <a:pt x="4904" y="106"/>
                      </a:moveTo>
                      <a:lnTo>
                        <a:pt x="4904" y="54"/>
                      </a:lnTo>
                      <a:lnTo>
                        <a:pt x="4904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6"/>
                      </a:lnTo>
                      <a:lnTo>
                        <a:pt x="4904" y="106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5" name="Freeform 3018">
                  <a:extLst>
                    <a:ext uri="{FF2B5EF4-FFF2-40B4-BE49-F238E27FC236}">
                      <a16:creationId xmlns:a16="http://schemas.microsoft.com/office/drawing/2014/main" id="{4C7B6284-5112-4A41-3D65-7712EE5CF4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104"/>
                  <a:ext cx="9" cy="17"/>
                </a:xfrm>
                <a:custGeom>
                  <a:avLst/>
                  <a:gdLst>
                    <a:gd name="T0" fmla="*/ 0 w 53"/>
                    <a:gd name="T1" fmla="*/ 0 h 106"/>
                    <a:gd name="T2" fmla="*/ 0 w 53"/>
                    <a:gd name="T3" fmla="*/ 0 h 106"/>
                    <a:gd name="T4" fmla="*/ 0 w 53"/>
                    <a:gd name="T5" fmla="*/ 0 h 106"/>
                    <a:gd name="T6" fmla="*/ 0 w 53"/>
                    <a:gd name="T7" fmla="*/ 0 h 106"/>
                    <a:gd name="T8" fmla="*/ 0 w 53"/>
                    <a:gd name="T9" fmla="*/ 0 h 106"/>
                    <a:gd name="T10" fmla="*/ 0 w 53"/>
                    <a:gd name="T11" fmla="*/ 0 h 106"/>
                    <a:gd name="T12" fmla="*/ 0 w 53"/>
                    <a:gd name="T13" fmla="*/ 0 h 106"/>
                    <a:gd name="T14" fmla="*/ 0 w 53"/>
                    <a:gd name="T15" fmla="*/ 0 h 106"/>
                    <a:gd name="T16" fmla="*/ 0 w 53"/>
                    <a:gd name="T17" fmla="*/ 0 h 106"/>
                    <a:gd name="T18" fmla="*/ 0 w 53"/>
                    <a:gd name="T19" fmla="*/ 0 h 106"/>
                    <a:gd name="T20" fmla="*/ 0 w 53"/>
                    <a:gd name="T21" fmla="*/ 0 h 106"/>
                    <a:gd name="T22" fmla="*/ 0 w 53"/>
                    <a:gd name="T23" fmla="*/ 0 h 106"/>
                    <a:gd name="T24" fmla="*/ 0 w 53"/>
                    <a:gd name="T25" fmla="*/ 0 h 106"/>
                    <a:gd name="T26" fmla="*/ 0 w 53"/>
                    <a:gd name="T27" fmla="*/ 0 h 106"/>
                    <a:gd name="T28" fmla="*/ 0 w 53"/>
                    <a:gd name="T29" fmla="*/ 0 h 106"/>
                    <a:gd name="T30" fmla="*/ 0 w 53"/>
                    <a:gd name="T31" fmla="*/ 0 h 106"/>
                    <a:gd name="T32" fmla="*/ 0 w 53"/>
                    <a:gd name="T33" fmla="*/ 0 h 10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6"/>
                    <a:gd name="T53" fmla="*/ 53 w 53"/>
                    <a:gd name="T54" fmla="*/ 106 h 10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6">
                      <a:moveTo>
                        <a:pt x="53" y="54"/>
                      </a:moveTo>
                      <a:lnTo>
                        <a:pt x="53" y="106"/>
                      </a:ln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6" name="Freeform 3019">
                  <a:extLst>
                    <a:ext uri="{FF2B5EF4-FFF2-40B4-BE49-F238E27FC236}">
                      <a16:creationId xmlns:a16="http://schemas.microsoft.com/office/drawing/2014/main" id="{D1A35388-0DAE-CBC7-1C01-629AD8FF75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5" y="3104"/>
                  <a:ext cx="9" cy="17"/>
                </a:xfrm>
                <a:custGeom>
                  <a:avLst/>
                  <a:gdLst>
                    <a:gd name="T0" fmla="*/ 0 w 53"/>
                    <a:gd name="T1" fmla="*/ 0 h 106"/>
                    <a:gd name="T2" fmla="*/ 0 w 53"/>
                    <a:gd name="T3" fmla="*/ 0 h 106"/>
                    <a:gd name="T4" fmla="*/ 0 w 53"/>
                    <a:gd name="T5" fmla="*/ 0 h 106"/>
                    <a:gd name="T6" fmla="*/ 0 w 53"/>
                    <a:gd name="T7" fmla="*/ 0 h 106"/>
                    <a:gd name="T8" fmla="*/ 0 w 53"/>
                    <a:gd name="T9" fmla="*/ 0 h 106"/>
                    <a:gd name="T10" fmla="*/ 0 w 53"/>
                    <a:gd name="T11" fmla="*/ 0 h 106"/>
                    <a:gd name="T12" fmla="*/ 0 w 53"/>
                    <a:gd name="T13" fmla="*/ 0 h 106"/>
                    <a:gd name="T14" fmla="*/ 0 w 53"/>
                    <a:gd name="T15" fmla="*/ 0 h 106"/>
                    <a:gd name="T16" fmla="*/ 0 w 53"/>
                    <a:gd name="T17" fmla="*/ 0 h 106"/>
                    <a:gd name="T18" fmla="*/ 0 w 53"/>
                    <a:gd name="T19" fmla="*/ 0 h 106"/>
                    <a:gd name="T20" fmla="*/ 0 w 53"/>
                    <a:gd name="T21" fmla="*/ 0 h 106"/>
                    <a:gd name="T22" fmla="*/ 0 w 53"/>
                    <a:gd name="T23" fmla="*/ 0 h 106"/>
                    <a:gd name="T24" fmla="*/ 0 w 53"/>
                    <a:gd name="T25" fmla="*/ 0 h 106"/>
                    <a:gd name="T26" fmla="*/ 0 w 53"/>
                    <a:gd name="T27" fmla="*/ 0 h 106"/>
                    <a:gd name="T28" fmla="*/ 0 w 53"/>
                    <a:gd name="T29" fmla="*/ 0 h 10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6"/>
                    <a:gd name="T47" fmla="*/ 53 w 53"/>
                    <a:gd name="T48" fmla="*/ 106 h 10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6">
                      <a:moveTo>
                        <a:pt x="53" y="106"/>
                      </a:moveTo>
                      <a:lnTo>
                        <a:pt x="42" y="105"/>
                      </a:lnTo>
                      <a:lnTo>
                        <a:pt x="30" y="101"/>
                      </a:lnTo>
                      <a:lnTo>
                        <a:pt x="20" y="95"/>
                      </a:lnTo>
                      <a:lnTo>
                        <a:pt x="12" y="86"/>
                      </a:lnTo>
                      <a:lnTo>
                        <a:pt x="6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6" y="30"/>
                      </a:lnTo>
                      <a:lnTo>
                        <a:pt x="12" y="21"/>
                      </a:lnTo>
                      <a:lnTo>
                        <a:pt x="20" y="12"/>
                      </a:lnTo>
                      <a:lnTo>
                        <a:pt x="30" y="6"/>
                      </a:lnTo>
                      <a:lnTo>
                        <a:pt x="42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7" name="Freeform 3020">
                  <a:extLst>
                    <a:ext uri="{FF2B5EF4-FFF2-40B4-BE49-F238E27FC236}">
                      <a16:creationId xmlns:a16="http://schemas.microsoft.com/office/drawing/2014/main" id="{D9BA87D7-FAAE-B087-EF52-D500D428DE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" name="Freeform 3021">
                  <a:extLst>
                    <a:ext uri="{FF2B5EF4-FFF2-40B4-BE49-F238E27FC236}">
                      <a16:creationId xmlns:a16="http://schemas.microsoft.com/office/drawing/2014/main" id="{F7F61336-0C83-E8CB-FD99-23C9048792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753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3"/>
                      </a:lnTo>
                      <a:lnTo>
                        <a:pt x="41" y="21"/>
                      </a:lnTo>
                      <a:lnTo>
                        <a:pt x="47" y="31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6"/>
                      </a:lnTo>
                      <a:lnTo>
                        <a:pt x="47" y="77"/>
                      </a:lnTo>
                      <a:lnTo>
                        <a:pt x="41" y="87"/>
                      </a:lnTo>
                      <a:lnTo>
                        <a:pt x="33" y="95"/>
                      </a:lnTo>
                      <a:lnTo>
                        <a:pt x="23" y="102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9" name="Freeform 3022">
                  <a:extLst>
                    <a:ext uri="{FF2B5EF4-FFF2-40B4-BE49-F238E27FC236}">
                      <a16:creationId xmlns:a16="http://schemas.microsoft.com/office/drawing/2014/main" id="{0A28C7ED-0115-B050-8E4B-4514A42C0F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753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0" name="Freeform 3023">
                  <a:extLst>
                    <a:ext uri="{FF2B5EF4-FFF2-40B4-BE49-F238E27FC236}">
                      <a16:creationId xmlns:a16="http://schemas.microsoft.com/office/drawing/2014/main" id="{66DEFE4F-BD11-F11D-EA98-062FF75A9A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753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1" name="Freeform 3024">
                  <a:extLst>
                    <a:ext uri="{FF2B5EF4-FFF2-40B4-BE49-F238E27FC236}">
                      <a16:creationId xmlns:a16="http://schemas.microsoft.com/office/drawing/2014/main" id="{504A7DE7-13DA-8A83-A36F-746905688B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5"/>
                      </a:lnTo>
                      <a:lnTo>
                        <a:pt x="11" y="87"/>
                      </a:lnTo>
                      <a:lnTo>
                        <a:pt x="5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2" name="Freeform 3025">
                  <a:extLst>
                    <a:ext uri="{FF2B5EF4-FFF2-40B4-BE49-F238E27FC236}">
                      <a16:creationId xmlns:a16="http://schemas.microsoft.com/office/drawing/2014/main" id="{AD70D73D-BCEB-ED4A-F340-21429A5101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753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2"/>
                      </a:lnTo>
                      <a:lnTo>
                        <a:pt x="20" y="95"/>
                      </a:lnTo>
                      <a:lnTo>
                        <a:pt x="11" y="87"/>
                      </a:lnTo>
                      <a:lnTo>
                        <a:pt x="5" y="77"/>
                      </a:lnTo>
                      <a:lnTo>
                        <a:pt x="1" y="66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1"/>
                      </a:lnTo>
                      <a:lnTo>
                        <a:pt x="11" y="21"/>
                      </a:lnTo>
                      <a:lnTo>
                        <a:pt x="20" y="13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3" name="Freeform 3026">
                  <a:extLst>
                    <a:ext uri="{FF2B5EF4-FFF2-40B4-BE49-F238E27FC236}">
                      <a16:creationId xmlns:a16="http://schemas.microsoft.com/office/drawing/2014/main" id="{C607706C-0967-1FF7-1D95-6AEE94A8CA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w 54"/>
                    <a:gd name="T31" fmla="*/ 0 h 107"/>
                    <a:gd name="T32" fmla="*/ 0 w 54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4"/>
                    <a:gd name="T52" fmla="*/ 0 h 107"/>
                    <a:gd name="T53" fmla="*/ 54 w 54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4" h="107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4" name="Freeform 3027">
                  <a:extLst>
                    <a:ext uri="{FF2B5EF4-FFF2-40B4-BE49-F238E27FC236}">
                      <a16:creationId xmlns:a16="http://schemas.microsoft.com/office/drawing/2014/main" id="{696E8176-4792-4419-D9A3-636ED13E8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9" y="3224"/>
                  <a:ext cx="9" cy="18"/>
                </a:xfrm>
                <a:custGeom>
                  <a:avLst/>
                  <a:gdLst>
                    <a:gd name="T0" fmla="*/ 0 w 54"/>
                    <a:gd name="T1" fmla="*/ 0 h 107"/>
                    <a:gd name="T2" fmla="*/ 0 w 54"/>
                    <a:gd name="T3" fmla="*/ 0 h 107"/>
                    <a:gd name="T4" fmla="*/ 0 w 54"/>
                    <a:gd name="T5" fmla="*/ 0 h 107"/>
                    <a:gd name="T6" fmla="*/ 0 w 54"/>
                    <a:gd name="T7" fmla="*/ 0 h 107"/>
                    <a:gd name="T8" fmla="*/ 0 w 54"/>
                    <a:gd name="T9" fmla="*/ 0 h 107"/>
                    <a:gd name="T10" fmla="*/ 0 w 54"/>
                    <a:gd name="T11" fmla="*/ 0 h 107"/>
                    <a:gd name="T12" fmla="*/ 0 w 54"/>
                    <a:gd name="T13" fmla="*/ 0 h 107"/>
                    <a:gd name="T14" fmla="*/ 0 w 54"/>
                    <a:gd name="T15" fmla="*/ 0 h 107"/>
                    <a:gd name="T16" fmla="*/ 0 w 54"/>
                    <a:gd name="T17" fmla="*/ 0 h 107"/>
                    <a:gd name="T18" fmla="*/ 0 w 54"/>
                    <a:gd name="T19" fmla="*/ 0 h 107"/>
                    <a:gd name="T20" fmla="*/ 0 w 54"/>
                    <a:gd name="T21" fmla="*/ 0 h 107"/>
                    <a:gd name="T22" fmla="*/ 0 w 54"/>
                    <a:gd name="T23" fmla="*/ 0 h 107"/>
                    <a:gd name="T24" fmla="*/ 0 w 54"/>
                    <a:gd name="T25" fmla="*/ 0 h 107"/>
                    <a:gd name="T26" fmla="*/ 0 w 54"/>
                    <a:gd name="T27" fmla="*/ 0 h 107"/>
                    <a:gd name="T28" fmla="*/ 0 w 54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4"/>
                    <a:gd name="T46" fmla="*/ 0 h 107"/>
                    <a:gd name="T47" fmla="*/ 54 w 54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4" h="107">
                      <a:moveTo>
                        <a:pt x="0" y="0"/>
                      </a:moveTo>
                      <a:lnTo>
                        <a:pt x="11" y="2"/>
                      </a:lnTo>
                      <a:lnTo>
                        <a:pt x="23" y="6"/>
                      </a:lnTo>
                      <a:lnTo>
                        <a:pt x="33" y="12"/>
                      </a:lnTo>
                      <a:lnTo>
                        <a:pt x="41" y="21"/>
                      </a:lnTo>
                      <a:lnTo>
                        <a:pt x="47" y="30"/>
                      </a:lnTo>
                      <a:lnTo>
                        <a:pt x="52" y="42"/>
                      </a:lnTo>
                      <a:lnTo>
                        <a:pt x="54" y="54"/>
                      </a:lnTo>
                      <a:lnTo>
                        <a:pt x="52" y="65"/>
                      </a:lnTo>
                      <a:lnTo>
                        <a:pt x="47" y="77"/>
                      </a:lnTo>
                      <a:lnTo>
                        <a:pt x="41" y="86"/>
                      </a:lnTo>
                      <a:lnTo>
                        <a:pt x="33" y="95"/>
                      </a:lnTo>
                      <a:lnTo>
                        <a:pt x="23" y="101"/>
                      </a:lnTo>
                      <a:lnTo>
                        <a:pt x="11" y="106"/>
                      </a:lnTo>
                      <a:lnTo>
                        <a:pt x="0" y="10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5" name="Freeform 3028">
                  <a:extLst>
                    <a:ext uri="{FF2B5EF4-FFF2-40B4-BE49-F238E27FC236}">
                      <a16:creationId xmlns:a16="http://schemas.microsoft.com/office/drawing/2014/main" id="{BB433181-878E-B2CF-0945-17ED88BE45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22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6" name="Freeform 3029">
                  <a:extLst>
                    <a:ext uri="{FF2B5EF4-FFF2-40B4-BE49-F238E27FC236}">
                      <a16:creationId xmlns:a16="http://schemas.microsoft.com/office/drawing/2014/main" id="{B6B754CF-7A3C-5C0F-06E6-4E8AA170F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1" y="3224"/>
                  <a:ext cx="48" cy="18"/>
                </a:xfrm>
                <a:custGeom>
                  <a:avLst/>
                  <a:gdLst>
                    <a:gd name="T0" fmla="*/ 0 w 289"/>
                    <a:gd name="T1" fmla="*/ 0 h 107"/>
                    <a:gd name="T2" fmla="*/ 0 w 289"/>
                    <a:gd name="T3" fmla="*/ 0 h 107"/>
                    <a:gd name="T4" fmla="*/ 0 w 289"/>
                    <a:gd name="T5" fmla="*/ 0 h 107"/>
                    <a:gd name="T6" fmla="*/ 0 w 289"/>
                    <a:gd name="T7" fmla="*/ 0 h 107"/>
                    <a:gd name="T8" fmla="*/ 0 w 289"/>
                    <a:gd name="T9" fmla="*/ 0 h 107"/>
                    <a:gd name="T10" fmla="*/ 0 w 289"/>
                    <a:gd name="T11" fmla="*/ 0 h 107"/>
                    <a:gd name="T12" fmla="*/ 0 w 289"/>
                    <a:gd name="T13" fmla="*/ 0 h 10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89"/>
                    <a:gd name="T22" fmla="*/ 0 h 107"/>
                    <a:gd name="T23" fmla="*/ 289 w 289"/>
                    <a:gd name="T24" fmla="*/ 107 h 10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89" h="107">
                      <a:moveTo>
                        <a:pt x="289" y="107"/>
                      </a:moveTo>
                      <a:lnTo>
                        <a:pt x="289" y="54"/>
                      </a:lnTo>
                      <a:lnTo>
                        <a:pt x="289" y="0"/>
                      </a:lnTo>
                      <a:lnTo>
                        <a:pt x="0" y="0"/>
                      </a:lnTo>
                      <a:lnTo>
                        <a:pt x="0" y="54"/>
                      </a:lnTo>
                      <a:lnTo>
                        <a:pt x="0" y="107"/>
                      </a:lnTo>
                      <a:lnTo>
                        <a:pt x="289" y="107"/>
                      </a:lnTo>
                      <a:close/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7" name="Freeform 3030">
                  <a:extLst>
                    <a:ext uri="{FF2B5EF4-FFF2-40B4-BE49-F238E27FC236}">
                      <a16:creationId xmlns:a16="http://schemas.microsoft.com/office/drawing/2014/main" id="{FE951227-E9F9-E436-36CA-0D5D376561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w 53"/>
                    <a:gd name="T31" fmla="*/ 0 h 107"/>
                    <a:gd name="T32" fmla="*/ 0 w 53"/>
                    <a:gd name="T33" fmla="*/ 0 h 10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53"/>
                    <a:gd name="T52" fmla="*/ 0 h 107"/>
                    <a:gd name="T53" fmla="*/ 53 w 53"/>
                    <a:gd name="T54" fmla="*/ 107 h 107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53" h="107">
                      <a:moveTo>
                        <a:pt x="53" y="54"/>
                      </a:moveTo>
                      <a:lnTo>
                        <a:pt x="53" y="107"/>
                      </a:lnTo>
                      <a:lnTo>
                        <a:pt x="41" y="106"/>
                      </a:lnTo>
                      <a:lnTo>
                        <a:pt x="29" y="101"/>
                      </a:lnTo>
                      <a:lnTo>
                        <a:pt x="20" y="95"/>
                      </a:lnTo>
                      <a:lnTo>
                        <a:pt x="11" y="86"/>
                      </a:lnTo>
                      <a:lnTo>
                        <a:pt x="5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  <a:lnTo>
                        <a:pt x="5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8" name="Freeform 3031">
                  <a:extLst>
                    <a:ext uri="{FF2B5EF4-FFF2-40B4-BE49-F238E27FC236}">
                      <a16:creationId xmlns:a16="http://schemas.microsoft.com/office/drawing/2014/main" id="{9CB88FA6-7221-768F-B3BA-16BD7D3293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62" y="3224"/>
                  <a:ext cx="9" cy="18"/>
                </a:xfrm>
                <a:custGeom>
                  <a:avLst/>
                  <a:gdLst>
                    <a:gd name="T0" fmla="*/ 0 w 53"/>
                    <a:gd name="T1" fmla="*/ 0 h 107"/>
                    <a:gd name="T2" fmla="*/ 0 w 53"/>
                    <a:gd name="T3" fmla="*/ 0 h 107"/>
                    <a:gd name="T4" fmla="*/ 0 w 53"/>
                    <a:gd name="T5" fmla="*/ 0 h 107"/>
                    <a:gd name="T6" fmla="*/ 0 w 53"/>
                    <a:gd name="T7" fmla="*/ 0 h 107"/>
                    <a:gd name="T8" fmla="*/ 0 w 53"/>
                    <a:gd name="T9" fmla="*/ 0 h 107"/>
                    <a:gd name="T10" fmla="*/ 0 w 53"/>
                    <a:gd name="T11" fmla="*/ 0 h 107"/>
                    <a:gd name="T12" fmla="*/ 0 w 53"/>
                    <a:gd name="T13" fmla="*/ 0 h 107"/>
                    <a:gd name="T14" fmla="*/ 0 w 53"/>
                    <a:gd name="T15" fmla="*/ 0 h 107"/>
                    <a:gd name="T16" fmla="*/ 0 w 53"/>
                    <a:gd name="T17" fmla="*/ 0 h 107"/>
                    <a:gd name="T18" fmla="*/ 0 w 53"/>
                    <a:gd name="T19" fmla="*/ 0 h 107"/>
                    <a:gd name="T20" fmla="*/ 0 w 53"/>
                    <a:gd name="T21" fmla="*/ 0 h 107"/>
                    <a:gd name="T22" fmla="*/ 0 w 53"/>
                    <a:gd name="T23" fmla="*/ 0 h 107"/>
                    <a:gd name="T24" fmla="*/ 0 w 53"/>
                    <a:gd name="T25" fmla="*/ 0 h 107"/>
                    <a:gd name="T26" fmla="*/ 0 w 53"/>
                    <a:gd name="T27" fmla="*/ 0 h 107"/>
                    <a:gd name="T28" fmla="*/ 0 w 53"/>
                    <a:gd name="T29" fmla="*/ 0 h 10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53"/>
                    <a:gd name="T46" fmla="*/ 0 h 107"/>
                    <a:gd name="T47" fmla="*/ 53 w 53"/>
                    <a:gd name="T48" fmla="*/ 107 h 107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53" h="107">
                      <a:moveTo>
                        <a:pt x="53" y="107"/>
                      </a:moveTo>
                      <a:lnTo>
                        <a:pt x="41" y="106"/>
                      </a:lnTo>
                      <a:lnTo>
                        <a:pt x="29" y="101"/>
                      </a:lnTo>
                      <a:lnTo>
                        <a:pt x="20" y="95"/>
                      </a:lnTo>
                      <a:lnTo>
                        <a:pt x="11" y="86"/>
                      </a:lnTo>
                      <a:lnTo>
                        <a:pt x="5" y="77"/>
                      </a:lnTo>
                      <a:lnTo>
                        <a:pt x="1" y="65"/>
                      </a:lnTo>
                      <a:lnTo>
                        <a:pt x="0" y="54"/>
                      </a:lnTo>
                      <a:lnTo>
                        <a:pt x="1" y="42"/>
                      </a:lnTo>
                      <a:lnTo>
                        <a:pt x="5" y="30"/>
                      </a:lnTo>
                      <a:lnTo>
                        <a:pt x="11" y="21"/>
                      </a:lnTo>
                      <a:lnTo>
                        <a:pt x="20" y="12"/>
                      </a:lnTo>
                      <a:lnTo>
                        <a:pt x="29" y="6"/>
                      </a:lnTo>
                      <a:lnTo>
                        <a:pt x="41" y="2"/>
                      </a:lnTo>
                      <a:lnTo>
                        <a:pt x="5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9" name="Line 3032">
                  <a:extLst>
                    <a:ext uri="{FF2B5EF4-FFF2-40B4-BE49-F238E27FC236}">
                      <a16:creationId xmlns:a16="http://schemas.microsoft.com/office/drawing/2014/main" id="{E050E068-D882-F314-8E9E-AFE41DE741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02" y="3603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0" name="Line 3033">
                  <a:extLst>
                    <a:ext uri="{FF2B5EF4-FFF2-40B4-BE49-F238E27FC236}">
                      <a16:creationId xmlns:a16="http://schemas.microsoft.com/office/drawing/2014/main" id="{DB4141F8-8907-0826-52D5-E059984E9B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7" y="3738"/>
                  <a:ext cx="270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1" name="Line 3034">
                  <a:extLst>
                    <a:ext uri="{FF2B5EF4-FFF2-40B4-BE49-F238E27FC236}">
                      <a16:creationId xmlns:a16="http://schemas.microsoft.com/office/drawing/2014/main" id="{8E1BE538-B50A-386B-4CE8-3DF3C8A26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9" y="3603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" name="Line 3035">
                  <a:extLst>
                    <a:ext uri="{FF2B5EF4-FFF2-40B4-BE49-F238E27FC236}">
                      <a16:creationId xmlns:a16="http://schemas.microsoft.com/office/drawing/2014/main" id="{6D4D4C1E-FEAD-6ABD-43E3-F2E84F5345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4" y="3738"/>
                  <a:ext cx="26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3" name="Line 3036">
                  <a:extLst>
                    <a:ext uri="{FF2B5EF4-FFF2-40B4-BE49-F238E27FC236}">
                      <a16:creationId xmlns:a16="http://schemas.microsoft.com/office/drawing/2014/main" id="{8D07015A-D6CD-CE2F-6393-12AC369230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39" y="3122"/>
                  <a:ext cx="1" cy="270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4" name="Line 3037">
                  <a:extLst>
                    <a:ext uri="{FF2B5EF4-FFF2-40B4-BE49-F238E27FC236}">
                      <a16:creationId xmlns:a16="http://schemas.microsoft.com/office/drawing/2014/main" id="{238E861B-BF50-B77A-6A3F-EAB767309B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4" y="3257"/>
                  <a:ext cx="269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5" name="Freeform 3038">
                  <a:extLst>
                    <a:ext uri="{FF2B5EF4-FFF2-40B4-BE49-F238E27FC236}">
                      <a16:creationId xmlns:a16="http://schemas.microsoft.com/office/drawing/2014/main" id="{F1EDD435-43DC-EA3B-C5C3-2EFBE4B07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1" y="3689"/>
                  <a:ext cx="14" cy="52"/>
                </a:xfrm>
                <a:custGeom>
                  <a:avLst/>
                  <a:gdLst>
                    <a:gd name="T0" fmla="*/ 0 w 81"/>
                    <a:gd name="T1" fmla="*/ 0 h 312"/>
                    <a:gd name="T2" fmla="*/ 0 w 81"/>
                    <a:gd name="T3" fmla="*/ 0 h 312"/>
                    <a:gd name="T4" fmla="*/ 0 w 81"/>
                    <a:gd name="T5" fmla="*/ 0 h 312"/>
                    <a:gd name="T6" fmla="*/ 0 w 81"/>
                    <a:gd name="T7" fmla="*/ 0 h 312"/>
                    <a:gd name="T8" fmla="*/ 0 w 81"/>
                    <a:gd name="T9" fmla="*/ 0 h 312"/>
                    <a:gd name="T10" fmla="*/ 0 w 81"/>
                    <a:gd name="T11" fmla="*/ 0 h 31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"/>
                    <a:gd name="T19" fmla="*/ 0 h 312"/>
                    <a:gd name="T20" fmla="*/ 81 w 81"/>
                    <a:gd name="T21" fmla="*/ 312 h 31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" h="312">
                      <a:moveTo>
                        <a:pt x="81" y="312"/>
                      </a:moveTo>
                      <a:lnTo>
                        <a:pt x="77" y="231"/>
                      </a:lnTo>
                      <a:lnTo>
                        <a:pt x="63" y="151"/>
                      </a:lnTo>
                      <a:lnTo>
                        <a:pt x="37" y="74"/>
                      </a:lnTo>
                      <a:lnTo>
                        <a:pt x="1" y="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6" name="Freeform 3039">
                  <a:extLst>
                    <a:ext uri="{FF2B5EF4-FFF2-40B4-BE49-F238E27FC236}">
                      <a16:creationId xmlns:a16="http://schemas.microsoft.com/office/drawing/2014/main" id="{04E9DF63-E61F-9CB6-0543-1F14E5C9CC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1" y="3643"/>
                  <a:ext cx="52" cy="24"/>
                </a:xfrm>
                <a:custGeom>
                  <a:avLst/>
                  <a:gdLst>
                    <a:gd name="T0" fmla="*/ 0 w 309"/>
                    <a:gd name="T1" fmla="*/ 0 h 143"/>
                    <a:gd name="T2" fmla="*/ 0 w 309"/>
                    <a:gd name="T3" fmla="*/ 0 h 143"/>
                    <a:gd name="T4" fmla="*/ 0 w 309"/>
                    <a:gd name="T5" fmla="*/ 0 h 143"/>
                    <a:gd name="T6" fmla="*/ 0 w 309"/>
                    <a:gd name="T7" fmla="*/ 0 h 143"/>
                    <a:gd name="T8" fmla="*/ 0 w 309"/>
                    <a:gd name="T9" fmla="*/ 0 h 143"/>
                    <a:gd name="T10" fmla="*/ 0 w 309"/>
                    <a:gd name="T11" fmla="*/ 0 h 14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9"/>
                    <a:gd name="T19" fmla="*/ 0 h 143"/>
                    <a:gd name="T20" fmla="*/ 309 w 309"/>
                    <a:gd name="T21" fmla="*/ 143 h 14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9" h="143">
                      <a:moveTo>
                        <a:pt x="309" y="143"/>
                      </a:moveTo>
                      <a:lnTo>
                        <a:pt x="256" y="100"/>
                      </a:lnTo>
                      <a:lnTo>
                        <a:pt x="187" y="58"/>
                      </a:lnTo>
                      <a:lnTo>
                        <a:pt x="112" y="26"/>
                      </a:lnTo>
                      <a:lnTo>
                        <a:pt x="35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7" name="Freeform 3040">
                  <a:extLst>
                    <a:ext uri="{FF2B5EF4-FFF2-40B4-BE49-F238E27FC236}">
                      <a16:creationId xmlns:a16="http://schemas.microsoft.com/office/drawing/2014/main" id="{2F21F4BB-10EA-AEDF-F1BD-1860254E8E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2" y="3643"/>
                  <a:ext cx="51" cy="26"/>
                </a:xfrm>
                <a:custGeom>
                  <a:avLst/>
                  <a:gdLst>
                    <a:gd name="T0" fmla="*/ 0 w 305"/>
                    <a:gd name="T1" fmla="*/ 0 h 153"/>
                    <a:gd name="T2" fmla="*/ 0 w 305"/>
                    <a:gd name="T3" fmla="*/ 0 h 153"/>
                    <a:gd name="T4" fmla="*/ 0 w 305"/>
                    <a:gd name="T5" fmla="*/ 0 h 153"/>
                    <a:gd name="T6" fmla="*/ 0 w 305"/>
                    <a:gd name="T7" fmla="*/ 0 h 153"/>
                    <a:gd name="T8" fmla="*/ 0 w 305"/>
                    <a:gd name="T9" fmla="*/ 0 h 153"/>
                    <a:gd name="T10" fmla="*/ 0 w 305"/>
                    <a:gd name="T11" fmla="*/ 0 h 15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5"/>
                    <a:gd name="T19" fmla="*/ 0 h 153"/>
                    <a:gd name="T20" fmla="*/ 305 w 305"/>
                    <a:gd name="T21" fmla="*/ 153 h 15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5" h="153">
                      <a:moveTo>
                        <a:pt x="305" y="0"/>
                      </a:moveTo>
                      <a:lnTo>
                        <a:pt x="271" y="6"/>
                      </a:lnTo>
                      <a:lnTo>
                        <a:pt x="193" y="30"/>
                      </a:lnTo>
                      <a:lnTo>
                        <a:pt x="120" y="64"/>
                      </a:lnTo>
                      <a:lnTo>
                        <a:pt x="52" y="108"/>
                      </a:lnTo>
                      <a:lnTo>
                        <a:pt x="0" y="153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8" name="Freeform 3041">
                  <a:extLst>
                    <a:ext uri="{FF2B5EF4-FFF2-40B4-BE49-F238E27FC236}">
                      <a16:creationId xmlns:a16="http://schemas.microsoft.com/office/drawing/2014/main" id="{DE69C238-A067-579D-7D23-551DC73A1C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3" y="3692"/>
                  <a:ext cx="11" cy="52"/>
                </a:xfrm>
                <a:custGeom>
                  <a:avLst/>
                  <a:gdLst>
                    <a:gd name="T0" fmla="*/ 0 w 70"/>
                    <a:gd name="T1" fmla="*/ 0 h 314"/>
                    <a:gd name="T2" fmla="*/ 0 w 70"/>
                    <a:gd name="T3" fmla="*/ 0 h 314"/>
                    <a:gd name="T4" fmla="*/ 0 w 70"/>
                    <a:gd name="T5" fmla="*/ 0 h 314"/>
                    <a:gd name="T6" fmla="*/ 0 w 70"/>
                    <a:gd name="T7" fmla="*/ 0 h 314"/>
                    <a:gd name="T8" fmla="*/ 0 w 70"/>
                    <a:gd name="T9" fmla="*/ 0 h 314"/>
                    <a:gd name="T10" fmla="*/ 0 w 70"/>
                    <a:gd name="T11" fmla="*/ 0 h 31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0"/>
                    <a:gd name="T19" fmla="*/ 0 h 314"/>
                    <a:gd name="T20" fmla="*/ 70 w 70"/>
                    <a:gd name="T21" fmla="*/ 314 h 31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0" h="314">
                      <a:moveTo>
                        <a:pt x="70" y="0"/>
                      </a:moveTo>
                      <a:lnTo>
                        <a:pt x="69" y="2"/>
                      </a:lnTo>
                      <a:lnTo>
                        <a:pt x="36" y="75"/>
                      </a:lnTo>
                      <a:lnTo>
                        <a:pt x="12" y="153"/>
                      </a:lnTo>
                      <a:lnTo>
                        <a:pt x="0" y="232"/>
                      </a:lnTo>
                      <a:lnTo>
                        <a:pt x="0" y="314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9" name="Line 3042">
                  <a:extLst>
                    <a:ext uri="{FF2B5EF4-FFF2-40B4-BE49-F238E27FC236}">
                      <a16:creationId xmlns:a16="http://schemas.microsoft.com/office/drawing/2014/main" id="{482E48C6-E477-14D2-F46A-279197D7D4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45" y="3762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0" name="Freeform 3043">
                  <a:extLst>
                    <a:ext uri="{FF2B5EF4-FFF2-40B4-BE49-F238E27FC236}">
                      <a16:creationId xmlns:a16="http://schemas.microsoft.com/office/drawing/2014/main" id="{172AFF1E-AC0B-6756-E762-0CD1036BFC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42" y="3253"/>
                  <a:ext cx="13" cy="52"/>
                </a:xfrm>
                <a:custGeom>
                  <a:avLst/>
                  <a:gdLst>
                    <a:gd name="T0" fmla="*/ 0 w 78"/>
                    <a:gd name="T1" fmla="*/ 0 h 317"/>
                    <a:gd name="T2" fmla="*/ 0 w 78"/>
                    <a:gd name="T3" fmla="*/ 0 h 317"/>
                    <a:gd name="T4" fmla="*/ 0 w 78"/>
                    <a:gd name="T5" fmla="*/ 0 h 317"/>
                    <a:gd name="T6" fmla="*/ 0 w 78"/>
                    <a:gd name="T7" fmla="*/ 0 h 317"/>
                    <a:gd name="T8" fmla="*/ 0 w 78"/>
                    <a:gd name="T9" fmla="*/ 0 h 317"/>
                    <a:gd name="T10" fmla="*/ 0 w 78"/>
                    <a:gd name="T11" fmla="*/ 0 h 3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8"/>
                    <a:gd name="T19" fmla="*/ 0 h 317"/>
                    <a:gd name="T20" fmla="*/ 78 w 78"/>
                    <a:gd name="T21" fmla="*/ 317 h 3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8" h="317">
                      <a:moveTo>
                        <a:pt x="0" y="0"/>
                      </a:moveTo>
                      <a:lnTo>
                        <a:pt x="3" y="82"/>
                      </a:lnTo>
                      <a:lnTo>
                        <a:pt x="16" y="162"/>
                      </a:lnTo>
                      <a:lnTo>
                        <a:pt x="41" y="239"/>
                      </a:lnTo>
                      <a:lnTo>
                        <a:pt x="76" y="313"/>
                      </a:lnTo>
                      <a:lnTo>
                        <a:pt x="78" y="317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1" name="Freeform 3044">
                  <a:extLst>
                    <a:ext uri="{FF2B5EF4-FFF2-40B4-BE49-F238E27FC236}">
                      <a16:creationId xmlns:a16="http://schemas.microsoft.com/office/drawing/2014/main" id="{F4B871AF-11BA-9A42-6CF2-8AE01C26E7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73" y="3328"/>
                  <a:ext cx="52" cy="24"/>
                </a:xfrm>
                <a:custGeom>
                  <a:avLst/>
                  <a:gdLst>
                    <a:gd name="T0" fmla="*/ 0 w 307"/>
                    <a:gd name="T1" fmla="*/ 0 h 146"/>
                    <a:gd name="T2" fmla="*/ 0 w 307"/>
                    <a:gd name="T3" fmla="*/ 0 h 146"/>
                    <a:gd name="T4" fmla="*/ 0 w 307"/>
                    <a:gd name="T5" fmla="*/ 0 h 146"/>
                    <a:gd name="T6" fmla="*/ 0 w 307"/>
                    <a:gd name="T7" fmla="*/ 0 h 146"/>
                    <a:gd name="T8" fmla="*/ 0 w 307"/>
                    <a:gd name="T9" fmla="*/ 0 h 146"/>
                    <a:gd name="T10" fmla="*/ 0 w 307"/>
                    <a:gd name="T11" fmla="*/ 0 h 1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7"/>
                    <a:gd name="T19" fmla="*/ 0 h 146"/>
                    <a:gd name="T20" fmla="*/ 307 w 307"/>
                    <a:gd name="T21" fmla="*/ 146 h 14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7" h="146">
                      <a:moveTo>
                        <a:pt x="0" y="0"/>
                      </a:moveTo>
                      <a:lnTo>
                        <a:pt x="51" y="44"/>
                      </a:lnTo>
                      <a:lnTo>
                        <a:pt x="119" y="87"/>
                      </a:lnTo>
                      <a:lnTo>
                        <a:pt x="194" y="120"/>
                      </a:lnTo>
                      <a:lnTo>
                        <a:pt x="272" y="142"/>
                      </a:lnTo>
                      <a:lnTo>
                        <a:pt x="307" y="146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2" name="Freeform 3045">
                  <a:extLst>
                    <a:ext uri="{FF2B5EF4-FFF2-40B4-BE49-F238E27FC236}">
                      <a16:creationId xmlns:a16="http://schemas.microsoft.com/office/drawing/2014/main" id="{86E5B42B-D242-0236-8C7D-8762170CC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3" y="3327"/>
                  <a:ext cx="51" cy="25"/>
                </a:xfrm>
                <a:custGeom>
                  <a:avLst/>
                  <a:gdLst>
                    <a:gd name="T0" fmla="*/ 0 w 306"/>
                    <a:gd name="T1" fmla="*/ 0 h 149"/>
                    <a:gd name="T2" fmla="*/ 0 w 306"/>
                    <a:gd name="T3" fmla="*/ 0 h 149"/>
                    <a:gd name="T4" fmla="*/ 0 w 306"/>
                    <a:gd name="T5" fmla="*/ 0 h 149"/>
                    <a:gd name="T6" fmla="*/ 0 w 306"/>
                    <a:gd name="T7" fmla="*/ 0 h 149"/>
                    <a:gd name="T8" fmla="*/ 0 w 306"/>
                    <a:gd name="T9" fmla="*/ 0 h 149"/>
                    <a:gd name="T10" fmla="*/ 0 w 306"/>
                    <a:gd name="T11" fmla="*/ 0 h 14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6"/>
                    <a:gd name="T19" fmla="*/ 0 h 149"/>
                    <a:gd name="T20" fmla="*/ 306 w 306"/>
                    <a:gd name="T21" fmla="*/ 149 h 14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6" h="149">
                      <a:moveTo>
                        <a:pt x="0" y="149"/>
                      </a:moveTo>
                      <a:lnTo>
                        <a:pt x="35" y="145"/>
                      </a:lnTo>
                      <a:lnTo>
                        <a:pt x="114" y="122"/>
                      </a:lnTo>
                      <a:lnTo>
                        <a:pt x="188" y="88"/>
                      </a:lnTo>
                      <a:lnTo>
                        <a:pt x="256" y="43"/>
                      </a:lnTo>
                      <a:lnTo>
                        <a:pt x="306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3" name="Freeform 3046">
                  <a:extLst>
                    <a:ext uri="{FF2B5EF4-FFF2-40B4-BE49-F238E27FC236}">
                      <a16:creationId xmlns:a16="http://schemas.microsoft.com/office/drawing/2014/main" id="{E73A648E-727D-A89A-2A7C-0BEA15EB77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2" y="3251"/>
                  <a:ext cx="12" cy="53"/>
                </a:xfrm>
                <a:custGeom>
                  <a:avLst/>
                  <a:gdLst>
                    <a:gd name="T0" fmla="*/ 0 w 73"/>
                    <a:gd name="T1" fmla="*/ 0 h 316"/>
                    <a:gd name="T2" fmla="*/ 0 w 73"/>
                    <a:gd name="T3" fmla="*/ 0 h 316"/>
                    <a:gd name="T4" fmla="*/ 0 w 73"/>
                    <a:gd name="T5" fmla="*/ 0 h 316"/>
                    <a:gd name="T6" fmla="*/ 0 w 73"/>
                    <a:gd name="T7" fmla="*/ 0 h 316"/>
                    <a:gd name="T8" fmla="*/ 0 w 73"/>
                    <a:gd name="T9" fmla="*/ 0 h 316"/>
                    <a:gd name="T10" fmla="*/ 0 w 73"/>
                    <a:gd name="T11" fmla="*/ 0 h 31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73"/>
                    <a:gd name="T19" fmla="*/ 0 h 316"/>
                    <a:gd name="T20" fmla="*/ 73 w 73"/>
                    <a:gd name="T21" fmla="*/ 316 h 31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73" h="316">
                      <a:moveTo>
                        <a:pt x="0" y="316"/>
                      </a:moveTo>
                      <a:lnTo>
                        <a:pt x="3" y="313"/>
                      </a:lnTo>
                      <a:lnTo>
                        <a:pt x="36" y="239"/>
                      </a:lnTo>
                      <a:lnTo>
                        <a:pt x="61" y="161"/>
                      </a:lnTo>
                      <a:lnTo>
                        <a:pt x="72" y="80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4" name="Line 3047">
                  <a:extLst>
                    <a:ext uri="{FF2B5EF4-FFF2-40B4-BE49-F238E27FC236}">
                      <a16:creationId xmlns:a16="http://schemas.microsoft.com/office/drawing/2014/main" id="{AC64610E-659C-D4D2-14F0-A56FC36795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2" y="3233"/>
                  <a:ext cx="1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5" name="Line 3048">
                  <a:extLst>
                    <a:ext uri="{FF2B5EF4-FFF2-40B4-BE49-F238E27FC236}">
                      <a16:creationId xmlns:a16="http://schemas.microsoft.com/office/drawing/2014/main" id="{EB596E8F-4475-8CCD-1431-B7D53CB7A7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3" y="3401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6" name="Line 3049">
                  <a:extLst>
                    <a:ext uri="{FF2B5EF4-FFF2-40B4-BE49-F238E27FC236}">
                      <a16:creationId xmlns:a16="http://schemas.microsoft.com/office/drawing/2014/main" id="{D806E3FD-61B4-F29D-89DA-6A2C596EC4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87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7" name="Line 3050">
                  <a:extLst>
                    <a:ext uri="{FF2B5EF4-FFF2-40B4-BE49-F238E27FC236}">
                      <a16:creationId xmlns:a16="http://schemas.microsoft.com/office/drawing/2014/main" id="{9EDA45B3-8FBB-E8C1-DFF1-6EF73C16FE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4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8" name="Line 3051">
                  <a:extLst>
                    <a:ext uri="{FF2B5EF4-FFF2-40B4-BE49-F238E27FC236}">
                      <a16:creationId xmlns:a16="http://schemas.microsoft.com/office/drawing/2014/main" id="{96D6133B-28E5-703C-F435-C00A9385F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9" name="Line 3052">
                  <a:extLst>
                    <a:ext uri="{FF2B5EF4-FFF2-40B4-BE49-F238E27FC236}">
                      <a16:creationId xmlns:a16="http://schemas.microsoft.com/office/drawing/2014/main" id="{B6DD966B-4316-A825-A950-C228260E35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7" y="3401"/>
                  <a:ext cx="58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0" name="Line 3053">
                  <a:extLst>
                    <a:ext uri="{FF2B5EF4-FFF2-40B4-BE49-F238E27FC236}">
                      <a16:creationId xmlns:a16="http://schemas.microsoft.com/office/drawing/2014/main" id="{6375D2AB-7E95-CA81-6C3C-65CC1C7892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34" y="3401"/>
                  <a:ext cx="45" cy="1"/>
                </a:xfrm>
                <a:prstGeom prst="line">
                  <a:avLst/>
                </a:prstGeom>
                <a:noFill/>
                <a:ln w="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Group 3054">
              <a:extLst>
                <a:ext uri="{FF2B5EF4-FFF2-40B4-BE49-F238E27FC236}">
                  <a16:creationId xmlns:a16="http://schemas.microsoft.com/office/drawing/2014/main" id="{2FE077F5-EEC8-93C9-DF69-CA086346F4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" y="3525"/>
              <a:ext cx="504" cy="293"/>
              <a:chOff x="2761" y="3630"/>
              <a:chExt cx="390" cy="227"/>
            </a:xfrm>
          </p:grpSpPr>
          <p:sp>
            <p:nvSpPr>
              <p:cNvPr id="164" name="Line 3055">
                <a:extLst>
                  <a:ext uri="{FF2B5EF4-FFF2-40B4-BE49-F238E27FC236}">
                    <a16:creationId xmlns:a16="http://schemas.microsoft.com/office/drawing/2014/main" id="{D576C1E1-D5E0-4A4D-D30B-DEDC8F9F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2" y="3790"/>
                <a:ext cx="64" cy="6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Line 3056">
                <a:extLst>
                  <a:ext uri="{FF2B5EF4-FFF2-40B4-BE49-F238E27FC236}">
                    <a16:creationId xmlns:a16="http://schemas.microsoft.com/office/drawing/2014/main" id="{7444C349-A83F-B466-FCD2-8A21831E3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61" y="3856"/>
                <a:ext cx="17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Line 3057">
                <a:extLst>
                  <a:ext uri="{FF2B5EF4-FFF2-40B4-BE49-F238E27FC236}">
                    <a16:creationId xmlns:a16="http://schemas.microsoft.com/office/drawing/2014/main" id="{406AEA34-D358-91B5-8ACE-4BB653CAE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9" y="3630"/>
                <a:ext cx="102" cy="10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3058">
                <a:extLst>
                  <a:ext uri="{FF2B5EF4-FFF2-40B4-BE49-F238E27FC236}">
                    <a16:creationId xmlns:a16="http://schemas.microsoft.com/office/drawing/2014/main" id="{E2A74756-85A2-D655-D7C0-BE9A1E503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3734"/>
                <a:ext cx="63" cy="65"/>
              </a:xfrm>
              <a:custGeom>
                <a:avLst/>
                <a:gdLst>
                  <a:gd name="T0" fmla="*/ 0 w 379"/>
                  <a:gd name="T1" fmla="*/ 0 h 387"/>
                  <a:gd name="T2" fmla="*/ 0 w 379"/>
                  <a:gd name="T3" fmla="*/ 0 h 387"/>
                  <a:gd name="T4" fmla="*/ 0 w 379"/>
                  <a:gd name="T5" fmla="*/ 0 h 387"/>
                  <a:gd name="T6" fmla="*/ 0 w 379"/>
                  <a:gd name="T7" fmla="*/ 0 h 38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9"/>
                  <a:gd name="T13" fmla="*/ 0 h 387"/>
                  <a:gd name="T14" fmla="*/ 379 w 379"/>
                  <a:gd name="T15" fmla="*/ 387 h 38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9" h="387">
                    <a:moveTo>
                      <a:pt x="0" y="279"/>
                    </a:moveTo>
                    <a:lnTo>
                      <a:pt x="111" y="387"/>
                    </a:lnTo>
                    <a:lnTo>
                      <a:pt x="379" y="0"/>
                    </a:lnTo>
                    <a:lnTo>
                      <a:pt x="0" y="279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Freeform 3059">
                <a:extLst>
                  <a:ext uri="{FF2B5EF4-FFF2-40B4-BE49-F238E27FC236}">
                    <a16:creationId xmlns:a16="http://schemas.microsoft.com/office/drawing/2014/main" id="{7AF3EAB8-F98F-3396-1DC4-75DC5535D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3740"/>
                <a:ext cx="55" cy="73"/>
              </a:xfrm>
              <a:custGeom>
                <a:avLst/>
                <a:gdLst>
                  <a:gd name="T0" fmla="*/ 0 w 326"/>
                  <a:gd name="T1" fmla="*/ 0 h 436"/>
                  <a:gd name="T2" fmla="*/ 0 w 326"/>
                  <a:gd name="T3" fmla="*/ 0 h 436"/>
                  <a:gd name="T4" fmla="*/ 0 w 326"/>
                  <a:gd name="T5" fmla="*/ 0 h 436"/>
                  <a:gd name="T6" fmla="*/ 0 w 326"/>
                  <a:gd name="T7" fmla="*/ 0 h 436"/>
                  <a:gd name="T8" fmla="*/ 0 w 326"/>
                  <a:gd name="T9" fmla="*/ 0 h 436"/>
                  <a:gd name="T10" fmla="*/ 0 w 326"/>
                  <a:gd name="T11" fmla="*/ 0 h 436"/>
                  <a:gd name="T12" fmla="*/ 0 w 326"/>
                  <a:gd name="T13" fmla="*/ 0 h 436"/>
                  <a:gd name="T14" fmla="*/ 0 w 326"/>
                  <a:gd name="T15" fmla="*/ 0 h 436"/>
                  <a:gd name="T16" fmla="*/ 0 w 326"/>
                  <a:gd name="T17" fmla="*/ 0 h 436"/>
                  <a:gd name="T18" fmla="*/ 0 w 326"/>
                  <a:gd name="T19" fmla="*/ 0 h 436"/>
                  <a:gd name="T20" fmla="*/ 0 w 326"/>
                  <a:gd name="T21" fmla="*/ 0 h 436"/>
                  <a:gd name="T22" fmla="*/ 0 w 326"/>
                  <a:gd name="T23" fmla="*/ 0 h 4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26"/>
                  <a:gd name="T37" fmla="*/ 0 h 436"/>
                  <a:gd name="T38" fmla="*/ 326 w 326"/>
                  <a:gd name="T39" fmla="*/ 436 h 4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26" h="436">
                    <a:moveTo>
                      <a:pt x="0" y="436"/>
                    </a:moveTo>
                    <a:lnTo>
                      <a:pt x="109" y="0"/>
                    </a:lnTo>
                    <a:lnTo>
                      <a:pt x="241" y="0"/>
                    </a:lnTo>
                    <a:lnTo>
                      <a:pt x="290" y="11"/>
                    </a:lnTo>
                    <a:lnTo>
                      <a:pt x="315" y="48"/>
                    </a:lnTo>
                    <a:lnTo>
                      <a:pt x="326" y="96"/>
                    </a:lnTo>
                    <a:lnTo>
                      <a:pt x="326" y="120"/>
                    </a:lnTo>
                    <a:lnTo>
                      <a:pt x="315" y="158"/>
                    </a:lnTo>
                    <a:lnTo>
                      <a:pt x="290" y="194"/>
                    </a:lnTo>
                    <a:lnTo>
                      <a:pt x="254" y="218"/>
                    </a:lnTo>
                    <a:lnTo>
                      <a:pt x="194" y="242"/>
                    </a:lnTo>
                    <a:lnTo>
                      <a:pt x="60" y="242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Line 3060">
                <a:extLst>
                  <a:ext uri="{FF2B5EF4-FFF2-40B4-BE49-F238E27FC236}">
                    <a16:creationId xmlns:a16="http://schemas.microsoft.com/office/drawing/2014/main" id="{1FD72327-2D0E-669D-D25B-B549433199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3783"/>
                <a:ext cx="8" cy="3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Freeform 3061">
                <a:extLst>
                  <a:ext uri="{FF2B5EF4-FFF2-40B4-BE49-F238E27FC236}">
                    <a16:creationId xmlns:a16="http://schemas.microsoft.com/office/drawing/2014/main" id="{FBBA5DAB-FCBE-7130-0B23-6112F254E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3740"/>
                <a:ext cx="20" cy="73"/>
              </a:xfrm>
              <a:custGeom>
                <a:avLst/>
                <a:gdLst>
                  <a:gd name="T0" fmla="*/ 0 w 121"/>
                  <a:gd name="T1" fmla="*/ 0 h 436"/>
                  <a:gd name="T2" fmla="*/ 0 w 121"/>
                  <a:gd name="T3" fmla="*/ 0 h 436"/>
                  <a:gd name="T4" fmla="*/ 0 w 121"/>
                  <a:gd name="T5" fmla="*/ 0 h 436"/>
                  <a:gd name="T6" fmla="*/ 0 60000 65536"/>
                  <a:gd name="T7" fmla="*/ 0 60000 65536"/>
                  <a:gd name="T8" fmla="*/ 0 60000 65536"/>
                  <a:gd name="T9" fmla="*/ 0 w 121"/>
                  <a:gd name="T10" fmla="*/ 0 h 436"/>
                  <a:gd name="T11" fmla="*/ 121 w 121"/>
                  <a:gd name="T12" fmla="*/ 436 h 4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1" h="436">
                    <a:moveTo>
                      <a:pt x="0" y="436"/>
                    </a:moveTo>
                    <a:lnTo>
                      <a:pt x="121" y="0"/>
                    </a:lnTo>
                    <a:lnTo>
                      <a:pt x="0" y="96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3062">
                <a:extLst>
                  <a:ext uri="{FF2B5EF4-FFF2-40B4-BE49-F238E27FC236}">
                    <a16:creationId xmlns:a16="http://schemas.microsoft.com/office/drawing/2014/main" id="{D4CF6983-B9EE-8CC6-5E29-89E5A53B4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3740"/>
                <a:ext cx="38" cy="73"/>
              </a:xfrm>
              <a:custGeom>
                <a:avLst/>
                <a:gdLst>
                  <a:gd name="T0" fmla="*/ 0 w 230"/>
                  <a:gd name="T1" fmla="*/ 0 h 436"/>
                  <a:gd name="T2" fmla="*/ 0 w 230"/>
                  <a:gd name="T3" fmla="*/ 0 h 436"/>
                  <a:gd name="T4" fmla="*/ 0 w 230"/>
                  <a:gd name="T5" fmla="*/ 0 h 436"/>
                  <a:gd name="T6" fmla="*/ 0 w 230"/>
                  <a:gd name="T7" fmla="*/ 0 h 436"/>
                  <a:gd name="T8" fmla="*/ 0 w 230"/>
                  <a:gd name="T9" fmla="*/ 0 h 436"/>
                  <a:gd name="T10" fmla="*/ 0 w 230"/>
                  <a:gd name="T11" fmla="*/ 0 h 436"/>
                  <a:gd name="T12" fmla="*/ 0 w 230"/>
                  <a:gd name="T13" fmla="*/ 0 h 436"/>
                  <a:gd name="T14" fmla="*/ 0 w 230"/>
                  <a:gd name="T15" fmla="*/ 0 h 436"/>
                  <a:gd name="T16" fmla="*/ 0 w 230"/>
                  <a:gd name="T17" fmla="*/ 0 h 436"/>
                  <a:gd name="T18" fmla="*/ 0 w 230"/>
                  <a:gd name="T19" fmla="*/ 0 h 436"/>
                  <a:gd name="T20" fmla="*/ 0 w 230"/>
                  <a:gd name="T21" fmla="*/ 0 h 436"/>
                  <a:gd name="T22" fmla="*/ 0 w 230"/>
                  <a:gd name="T23" fmla="*/ 0 h 436"/>
                  <a:gd name="T24" fmla="*/ 0 w 230"/>
                  <a:gd name="T25" fmla="*/ 0 h 436"/>
                  <a:gd name="T26" fmla="*/ 0 w 230"/>
                  <a:gd name="T27" fmla="*/ 0 h 436"/>
                  <a:gd name="T28" fmla="*/ 0 w 230"/>
                  <a:gd name="T29" fmla="*/ 0 h 436"/>
                  <a:gd name="T30" fmla="*/ 0 w 230"/>
                  <a:gd name="T31" fmla="*/ 0 h 436"/>
                  <a:gd name="T32" fmla="*/ 0 w 230"/>
                  <a:gd name="T33" fmla="*/ 0 h 436"/>
                  <a:gd name="T34" fmla="*/ 0 w 230"/>
                  <a:gd name="T35" fmla="*/ 0 h 436"/>
                  <a:gd name="T36" fmla="*/ 0 w 230"/>
                  <a:gd name="T37" fmla="*/ 0 h 436"/>
                  <a:gd name="T38" fmla="*/ 0 w 230"/>
                  <a:gd name="T39" fmla="*/ 0 h 436"/>
                  <a:gd name="T40" fmla="*/ 0 w 230"/>
                  <a:gd name="T41" fmla="*/ 0 h 436"/>
                  <a:gd name="T42" fmla="*/ 0 w 230"/>
                  <a:gd name="T43" fmla="*/ 0 h 436"/>
                  <a:gd name="T44" fmla="*/ 0 w 230"/>
                  <a:gd name="T45" fmla="*/ 0 h 4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30"/>
                  <a:gd name="T70" fmla="*/ 0 h 436"/>
                  <a:gd name="T71" fmla="*/ 230 w 230"/>
                  <a:gd name="T72" fmla="*/ 436 h 4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30" h="436">
                    <a:moveTo>
                      <a:pt x="49" y="436"/>
                    </a:moveTo>
                    <a:lnTo>
                      <a:pt x="60" y="436"/>
                    </a:lnTo>
                    <a:lnTo>
                      <a:pt x="97" y="423"/>
                    </a:lnTo>
                    <a:lnTo>
                      <a:pt x="133" y="387"/>
                    </a:lnTo>
                    <a:lnTo>
                      <a:pt x="169" y="339"/>
                    </a:lnTo>
                    <a:lnTo>
                      <a:pt x="205" y="266"/>
                    </a:lnTo>
                    <a:lnTo>
                      <a:pt x="218" y="218"/>
                    </a:lnTo>
                    <a:lnTo>
                      <a:pt x="230" y="158"/>
                    </a:lnTo>
                    <a:lnTo>
                      <a:pt x="230" y="84"/>
                    </a:lnTo>
                    <a:lnTo>
                      <a:pt x="218" y="24"/>
                    </a:lnTo>
                    <a:lnTo>
                      <a:pt x="194" y="0"/>
                    </a:lnTo>
                    <a:lnTo>
                      <a:pt x="169" y="0"/>
                    </a:lnTo>
                    <a:lnTo>
                      <a:pt x="133" y="11"/>
                    </a:lnTo>
                    <a:lnTo>
                      <a:pt x="109" y="36"/>
                    </a:lnTo>
                    <a:lnTo>
                      <a:pt x="73" y="84"/>
                    </a:lnTo>
                    <a:lnTo>
                      <a:pt x="49" y="133"/>
                    </a:lnTo>
                    <a:lnTo>
                      <a:pt x="24" y="194"/>
                    </a:lnTo>
                    <a:lnTo>
                      <a:pt x="13" y="242"/>
                    </a:lnTo>
                    <a:lnTo>
                      <a:pt x="0" y="303"/>
                    </a:lnTo>
                    <a:lnTo>
                      <a:pt x="0" y="350"/>
                    </a:lnTo>
                    <a:lnTo>
                      <a:pt x="13" y="412"/>
                    </a:lnTo>
                    <a:lnTo>
                      <a:pt x="24" y="423"/>
                    </a:lnTo>
                    <a:lnTo>
                      <a:pt x="49" y="436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3063">
              <a:extLst>
                <a:ext uri="{FF2B5EF4-FFF2-40B4-BE49-F238E27FC236}">
                  <a16:creationId xmlns:a16="http://schemas.microsoft.com/office/drawing/2014/main" id="{60DAEFD0-9C68-7FE4-26DF-A91A66F343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12" y="482"/>
              <a:ext cx="940" cy="360"/>
              <a:chOff x="3530" y="1274"/>
              <a:chExt cx="727" cy="279"/>
            </a:xfrm>
          </p:grpSpPr>
          <p:sp>
            <p:nvSpPr>
              <p:cNvPr id="153" name="Line 3064">
                <a:extLst>
                  <a:ext uri="{FF2B5EF4-FFF2-40B4-BE49-F238E27FC236}">
                    <a16:creationId xmlns:a16="http://schemas.microsoft.com/office/drawing/2014/main" id="{DDE4BEB2-30FD-CB22-2273-3420A9CE4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0" y="1344"/>
                <a:ext cx="1" cy="20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3065">
                <a:extLst>
                  <a:ext uri="{FF2B5EF4-FFF2-40B4-BE49-F238E27FC236}">
                    <a16:creationId xmlns:a16="http://schemas.microsoft.com/office/drawing/2014/main" id="{FFA0AA7A-46D0-1867-30D5-A1F1FCF78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6" y="1344"/>
                <a:ext cx="1" cy="20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Line 3066">
                <a:extLst>
                  <a:ext uri="{FF2B5EF4-FFF2-40B4-BE49-F238E27FC236}">
                    <a16:creationId xmlns:a16="http://schemas.microsoft.com/office/drawing/2014/main" id="{21DF5595-5CA5-E6A4-8B56-65E79D5EED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7" y="1383"/>
                <a:ext cx="57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Freeform 3067">
                <a:extLst>
                  <a:ext uri="{FF2B5EF4-FFF2-40B4-BE49-F238E27FC236}">
                    <a16:creationId xmlns:a16="http://schemas.microsoft.com/office/drawing/2014/main" id="{D8A0980E-24BD-CE73-1997-EAD441F8D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1370"/>
                <a:ext cx="77" cy="26"/>
              </a:xfrm>
              <a:custGeom>
                <a:avLst/>
                <a:gdLst>
                  <a:gd name="T0" fmla="*/ 0 w 465"/>
                  <a:gd name="T1" fmla="*/ 0 h 154"/>
                  <a:gd name="T2" fmla="*/ 0 w 465"/>
                  <a:gd name="T3" fmla="*/ 0 h 154"/>
                  <a:gd name="T4" fmla="*/ 0 w 465"/>
                  <a:gd name="T5" fmla="*/ 0 h 154"/>
                  <a:gd name="T6" fmla="*/ 0 w 465"/>
                  <a:gd name="T7" fmla="*/ 0 h 1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4"/>
                  <a:gd name="T14" fmla="*/ 465 w 465"/>
                  <a:gd name="T15" fmla="*/ 154 h 1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4">
                    <a:moveTo>
                      <a:pt x="465" y="0"/>
                    </a:moveTo>
                    <a:lnTo>
                      <a:pt x="465" y="154"/>
                    </a:lnTo>
                    <a:lnTo>
                      <a:pt x="0" y="77"/>
                    </a:lnTo>
                    <a:lnTo>
                      <a:pt x="465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Freeform 3068">
                <a:extLst>
                  <a:ext uri="{FF2B5EF4-FFF2-40B4-BE49-F238E27FC236}">
                    <a16:creationId xmlns:a16="http://schemas.microsoft.com/office/drawing/2014/main" id="{C6392FF9-21F8-59D5-EAB5-AED8E9D20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0" y="1370"/>
                <a:ext cx="77" cy="26"/>
              </a:xfrm>
              <a:custGeom>
                <a:avLst/>
                <a:gdLst>
                  <a:gd name="T0" fmla="*/ 0 w 465"/>
                  <a:gd name="T1" fmla="*/ 0 h 154"/>
                  <a:gd name="T2" fmla="*/ 0 w 465"/>
                  <a:gd name="T3" fmla="*/ 0 h 154"/>
                  <a:gd name="T4" fmla="*/ 0 w 465"/>
                  <a:gd name="T5" fmla="*/ 0 h 154"/>
                  <a:gd name="T6" fmla="*/ 0 w 465"/>
                  <a:gd name="T7" fmla="*/ 0 h 1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4"/>
                  <a:gd name="T14" fmla="*/ 465 w 465"/>
                  <a:gd name="T15" fmla="*/ 154 h 1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4">
                    <a:moveTo>
                      <a:pt x="465" y="0"/>
                    </a:moveTo>
                    <a:lnTo>
                      <a:pt x="465" y="154"/>
                    </a:lnTo>
                    <a:lnTo>
                      <a:pt x="0" y="77"/>
                    </a:lnTo>
                    <a:lnTo>
                      <a:pt x="465" y="0"/>
                    </a:lnTo>
                    <a:close/>
                  </a:path>
                </a:pathLst>
              </a:custGeom>
              <a:solidFill>
                <a:srgbClr val="9933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3069">
                <a:extLst>
                  <a:ext uri="{FF2B5EF4-FFF2-40B4-BE49-F238E27FC236}">
                    <a16:creationId xmlns:a16="http://schemas.microsoft.com/office/drawing/2014/main" id="{636CBFAA-F1D8-B067-E572-18EEF404F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1370"/>
                <a:ext cx="78" cy="26"/>
              </a:xfrm>
              <a:custGeom>
                <a:avLst/>
                <a:gdLst>
                  <a:gd name="T0" fmla="*/ 0 w 465"/>
                  <a:gd name="T1" fmla="*/ 0 h 154"/>
                  <a:gd name="T2" fmla="*/ 0 w 465"/>
                  <a:gd name="T3" fmla="*/ 0 h 154"/>
                  <a:gd name="T4" fmla="*/ 0 w 465"/>
                  <a:gd name="T5" fmla="*/ 0 h 154"/>
                  <a:gd name="T6" fmla="*/ 0 w 465"/>
                  <a:gd name="T7" fmla="*/ 0 h 1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4"/>
                  <a:gd name="T14" fmla="*/ 465 w 465"/>
                  <a:gd name="T15" fmla="*/ 154 h 1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4">
                    <a:moveTo>
                      <a:pt x="0" y="0"/>
                    </a:moveTo>
                    <a:lnTo>
                      <a:pt x="0" y="154"/>
                    </a:lnTo>
                    <a:lnTo>
                      <a:pt x="465" y="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3070">
                <a:extLst>
                  <a:ext uri="{FF2B5EF4-FFF2-40B4-BE49-F238E27FC236}">
                    <a16:creationId xmlns:a16="http://schemas.microsoft.com/office/drawing/2014/main" id="{6F24E5F7-8E72-BF7F-22B4-D73E858EA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1370"/>
                <a:ext cx="78" cy="26"/>
              </a:xfrm>
              <a:custGeom>
                <a:avLst/>
                <a:gdLst>
                  <a:gd name="T0" fmla="*/ 0 w 465"/>
                  <a:gd name="T1" fmla="*/ 0 h 154"/>
                  <a:gd name="T2" fmla="*/ 0 w 465"/>
                  <a:gd name="T3" fmla="*/ 0 h 154"/>
                  <a:gd name="T4" fmla="*/ 0 w 465"/>
                  <a:gd name="T5" fmla="*/ 0 h 154"/>
                  <a:gd name="T6" fmla="*/ 0 w 465"/>
                  <a:gd name="T7" fmla="*/ 0 h 1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4"/>
                  <a:gd name="T14" fmla="*/ 465 w 465"/>
                  <a:gd name="T15" fmla="*/ 154 h 1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4">
                    <a:moveTo>
                      <a:pt x="0" y="0"/>
                    </a:moveTo>
                    <a:lnTo>
                      <a:pt x="0" y="154"/>
                    </a:lnTo>
                    <a:lnTo>
                      <a:pt x="465" y="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33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Line 3071">
                <a:extLst>
                  <a:ext uri="{FF2B5EF4-FFF2-40B4-BE49-F238E27FC236}">
                    <a16:creationId xmlns:a16="http://schemas.microsoft.com/office/drawing/2014/main" id="{BF5F8DF3-D57D-41E2-F28B-681020B1E0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6" y="1383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3072">
                <a:extLst>
                  <a:ext uri="{FF2B5EF4-FFF2-40B4-BE49-F238E27FC236}">
                    <a16:creationId xmlns:a16="http://schemas.microsoft.com/office/drawing/2014/main" id="{5A3AC6B0-E6A9-1ED1-A8FE-F3EAB2433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" y="1274"/>
                <a:ext cx="41" cy="56"/>
              </a:xfrm>
              <a:custGeom>
                <a:avLst/>
                <a:gdLst>
                  <a:gd name="T0" fmla="*/ 0 w 242"/>
                  <a:gd name="T1" fmla="*/ 0 h 338"/>
                  <a:gd name="T2" fmla="*/ 0 w 242"/>
                  <a:gd name="T3" fmla="*/ 0 h 338"/>
                  <a:gd name="T4" fmla="*/ 0 w 242"/>
                  <a:gd name="T5" fmla="*/ 0 h 338"/>
                  <a:gd name="T6" fmla="*/ 0 60000 65536"/>
                  <a:gd name="T7" fmla="*/ 0 60000 65536"/>
                  <a:gd name="T8" fmla="*/ 0 60000 65536"/>
                  <a:gd name="T9" fmla="*/ 0 w 242"/>
                  <a:gd name="T10" fmla="*/ 0 h 338"/>
                  <a:gd name="T11" fmla="*/ 242 w 242"/>
                  <a:gd name="T12" fmla="*/ 338 h 3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" h="338">
                    <a:moveTo>
                      <a:pt x="182" y="0"/>
                    </a:moveTo>
                    <a:lnTo>
                      <a:pt x="0" y="338"/>
                    </a:lnTo>
                    <a:lnTo>
                      <a:pt x="242" y="338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Line 3073">
                <a:extLst>
                  <a:ext uri="{FF2B5EF4-FFF2-40B4-BE49-F238E27FC236}">
                    <a16:creationId xmlns:a16="http://schemas.microsoft.com/office/drawing/2014/main" id="{C46D818A-C89B-66AE-F245-6A967A393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53" y="1314"/>
                <a:ext cx="9" cy="3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3074">
                <a:extLst>
                  <a:ext uri="{FF2B5EF4-FFF2-40B4-BE49-F238E27FC236}">
                    <a16:creationId xmlns:a16="http://schemas.microsoft.com/office/drawing/2014/main" id="{237EF6DD-2877-2015-E922-B533B8DCE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274"/>
                <a:ext cx="38" cy="73"/>
              </a:xfrm>
              <a:custGeom>
                <a:avLst/>
                <a:gdLst>
                  <a:gd name="T0" fmla="*/ 0 w 230"/>
                  <a:gd name="T1" fmla="*/ 0 h 436"/>
                  <a:gd name="T2" fmla="*/ 0 w 230"/>
                  <a:gd name="T3" fmla="*/ 0 h 436"/>
                  <a:gd name="T4" fmla="*/ 0 w 230"/>
                  <a:gd name="T5" fmla="*/ 0 h 436"/>
                  <a:gd name="T6" fmla="*/ 0 w 230"/>
                  <a:gd name="T7" fmla="*/ 0 h 436"/>
                  <a:gd name="T8" fmla="*/ 0 w 230"/>
                  <a:gd name="T9" fmla="*/ 0 h 436"/>
                  <a:gd name="T10" fmla="*/ 0 w 230"/>
                  <a:gd name="T11" fmla="*/ 0 h 436"/>
                  <a:gd name="T12" fmla="*/ 0 w 230"/>
                  <a:gd name="T13" fmla="*/ 0 h 436"/>
                  <a:gd name="T14" fmla="*/ 0 w 230"/>
                  <a:gd name="T15" fmla="*/ 0 h 436"/>
                  <a:gd name="T16" fmla="*/ 0 w 230"/>
                  <a:gd name="T17" fmla="*/ 0 h 436"/>
                  <a:gd name="T18" fmla="*/ 0 w 230"/>
                  <a:gd name="T19" fmla="*/ 0 h 436"/>
                  <a:gd name="T20" fmla="*/ 0 w 230"/>
                  <a:gd name="T21" fmla="*/ 0 h 436"/>
                  <a:gd name="T22" fmla="*/ 0 w 230"/>
                  <a:gd name="T23" fmla="*/ 0 h 436"/>
                  <a:gd name="T24" fmla="*/ 0 w 230"/>
                  <a:gd name="T25" fmla="*/ 0 h 436"/>
                  <a:gd name="T26" fmla="*/ 0 w 230"/>
                  <a:gd name="T27" fmla="*/ 0 h 436"/>
                  <a:gd name="T28" fmla="*/ 0 w 230"/>
                  <a:gd name="T29" fmla="*/ 0 h 436"/>
                  <a:gd name="T30" fmla="*/ 0 w 230"/>
                  <a:gd name="T31" fmla="*/ 0 h 436"/>
                  <a:gd name="T32" fmla="*/ 0 w 230"/>
                  <a:gd name="T33" fmla="*/ 0 h 436"/>
                  <a:gd name="T34" fmla="*/ 0 w 230"/>
                  <a:gd name="T35" fmla="*/ 0 h 436"/>
                  <a:gd name="T36" fmla="*/ 0 w 230"/>
                  <a:gd name="T37" fmla="*/ 0 h 436"/>
                  <a:gd name="T38" fmla="*/ 0 w 230"/>
                  <a:gd name="T39" fmla="*/ 0 h 436"/>
                  <a:gd name="T40" fmla="*/ 0 w 230"/>
                  <a:gd name="T41" fmla="*/ 0 h 436"/>
                  <a:gd name="T42" fmla="*/ 0 w 230"/>
                  <a:gd name="T43" fmla="*/ 0 h 436"/>
                  <a:gd name="T44" fmla="*/ 0 w 230"/>
                  <a:gd name="T45" fmla="*/ 0 h 4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30"/>
                  <a:gd name="T70" fmla="*/ 0 h 436"/>
                  <a:gd name="T71" fmla="*/ 230 w 230"/>
                  <a:gd name="T72" fmla="*/ 436 h 4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30" h="436">
                    <a:moveTo>
                      <a:pt x="49" y="436"/>
                    </a:moveTo>
                    <a:lnTo>
                      <a:pt x="60" y="436"/>
                    </a:lnTo>
                    <a:lnTo>
                      <a:pt x="97" y="423"/>
                    </a:lnTo>
                    <a:lnTo>
                      <a:pt x="133" y="387"/>
                    </a:lnTo>
                    <a:lnTo>
                      <a:pt x="169" y="338"/>
                    </a:lnTo>
                    <a:lnTo>
                      <a:pt x="205" y="266"/>
                    </a:lnTo>
                    <a:lnTo>
                      <a:pt x="218" y="218"/>
                    </a:lnTo>
                    <a:lnTo>
                      <a:pt x="230" y="157"/>
                    </a:lnTo>
                    <a:lnTo>
                      <a:pt x="230" y="84"/>
                    </a:lnTo>
                    <a:lnTo>
                      <a:pt x="218" y="24"/>
                    </a:lnTo>
                    <a:lnTo>
                      <a:pt x="194" y="0"/>
                    </a:lnTo>
                    <a:lnTo>
                      <a:pt x="169" y="0"/>
                    </a:lnTo>
                    <a:lnTo>
                      <a:pt x="133" y="12"/>
                    </a:lnTo>
                    <a:lnTo>
                      <a:pt x="109" y="36"/>
                    </a:lnTo>
                    <a:lnTo>
                      <a:pt x="73" y="84"/>
                    </a:lnTo>
                    <a:lnTo>
                      <a:pt x="49" y="133"/>
                    </a:lnTo>
                    <a:lnTo>
                      <a:pt x="24" y="193"/>
                    </a:lnTo>
                    <a:lnTo>
                      <a:pt x="13" y="242"/>
                    </a:lnTo>
                    <a:lnTo>
                      <a:pt x="0" y="302"/>
                    </a:lnTo>
                    <a:lnTo>
                      <a:pt x="0" y="351"/>
                    </a:lnTo>
                    <a:lnTo>
                      <a:pt x="13" y="412"/>
                    </a:lnTo>
                    <a:lnTo>
                      <a:pt x="24" y="423"/>
                    </a:lnTo>
                    <a:lnTo>
                      <a:pt x="49" y="436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3075">
              <a:extLst>
                <a:ext uri="{FF2B5EF4-FFF2-40B4-BE49-F238E27FC236}">
                  <a16:creationId xmlns:a16="http://schemas.microsoft.com/office/drawing/2014/main" id="{C57DB642-412F-5FDA-FB96-9A412EF1C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8" y="734"/>
              <a:ext cx="648" cy="593"/>
              <a:chOff x="4959" y="1469"/>
              <a:chExt cx="501" cy="459"/>
            </a:xfrm>
          </p:grpSpPr>
          <p:sp>
            <p:nvSpPr>
              <p:cNvPr id="141" name="Freeform 3076">
                <a:extLst>
                  <a:ext uri="{FF2B5EF4-FFF2-40B4-BE49-F238E27FC236}">
                    <a16:creationId xmlns:a16="http://schemas.microsoft.com/office/drawing/2014/main" id="{AD5790E7-DA6B-E548-7A2F-E7E3BF1E4E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9" y="1904"/>
                <a:ext cx="25" cy="24"/>
              </a:xfrm>
              <a:custGeom>
                <a:avLst/>
                <a:gdLst>
                  <a:gd name="T0" fmla="*/ 0 w 146"/>
                  <a:gd name="T1" fmla="*/ 0 h 144"/>
                  <a:gd name="T2" fmla="*/ 0 w 146"/>
                  <a:gd name="T3" fmla="*/ 0 h 144"/>
                  <a:gd name="T4" fmla="*/ 0 w 146"/>
                  <a:gd name="T5" fmla="*/ 0 h 144"/>
                  <a:gd name="T6" fmla="*/ 0 w 146"/>
                  <a:gd name="T7" fmla="*/ 0 h 144"/>
                  <a:gd name="T8" fmla="*/ 0 w 146"/>
                  <a:gd name="T9" fmla="*/ 0 h 144"/>
                  <a:gd name="T10" fmla="*/ 0 w 146"/>
                  <a:gd name="T11" fmla="*/ 0 h 144"/>
                  <a:gd name="T12" fmla="*/ 0 w 146"/>
                  <a:gd name="T13" fmla="*/ 0 h 14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6"/>
                  <a:gd name="T22" fmla="*/ 0 h 144"/>
                  <a:gd name="T23" fmla="*/ 146 w 146"/>
                  <a:gd name="T24" fmla="*/ 144 h 14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6" h="144">
                    <a:moveTo>
                      <a:pt x="81" y="0"/>
                    </a:moveTo>
                    <a:lnTo>
                      <a:pt x="41" y="36"/>
                    </a:lnTo>
                    <a:lnTo>
                      <a:pt x="0" y="72"/>
                    </a:lnTo>
                    <a:lnTo>
                      <a:pt x="65" y="144"/>
                    </a:lnTo>
                    <a:lnTo>
                      <a:pt x="105" y="108"/>
                    </a:lnTo>
                    <a:lnTo>
                      <a:pt x="146" y="72"/>
                    </a:lnTo>
                    <a:lnTo>
                      <a:pt x="81" y="0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3077">
                <a:extLst>
                  <a:ext uri="{FF2B5EF4-FFF2-40B4-BE49-F238E27FC236}">
                    <a16:creationId xmlns:a16="http://schemas.microsoft.com/office/drawing/2014/main" id="{A7CEC5B4-68BE-7EF7-1829-4DB734C8AD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3" y="1770"/>
                <a:ext cx="93" cy="9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Line 3078">
                <a:extLst>
                  <a:ext uri="{FF2B5EF4-FFF2-40B4-BE49-F238E27FC236}">
                    <a16:creationId xmlns:a16="http://schemas.microsoft.com/office/drawing/2014/main" id="{A1CC61F4-CA07-36F3-CCC2-490DFFC6BE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80" y="1585"/>
                <a:ext cx="123" cy="12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Line 3079">
                <a:extLst>
                  <a:ext uri="{FF2B5EF4-FFF2-40B4-BE49-F238E27FC236}">
                    <a16:creationId xmlns:a16="http://schemas.microsoft.com/office/drawing/2014/main" id="{DBF635FB-5FE4-E223-392D-FD535C8C8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3" y="1585"/>
                <a:ext cx="157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3080">
                <a:extLst>
                  <a:ext uri="{FF2B5EF4-FFF2-40B4-BE49-F238E27FC236}">
                    <a16:creationId xmlns:a16="http://schemas.microsoft.com/office/drawing/2014/main" id="{DD342810-0EBF-274C-87D5-33F2594DB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9" y="1859"/>
                <a:ext cx="63" cy="65"/>
              </a:xfrm>
              <a:custGeom>
                <a:avLst/>
                <a:gdLst>
                  <a:gd name="T0" fmla="*/ 0 w 377"/>
                  <a:gd name="T1" fmla="*/ 0 h 389"/>
                  <a:gd name="T2" fmla="*/ 0 w 377"/>
                  <a:gd name="T3" fmla="*/ 0 h 389"/>
                  <a:gd name="T4" fmla="*/ 0 w 377"/>
                  <a:gd name="T5" fmla="*/ 0 h 389"/>
                  <a:gd name="T6" fmla="*/ 0 w 377"/>
                  <a:gd name="T7" fmla="*/ 0 h 3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389"/>
                  <a:gd name="T14" fmla="*/ 377 w 377"/>
                  <a:gd name="T15" fmla="*/ 389 h 3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389">
                    <a:moveTo>
                      <a:pt x="265" y="0"/>
                    </a:moveTo>
                    <a:lnTo>
                      <a:pt x="377" y="107"/>
                    </a:lnTo>
                    <a:lnTo>
                      <a:pt x="0" y="389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3081">
                <a:extLst>
                  <a:ext uri="{FF2B5EF4-FFF2-40B4-BE49-F238E27FC236}">
                    <a16:creationId xmlns:a16="http://schemas.microsoft.com/office/drawing/2014/main" id="{9595D200-0CFF-01CF-2F8C-119908C59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9" y="1859"/>
                <a:ext cx="63" cy="65"/>
              </a:xfrm>
              <a:custGeom>
                <a:avLst/>
                <a:gdLst>
                  <a:gd name="T0" fmla="*/ 0 w 377"/>
                  <a:gd name="T1" fmla="*/ 0 h 389"/>
                  <a:gd name="T2" fmla="*/ 0 w 377"/>
                  <a:gd name="T3" fmla="*/ 0 h 389"/>
                  <a:gd name="T4" fmla="*/ 0 w 377"/>
                  <a:gd name="T5" fmla="*/ 0 h 389"/>
                  <a:gd name="T6" fmla="*/ 0 w 377"/>
                  <a:gd name="T7" fmla="*/ 0 h 3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389"/>
                  <a:gd name="T14" fmla="*/ 377 w 377"/>
                  <a:gd name="T15" fmla="*/ 389 h 3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389">
                    <a:moveTo>
                      <a:pt x="265" y="0"/>
                    </a:moveTo>
                    <a:lnTo>
                      <a:pt x="377" y="107"/>
                    </a:lnTo>
                    <a:lnTo>
                      <a:pt x="0" y="389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9933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Freeform 3082">
                <a:extLst>
                  <a:ext uri="{FF2B5EF4-FFF2-40B4-BE49-F238E27FC236}">
                    <a16:creationId xmlns:a16="http://schemas.microsoft.com/office/drawing/2014/main" id="{A7E584A3-1C47-1838-1BDE-5DC8F9FE6B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714"/>
                <a:ext cx="63" cy="65"/>
              </a:xfrm>
              <a:custGeom>
                <a:avLst/>
                <a:gdLst>
                  <a:gd name="T0" fmla="*/ 0 w 377"/>
                  <a:gd name="T1" fmla="*/ 0 h 390"/>
                  <a:gd name="T2" fmla="*/ 0 w 377"/>
                  <a:gd name="T3" fmla="*/ 0 h 390"/>
                  <a:gd name="T4" fmla="*/ 0 w 377"/>
                  <a:gd name="T5" fmla="*/ 0 h 390"/>
                  <a:gd name="T6" fmla="*/ 0 w 377"/>
                  <a:gd name="T7" fmla="*/ 0 h 39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390"/>
                  <a:gd name="T14" fmla="*/ 377 w 377"/>
                  <a:gd name="T15" fmla="*/ 390 h 39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390">
                    <a:moveTo>
                      <a:pt x="0" y="283"/>
                    </a:moveTo>
                    <a:lnTo>
                      <a:pt x="112" y="390"/>
                    </a:lnTo>
                    <a:lnTo>
                      <a:pt x="377" y="0"/>
                    </a:lnTo>
                    <a:lnTo>
                      <a:pt x="0" y="283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3083">
                <a:extLst>
                  <a:ext uri="{FF2B5EF4-FFF2-40B4-BE49-F238E27FC236}">
                    <a16:creationId xmlns:a16="http://schemas.microsoft.com/office/drawing/2014/main" id="{8F1B715B-DD18-8970-1051-93005AB5D2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7" y="1714"/>
                <a:ext cx="63" cy="65"/>
              </a:xfrm>
              <a:custGeom>
                <a:avLst/>
                <a:gdLst>
                  <a:gd name="T0" fmla="*/ 0 w 377"/>
                  <a:gd name="T1" fmla="*/ 0 h 390"/>
                  <a:gd name="T2" fmla="*/ 0 w 377"/>
                  <a:gd name="T3" fmla="*/ 0 h 390"/>
                  <a:gd name="T4" fmla="*/ 0 w 377"/>
                  <a:gd name="T5" fmla="*/ 0 h 390"/>
                  <a:gd name="T6" fmla="*/ 0 w 377"/>
                  <a:gd name="T7" fmla="*/ 0 h 39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390"/>
                  <a:gd name="T14" fmla="*/ 377 w 377"/>
                  <a:gd name="T15" fmla="*/ 390 h 39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390">
                    <a:moveTo>
                      <a:pt x="0" y="283"/>
                    </a:moveTo>
                    <a:lnTo>
                      <a:pt x="112" y="390"/>
                    </a:lnTo>
                    <a:lnTo>
                      <a:pt x="377" y="0"/>
                    </a:lnTo>
                    <a:lnTo>
                      <a:pt x="0" y="283"/>
                    </a:lnTo>
                    <a:close/>
                  </a:path>
                </a:pathLst>
              </a:custGeom>
              <a:solidFill>
                <a:srgbClr val="9933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3084">
                <a:extLst>
                  <a:ext uri="{FF2B5EF4-FFF2-40B4-BE49-F238E27FC236}">
                    <a16:creationId xmlns:a16="http://schemas.microsoft.com/office/drawing/2014/main" id="{E5E36408-C7EC-AE66-00A6-30771C4DDD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291" y="1469"/>
                <a:ext cx="44" cy="7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3085">
                <a:extLst>
                  <a:ext uri="{FF2B5EF4-FFF2-40B4-BE49-F238E27FC236}">
                    <a16:creationId xmlns:a16="http://schemas.microsoft.com/office/drawing/2014/main" id="{365EB614-947C-0D84-D3E8-5ABFAC61E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9" y="1481"/>
                <a:ext cx="50" cy="49"/>
              </a:xfrm>
              <a:custGeom>
                <a:avLst/>
                <a:gdLst>
                  <a:gd name="T0" fmla="*/ 0 w 303"/>
                  <a:gd name="T1" fmla="*/ 0 h 290"/>
                  <a:gd name="T2" fmla="*/ 0 w 303"/>
                  <a:gd name="T3" fmla="*/ 0 h 290"/>
                  <a:gd name="T4" fmla="*/ 0 w 303"/>
                  <a:gd name="T5" fmla="*/ 0 h 290"/>
                  <a:gd name="T6" fmla="*/ 0 w 303"/>
                  <a:gd name="T7" fmla="*/ 0 h 290"/>
                  <a:gd name="T8" fmla="*/ 0 w 303"/>
                  <a:gd name="T9" fmla="*/ 0 h 290"/>
                  <a:gd name="T10" fmla="*/ 0 w 303"/>
                  <a:gd name="T11" fmla="*/ 0 h 290"/>
                  <a:gd name="T12" fmla="*/ 0 w 303"/>
                  <a:gd name="T13" fmla="*/ 0 h 290"/>
                  <a:gd name="T14" fmla="*/ 0 w 303"/>
                  <a:gd name="T15" fmla="*/ 0 h 290"/>
                  <a:gd name="T16" fmla="*/ 0 w 303"/>
                  <a:gd name="T17" fmla="*/ 0 h 290"/>
                  <a:gd name="T18" fmla="*/ 0 w 303"/>
                  <a:gd name="T19" fmla="*/ 0 h 290"/>
                  <a:gd name="T20" fmla="*/ 0 w 303"/>
                  <a:gd name="T21" fmla="*/ 0 h 290"/>
                  <a:gd name="T22" fmla="*/ 0 w 303"/>
                  <a:gd name="T23" fmla="*/ 0 h 290"/>
                  <a:gd name="T24" fmla="*/ 0 w 303"/>
                  <a:gd name="T25" fmla="*/ 0 h 290"/>
                  <a:gd name="T26" fmla="*/ 0 w 303"/>
                  <a:gd name="T27" fmla="*/ 0 h 290"/>
                  <a:gd name="T28" fmla="*/ 0 w 303"/>
                  <a:gd name="T29" fmla="*/ 0 h 290"/>
                  <a:gd name="T30" fmla="*/ 0 w 303"/>
                  <a:gd name="T31" fmla="*/ 0 h 290"/>
                  <a:gd name="T32" fmla="*/ 0 w 303"/>
                  <a:gd name="T33" fmla="*/ 0 h 290"/>
                  <a:gd name="T34" fmla="*/ 0 w 303"/>
                  <a:gd name="T35" fmla="*/ 0 h 290"/>
                  <a:gd name="T36" fmla="*/ 0 w 303"/>
                  <a:gd name="T37" fmla="*/ 0 h 290"/>
                  <a:gd name="T38" fmla="*/ 0 w 303"/>
                  <a:gd name="T39" fmla="*/ 0 h 2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03"/>
                  <a:gd name="T61" fmla="*/ 0 h 290"/>
                  <a:gd name="T62" fmla="*/ 303 w 303"/>
                  <a:gd name="T63" fmla="*/ 290 h 2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03" h="290">
                    <a:moveTo>
                      <a:pt x="109" y="290"/>
                    </a:moveTo>
                    <a:lnTo>
                      <a:pt x="134" y="290"/>
                    </a:lnTo>
                    <a:lnTo>
                      <a:pt x="182" y="278"/>
                    </a:lnTo>
                    <a:lnTo>
                      <a:pt x="230" y="241"/>
                    </a:lnTo>
                    <a:lnTo>
                      <a:pt x="279" y="194"/>
                    </a:lnTo>
                    <a:lnTo>
                      <a:pt x="303" y="145"/>
                    </a:lnTo>
                    <a:lnTo>
                      <a:pt x="303" y="109"/>
                    </a:lnTo>
                    <a:lnTo>
                      <a:pt x="291" y="47"/>
                    </a:lnTo>
                    <a:lnTo>
                      <a:pt x="267" y="24"/>
                    </a:lnTo>
                    <a:lnTo>
                      <a:pt x="230" y="0"/>
                    </a:lnTo>
                    <a:lnTo>
                      <a:pt x="194" y="0"/>
                    </a:lnTo>
                    <a:lnTo>
                      <a:pt x="122" y="11"/>
                    </a:lnTo>
                    <a:lnTo>
                      <a:pt x="85" y="36"/>
                    </a:lnTo>
                    <a:lnTo>
                      <a:pt x="49" y="72"/>
                    </a:lnTo>
                    <a:lnTo>
                      <a:pt x="13" y="120"/>
                    </a:lnTo>
                    <a:lnTo>
                      <a:pt x="0" y="169"/>
                    </a:lnTo>
                    <a:lnTo>
                      <a:pt x="13" y="230"/>
                    </a:lnTo>
                    <a:lnTo>
                      <a:pt x="37" y="266"/>
                    </a:lnTo>
                    <a:lnTo>
                      <a:pt x="85" y="290"/>
                    </a:lnTo>
                    <a:lnTo>
                      <a:pt x="109" y="290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Freeform 3086">
                <a:extLst>
                  <a:ext uri="{FF2B5EF4-FFF2-40B4-BE49-F238E27FC236}">
                    <a16:creationId xmlns:a16="http://schemas.microsoft.com/office/drawing/2014/main" id="{6C7B247B-ADE1-61AF-FBAE-56913D756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3" y="1469"/>
                <a:ext cx="49" cy="73"/>
              </a:xfrm>
              <a:custGeom>
                <a:avLst/>
                <a:gdLst>
                  <a:gd name="T0" fmla="*/ 0 w 290"/>
                  <a:gd name="T1" fmla="*/ 0 h 436"/>
                  <a:gd name="T2" fmla="*/ 0 w 290"/>
                  <a:gd name="T3" fmla="*/ 0 h 436"/>
                  <a:gd name="T4" fmla="*/ 0 w 290"/>
                  <a:gd name="T5" fmla="*/ 0 h 436"/>
                  <a:gd name="T6" fmla="*/ 0 w 290"/>
                  <a:gd name="T7" fmla="*/ 0 h 436"/>
                  <a:gd name="T8" fmla="*/ 0 w 290"/>
                  <a:gd name="T9" fmla="*/ 0 h 436"/>
                  <a:gd name="T10" fmla="*/ 0 w 290"/>
                  <a:gd name="T11" fmla="*/ 0 h 436"/>
                  <a:gd name="T12" fmla="*/ 0 w 290"/>
                  <a:gd name="T13" fmla="*/ 0 h 436"/>
                  <a:gd name="T14" fmla="*/ 0 w 290"/>
                  <a:gd name="T15" fmla="*/ 0 h 436"/>
                  <a:gd name="T16" fmla="*/ 0 w 290"/>
                  <a:gd name="T17" fmla="*/ 0 h 436"/>
                  <a:gd name="T18" fmla="*/ 0 w 290"/>
                  <a:gd name="T19" fmla="*/ 0 h 436"/>
                  <a:gd name="T20" fmla="*/ 0 w 290"/>
                  <a:gd name="T21" fmla="*/ 0 h 436"/>
                  <a:gd name="T22" fmla="*/ 0 w 290"/>
                  <a:gd name="T23" fmla="*/ 0 h 4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0"/>
                  <a:gd name="T37" fmla="*/ 0 h 436"/>
                  <a:gd name="T38" fmla="*/ 290 w 290"/>
                  <a:gd name="T39" fmla="*/ 436 h 4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0" h="436">
                    <a:moveTo>
                      <a:pt x="194" y="436"/>
                    </a:moveTo>
                    <a:lnTo>
                      <a:pt x="0" y="436"/>
                    </a:lnTo>
                    <a:lnTo>
                      <a:pt x="254" y="145"/>
                    </a:lnTo>
                    <a:lnTo>
                      <a:pt x="278" y="109"/>
                    </a:lnTo>
                    <a:lnTo>
                      <a:pt x="290" y="73"/>
                    </a:lnTo>
                    <a:lnTo>
                      <a:pt x="290" y="48"/>
                    </a:lnTo>
                    <a:lnTo>
                      <a:pt x="278" y="24"/>
                    </a:lnTo>
                    <a:lnTo>
                      <a:pt x="241" y="0"/>
                    </a:lnTo>
                    <a:lnTo>
                      <a:pt x="194" y="0"/>
                    </a:lnTo>
                    <a:lnTo>
                      <a:pt x="145" y="12"/>
                    </a:lnTo>
                    <a:lnTo>
                      <a:pt x="109" y="36"/>
                    </a:lnTo>
                    <a:lnTo>
                      <a:pt x="96" y="60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3087">
                <a:extLst>
                  <a:ext uri="{FF2B5EF4-FFF2-40B4-BE49-F238E27FC236}">
                    <a16:creationId xmlns:a16="http://schemas.microsoft.com/office/drawing/2014/main" id="{C7435E74-4FCF-46CB-7E64-506DBF03B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6" y="1469"/>
                <a:ext cx="38" cy="73"/>
              </a:xfrm>
              <a:custGeom>
                <a:avLst/>
                <a:gdLst>
                  <a:gd name="T0" fmla="*/ 0 w 229"/>
                  <a:gd name="T1" fmla="*/ 0 h 436"/>
                  <a:gd name="T2" fmla="*/ 0 w 229"/>
                  <a:gd name="T3" fmla="*/ 0 h 436"/>
                  <a:gd name="T4" fmla="*/ 0 w 229"/>
                  <a:gd name="T5" fmla="*/ 0 h 436"/>
                  <a:gd name="T6" fmla="*/ 0 w 229"/>
                  <a:gd name="T7" fmla="*/ 0 h 436"/>
                  <a:gd name="T8" fmla="*/ 0 w 229"/>
                  <a:gd name="T9" fmla="*/ 0 h 436"/>
                  <a:gd name="T10" fmla="*/ 0 w 229"/>
                  <a:gd name="T11" fmla="*/ 0 h 436"/>
                  <a:gd name="T12" fmla="*/ 0 w 229"/>
                  <a:gd name="T13" fmla="*/ 0 h 436"/>
                  <a:gd name="T14" fmla="*/ 0 w 229"/>
                  <a:gd name="T15" fmla="*/ 0 h 436"/>
                  <a:gd name="T16" fmla="*/ 0 w 229"/>
                  <a:gd name="T17" fmla="*/ 0 h 436"/>
                  <a:gd name="T18" fmla="*/ 0 w 229"/>
                  <a:gd name="T19" fmla="*/ 0 h 436"/>
                  <a:gd name="T20" fmla="*/ 0 w 229"/>
                  <a:gd name="T21" fmla="*/ 0 h 436"/>
                  <a:gd name="T22" fmla="*/ 0 w 229"/>
                  <a:gd name="T23" fmla="*/ 0 h 436"/>
                  <a:gd name="T24" fmla="*/ 0 w 229"/>
                  <a:gd name="T25" fmla="*/ 0 h 436"/>
                  <a:gd name="T26" fmla="*/ 0 w 229"/>
                  <a:gd name="T27" fmla="*/ 0 h 436"/>
                  <a:gd name="T28" fmla="*/ 0 w 229"/>
                  <a:gd name="T29" fmla="*/ 0 h 436"/>
                  <a:gd name="T30" fmla="*/ 0 w 229"/>
                  <a:gd name="T31" fmla="*/ 0 h 436"/>
                  <a:gd name="T32" fmla="*/ 0 w 229"/>
                  <a:gd name="T33" fmla="*/ 0 h 436"/>
                  <a:gd name="T34" fmla="*/ 0 w 229"/>
                  <a:gd name="T35" fmla="*/ 0 h 436"/>
                  <a:gd name="T36" fmla="*/ 0 w 229"/>
                  <a:gd name="T37" fmla="*/ 0 h 436"/>
                  <a:gd name="T38" fmla="*/ 0 w 229"/>
                  <a:gd name="T39" fmla="*/ 0 h 436"/>
                  <a:gd name="T40" fmla="*/ 0 w 229"/>
                  <a:gd name="T41" fmla="*/ 0 h 436"/>
                  <a:gd name="T42" fmla="*/ 0 w 229"/>
                  <a:gd name="T43" fmla="*/ 0 h 436"/>
                  <a:gd name="T44" fmla="*/ 0 w 229"/>
                  <a:gd name="T45" fmla="*/ 0 h 4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29"/>
                  <a:gd name="T70" fmla="*/ 0 h 436"/>
                  <a:gd name="T71" fmla="*/ 229 w 229"/>
                  <a:gd name="T72" fmla="*/ 436 h 4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29" h="436">
                    <a:moveTo>
                      <a:pt x="48" y="436"/>
                    </a:moveTo>
                    <a:lnTo>
                      <a:pt x="60" y="436"/>
                    </a:lnTo>
                    <a:lnTo>
                      <a:pt x="96" y="423"/>
                    </a:lnTo>
                    <a:lnTo>
                      <a:pt x="133" y="387"/>
                    </a:lnTo>
                    <a:lnTo>
                      <a:pt x="169" y="339"/>
                    </a:lnTo>
                    <a:lnTo>
                      <a:pt x="205" y="267"/>
                    </a:lnTo>
                    <a:lnTo>
                      <a:pt x="218" y="218"/>
                    </a:lnTo>
                    <a:lnTo>
                      <a:pt x="229" y="157"/>
                    </a:lnTo>
                    <a:lnTo>
                      <a:pt x="229" y="84"/>
                    </a:lnTo>
                    <a:lnTo>
                      <a:pt x="218" y="24"/>
                    </a:lnTo>
                    <a:lnTo>
                      <a:pt x="193" y="0"/>
                    </a:lnTo>
                    <a:lnTo>
                      <a:pt x="169" y="0"/>
                    </a:lnTo>
                    <a:lnTo>
                      <a:pt x="133" y="12"/>
                    </a:lnTo>
                    <a:lnTo>
                      <a:pt x="109" y="36"/>
                    </a:lnTo>
                    <a:lnTo>
                      <a:pt x="73" y="84"/>
                    </a:lnTo>
                    <a:lnTo>
                      <a:pt x="48" y="133"/>
                    </a:lnTo>
                    <a:lnTo>
                      <a:pt x="24" y="193"/>
                    </a:lnTo>
                    <a:lnTo>
                      <a:pt x="12" y="242"/>
                    </a:lnTo>
                    <a:lnTo>
                      <a:pt x="0" y="303"/>
                    </a:lnTo>
                    <a:lnTo>
                      <a:pt x="0" y="351"/>
                    </a:lnTo>
                    <a:lnTo>
                      <a:pt x="12" y="412"/>
                    </a:lnTo>
                    <a:lnTo>
                      <a:pt x="24" y="423"/>
                    </a:lnTo>
                    <a:lnTo>
                      <a:pt x="48" y="436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Group 3088">
              <a:extLst>
                <a:ext uri="{FF2B5EF4-FFF2-40B4-BE49-F238E27FC236}">
                  <a16:creationId xmlns:a16="http://schemas.microsoft.com/office/drawing/2014/main" id="{22C59D80-919F-633D-033C-0A1B4DFD1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" y="2354"/>
              <a:ext cx="1250" cy="776"/>
              <a:chOff x="3006" y="2723"/>
              <a:chExt cx="968" cy="601"/>
            </a:xfrm>
          </p:grpSpPr>
          <p:sp>
            <p:nvSpPr>
              <p:cNvPr id="117" name="Line 3089">
                <a:extLst>
                  <a:ext uri="{FF2B5EF4-FFF2-40B4-BE49-F238E27FC236}">
                    <a16:creationId xmlns:a16="http://schemas.microsoft.com/office/drawing/2014/main" id="{B71EED10-091D-5560-0B14-1ABB4C847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1" y="3269"/>
                <a:ext cx="55" cy="5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3090">
                <a:extLst>
                  <a:ext uri="{FF2B5EF4-FFF2-40B4-BE49-F238E27FC236}">
                    <a16:creationId xmlns:a16="http://schemas.microsoft.com/office/drawing/2014/main" id="{049DFDBA-8963-289C-F411-B11B173CCF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2" y="2968"/>
                <a:ext cx="55" cy="5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3091">
                <a:extLst>
                  <a:ext uri="{FF2B5EF4-FFF2-40B4-BE49-F238E27FC236}">
                    <a16:creationId xmlns:a16="http://schemas.microsoft.com/office/drawing/2014/main" id="{E6C047CE-5C8E-C674-A9A1-35B156187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7" y="2968"/>
                <a:ext cx="258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3092">
                <a:extLst>
                  <a:ext uri="{FF2B5EF4-FFF2-40B4-BE49-F238E27FC236}">
                    <a16:creationId xmlns:a16="http://schemas.microsoft.com/office/drawing/2014/main" id="{5C1B393B-ADCC-FF20-C637-0E49A00091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078"/>
                <a:ext cx="138" cy="1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3093">
                <a:extLst>
                  <a:ext uri="{FF2B5EF4-FFF2-40B4-BE49-F238E27FC236}">
                    <a16:creationId xmlns:a16="http://schemas.microsoft.com/office/drawing/2014/main" id="{B33AC295-CE11-C50B-1F2A-855D76025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3214"/>
                <a:ext cx="63" cy="64"/>
              </a:xfrm>
              <a:custGeom>
                <a:avLst/>
                <a:gdLst>
                  <a:gd name="T0" fmla="*/ 0 w 383"/>
                  <a:gd name="T1" fmla="*/ 0 h 384"/>
                  <a:gd name="T2" fmla="*/ 0 w 383"/>
                  <a:gd name="T3" fmla="*/ 0 h 384"/>
                  <a:gd name="T4" fmla="*/ 0 w 383"/>
                  <a:gd name="T5" fmla="*/ 0 h 384"/>
                  <a:gd name="T6" fmla="*/ 0 w 383"/>
                  <a:gd name="T7" fmla="*/ 0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3"/>
                  <a:gd name="T13" fmla="*/ 0 h 384"/>
                  <a:gd name="T14" fmla="*/ 383 w 383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3" h="384">
                    <a:moveTo>
                      <a:pt x="0" y="275"/>
                    </a:moveTo>
                    <a:lnTo>
                      <a:pt x="109" y="384"/>
                    </a:lnTo>
                    <a:lnTo>
                      <a:pt x="383" y="0"/>
                    </a:lnTo>
                    <a:lnTo>
                      <a:pt x="0" y="275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3094">
                <a:extLst>
                  <a:ext uri="{FF2B5EF4-FFF2-40B4-BE49-F238E27FC236}">
                    <a16:creationId xmlns:a16="http://schemas.microsoft.com/office/drawing/2014/main" id="{96DDAE9E-B254-9617-9CC8-B8F293025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8" y="3014"/>
                <a:ext cx="64" cy="64"/>
              </a:xfrm>
              <a:custGeom>
                <a:avLst/>
                <a:gdLst>
                  <a:gd name="T0" fmla="*/ 0 w 384"/>
                  <a:gd name="T1" fmla="*/ 0 h 383"/>
                  <a:gd name="T2" fmla="*/ 0 w 384"/>
                  <a:gd name="T3" fmla="*/ 0 h 383"/>
                  <a:gd name="T4" fmla="*/ 0 w 384"/>
                  <a:gd name="T5" fmla="*/ 0 h 383"/>
                  <a:gd name="T6" fmla="*/ 0 w 384"/>
                  <a:gd name="T7" fmla="*/ 0 h 3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4"/>
                  <a:gd name="T13" fmla="*/ 0 h 383"/>
                  <a:gd name="T14" fmla="*/ 384 w 384"/>
                  <a:gd name="T15" fmla="*/ 383 h 3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4" h="383">
                    <a:moveTo>
                      <a:pt x="274" y="0"/>
                    </a:moveTo>
                    <a:lnTo>
                      <a:pt x="384" y="110"/>
                    </a:lnTo>
                    <a:lnTo>
                      <a:pt x="0" y="383"/>
                    </a:lnTo>
                    <a:lnTo>
                      <a:pt x="274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3095">
                <a:extLst>
                  <a:ext uri="{FF2B5EF4-FFF2-40B4-BE49-F238E27FC236}">
                    <a16:creationId xmlns:a16="http://schemas.microsoft.com/office/drawing/2014/main" id="{A71BDBD2-FA72-E815-691B-A0EBCBA11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" y="2869"/>
                <a:ext cx="40" cy="56"/>
              </a:xfrm>
              <a:custGeom>
                <a:avLst/>
                <a:gdLst>
                  <a:gd name="T0" fmla="*/ 0 w 242"/>
                  <a:gd name="T1" fmla="*/ 0 h 339"/>
                  <a:gd name="T2" fmla="*/ 0 w 242"/>
                  <a:gd name="T3" fmla="*/ 0 h 339"/>
                  <a:gd name="T4" fmla="*/ 0 w 242"/>
                  <a:gd name="T5" fmla="*/ 0 h 339"/>
                  <a:gd name="T6" fmla="*/ 0 60000 65536"/>
                  <a:gd name="T7" fmla="*/ 0 60000 65536"/>
                  <a:gd name="T8" fmla="*/ 0 60000 65536"/>
                  <a:gd name="T9" fmla="*/ 0 w 242"/>
                  <a:gd name="T10" fmla="*/ 0 h 339"/>
                  <a:gd name="T11" fmla="*/ 242 w 242"/>
                  <a:gd name="T12" fmla="*/ 339 h 3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" h="339">
                    <a:moveTo>
                      <a:pt x="181" y="0"/>
                    </a:moveTo>
                    <a:lnTo>
                      <a:pt x="0" y="339"/>
                    </a:lnTo>
                    <a:lnTo>
                      <a:pt x="242" y="339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3096">
                <a:extLst>
                  <a:ext uri="{FF2B5EF4-FFF2-40B4-BE49-F238E27FC236}">
                    <a16:creationId xmlns:a16="http://schemas.microsoft.com/office/drawing/2014/main" id="{073ADFEA-A7C7-414D-7AE5-0F4215A3B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86" y="2909"/>
                <a:ext cx="8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3097">
                <a:extLst>
                  <a:ext uri="{FF2B5EF4-FFF2-40B4-BE49-F238E27FC236}">
                    <a16:creationId xmlns:a16="http://schemas.microsoft.com/office/drawing/2014/main" id="{02793465-126A-386F-D7DC-3DB3B75FA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4" y="2901"/>
                <a:ext cx="41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3098">
                <a:extLst>
                  <a:ext uri="{FF2B5EF4-FFF2-40B4-BE49-F238E27FC236}">
                    <a16:creationId xmlns:a16="http://schemas.microsoft.com/office/drawing/2014/main" id="{64DA37EC-F423-3065-0715-0FDAD089D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2" y="2901"/>
                <a:ext cx="25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3099">
                <a:extLst>
                  <a:ext uri="{FF2B5EF4-FFF2-40B4-BE49-F238E27FC236}">
                    <a16:creationId xmlns:a16="http://schemas.microsoft.com/office/drawing/2014/main" id="{B72D7561-A101-F123-98B5-05DC261E9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89" y="2869"/>
                <a:ext cx="44" cy="7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3100">
                <a:extLst>
                  <a:ext uri="{FF2B5EF4-FFF2-40B4-BE49-F238E27FC236}">
                    <a16:creationId xmlns:a16="http://schemas.microsoft.com/office/drawing/2014/main" id="{C0B02812-9523-36CE-A384-97EC93E52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7" y="2881"/>
                <a:ext cx="50" cy="48"/>
              </a:xfrm>
              <a:custGeom>
                <a:avLst/>
                <a:gdLst>
                  <a:gd name="T0" fmla="*/ 0 w 302"/>
                  <a:gd name="T1" fmla="*/ 0 h 290"/>
                  <a:gd name="T2" fmla="*/ 0 w 302"/>
                  <a:gd name="T3" fmla="*/ 0 h 290"/>
                  <a:gd name="T4" fmla="*/ 0 w 302"/>
                  <a:gd name="T5" fmla="*/ 0 h 290"/>
                  <a:gd name="T6" fmla="*/ 0 w 302"/>
                  <a:gd name="T7" fmla="*/ 0 h 290"/>
                  <a:gd name="T8" fmla="*/ 0 w 302"/>
                  <a:gd name="T9" fmla="*/ 0 h 290"/>
                  <a:gd name="T10" fmla="*/ 0 w 302"/>
                  <a:gd name="T11" fmla="*/ 0 h 290"/>
                  <a:gd name="T12" fmla="*/ 0 w 302"/>
                  <a:gd name="T13" fmla="*/ 0 h 290"/>
                  <a:gd name="T14" fmla="*/ 0 w 302"/>
                  <a:gd name="T15" fmla="*/ 0 h 290"/>
                  <a:gd name="T16" fmla="*/ 0 w 302"/>
                  <a:gd name="T17" fmla="*/ 0 h 290"/>
                  <a:gd name="T18" fmla="*/ 0 w 302"/>
                  <a:gd name="T19" fmla="*/ 0 h 290"/>
                  <a:gd name="T20" fmla="*/ 0 w 302"/>
                  <a:gd name="T21" fmla="*/ 0 h 290"/>
                  <a:gd name="T22" fmla="*/ 0 w 302"/>
                  <a:gd name="T23" fmla="*/ 0 h 290"/>
                  <a:gd name="T24" fmla="*/ 0 w 302"/>
                  <a:gd name="T25" fmla="*/ 0 h 290"/>
                  <a:gd name="T26" fmla="*/ 0 w 302"/>
                  <a:gd name="T27" fmla="*/ 0 h 290"/>
                  <a:gd name="T28" fmla="*/ 0 w 302"/>
                  <a:gd name="T29" fmla="*/ 0 h 290"/>
                  <a:gd name="T30" fmla="*/ 0 w 302"/>
                  <a:gd name="T31" fmla="*/ 0 h 290"/>
                  <a:gd name="T32" fmla="*/ 0 w 302"/>
                  <a:gd name="T33" fmla="*/ 0 h 290"/>
                  <a:gd name="T34" fmla="*/ 0 w 302"/>
                  <a:gd name="T35" fmla="*/ 0 h 290"/>
                  <a:gd name="T36" fmla="*/ 0 w 302"/>
                  <a:gd name="T37" fmla="*/ 0 h 290"/>
                  <a:gd name="T38" fmla="*/ 0 w 302"/>
                  <a:gd name="T39" fmla="*/ 0 h 2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02"/>
                  <a:gd name="T61" fmla="*/ 0 h 290"/>
                  <a:gd name="T62" fmla="*/ 302 w 302"/>
                  <a:gd name="T63" fmla="*/ 290 h 2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02" h="290">
                    <a:moveTo>
                      <a:pt x="109" y="290"/>
                    </a:moveTo>
                    <a:lnTo>
                      <a:pt x="133" y="290"/>
                    </a:lnTo>
                    <a:lnTo>
                      <a:pt x="182" y="279"/>
                    </a:lnTo>
                    <a:lnTo>
                      <a:pt x="229" y="242"/>
                    </a:lnTo>
                    <a:lnTo>
                      <a:pt x="278" y="194"/>
                    </a:lnTo>
                    <a:lnTo>
                      <a:pt x="302" y="145"/>
                    </a:lnTo>
                    <a:lnTo>
                      <a:pt x="302" y="109"/>
                    </a:lnTo>
                    <a:lnTo>
                      <a:pt x="291" y="49"/>
                    </a:lnTo>
                    <a:lnTo>
                      <a:pt x="266" y="25"/>
                    </a:lnTo>
                    <a:lnTo>
                      <a:pt x="229" y="0"/>
                    </a:lnTo>
                    <a:lnTo>
                      <a:pt x="193" y="0"/>
                    </a:lnTo>
                    <a:lnTo>
                      <a:pt x="121" y="12"/>
                    </a:lnTo>
                    <a:lnTo>
                      <a:pt x="84" y="36"/>
                    </a:lnTo>
                    <a:lnTo>
                      <a:pt x="48" y="72"/>
                    </a:lnTo>
                    <a:lnTo>
                      <a:pt x="12" y="121"/>
                    </a:lnTo>
                    <a:lnTo>
                      <a:pt x="0" y="170"/>
                    </a:lnTo>
                    <a:lnTo>
                      <a:pt x="12" y="230"/>
                    </a:lnTo>
                    <a:lnTo>
                      <a:pt x="37" y="266"/>
                    </a:lnTo>
                    <a:lnTo>
                      <a:pt x="84" y="290"/>
                    </a:lnTo>
                    <a:lnTo>
                      <a:pt x="109" y="290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3101">
                <a:extLst>
                  <a:ext uri="{FF2B5EF4-FFF2-40B4-BE49-F238E27FC236}">
                    <a16:creationId xmlns:a16="http://schemas.microsoft.com/office/drawing/2014/main" id="{DEF0A0D8-AC8A-48D0-B82C-196308F4F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2869"/>
                <a:ext cx="21" cy="72"/>
              </a:xfrm>
              <a:custGeom>
                <a:avLst/>
                <a:gdLst>
                  <a:gd name="T0" fmla="*/ 0 w 122"/>
                  <a:gd name="T1" fmla="*/ 0 h 436"/>
                  <a:gd name="T2" fmla="*/ 0 w 122"/>
                  <a:gd name="T3" fmla="*/ 0 h 436"/>
                  <a:gd name="T4" fmla="*/ 0 w 122"/>
                  <a:gd name="T5" fmla="*/ 0 h 436"/>
                  <a:gd name="T6" fmla="*/ 0 60000 65536"/>
                  <a:gd name="T7" fmla="*/ 0 60000 65536"/>
                  <a:gd name="T8" fmla="*/ 0 60000 65536"/>
                  <a:gd name="T9" fmla="*/ 0 w 122"/>
                  <a:gd name="T10" fmla="*/ 0 h 436"/>
                  <a:gd name="T11" fmla="*/ 122 w 122"/>
                  <a:gd name="T12" fmla="*/ 436 h 4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2" h="436">
                    <a:moveTo>
                      <a:pt x="0" y="436"/>
                    </a:moveTo>
                    <a:lnTo>
                      <a:pt x="122" y="0"/>
                    </a:lnTo>
                    <a:lnTo>
                      <a:pt x="0" y="98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Freeform 3102">
                <a:extLst>
                  <a:ext uri="{FF2B5EF4-FFF2-40B4-BE49-F238E27FC236}">
                    <a16:creationId xmlns:a16="http://schemas.microsoft.com/office/drawing/2014/main" id="{BA9454D1-CA7F-30B5-CD94-B5A320B58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2869"/>
                <a:ext cx="38" cy="72"/>
              </a:xfrm>
              <a:custGeom>
                <a:avLst/>
                <a:gdLst>
                  <a:gd name="T0" fmla="*/ 0 w 229"/>
                  <a:gd name="T1" fmla="*/ 0 h 436"/>
                  <a:gd name="T2" fmla="*/ 0 w 229"/>
                  <a:gd name="T3" fmla="*/ 0 h 436"/>
                  <a:gd name="T4" fmla="*/ 0 w 229"/>
                  <a:gd name="T5" fmla="*/ 0 h 436"/>
                  <a:gd name="T6" fmla="*/ 0 w 229"/>
                  <a:gd name="T7" fmla="*/ 0 h 436"/>
                  <a:gd name="T8" fmla="*/ 0 w 229"/>
                  <a:gd name="T9" fmla="*/ 0 h 436"/>
                  <a:gd name="T10" fmla="*/ 0 w 229"/>
                  <a:gd name="T11" fmla="*/ 0 h 436"/>
                  <a:gd name="T12" fmla="*/ 0 w 229"/>
                  <a:gd name="T13" fmla="*/ 0 h 436"/>
                  <a:gd name="T14" fmla="*/ 0 w 229"/>
                  <a:gd name="T15" fmla="*/ 0 h 436"/>
                  <a:gd name="T16" fmla="*/ 0 w 229"/>
                  <a:gd name="T17" fmla="*/ 0 h 436"/>
                  <a:gd name="T18" fmla="*/ 0 w 229"/>
                  <a:gd name="T19" fmla="*/ 0 h 436"/>
                  <a:gd name="T20" fmla="*/ 0 w 229"/>
                  <a:gd name="T21" fmla="*/ 0 h 436"/>
                  <a:gd name="T22" fmla="*/ 0 w 229"/>
                  <a:gd name="T23" fmla="*/ 0 h 436"/>
                  <a:gd name="T24" fmla="*/ 0 w 229"/>
                  <a:gd name="T25" fmla="*/ 0 h 436"/>
                  <a:gd name="T26" fmla="*/ 0 w 229"/>
                  <a:gd name="T27" fmla="*/ 0 h 436"/>
                  <a:gd name="T28" fmla="*/ 0 w 229"/>
                  <a:gd name="T29" fmla="*/ 0 h 436"/>
                  <a:gd name="T30" fmla="*/ 0 w 229"/>
                  <a:gd name="T31" fmla="*/ 0 h 436"/>
                  <a:gd name="T32" fmla="*/ 0 w 229"/>
                  <a:gd name="T33" fmla="*/ 0 h 436"/>
                  <a:gd name="T34" fmla="*/ 0 w 229"/>
                  <a:gd name="T35" fmla="*/ 0 h 436"/>
                  <a:gd name="T36" fmla="*/ 0 w 229"/>
                  <a:gd name="T37" fmla="*/ 0 h 436"/>
                  <a:gd name="T38" fmla="*/ 0 w 229"/>
                  <a:gd name="T39" fmla="*/ 0 h 436"/>
                  <a:gd name="T40" fmla="*/ 0 w 229"/>
                  <a:gd name="T41" fmla="*/ 0 h 436"/>
                  <a:gd name="T42" fmla="*/ 0 w 229"/>
                  <a:gd name="T43" fmla="*/ 0 h 436"/>
                  <a:gd name="T44" fmla="*/ 0 w 229"/>
                  <a:gd name="T45" fmla="*/ 0 h 4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29"/>
                  <a:gd name="T70" fmla="*/ 0 h 436"/>
                  <a:gd name="T71" fmla="*/ 229 w 229"/>
                  <a:gd name="T72" fmla="*/ 436 h 4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29" h="436">
                    <a:moveTo>
                      <a:pt x="47" y="436"/>
                    </a:moveTo>
                    <a:lnTo>
                      <a:pt x="60" y="436"/>
                    </a:lnTo>
                    <a:lnTo>
                      <a:pt x="96" y="424"/>
                    </a:lnTo>
                    <a:lnTo>
                      <a:pt x="132" y="388"/>
                    </a:lnTo>
                    <a:lnTo>
                      <a:pt x="169" y="339"/>
                    </a:lnTo>
                    <a:lnTo>
                      <a:pt x="205" y="267"/>
                    </a:lnTo>
                    <a:lnTo>
                      <a:pt x="217" y="218"/>
                    </a:lnTo>
                    <a:lnTo>
                      <a:pt x="229" y="158"/>
                    </a:lnTo>
                    <a:lnTo>
                      <a:pt x="229" y="85"/>
                    </a:lnTo>
                    <a:lnTo>
                      <a:pt x="217" y="25"/>
                    </a:lnTo>
                    <a:lnTo>
                      <a:pt x="193" y="0"/>
                    </a:lnTo>
                    <a:lnTo>
                      <a:pt x="169" y="0"/>
                    </a:lnTo>
                    <a:lnTo>
                      <a:pt x="132" y="13"/>
                    </a:lnTo>
                    <a:lnTo>
                      <a:pt x="109" y="36"/>
                    </a:lnTo>
                    <a:lnTo>
                      <a:pt x="72" y="85"/>
                    </a:lnTo>
                    <a:lnTo>
                      <a:pt x="47" y="134"/>
                    </a:lnTo>
                    <a:lnTo>
                      <a:pt x="24" y="194"/>
                    </a:lnTo>
                    <a:lnTo>
                      <a:pt x="11" y="243"/>
                    </a:lnTo>
                    <a:lnTo>
                      <a:pt x="0" y="303"/>
                    </a:lnTo>
                    <a:lnTo>
                      <a:pt x="0" y="352"/>
                    </a:lnTo>
                    <a:lnTo>
                      <a:pt x="11" y="412"/>
                    </a:lnTo>
                    <a:lnTo>
                      <a:pt x="24" y="424"/>
                    </a:lnTo>
                    <a:lnTo>
                      <a:pt x="47" y="436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3103">
                <a:extLst>
                  <a:ext uri="{FF2B5EF4-FFF2-40B4-BE49-F238E27FC236}">
                    <a16:creationId xmlns:a16="http://schemas.microsoft.com/office/drawing/2014/main" id="{4B60B303-697A-773B-0C28-F615F046E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06" y="2792"/>
                <a:ext cx="1" cy="35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3104">
                <a:extLst>
                  <a:ext uri="{FF2B5EF4-FFF2-40B4-BE49-F238E27FC236}">
                    <a16:creationId xmlns:a16="http://schemas.microsoft.com/office/drawing/2014/main" id="{A7636967-8682-3B16-9410-E75DB599E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3" y="2792"/>
                <a:ext cx="1" cy="20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3105">
                <a:extLst>
                  <a:ext uri="{FF2B5EF4-FFF2-40B4-BE49-F238E27FC236}">
                    <a16:creationId xmlns:a16="http://schemas.microsoft.com/office/drawing/2014/main" id="{A510E01D-6DC5-05F6-7A8F-1892B04EA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31"/>
                <a:ext cx="813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3106">
                <a:extLst>
                  <a:ext uri="{FF2B5EF4-FFF2-40B4-BE49-F238E27FC236}">
                    <a16:creationId xmlns:a16="http://schemas.microsoft.com/office/drawing/2014/main" id="{81C3C0F2-CD3A-C175-673C-5E2940375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818"/>
                <a:ext cx="77" cy="26"/>
              </a:xfrm>
              <a:custGeom>
                <a:avLst/>
                <a:gdLst>
                  <a:gd name="T0" fmla="*/ 0 w 465"/>
                  <a:gd name="T1" fmla="*/ 0 h 156"/>
                  <a:gd name="T2" fmla="*/ 0 w 465"/>
                  <a:gd name="T3" fmla="*/ 0 h 156"/>
                  <a:gd name="T4" fmla="*/ 0 w 465"/>
                  <a:gd name="T5" fmla="*/ 0 h 156"/>
                  <a:gd name="T6" fmla="*/ 0 w 465"/>
                  <a:gd name="T7" fmla="*/ 0 h 1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6"/>
                  <a:gd name="T14" fmla="*/ 465 w 465"/>
                  <a:gd name="T15" fmla="*/ 156 h 1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6">
                    <a:moveTo>
                      <a:pt x="465" y="0"/>
                    </a:moveTo>
                    <a:lnTo>
                      <a:pt x="465" y="156"/>
                    </a:lnTo>
                    <a:lnTo>
                      <a:pt x="0" y="79"/>
                    </a:lnTo>
                    <a:lnTo>
                      <a:pt x="465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3107">
                <a:extLst>
                  <a:ext uri="{FF2B5EF4-FFF2-40B4-BE49-F238E27FC236}">
                    <a16:creationId xmlns:a16="http://schemas.microsoft.com/office/drawing/2014/main" id="{728233CB-3AC2-794B-E468-5C390BF40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818"/>
                <a:ext cx="77" cy="26"/>
              </a:xfrm>
              <a:custGeom>
                <a:avLst/>
                <a:gdLst>
                  <a:gd name="T0" fmla="*/ 0 w 465"/>
                  <a:gd name="T1" fmla="*/ 0 h 156"/>
                  <a:gd name="T2" fmla="*/ 0 w 465"/>
                  <a:gd name="T3" fmla="*/ 0 h 156"/>
                  <a:gd name="T4" fmla="*/ 0 w 465"/>
                  <a:gd name="T5" fmla="*/ 0 h 156"/>
                  <a:gd name="T6" fmla="*/ 0 w 465"/>
                  <a:gd name="T7" fmla="*/ 0 h 1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6"/>
                  <a:gd name="T14" fmla="*/ 465 w 465"/>
                  <a:gd name="T15" fmla="*/ 156 h 1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6">
                    <a:moveTo>
                      <a:pt x="465" y="0"/>
                    </a:moveTo>
                    <a:lnTo>
                      <a:pt x="465" y="156"/>
                    </a:lnTo>
                    <a:lnTo>
                      <a:pt x="0" y="79"/>
                    </a:lnTo>
                    <a:lnTo>
                      <a:pt x="465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3108">
                <a:extLst>
                  <a:ext uri="{FF2B5EF4-FFF2-40B4-BE49-F238E27FC236}">
                    <a16:creationId xmlns:a16="http://schemas.microsoft.com/office/drawing/2014/main" id="{B7DE6B9D-4F32-3863-AC47-D77BE0E014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2818"/>
                <a:ext cx="77" cy="26"/>
              </a:xfrm>
              <a:custGeom>
                <a:avLst/>
                <a:gdLst>
                  <a:gd name="T0" fmla="*/ 0 w 465"/>
                  <a:gd name="T1" fmla="*/ 0 h 156"/>
                  <a:gd name="T2" fmla="*/ 0 w 465"/>
                  <a:gd name="T3" fmla="*/ 0 h 156"/>
                  <a:gd name="T4" fmla="*/ 0 w 465"/>
                  <a:gd name="T5" fmla="*/ 0 h 156"/>
                  <a:gd name="T6" fmla="*/ 0 w 465"/>
                  <a:gd name="T7" fmla="*/ 0 h 1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6"/>
                  <a:gd name="T14" fmla="*/ 465 w 465"/>
                  <a:gd name="T15" fmla="*/ 156 h 1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6">
                    <a:moveTo>
                      <a:pt x="0" y="0"/>
                    </a:moveTo>
                    <a:lnTo>
                      <a:pt x="0" y="156"/>
                    </a:lnTo>
                    <a:lnTo>
                      <a:pt x="465" y="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3109">
                <a:extLst>
                  <a:ext uri="{FF2B5EF4-FFF2-40B4-BE49-F238E27FC236}">
                    <a16:creationId xmlns:a16="http://schemas.microsoft.com/office/drawing/2014/main" id="{9A7E1393-0A15-1998-73BD-FDD5362E8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2818"/>
                <a:ext cx="77" cy="26"/>
              </a:xfrm>
              <a:custGeom>
                <a:avLst/>
                <a:gdLst>
                  <a:gd name="T0" fmla="*/ 0 w 465"/>
                  <a:gd name="T1" fmla="*/ 0 h 156"/>
                  <a:gd name="T2" fmla="*/ 0 w 465"/>
                  <a:gd name="T3" fmla="*/ 0 h 156"/>
                  <a:gd name="T4" fmla="*/ 0 w 465"/>
                  <a:gd name="T5" fmla="*/ 0 h 156"/>
                  <a:gd name="T6" fmla="*/ 0 w 465"/>
                  <a:gd name="T7" fmla="*/ 0 h 1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6"/>
                  <a:gd name="T14" fmla="*/ 465 w 465"/>
                  <a:gd name="T15" fmla="*/ 156 h 1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6">
                    <a:moveTo>
                      <a:pt x="0" y="0"/>
                    </a:moveTo>
                    <a:lnTo>
                      <a:pt x="0" y="156"/>
                    </a:lnTo>
                    <a:lnTo>
                      <a:pt x="465" y="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3110">
                <a:extLst>
                  <a:ext uri="{FF2B5EF4-FFF2-40B4-BE49-F238E27FC236}">
                    <a16:creationId xmlns:a16="http://schemas.microsoft.com/office/drawing/2014/main" id="{AEBF0670-B718-FC75-2A18-B301284642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2831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3111">
                <a:extLst>
                  <a:ext uri="{FF2B5EF4-FFF2-40B4-BE49-F238E27FC236}">
                    <a16:creationId xmlns:a16="http://schemas.microsoft.com/office/drawing/2014/main" id="{FF660E84-F132-B05F-0F91-952444D0F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7" y="2723"/>
                <a:ext cx="41" cy="72"/>
              </a:xfrm>
              <a:custGeom>
                <a:avLst/>
                <a:gdLst>
                  <a:gd name="T0" fmla="*/ 0 w 243"/>
                  <a:gd name="T1" fmla="*/ 0 h 436"/>
                  <a:gd name="T2" fmla="*/ 0 w 243"/>
                  <a:gd name="T3" fmla="*/ 0 h 436"/>
                  <a:gd name="T4" fmla="*/ 0 w 243"/>
                  <a:gd name="T5" fmla="*/ 0 h 436"/>
                  <a:gd name="T6" fmla="*/ 0 w 243"/>
                  <a:gd name="T7" fmla="*/ 0 h 436"/>
                  <a:gd name="T8" fmla="*/ 0 w 243"/>
                  <a:gd name="T9" fmla="*/ 0 h 436"/>
                  <a:gd name="T10" fmla="*/ 0 w 243"/>
                  <a:gd name="T11" fmla="*/ 0 h 436"/>
                  <a:gd name="T12" fmla="*/ 0 w 243"/>
                  <a:gd name="T13" fmla="*/ 0 h 436"/>
                  <a:gd name="T14" fmla="*/ 0 w 243"/>
                  <a:gd name="T15" fmla="*/ 0 h 436"/>
                  <a:gd name="T16" fmla="*/ 0 w 243"/>
                  <a:gd name="T17" fmla="*/ 0 h 436"/>
                  <a:gd name="T18" fmla="*/ 0 w 243"/>
                  <a:gd name="T19" fmla="*/ 0 h 436"/>
                  <a:gd name="T20" fmla="*/ 0 w 243"/>
                  <a:gd name="T21" fmla="*/ 0 h 436"/>
                  <a:gd name="T22" fmla="*/ 0 w 243"/>
                  <a:gd name="T23" fmla="*/ 0 h 436"/>
                  <a:gd name="T24" fmla="*/ 0 w 243"/>
                  <a:gd name="T25" fmla="*/ 0 h 436"/>
                  <a:gd name="T26" fmla="*/ 0 w 243"/>
                  <a:gd name="T27" fmla="*/ 0 h 436"/>
                  <a:gd name="T28" fmla="*/ 0 w 243"/>
                  <a:gd name="T29" fmla="*/ 0 h 436"/>
                  <a:gd name="T30" fmla="*/ 0 w 243"/>
                  <a:gd name="T31" fmla="*/ 0 h 436"/>
                  <a:gd name="T32" fmla="*/ 0 w 243"/>
                  <a:gd name="T33" fmla="*/ 0 h 436"/>
                  <a:gd name="T34" fmla="*/ 0 w 243"/>
                  <a:gd name="T35" fmla="*/ 0 h 4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43"/>
                  <a:gd name="T55" fmla="*/ 0 h 436"/>
                  <a:gd name="T56" fmla="*/ 243 w 243"/>
                  <a:gd name="T57" fmla="*/ 436 h 4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43" h="436">
                    <a:moveTo>
                      <a:pt x="243" y="0"/>
                    </a:moveTo>
                    <a:lnTo>
                      <a:pt x="182" y="24"/>
                    </a:lnTo>
                    <a:lnTo>
                      <a:pt x="121" y="73"/>
                    </a:lnTo>
                    <a:lnTo>
                      <a:pt x="74" y="133"/>
                    </a:lnTo>
                    <a:lnTo>
                      <a:pt x="49" y="182"/>
                    </a:lnTo>
                    <a:lnTo>
                      <a:pt x="0" y="351"/>
                    </a:lnTo>
                    <a:lnTo>
                      <a:pt x="0" y="375"/>
                    </a:lnTo>
                    <a:lnTo>
                      <a:pt x="13" y="411"/>
                    </a:lnTo>
                    <a:lnTo>
                      <a:pt x="49" y="436"/>
                    </a:lnTo>
                    <a:lnTo>
                      <a:pt x="85" y="436"/>
                    </a:lnTo>
                    <a:lnTo>
                      <a:pt x="134" y="424"/>
                    </a:lnTo>
                    <a:lnTo>
                      <a:pt x="170" y="400"/>
                    </a:lnTo>
                    <a:lnTo>
                      <a:pt x="194" y="363"/>
                    </a:lnTo>
                    <a:lnTo>
                      <a:pt x="219" y="278"/>
                    </a:lnTo>
                    <a:lnTo>
                      <a:pt x="219" y="242"/>
                    </a:lnTo>
                    <a:lnTo>
                      <a:pt x="206" y="206"/>
                    </a:lnTo>
                    <a:lnTo>
                      <a:pt x="170" y="193"/>
                    </a:lnTo>
                    <a:lnTo>
                      <a:pt x="61" y="193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3112">
                <a:extLst>
                  <a:ext uri="{FF2B5EF4-FFF2-40B4-BE49-F238E27FC236}">
                    <a16:creationId xmlns:a16="http://schemas.microsoft.com/office/drawing/2014/main" id="{2A6F0540-3376-6F3B-67D0-72363B28D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2723"/>
                <a:ext cx="48" cy="72"/>
              </a:xfrm>
              <a:custGeom>
                <a:avLst/>
                <a:gdLst>
                  <a:gd name="T0" fmla="*/ 0 w 290"/>
                  <a:gd name="T1" fmla="*/ 0 h 436"/>
                  <a:gd name="T2" fmla="*/ 0 w 290"/>
                  <a:gd name="T3" fmla="*/ 0 h 436"/>
                  <a:gd name="T4" fmla="*/ 0 w 290"/>
                  <a:gd name="T5" fmla="*/ 0 h 436"/>
                  <a:gd name="T6" fmla="*/ 0 w 290"/>
                  <a:gd name="T7" fmla="*/ 0 h 436"/>
                  <a:gd name="T8" fmla="*/ 0 w 290"/>
                  <a:gd name="T9" fmla="*/ 0 h 436"/>
                  <a:gd name="T10" fmla="*/ 0 w 290"/>
                  <a:gd name="T11" fmla="*/ 0 h 436"/>
                  <a:gd name="T12" fmla="*/ 0 w 290"/>
                  <a:gd name="T13" fmla="*/ 0 h 436"/>
                  <a:gd name="T14" fmla="*/ 0 w 290"/>
                  <a:gd name="T15" fmla="*/ 0 h 436"/>
                  <a:gd name="T16" fmla="*/ 0 w 290"/>
                  <a:gd name="T17" fmla="*/ 0 h 436"/>
                  <a:gd name="T18" fmla="*/ 0 w 290"/>
                  <a:gd name="T19" fmla="*/ 0 h 436"/>
                  <a:gd name="T20" fmla="*/ 0 w 290"/>
                  <a:gd name="T21" fmla="*/ 0 h 436"/>
                  <a:gd name="T22" fmla="*/ 0 w 290"/>
                  <a:gd name="T23" fmla="*/ 0 h 4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0"/>
                  <a:gd name="T37" fmla="*/ 0 h 436"/>
                  <a:gd name="T38" fmla="*/ 290 w 290"/>
                  <a:gd name="T39" fmla="*/ 436 h 4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0" h="436">
                    <a:moveTo>
                      <a:pt x="192" y="436"/>
                    </a:moveTo>
                    <a:lnTo>
                      <a:pt x="0" y="436"/>
                    </a:lnTo>
                    <a:lnTo>
                      <a:pt x="253" y="146"/>
                    </a:lnTo>
                    <a:lnTo>
                      <a:pt x="277" y="109"/>
                    </a:lnTo>
                    <a:lnTo>
                      <a:pt x="290" y="73"/>
                    </a:lnTo>
                    <a:lnTo>
                      <a:pt x="290" y="48"/>
                    </a:lnTo>
                    <a:lnTo>
                      <a:pt x="277" y="24"/>
                    </a:lnTo>
                    <a:lnTo>
                      <a:pt x="241" y="0"/>
                    </a:lnTo>
                    <a:lnTo>
                      <a:pt x="192" y="0"/>
                    </a:lnTo>
                    <a:lnTo>
                      <a:pt x="145" y="12"/>
                    </a:lnTo>
                    <a:lnTo>
                      <a:pt x="108" y="37"/>
                    </a:lnTo>
                    <a:lnTo>
                      <a:pt x="96" y="61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" name="Group 3113">
              <a:extLst>
                <a:ext uri="{FF2B5EF4-FFF2-40B4-BE49-F238E27FC236}">
                  <a16:creationId xmlns:a16="http://schemas.microsoft.com/office/drawing/2014/main" id="{AFF0AD3D-5606-4E26-EB9B-132AB2584C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5" y="842"/>
              <a:ext cx="377" cy="689"/>
              <a:chOff x="3238" y="1553"/>
              <a:chExt cx="292" cy="533"/>
            </a:xfrm>
          </p:grpSpPr>
          <p:sp>
            <p:nvSpPr>
              <p:cNvPr id="106" name="Line 3114">
                <a:extLst>
                  <a:ext uri="{FF2B5EF4-FFF2-40B4-BE49-F238E27FC236}">
                    <a16:creationId xmlns:a16="http://schemas.microsoft.com/office/drawing/2014/main" id="{02EF662D-64DE-0CEB-25A1-D1BD3627A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4" y="1553"/>
                <a:ext cx="213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3115">
                <a:extLst>
                  <a:ext uri="{FF2B5EF4-FFF2-40B4-BE49-F238E27FC236}">
                    <a16:creationId xmlns:a16="http://schemas.microsoft.com/office/drawing/2014/main" id="{4B0E7C3F-4271-5D9A-9698-BD58474DA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4" y="2085"/>
                <a:ext cx="216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3116">
                <a:extLst>
                  <a:ext uri="{FF2B5EF4-FFF2-40B4-BE49-F238E27FC236}">
                    <a16:creationId xmlns:a16="http://schemas.microsoft.com/office/drawing/2014/main" id="{863A9434-FF1A-5E69-090E-F564A6AEF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3" y="1630"/>
                <a:ext cx="1" cy="37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3117">
                <a:extLst>
                  <a:ext uri="{FF2B5EF4-FFF2-40B4-BE49-F238E27FC236}">
                    <a16:creationId xmlns:a16="http://schemas.microsoft.com/office/drawing/2014/main" id="{9E2BF86C-01CA-1F23-28B4-364F00828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1553"/>
                <a:ext cx="26" cy="77"/>
              </a:xfrm>
              <a:custGeom>
                <a:avLst/>
                <a:gdLst>
                  <a:gd name="T0" fmla="*/ 0 w 155"/>
                  <a:gd name="T1" fmla="*/ 0 h 464"/>
                  <a:gd name="T2" fmla="*/ 0 w 155"/>
                  <a:gd name="T3" fmla="*/ 0 h 464"/>
                  <a:gd name="T4" fmla="*/ 0 w 155"/>
                  <a:gd name="T5" fmla="*/ 0 h 464"/>
                  <a:gd name="T6" fmla="*/ 0 w 155"/>
                  <a:gd name="T7" fmla="*/ 0 h 4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4"/>
                  <a:gd name="T14" fmla="*/ 155 w 155"/>
                  <a:gd name="T15" fmla="*/ 464 h 4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4">
                    <a:moveTo>
                      <a:pt x="0" y="464"/>
                    </a:moveTo>
                    <a:lnTo>
                      <a:pt x="155" y="464"/>
                    </a:lnTo>
                    <a:lnTo>
                      <a:pt x="78" y="0"/>
                    </a:lnTo>
                    <a:lnTo>
                      <a:pt x="0" y="46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Freeform 3118">
                <a:extLst>
                  <a:ext uri="{FF2B5EF4-FFF2-40B4-BE49-F238E27FC236}">
                    <a16:creationId xmlns:a16="http://schemas.microsoft.com/office/drawing/2014/main" id="{ECA6E44C-5842-11B6-CA81-48DC9E89D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1553"/>
                <a:ext cx="26" cy="77"/>
              </a:xfrm>
              <a:custGeom>
                <a:avLst/>
                <a:gdLst>
                  <a:gd name="T0" fmla="*/ 0 w 155"/>
                  <a:gd name="T1" fmla="*/ 0 h 464"/>
                  <a:gd name="T2" fmla="*/ 0 w 155"/>
                  <a:gd name="T3" fmla="*/ 0 h 464"/>
                  <a:gd name="T4" fmla="*/ 0 w 155"/>
                  <a:gd name="T5" fmla="*/ 0 h 464"/>
                  <a:gd name="T6" fmla="*/ 0 w 155"/>
                  <a:gd name="T7" fmla="*/ 0 h 4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4"/>
                  <a:gd name="T14" fmla="*/ 155 w 155"/>
                  <a:gd name="T15" fmla="*/ 464 h 4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4">
                    <a:moveTo>
                      <a:pt x="0" y="464"/>
                    </a:moveTo>
                    <a:lnTo>
                      <a:pt x="155" y="464"/>
                    </a:lnTo>
                    <a:lnTo>
                      <a:pt x="78" y="0"/>
                    </a:lnTo>
                    <a:lnTo>
                      <a:pt x="0" y="464"/>
                    </a:lnTo>
                    <a:close/>
                  </a:path>
                </a:pathLst>
              </a:custGeom>
              <a:solidFill>
                <a:srgbClr val="9933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Freeform 3119">
                <a:extLst>
                  <a:ext uri="{FF2B5EF4-FFF2-40B4-BE49-F238E27FC236}">
                    <a16:creationId xmlns:a16="http://schemas.microsoft.com/office/drawing/2014/main" id="{53E00DD9-669E-BDE6-04E9-FD1B886A70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2008"/>
                <a:ext cx="26" cy="77"/>
              </a:xfrm>
              <a:custGeom>
                <a:avLst/>
                <a:gdLst>
                  <a:gd name="T0" fmla="*/ 0 w 155"/>
                  <a:gd name="T1" fmla="*/ 0 h 465"/>
                  <a:gd name="T2" fmla="*/ 0 w 155"/>
                  <a:gd name="T3" fmla="*/ 0 h 465"/>
                  <a:gd name="T4" fmla="*/ 0 w 155"/>
                  <a:gd name="T5" fmla="*/ 0 h 465"/>
                  <a:gd name="T6" fmla="*/ 0 w 155"/>
                  <a:gd name="T7" fmla="*/ 0 h 4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5"/>
                  <a:gd name="T14" fmla="*/ 155 w 155"/>
                  <a:gd name="T15" fmla="*/ 465 h 4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5">
                    <a:moveTo>
                      <a:pt x="0" y="0"/>
                    </a:moveTo>
                    <a:lnTo>
                      <a:pt x="155" y="0"/>
                    </a:lnTo>
                    <a:lnTo>
                      <a:pt x="78" y="4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Freeform 3120">
                <a:extLst>
                  <a:ext uri="{FF2B5EF4-FFF2-40B4-BE49-F238E27FC236}">
                    <a16:creationId xmlns:a16="http://schemas.microsoft.com/office/drawing/2014/main" id="{A332F152-EE45-8956-FE05-6990411C4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0" y="2008"/>
                <a:ext cx="26" cy="77"/>
              </a:xfrm>
              <a:custGeom>
                <a:avLst/>
                <a:gdLst>
                  <a:gd name="T0" fmla="*/ 0 w 155"/>
                  <a:gd name="T1" fmla="*/ 0 h 465"/>
                  <a:gd name="T2" fmla="*/ 0 w 155"/>
                  <a:gd name="T3" fmla="*/ 0 h 465"/>
                  <a:gd name="T4" fmla="*/ 0 w 155"/>
                  <a:gd name="T5" fmla="*/ 0 h 465"/>
                  <a:gd name="T6" fmla="*/ 0 w 155"/>
                  <a:gd name="T7" fmla="*/ 0 h 4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5"/>
                  <a:gd name="T14" fmla="*/ 155 w 155"/>
                  <a:gd name="T15" fmla="*/ 465 h 4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5">
                    <a:moveTo>
                      <a:pt x="0" y="0"/>
                    </a:moveTo>
                    <a:lnTo>
                      <a:pt x="155" y="0"/>
                    </a:lnTo>
                    <a:lnTo>
                      <a:pt x="78" y="4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33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3121">
                <a:extLst>
                  <a:ext uri="{FF2B5EF4-FFF2-40B4-BE49-F238E27FC236}">
                    <a16:creationId xmlns:a16="http://schemas.microsoft.com/office/drawing/2014/main" id="{E5FAE4FE-E6F1-6539-7D96-3B2C3830A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8" y="1866"/>
                <a:ext cx="72" cy="4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3122">
                <a:extLst>
                  <a:ext uri="{FF2B5EF4-FFF2-40B4-BE49-F238E27FC236}">
                    <a16:creationId xmlns:a16="http://schemas.microsoft.com/office/drawing/2014/main" id="{D5C5A548-11A8-626D-A609-E368135DF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0" y="1862"/>
                <a:ext cx="48" cy="50"/>
              </a:xfrm>
              <a:custGeom>
                <a:avLst/>
                <a:gdLst>
                  <a:gd name="T0" fmla="*/ 0 w 290"/>
                  <a:gd name="T1" fmla="*/ 0 h 302"/>
                  <a:gd name="T2" fmla="*/ 0 w 290"/>
                  <a:gd name="T3" fmla="*/ 0 h 302"/>
                  <a:gd name="T4" fmla="*/ 0 w 290"/>
                  <a:gd name="T5" fmla="*/ 0 h 302"/>
                  <a:gd name="T6" fmla="*/ 0 w 290"/>
                  <a:gd name="T7" fmla="*/ 0 h 302"/>
                  <a:gd name="T8" fmla="*/ 0 w 290"/>
                  <a:gd name="T9" fmla="*/ 0 h 302"/>
                  <a:gd name="T10" fmla="*/ 0 w 290"/>
                  <a:gd name="T11" fmla="*/ 0 h 302"/>
                  <a:gd name="T12" fmla="*/ 0 w 290"/>
                  <a:gd name="T13" fmla="*/ 0 h 302"/>
                  <a:gd name="T14" fmla="*/ 0 w 290"/>
                  <a:gd name="T15" fmla="*/ 0 h 302"/>
                  <a:gd name="T16" fmla="*/ 0 w 290"/>
                  <a:gd name="T17" fmla="*/ 0 h 302"/>
                  <a:gd name="T18" fmla="*/ 0 w 290"/>
                  <a:gd name="T19" fmla="*/ 0 h 302"/>
                  <a:gd name="T20" fmla="*/ 0 w 290"/>
                  <a:gd name="T21" fmla="*/ 0 h 302"/>
                  <a:gd name="T22" fmla="*/ 0 w 290"/>
                  <a:gd name="T23" fmla="*/ 0 h 302"/>
                  <a:gd name="T24" fmla="*/ 0 w 290"/>
                  <a:gd name="T25" fmla="*/ 0 h 302"/>
                  <a:gd name="T26" fmla="*/ 0 w 290"/>
                  <a:gd name="T27" fmla="*/ 0 h 302"/>
                  <a:gd name="T28" fmla="*/ 0 w 290"/>
                  <a:gd name="T29" fmla="*/ 0 h 302"/>
                  <a:gd name="T30" fmla="*/ 0 w 290"/>
                  <a:gd name="T31" fmla="*/ 0 h 302"/>
                  <a:gd name="T32" fmla="*/ 0 w 290"/>
                  <a:gd name="T33" fmla="*/ 0 h 302"/>
                  <a:gd name="T34" fmla="*/ 0 w 290"/>
                  <a:gd name="T35" fmla="*/ 0 h 302"/>
                  <a:gd name="T36" fmla="*/ 0 w 290"/>
                  <a:gd name="T37" fmla="*/ 0 h 302"/>
                  <a:gd name="T38" fmla="*/ 0 w 290"/>
                  <a:gd name="T39" fmla="*/ 0 h 3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90"/>
                  <a:gd name="T61" fmla="*/ 0 h 302"/>
                  <a:gd name="T62" fmla="*/ 290 w 290"/>
                  <a:gd name="T63" fmla="*/ 302 h 30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90" h="302">
                    <a:moveTo>
                      <a:pt x="290" y="193"/>
                    </a:moveTo>
                    <a:lnTo>
                      <a:pt x="290" y="169"/>
                    </a:lnTo>
                    <a:lnTo>
                      <a:pt x="277" y="121"/>
                    </a:lnTo>
                    <a:lnTo>
                      <a:pt x="241" y="73"/>
                    </a:lnTo>
                    <a:lnTo>
                      <a:pt x="192" y="24"/>
                    </a:lnTo>
                    <a:lnTo>
                      <a:pt x="145" y="0"/>
                    </a:lnTo>
                    <a:lnTo>
                      <a:pt x="108" y="0"/>
                    </a:lnTo>
                    <a:lnTo>
                      <a:pt x="47" y="12"/>
                    </a:lnTo>
                    <a:lnTo>
                      <a:pt x="23" y="36"/>
                    </a:lnTo>
                    <a:lnTo>
                      <a:pt x="0" y="73"/>
                    </a:lnTo>
                    <a:lnTo>
                      <a:pt x="0" y="109"/>
                    </a:lnTo>
                    <a:lnTo>
                      <a:pt x="11" y="182"/>
                    </a:lnTo>
                    <a:lnTo>
                      <a:pt x="36" y="218"/>
                    </a:lnTo>
                    <a:lnTo>
                      <a:pt x="72" y="254"/>
                    </a:lnTo>
                    <a:lnTo>
                      <a:pt x="120" y="291"/>
                    </a:lnTo>
                    <a:lnTo>
                      <a:pt x="169" y="302"/>
                    </a:lnTo>
                    <a:lnTo>
                      <a:pt x="229" y="291"/>
                    </a:lnTo>
                    <a:lnTo>
                      <a:pt x="265" y="266"/>
                    </a:lnTo>
                    <a:lnTo>
                      <a:pt x="290" y="218"/>
                    </a:lnTo>
                    <a:lnTo>
                      <a:pt x="290" y="193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3123">
                <a:extLst>
                  <a:ext uri="{FF2B5EF4-FFF2-40B4-BE49-F238E27FC236}">
                    <a16:creationId xmlns:a16="http://schemas.microsoft.com/office/drawing/2014/main" id="{6B8A4B80-E57D-4AE1-F222-2033411CE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1799"/>
                <a:ext cx="72" cy="48"/>
              </a:xfrm>
              <a:custGeom>
                <a:avLst/>
                <a:gdLst>
                  <a:gd name="T0" fmla="*/ 0 w 435"/>
                  <a:gd name="T1" fmla="*/ 0 h 290"/>
                  <a:gd name="T2" fmla="*/ 0 w 435"/>
                  <a:gd name="T3" fmla="*/ 0 h 290"/>
                  <a:gd name="T4" fmla="*/ 0 w 435"/>
                  <a:gd name="T5" fmla="*/ 0 h 290"/>
                  <a:gd name="T6" fmla="*/ 0 w 435"/>
                  <a:gd name="T7" fmla="*/ 0 h 290"/>
                  <a:gd name="T8" fmla="*/ 0 w 435"/>
                  <a:gd name="T9" fmla="*/ 0 h 290"/>
                  <a:gd name="T10" fmla="*/ 0 w 435"/>
                  <a:gd name="T11" fmla="*/ 0 h 290"/>
                  <a:gd name="T12" fmla="*/ 0 w 435"/>
                  <a:gd name="T13" fmla="*/ 0 h 290"/>
                  <a:gd name="T14" fmla="*/ 0 w 435"/>
                  <a:gd name="T15" fmla="*/ 0 h 290"/>
                  <a:gd name="T16" fmla="*/ 0 w 435"/>
                  <a:gd name="T17" fmla="*/ 0 h 290"/>
                  <a:gd name="T18" fmla="*/ 0 w 435"/>
                  <a:gd name="T19" fmla="*/ 0 h 290"/>
                  <a:gd name="T20" fmla="*/ 0 w 435"/>
                  <a:gd name="T21" fmla="*/ 0 h 290"/>
                  <a:gd name="T22" fmla="*/ 0 w 435"/>
                  <a:gd name="T23" fmla="*/ 0 h 2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35"/>
                  <a:gd name="T37" fmla="*/ 0 h 290"/>
                  <a:gd name="T38" fmla="*/ 435 w 435"/>
                  <a:gd name="T39" fmla="*/ 290 h 29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35" h="290">
                    <a:moveTo>
                      <a:pt x="435" y="96"/>
                    </a:moveTo>
                    <a:lnTo>
                      <a:pt x="435" y="290"/>
                    </a:lnTo>
                    <a:lnTo>
                      <a:pt x="145" y="36"/>
                    </a:lnTo>
                    <a:lnTo>
                      <a:pt x="109" y="11"/>
                    </a:lnTo>
                    <a:lnTo>
                      <a:pt x="73" y="0"/>
                    </a:lnTo>
                    <a:lnTo>
                      <a:pt x="48" y="0"/>
                    </a:lnTo>
                    <a:lnTo>
                      <a:pt x="24" y="11"/>
                    </a:lnTo>
                    <a:lnTo>
                      <a:pt x="0" y="47"/>
                    </a:lnTo>
                    <a:lnTo>
                      <a:pt x="0" y="96"/>
                    </a:lnTo>
                    <a:lnTo>
                      <a:pt x="12" y="145"/>
                    </a:lnTo>
                    <a:lnTo>
                      <a:pt x="36" y="181"/>
                    </a:lnTo>
                    <a:lnTo>
                      <a:pt x="60" y="193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Freeform 3124">
                <a:extLst>
                  <a:ext uri="{FF2B5EF4-FFF2-40B4-BE49-F238E27FC236}">
                    <a16:creationId xmlns:a16="http://schemas.microsoft.com/office/drawing/2014/main" id="{0A0F6975-BAD8-04BC-0A50-FCDECAA93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1745"/>
                <a:ext cx="72" cy="44"/>
              </a:xfrm>
              <a:custGeom>
                <a:avLst/>
                <a:gdLst>
                  <a:gd name="T0" fmla="*/ 0 w 435"/>
                  <a:gd name="T1" fmla="*/ 0 h 266"/>
                  <a:gd name="T2" fmla="*/ 0 w 435"/>
                  <a:gd name="T3" fmla="*/ 0 h 266"/>
                  <a:gd name="T4" fmla="*/ 0 w 435"/>
                  <a:gd name="T5" fmla="*/ 0 h 266"/>
                  <a:gd name="T6" fmla="*/ 0 w 435"/>
                  <a:gd name="T7" fmla="*/ 0 h 266"/>
                  <a:gd name="T8" fmla="*/ 0 w 435"/>
                  <a:gd name="T9" fmla="*/ 0 h 266"/>
                  <a:gd name="T10" fmla="*/ 0 w 435"/>
                  <a:gd name="T11" fmla="*/ 0 h 266"/>
                  <a:gd name="T12" fmla="*/ 0 w 435"/>
                  <a:gd name="T13" fmla="*/ 0 h 266"/>
                  <a:gd name="T14" fmla="*/ 0 w 435"/>
                  <a:gd name="T15" fmla="*/ 0 h 266"/>
                  <a:gd name="T16" fmla="*/ 0 w 435"/>
                  <a:gd name="T17" fmla="*/ 0 h 266"/>
                  <a:gd name="T18" fmla="*/ 0 w 435"/>
                  <a:gd name="T19" fmla="*/ 0 h 266"/>
                  <a:gd name="T20" fmla="*/ 0 w 435"/>
                  <a:gd name="T21" fmla="*/ 0 h 266"/>
                  <a:gd name="T22" fmla="*/ 0 w 435"/>
                  <a:gd name="T23" fmla="*/ 0 h 266"/>
                  <a:gd name="T24" fmla="*/ 0 w 435"/>
                  <a:gd name="T25" fmla="*/ 0 h 266"/>
                  <a:gd name="T26" fmla="*/ 0 w 435"/>
                  <a:gd name="T27" fmla="*/ 0 h 266"/>
                  <a:gd name="T28" fmla="*/ 0 w 435"/>
                  <a:gd name="T29" fmla="*/ 0 h 266"/>
                  <a:gd name="T30" fmla="*/ 0 w 435"/>
                  <a:gd name="T31" fmla="*/ 0 h 266"/>
                  <a:gd name="T32" fmla="*/ 0 w 435"/>
                  <a:gd name="T33" fmla="*/ 0 h 266"/>
                  <a:gd name="T34" fmla="*/ 0 w 435"/>
                  <a:gd name="T35" fmla="*/ 0 h 266"/>
                  <a:gd name="T36" fmla="*/ 0 w 435"/>
                  <a:gd name="T37" fmla="*/ 0 h 266"/>
                  <a:gd name="T38" fmla="*/ 0 w 435"/>
                  <a:gd name="T39" fmla="*/ 0 h 266"/>
                  <a:gd name="T40" fmla="*/ 0 w 435"/>
                  <a:gd name="T41" fmla="*/ 0 h 266"/>
                  <a:gd name="T42" fmla="*/ 0 w 435"/>
                  <a:gd name="T43" fmla="*/ 0 h 266"/>
                  <a:gd name="T44" fmla="*/ 0 w 435"/>
                  <a:gd name="T45" fmla="*/ 0 h 266"/>
                  <a:gd name="T46" fmla="*/ 0 w 435"/>
                  <a:gd name="T47" fmla="*/ 0 h 266"/>
                  <a:gd name="T48" fmla="*/ 0 w 435"/>
                  <a:gd name="T49" fmla="*/ 0 h 266"/>
                  <a:gd name="T50" fmla="*/ 0 w 435"/>
                  <a:gd name="T51" fmla="*/ 0 h 266"/>
                  <a:gd name="T52" fmla="*/ 0 w 435"/>
                  <a:gd name="T53" fmla="*/ 0 h 266"/>
                  <a:gd name="T54" fmla="*/ 0 w 435"/>
                  <a:gd name="T55" fmla="*/ 0 h 266"/>
                  <a:gd name="T56" fmla="*/ 0 w 435"/>
                  <a:gd name="T57" fmla="*/ 0 h 266"/>
                  <a:gd name="T58" fmla="*/ 0 w 435"/>
                  <a:gd name="T59" fmla="*/ 0 h 266"/>
                  <a:gd name="T60" fmla="*/ 0 w 435"/>
                  <a:gd name="T61" fmla="*/ 0 h 266"/>
                  <a:gd name="T62" fmla="*/ 0 w 435"/>
                  <a:gd name="T63" fmla="*/ 0 h 266"/>
                  <a:gd name="T64" fmla="*/ 0 w 435"/>
                  <a:gd name="T65" fmla="*/ 0 h 2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35"/>
                  <a:gd name="T100" fmla="*/ 0 h 266"/>
                  <a:gd name="T101" fmla="*/ 435 w 435"/>
                  <a:gd name="T102" fmla="*/ 266 h 26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35" h="266">
                    <a:moveTo>
                      <a:pt x="96" y="0"/>
                    </a:moveTo>
                    <a:lnTo>
                      <a:pt x="133" y="11"/>
                    </a:lnTo>
                    <a:lnTo>
                      <a:pt x="169" y="48"/>
                    </a:lnTo>
                    <a:lnTo>
                      <a:pt x="193" y="96"/>
                    </a:lnTo>
                    <a:lnTo>
                      <a:pt x="193" y="120"/>
                    </a:lnTo>
                    <a:lnTo>
                      <a:pt x="205" y="169"/>
                    </a:lnTo>
                    <a:lnTo>
                      <a:pt x="229" y="205"/>
                    </a:lnTo>
                    <a:lnTo>
                      <a:pt x="254" y="229"/>
                    </a:lnTo>
                    <a:lnTo>
                      <a:pt x="327" y="254"/>
                    </a:lnTo>
                    <a:lnTo>
                      <a:pt x="363" y="266"/>
                    </a:lnTo>
                    <a:lnTo>
                      <a:pt x="387" y="266"/>
                    </a:lnTo>
                    <a:lnTo>
                      <a:pt x="411" y="254"/>
                    </a:lnTo>
                    <a:lnTo>
                      <a:pt x="435" y="229"/>
                    </a:lnTo>
                    <a:lnTo>
                      <a:pt x="435" y="193"/>
                    </a:lnTo>
                    <a:lnTo>
                      <a:pt x="423" y="133"/>
                    </a:lnTo>
                    <a:lnTo>
                      <a:pt x="399" y="96"/>
                    </a:lnTo>
                    <a:lnTo>
                      <a:pt x="363" y="73"/>
                    </a:lnTo>
                    <a:lnTo>
                      <a:pt x="290" y="48"/>
                    </a:lnTo>
                    <a:lnTo>
                      <a:pt x="254" y="48"/>
                    </a:lnTo>
                    <a:lnTo>
                      <a:pt x="218" y="60"/>
                    </a:lnTo>
                    <a:lnTo>
                      <a:pt x="205" y="84"/>
                    </a:lnTo>
                    <a:lnTo>
                      <a:pt x="193" y="133"/>
                    </a:lnTo>
                    <a:lnTo>
                      <a:pt x="181" y="169"/>
                    </a:lnTo>
                    <a:lnTo>
                      <a:pt x="145" y="193"/>
                    </a:lnTo>
                    <a:lnTo>
                      <a:pt x="109" y="193"/>
                    </a:lnTo>
                    <a:lnTo>
                      <a:pt x="60" y="181"/>
                    </a:lnTo>
                    <a:lnTo>
                      <a:pt x="24" y="145"/>
                    </a:lnTo>
                    <a:lnTo>
                      <a:pt x="0" y="109"/>
                    </a:lnTo>
                    <a:lnTo>
                      <a:pt x="0" y="73"/>
                    </a:lnTo>
                    <a:lnTo>
                      <a:pt x="12" y="24"/>
                    </a:lnTo>
                    <a:lnTo>
                      <a:pt x="36" y="0"/>
                    </a:lnTo>
                    <a:lnTo>
                      <a:pt x="60" y="0"/>
                    </a:lnTo>
                    <a:lnTo>
                      <a:pt x="96" y="0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" name="Line 3126">
              <a:extLst>
                <a:ext uri="{FF2B5EF4-FFF2-40B4-BE49-F238E27FC236}">
                  <a16:creationId xmlns:a16="http://schemas.microsoft.com/office/drawing/2014/main" id="{8EF782FE-F7E6-DAEC-CF12-A09803D60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874"/>
              <a:ext cx="266" cy="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127">
              <a:extLst>
                <a:ext uri="{FF2B5EF4-FFF2-40B4-BE49-F238E27FC236}">
                  <a16:creationId xmlns:a16="http://schemas.microsoft.com/office/drawing/2014/main" id="{B890D4DC-D38A-B13B-CAF6-7C2C4A3CB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124"/>
              <a:ext cx="26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128">
              <a:extLst>
                <a:ext uri="{FF2B5EF4-FFF2-40B4-BE49-F238E27FC236}">
                  <a16:creationId xmlns:a16="http://schemas.microsoft.com/office/drawing/2014/main" id="{09904F00-838E-13F4-14FB-0C37A4FD0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1" y="1674"/>
              <a:ext cx="1" cy="10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3129">
              <a:extLst>
                <a:ext uri="{FF2B5EF4-FFF2-40B4-BE49-F238E27FC236}">
                  <a16:creationId xmlns:a16="http://schemas.microsoft.com/office/drawing/2014/main" id="{E5DCB901-A7D6-2709-9107-5FFD0C99F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" y="2224"/>
              <a:ext cx="1" cy="10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3130">
              <a:extLst>
                <a:ext uri="{FF2B5EF4-FFF2-40B4-BE49-F238E27FC236}">
                  <a16:creationId xmlns:a16="http://schemas.microsoft.com/office/drawing/2014/main" id="{19B09EA2-B8A4-313F-66A1-E8ACED792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" y="1874"/>
              <a:ext cx="1" cy="25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3131">
              <a:extLst>
                <a:ext uri="{FF2B5EF4-FFF2-40B4-BE49-F238E27FC236}">
                  <a16:creationId xmlns:a16="http://schemas.microsoft.com/office/drawing/2014/main" id="{5153B7ED-ADDB-94E4-F6D7-99214BA9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1774"/>
              <a:ext cx="33" cy="100"/>
            </a:xfrm>
            <a:custGeom>
              <a:avLst/>
              <a:gdLst>
                <a:gd name="T0" fmla="*/ 0 w 156"/>
                <a:gd name="T1" fmla="*/ 0 h 465"/>
                <a:gd name="T2" fmla="*/ 0 w 156"/>
                <a:gd name="T3" fmla="*/ 0 h 465"/>
                <a:gd name="T4" fmla="*/ 0 w 156"/>
                <a:gd name="T5" fmla="*/ 0 h 465"/>
                <a:gd name="T6" fmla="*/ 0 w 156"/>
                <a:gd name="T7" fmla="*/ 0 h 4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6"/>
                <a:gd name="T13" fmla="*/ 0 h 465"/>
                <a:gd name="T14" fmla="*/ 156 w 156"/>
                <a:gd name="T15" fmla="*/ 465 h 4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6" h="465">
                  <a:moveTo>
                    <a:pt x="0" y="0"/>
                  </a:moveTo>
                  <a:lnTo>
                    <a:pt x="156" y="0"/>
                  </a:lnTo>
                  <a:lnTo>
                    <a:pt x="78" y="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3132">
              <a:extLst>
                <a:ext uri="{FF2B5EF4-FFF2-40B4-BE49-F238E27FC236}">
                  <a16:creationId xmlns:a16="http://schemas.microsoft.com/office/drawing/2014/main" id="{DD02ABC1-8200-B8F2-FC0D-CDC8FAD07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1774"/>
              <a:ext cx="33" cy="100"/>
            </a:xfrm>
            <a:custGeom>
              <a:avLst/>
              <a:gdLst>
                <a:gd name="T0" fmla="*/ 0 w 156"/>
                <a:gd name="T1" fmla="*/ 0 h 465"/>
                <a:gd name="T2" fmla="*/ 0 w 156"/>
                <a:gd name="T3" fmla="*/ 0 h 465"/>
                <a:gd name="T4" fmla="*/ 0 w 156"/>
                <a:gd name="T5" fmla="*/ 0 h 465"/>
                <a:gd name="T6" fmla="*/ 0 w 156"/>
                <a:gd name="T7" fmla="*/ 0 h 4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6"/>
                <a:gd name="T13" fmla="*/ 0 h 465"/>
                <a:gd name="T14" fmla="*/ 156 w 156"/>
                <a:gd name="T15" fmla="*/ 465 h 4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6" h="465">
                  <a:moveTo>
                    <a:pt x="0" y="0"/>
                  </a:moveTo>
                  <a:lnTo>
                    <a:pt x="156" y="0"/>
                  </a:lnTo>
                  <a:lnTo>
                    <a:pt x="78" y="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3133">
              <a:extLst>
                <a:ext uri="{FF2B5EF4-FFF2-40B4-BE49-F238E27FC236}">
                  <a16:creationId xmlns:a16="http://schemas.microsoft.com/office/drawing/2014/main" id="{049E85DA-8283-F29B-D2FE-325FD0B8B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2124"/>
              <a:ext cx="33" cy="100"/>
            </a:xfrm>
            <a:custGeom>
              <a:avLst/>
              <a:gdLst>
                <a:gd name="T0" fmla="*/ 0 w 156"/>
                <a:gd name="T1" fmla="*/ 0 h 465"/>
                <a:gd name="T2" fmla="*/ 0 w 156"/>
                <a:gd name="T3" fmla="*/ 0 h 465"/>
                <a:gd name="T4" fmla="*/ 0 w 156"/>
                <a:gd name="T5" fmla="*/ 0 h 465"/>
                <a:gd name="T6" fmla="*/ 0 w 156"/>
                <a:gd name="T7" fmla="*/ 0 h 4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6"/>
                <a:gd name="T13" fmla="*/ 0 h 465"/>
                <a:gd name="T14" fmla="*/ 156 w 156"/>
                <a:gd name="T15" fmla="*/ 465 h 4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6" h="465">
                  <a:moveTo>
                    <a:pt x="0" y="465"/>
                  </a:moveTo>
                  <a:lnTo>
                    <a:pt x="156" y="465"/>
                  </a:lnTo>
                  <a:lnTo>
                    <a:pt x="78" y="0"/>
                  </a:lnTo>
                  <a:lnTo>
                    <a:pt x="0" y="465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3134">
              <a:extLst>
                <a:ext uri="{FF2B5EF4-FFF2-40B4-BE49-F238E27FC236}">
                  <a16:creationId xmlns:a16="http://schemas.microsoft.com/office/drawing/2014/main" id="{E146F3E8-B623-2625-0F46-E1A39ED12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2124"/>
              <a:ext cx="33" cy="100"/>
            </a:xfrm>
            <a:custGeom>
              <a:avLst/>
              <a:gdLst>
                <a:gd name="T0" fmla="*/ 0 w 156"/>
                <a:gd name="T1" fmla="*/ 0 h 465"/>
                <a:gd name="T2" fmla="*/ 0 w 156"/>
                <a:gd name="T3" fmla="*/ 0 h 465"/>
                <a:gd name="T4" fmla="*/ 0 w 156"/>
                <a:gd name="T5" fmla="*/ 0 h 465"/>
                <a:gd name="T6" fmla="*/ 0 w 156"/>
                <a:gd name="T7" fmla="*/ 0 h 4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6"/>
                <a:gd name="T13" fmla="*/ 0 h 465"/>
                <a:gd name="T14" fmla="*/ 156 w 156"/>
                <a:gd name="T15" fmla="*/ 465 h 4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6" h="465">
                  <a:moveTo>
                    <a:pt x="0" y="465"/>
                  </a:moveTo>
                  <a:lnTo>
                    <a:pt x="156" y="465"/>
                  </a:lnTo>
                  <a:lnTo>
                    <a:pt x="78" y="0"/>
                  </a:lnTo>
                  <a:lnTo>
                    <a:pt x="0" y="465"/>
                  </a:lnTo>
                  <a:close/>
                </a:path>
              </a:pathLst>
            </a:custGeom>
            <a:solidFill>
              <a:srgbClr val="0066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135">
              <a:extLst>
                <a:ext uri="{FF2B5EF4-FFF2-40B4-BE49-F238E27FC236}">
                  <a16:creationId xmlns:a16="http://schemas.microsoft.com/office/drawing/2014/main" id="{2E09669B-4A75-224F-EFBA-94CD29745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8" y="1874"/>
              <a:ext cx="1" cy="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136">
              <a:extLst>
                <a:ext uri="{FF2B5EF4-FFF2-40B4-BE49-F238E27FC236}">
                  <a16:creationId xmlns:a16="http://schemas.microsoft.com/office/drawing/2014/main" id="{8A5EEC4F-C0E7-2A96-6A54-6D9EFEDB0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8" y="2124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37">
              <a:extLst>
                <a:ext uri="{FF2B5EF4-FFF2-40B4-BE49-F238E27FC236}">
                  <a16:creationId xmlns:a16="http://schemas.microsoft.com/office/drawing/2014/main" id="{8BFAC95D-701F-C3B0-29FC-BA5A46CAE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" y="2124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138">
              <a:extLst>
                <a:ext uri="{FF2B5EF4-FFF2-40B4-BE49-F238E27FC236}">
                  <a16:creationId xmlns:a16="http://schemas.microsoft.com/office/drawing/2014/main" id="{CF7CEDF9-36EF-5107-7DD4-B2514FC4F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2000"/>
              <a:ext cx="94" cy="27"/>
            </a:xfrm>
            <a:custGeom>
              <a:avLst/>
              <a:gdLst>
                <a:gd name="T0" fmla="*/ 0 w 435"/>
                <a:gd name="T1" fmla="*/ 0 h 121"/>
                <a:gd name="T2" fmla="*/ 0 w 435"/>
                <a:gd name="T3" fmla="*/ 0 h 121"/>
                <a:gd name="T4" fmla="*/ 0 w 435"/>
                <a:gd name="T5" fmla="*/ 0 h 121"/>
                <a:gd name="T6" fmla="*/ 0 60000 65536"/>
                <a:gd name="T7" fmla="*/ 0 60000 65536"/>
                <a:gd name="T8" fmla="*/ 0 60000 65536"/>
                <a:gd name="T9" fmla="*/ 0 w 435"/>
                <a:gd name="T10" fmla="*/ 0 h 121"/>
                <a:gd name="T11" fmla="*/ 435 w 435"/>
                <a:gd name="T12" fmla="*/ 121 h 1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5" h="121">
                  <a:moveTo>
                    <a:pt x="435" y="121"/>
                  </a:moveTo>
                  <a:lnTo>
                    <a:pt x="0" y="0"/>
                  </a:lnTo>
                  <a:lnTo>
                    <a:pt x="96" y="121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39">
              <a:extLst>
                <a:ext uri="{FF2B5EF4-FFF2-40B4-BE49-F238E27FC236}">
                  <a16:creationId xmlns:a16="http://schemas.microsoft.com/office/drawing/2014/main" id="{764BAA71-F86B-EF9F-831F-710AE85A3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938"/>
              <a:ext cx="94" cy="49"/>
            </a:xfrm>
            <a:custGeom>
              <a:avLst/>
              <a:gdLst>
                <a:gd name="T0" fmla="*/ 0 w 435"/>
                <a:gd name="T1" fmla="*/ 0 h 231"/>
                <a:gd name="T2" fmla="*/ 0 w 435"/>
                <a:gd name="T3" fmla="*/ 0 h 231"/>
                <a:gd name="T4" fmla="*/ 0 w 435"/>
                <a:gd name="T5" fmla="*/ 0 h 231"/>
                <a:gd name="T6" fmla="*/ 0 w 435"/>
                <a:gd name="T7" fmla="*/ 0 h 231"/>
                <a:gd name="T8" fmla="*/ 0 w 435"/>
                <a:gd name="T9" fmla="*/ 0 h 231"/>
                <a:gd name="T10" fmla="*/ 0 w 435"/>
                <a:gd name="T11" fmla="*/ 0 h 231"/>
                <a:gd name="T12" fmla="*/ 0 w 435"/>
                <a:gd name="T13" fmla="*/ 0 h 231"/>
                <a:gd name="T14" fmla="*/ 0 w 435"/>
                <a:gd name="T15" fmla="*/ 0 h 231"/>
                <a:gd name="T16" fmla="*/ 0 w 435"/>
                <a:gd name="T17" fmla="*/ 0 h 231"/>
                <a:gd name="T18" fmla="*/ 0 w 435"/>
                <a:gd name="T19" fmla="*/ 0 h 231"/>
                <a:gd name="T20" fmla="*/ 0 w 435"/>
                <a:gd name="T21" fmla="*/ 0 h 231"/>
                <a:gd name="T22" fmla="*/ 0 w 435"/>
                <a:gd name="T23" fmla="*/ 0 h 231"/>
                <a:gd name="T24" fmla="*/ 0 w 435"/>
                <a:gd name="T25" fmla="*/ 0 h 231"/>
                <a:gd name="T26" fmla="*/ 0 w 435"/>
                <a:gd name="T27" fmla="*/ 0 h 231"/>
                <a:gd name="T28" fmla="*/ 0 w 435"/>
                <a:gd name="T29" fmla="*/ 0 h 231"/>
                <a:gd name="T30" fmla="*/ 0 w 435"/>
                <a:gd name="T31" fmla="*/ 0 h 231"/>
                <a:gd name="T32" fmla="*/ 0 w 435"/>
                <a:gd name="T33" fmla="*/ 0 h 231"/>
                <a:gd name="T34" fmla="*/ 0 w 435"/>
                <a:gd name="T35" fmla="*/ 0 h 231"/>
                <a:gd name="T36" fmla="*/ 0 w 435"/>
                <a:gd name="T37" fmla="*/ 0 h 231"/>
                <a:gd name="T38" fmla="*/ 0 w 435"/>
                <a:gd name="T39" fmla="*/ 0 h 231"/>
                <a:gd name="T40" fmla="*/ 0 w 435"/>
                <a:gd name="T41" fmla="*/ 0 h 231"/>
                <a:gd name="T42" fmla="*/ 0 w 435"/>
                <a:gd name="T43" fmla="*/ 0 h 231"/>
                <a:gd name="T44" fmla="*/ 0 w 435"/>
                <a:gd name="T45" fmla="*/ 0 h 23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35"/>
                <a:gd name="T70" fmla="*/ 0 h 231"/>
                <a:gd name="T71" fmla="*/ 435 w 435"/>
                <a:gd name="T72" fmla="*/ 231 h 231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35" h="231">
                  <a:moveTo>
                    <a:pt x="435" y="182"/>
                  </a:moveTo>
                  <a:lnTo>
                    <a:pt x="435" y="171"/>
                  </a:lnTo>
                  <a:lnTo>
                    <a:pt x="424" y="134"/>
                  </a:lnTo>
                  <a:lnTo>
                    <a:pt x="387" y="98"/>
                  </a:lnTo>
                  <a:lnTo>
                    <a:pt x="339" y="62"/>
                  </a:lnTo>
                  <a:lnTo>
                    <a:pt x="266" y="25"/>
                  </a:lnTo>
                  <a:lnTo>
                    <a:pt x="217" y="13"/>
                  </a:lnTo>
                  <a:lnTo>
                    <a:pt x="157" y="0"/>
                  </a:lnTo>
                  <a:lnTo>
                    <a:pt x="85" y="0"/>
                  </a:lnTo>
                  <a:lnTo>
                    <a:pt x="24" y="13"/>
                  </a:lnTo>
                  <a:lnTo>
                    <a:pt x="0" y="37"/>
                  </a:lnTo>
                  <a:lnTo>
                    <a:pt x="0" y="62"/>
                  </a:lnTo>
                  <a:lnTo>
                    <a:pt x="12" y="98"/>
                  </a:lnTo>
                  <a:lnTo>
                    <a:pt x="36" y="122"/>
                  </a:lnTo>
                  <a:lnTo>
                    <a:pt x="85" y="158"/>
                  </a:lnTo>
                  <a:lnTo>
                    <a:pt x="132" y="182"/>
                  </a:lnTo>
                  <a:lnTo>
                    <a:pt x="194" y="207"/>
                  </a:lnTo>
                  <a:lnTo>
                    <a:pt x="241" y="218"/>
                  </a:lnTo>
                  <a:lnTo>
                    <a:pt x="302" y="231"/>
                  </a:lnTo>
                  <a:lnTo>
                    <a:pt x="351" y="231"/>
                  </a:lnTo>
                  <a:lnTo>
                    <a:pt x="411" y="218"/>
                  </a:lnTo>
                  <a:lnTo>
                    <a:pt x="424" y="207"/>
                  </a:lnTo>
                  <a:lnTo>
                    <a:pt x="435" y="182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" name="Group 3140">
              <a:extLst>
                <a:ext uri="{FF2B5EF4-FFF2-40B4-BE49-F238E27FC236}">
                  <a16:creationId xmlns:a16="http://schemas.microsoft.com/office/drawing/2014/main" id="{B895E0BA-C93B-F57A-2EAE-60EC52F64B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" y="2900"/>
              <a:ext cx="503" cy="626"/>
              <a:chOff x="2720" y="3146"/>
              <a:chExt cx="389" cy="485"/>
            </a:xfrm>
          </p:grpSpPr>
          <p:sp>
            <p:nvSpPr>
              <p:cNvPr id="96" name="Line 3141">
                <a:extLst>
                  <a:ext uri="{FF2B5EF4-FFF2-40B4-BE49-F238E27FC236}">
                    <a16:creationId xmlns:a16="http://schemas.microsoft.com/office/drawing/2014/main" id="{22E8FCEC-9445-6811-ED64-274B9B872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00" y="3630"/>
                <a:ext cx="309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3142">
                <a:extLst>
                  <a:ext uri="{FF2B5EF4-FFF2-40B4-BE49-F238E27FC236}">
                    <a16:creationId xmlns:a16="http://schemas.microsoft.com/office/drawing/2014/main" id="{1035EBD3-0D4E-3F4F-D1C1-67B6243517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00" y="3146"/>
                <a:ext cx="309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3143">
                <a:extLst>
                  <a:ext uri="{FF2B5EF4-FFF2-40B4-BE49-F238E27FC236}">
                    <a16:creationId xmlns:a16="http://schemas.microsoft.com/office/drawing/2014/main" id="{6741F9D4-E80D-D4B4-AD48-C0D0854AB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8" y="3223"/>
                <a:ext cx="1" cy="33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Freeform 3144">
                <a:extLst>
                  <a:ext uri="{FF2B5EF4-FFF2-40B4-BE49-F238E27FC236}">
                    <a16:creationId xmlns:a16="http://schemas.microsoft.com/office/drawing/2014/main" id="{C92A7B8D-D969-7EF8-5B26-BD0381A63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5" y="3553"/>
                <a:ext cx="26" cy="77"/>
              </a:xfrm>
              <a:custGeom>
                <a:avLst/>
                <a:gdLst>
                  <a:gd name="T0" fmla="*/ 0 w 156"/>
                  <a:gd name="T1" fmla="*/ 0 h 466"/>
                  <a:gd name="T2" fmla="*/ 0 w 156"/>
                  <a:gd name="T3" fmla="*/ 0 h 466"/>
                  <a:gd name="T4" fmla="*/ 0 w 156"/>
                  <a:gd name="T5" fmla="*/ 0 h 466"/>
                  <a:gd name="T6" fmla="*/ 0 w 156"/>
                  <a:gd name="T7" fmla="*/ 0 h 4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66"/>
                  <a:gd name="T14" fmla="*/ 156 w 156"/>
                  <a:gd name="T15" fmla="*/ 466 h 4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66">
                    <a:moveTo>
                      <a:pt x="0" y="0"/>
                    </a:moveTo>
                    <a:lnTo>
                      <a:pt x="156" y="0"/>
                    </a:lnTo>
                    <a:lnTo>
                      <a:pt x="78" y="4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Freeform 3145">
                <a:extLst>
                  <a:ext uri="{FF2B5EF4-FFF2-40B4-BE49-F238E27FC236}">
                    <a16:creationId xmlns:a16="http://schemas.microsoft.com/office/drawing/2014/main" id="{3D455DFA-1B84-5016-6EE9-329C670C2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5" y="3553"/>
                <a:ext cx="26" cy="77"/>
              </a:xfrm>
              <a:custGeom>
                <a:avLst/>
                <a:gdLst>
                  <a:gd name="T0" fmla="*/ 0 w 156"/>
                  <a:gd name="T1" fmla="*/ 0 h 466"/>
                  <a:gd name="T2" fmla="*/ 0 w 156"/>
                  <a:gd name="T3" fmla="*/ 0 h 466"/>
                  <a:gd name="T4" fmla="*/ 0 w 156"/>
                  <a:gd name="T5" fmla="*/ 0 h 466"/>
                  <a:gd name="T6" fmla="*/ 0 w 156"/>
                  <a:gd name="T7" fmla="*/ 0 h 4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66"/>
                  <a:gd name="T14" fmla="*/ 156 w 156"/>
                  <a:gd name="T15" fmla="*/ 466 h 4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66">
                    <a:moveTo>
                      <a:pt x="0" y="0"/>
                    </a:moveTo>
                    <a:lnTo>
                      <a:pt x="156" y="0"/>
                    </a:lnTo>
                    <a:lnTo>
                      <a:pt x="78" y="4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Freeform 3146">
                <a:extLst>
                  <a:ext uri="{FF2B5EF4-FFF2-40B4-BE49-F238E27FC236}">
                    <a16:creationId xmlns:a16="http://schemas.microsoft.com/office/drawing/2014/main" id="{9392349D-6C9A-A8F2-2146-0185FCB3D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5" y="3146"/>
                <a:ext cx="26" cy="77"/>
              </a:xfrm>
              <a:custGeom>
                <a:avLst/>
                <a:gdLst>
                  <a:gd name="T0" fmla="*/ 0 w 156"/>
                  <a:gd name="T1" fmla="*/ 0 h 464"/>
                  <a:gd name="T2" fmla="*/ 0 w 156"/>
                  <a:gd name="T3" fmla="*/ 0 h 464"/>
                  <a:gd name="T4" fmla="*/ 0 w 156"/>
                  <a:gd name="T5" fmla="*/ 0 h 464"/>
                  <a:gd name="T6" fmla="*/ 0 w 156"/>
                  <a:gd name="T7" fmla="*/ 0 h 4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64"/>
                  <a:gd name="T14" fmla="*/ 156 w 156"/>
                  <a:gd name="T15" fmla="*/ 464 h 4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64">
                    <a:moveTo>
                      <a:pt x="0" y="464"/>
                    </a:moveTo>
                    <a:lnTo>
                      <a:pt x="156" y="464"/>
                    </a:lnTo>
                    <a:lnTo>
                      <a:pt x="78" y="0"/>
                    </a:lnTo>
                    <a:lnTo>
                      <a:pt x="0" y="46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Freeform 3147">
                <a:extLst>
                  <a:ext uri="{FF2B5EF4-FFF2-40B4-BE49-F238E27FC236}">
                    <a16:creationId xmlns:a16="http://schemas.microsoft.com/office/drawing/2014/main" id="{3975CC46-D34E-6663-1FC5-9DB8C8F9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5" y="3146"/>
                <a:ext cx="26" cy="77"/>
              </a:xfrm>
              <a:custGeom>
                <a:avLst/>
                <a:gdLst>
                  <a:gd name="T0" fmla="*/ 0 w 156"/>
                  <a:gd name="T1" fmla="*/ 0 h 464"/>
                  <a:gd name="T2" fmla="*/ 0 w 156"/>
                  <a:gd name="T3" fmla="*/ 0 h 464"/>
                  <a:gd name="T4" fmla="*/ 0 w 156"/>
                  <a:gd name="T5" fmla="*/ 0 h 464"/>
                  <a:gd name="T6" fmla="*/ 0 w 156"/>
                  <a:gd name="T7" fmla="*/ 0 h 4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64"/>
                  <a:gd name="T14" fmla="*/ 156 w 156"/>
                  <a:gd name="T15" fmla="*/ 464 h 4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64">
                    <a:moveTo>
                      <a:pt x="0" y="464"/>
                    </a:moveTo>
                    <a:lnTo>
                      <a:pt x="156" y="464"/>
                    </a:lnTo>
                    <a:lnTo>
                      <a:pt x="78" y="0"/>
                    </a:lnTo>
                    <a:lnTo>
                      <a:pt x="0" y="464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3148">
                <a:extLst>
                  <a:ext uri="{FF2B5EF4-FFF2-40B4-BE49-F238E27FC236}">
                    <a16:creationId xmlns:a16="http://schemas.microsoft.com/office/drawing/2014/main" id="{3E2CEA06-12BE-D01A-E751-0A40B3964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8" y="3146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Freeform 3149">
                <a:extLst>
                  <a:ext uri="{FF2B5EF4-FFF2-40B4-BE49-F238E27FC236}">
                    <a16:creationId xmlns:a16="http://schemas.microsoft.com/office/drawing/2014/main" id="{0C29934E-1887-883A-AA68-76905BCDC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" y="3393"/>
                <a:ext cx="73" cy="48"/>
              </a:xfrm>
              <a:custGeom>
                <a:avLst/>
                <a:gdLst>
                  <a:gd name="T0" fmla="*/ 0 w 435"/>
                  <a:gd name="T1" fmla="*/ 0 h 291"/>
                  <a:gd name="T2" fmla="*/ 0 w 435"/>
                  <a:gd name="T3" fmla="*/ 0 h 291"/>
                  <a:gd name="T4" fmla="*/ 0 w 435"/>
                  <a:gd name="T5" fmla="*/ 0 h 291"/>
                  <a:gd name="T6" fmla="*/ 0 w 435"/>
                  <a:gd name="T7" fmla="*/ 0 h 291"/>
                  <a:gd name="T8" fmla="*/ 0 w 435"/>
                  <a:gd name="T9" fmla="*/ 0 h 291"/>
                  <a:gd name="T10" fmla="*/ 0 w 435"/>
                  <a:gd name="T11" fmla="*/ 0 h 291"/>
                  <a:gd name="T12" fmla="*/ 0 w 435"/>
                  <a:gd name="T13" fmla="*/ 0 h 291"/>
                  <a:gd name="T14" fmla="*/ 0 w 435"/>
                  <a:gd name="T15" fmla="*/ 0 h 291"/>
                  <a:gd name="T16" fmla="*/ 0 w 435"/>
                  <a:gd name="T17" fmla="*/ 0 h 291"/>
                  <a:gd name="T18" fmla="*/ 0 w 435"/>
                  <a:gd name="T19" fmla="*/ 0 h 291"/>
                  <a:gd name="T20" fmla="*/ 0 w 435"/>
                  <a:gd name="T21" fmla="*/ 0 h 291"/>
                  <a:gd name="T22" fmla="*/ 0 w 435"/>
                  <a:gd name="T23" fmla="*/ 0 h 2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35"/>
                  <a:gd name="T37" fmla="*/ 0 h 291"/>
                  <a:gd name="T38" fmla="*/ 435 w 435"/>
                  <a:gd name="T39" fmla="*/ 291 h 29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35" h="291">
                    <a:moveTo>
                      <a:pt x="435" y="97"/>
                    </a:moveTo>
                    <a:lnTo>
                      <a:pt x="435" y="291"/>
                    </a:lnTo>
                    <a:lnTo>
                      <a:pt x="145" y="36"/>
                    </a:lnTo>
                    <a:lnTo>
                      <a:pt x="109" y="13"/>
                    </a:lnTo>
                    <a:lnTo>
                      <a:pt x="72" y="0"/>
                    </a:lnTo>
                    <a:lnTo>
                      <a:pt x="48" y="0"/>
                    </a:lnTo>
                    <a:lnTo>
                      <a:pt x="24" y="13"/>
                    </a:lnTo>
                    <a:lnTo>
                      <a:pt x="0" y="49"/>
                    </a:lnTo>
                    <a:lnTo>
                      <a:pt x="0" y="97"/>
                    </a:lnTo>
                    <a:lnTo>
                      <a:pt x="12" y="145"/>
                    </a:lnTo>
                    <a:lnTo>
                      <a:pt x="36" y="182"/>
                    </a:lnTo>
                    <a:lnTo>
                      <a:pt x="60" y="194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Freeform 3150">
                <a:extLst>
                  <a:ext uri="{FF2B5EF4-FFF2-40B4-BE49-F238E27FC236}">
                    <a16:creationId xmlns:a16="http://schemas.microsoft.com/office/drawing/2014/main" id="{D1753967-37AB-011B-CA80-438031F49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" y="3342"/>
                <a:ext cx="73" cy="41"/>
              </a:xfrm>
              <a:custGeom>
                <a:avLst/>
                <a:gdLst>
                  <a:gd name="T0" fmla="*/ 0 w 435"/>
                  <a:gd name="T1" fmla="*/ 0 h 243"/>
                  <a:gd name="T2" fmla="*/ 0 w 435"/>
                  <a:gd name="T3" fmla="*/ 0 h 243"/>
                  <a:gd name="T4" fmla="*/ 0 w 435"/>
                  <a:gd name="T5" fmla="*/ 0 h 243"/>
                  <a:gd name="T6" fmla="*/ 0 w 435"/>
                  <a:gd name="T7" fmla="*/ 0 h 243"/>
                  <a:gd name="T8" fmla="*/ 0 w 435"/>
                  <a:gd name="T9" fmla="*/ 0 h 243"/>
                  <a:gd name="T10" fmla="*/ 0 w 435"/>
                  <a:gd name="T11" fmla="*/ 0 h 243"/>
                  <a:gd name="T12" fmla="*/ 0 w 435"/>
                  <a:gd name="T13" fmla="*/ 0 h 243"/>
                  <a:gd name="T14" fmla="*/ 0 w 435"/>
                  <a:gd name="T15" fmla="*/ 0 h 243"/>
                  <a:gd name="T16" fmla="*/ 0 w 435"/>
                  <a:gd name="T17" fmla="*/ 0 h 243"/>
                  <a:gd name="T18" fmla="*/ 0 w 435"/>
                  <a:gd name="T19" fmla="*/ 0 h 243"/>
                  <a:gd name="T20" fmla="*/ 0 w 435"/>
                  <a:gd name="T21" fmla="*/ 0 h 243"/>
                  <a:gd name="T22" fmla="*/ 0 w 435"/>
                  <a:gd name="T23" fmla="*/ 0 h 243"/>
                  <a:gd name="T24" fmla="*/ 0 w 435"/>
                  <a:gd name="T25" fmla="*/ 0 h 243"/>
                  <a:gd name="T26" fmla="*/ 0 w 435"/>
                  <a:gd name="T27" fmla="*/ 0 h 243"/>
                  <a:gd name="T28" fmla="*/ 0 w 435"/>
                  <a:gd name="T29" fmla="*/ 0 h 243"/>
                  <a:gd name="T30" fmla="*/ 0 w 435"/>
                  <a:gd name="T31" fmla="*/ 0 h 243"/>
                  <a:gd name="T32" fmla="*/ 0 w 435"/>
                  <a:gd name="T33" fmla="*/ 0 h 243"/>
                  <a:gd name="T34" fmla="*/ 0 w 435"/>
                  <a:gd name="T35" fmla="*/ 0 h 24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35"/>
                  <a:gd name="T55" fmla="*/ 0 h 243"/>
                  <a:gd name="T56" fmla="*/ 435 w 435"/>
                  <a:gd name="T57" fmla="*/ 243 h 24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35" h="243">
                    <a:moveTo>
                      <a:pt x="0" y="0"/>
                    </a:moveTo>
                    <a:lnTo>
                      <a:pt x="24" y="60"/>
                    </a:lnTo>
                    <a:lnTo>
                      <a:pt x="72" y="122"/>
                    </a:lnTo>
                    <a:lnTo>
                      <a:pt x="132" y="169"/>
                    </a:lnTo>
                    <a:lnTo>
                      <a:pt x="181" y="194"/>
                    </a:lnTo>
                    <a:lnTo>
                      <a:pt x="350" y="243"/>
                    </a:lnTo>
                    <a:lnTo>
                      <a:pt x="375" y="243"/>
                    </a:lnTo>
                    <a:lnTo>
                      <a:pt x="411" y="230"/>
                    </a:lnTo>
                    <a:lnTo>
                      <a:pt x="435" y="194"/>
                    </a:lnTo>
                    <a:lnTo>
                      <a:pt x="435" y="158"/>
                    </a:lnTo>
                    <a:lnTo>
                      <a:pt x="424" y="109"/>
                    </a:lnTo>
                    <a:lnTo>
                      <a:pt x="399" y="73"/>
                    </a:lnTo>
                    <a:lnTo>
                      <a:pt x="363" y="49"/>
                    </a:lnTo>
                    <a:lnTo>
                      <a:pt x="278" y="24"/>
                    </a:lnTo>
                    <a:lnTo>
                      <a:pt x="241" y="24"/>
                    </a:lnTo>
                    <a:lnTo>
                      <a:pt x="205" y="37"/>
                    </a:lnTo>
                    <a:lnTo>
                      <a:pt x="194" y="73"/>
                    </a:lnTo>
                    <a:lnTo>
                      <a:pt x="194" y="182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5" name="Group 3151">
              <a:extLst>
                <a:ext uri="{FF2B5EF4-FFF2-40B4-BE49-F238E27FC236}">
                  <a16:creationId xmlns:a16="http://schemas.microsoft.com/office/drawing/2014/main" id="{67DC12D8-78DB-846B-39F5-72532C454D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7" y="2713"/>
              <a:ext cx="344" cy="1002"/>
              <a:chOff x="3973" y="3001"/>
              <a:chExt cx="266" cy="776"/>
            </a:xfrm>
          </p:grpSpPr>
          <p:sp>
            <p:nvSpPr>
              <p:cNvPr id="85" name="Line 3152">
                <a:extLst>
                  <a:ext uri="{FF2B5EF4-FFF2-40B4-BE49-F238E27FC236}">
                    <a16:creationId xmlns:a16="http://schemas.microsoft.com/office/drawing/2014/main" id="{E99EE1F7-FBA1-F2C3-B2BB-F0CD05048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3001"/>
                <a:ext cx="266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3153">
                <a:extLst>
                  <a:ext uri="{FF2B5EF4-FFF2-40B4-BE49-F238E27FC236}">
                    <a16:creationId xmlns:a16="http://schemas.microsoft.com/office/drawing/2014/main" id="{F4123D2D-38E8-7C50-022E-D3D900783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3776"/>
                <a:ext cx="266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3154">
                <a:extLst>
                  <a:ext uri="{FF2B5EF4-FFF2-40B4-BE49-F238E27FC236}">
                    <a16:creationId xmlns:a16="http://schemas.microsoft.com/office/drawing/2014/main" id="{DD1DE299-664C-54E4-341C-2EF091A503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0" y="3078"/>
                <a:ext cx="1" cy="62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3155">
                <a:extLst>
                  <a:ext uri="{FF2B5EF4-FFF2-40B4-BE49-F238E27FC236}">
                    <a16:creationId xmlns:a16="http://schemas.microsoft.com/office/drawing/2014/main" id="{2CA2335D-F1D9-5D36-A247-576EF4F202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3001"/>
                <a:ext cx="26" cy="77"/>
              </a:xfrm>
              <a:custGeom>
                <a:avLst/>
                <a:gdLst>
                  <a:gd name="T0" fmla="*/ 0 w 155"/>
                  <a:gd name="T1" fmla="*/ 0 h 465"/>
                  <a:gd name="T2" fmla="*/ 0 w 155"/>
                  <a:gd name="T3" fmla="*/ 0 h 465"/>
                  <a:gd name="T4" fmla="*/ 0 w 155"/>
                  <a:gd name="T5" fmla="*/ 0 h 465"/>
                  <a:gd name="T6" fmla="*/ 0 w 155"/>
                  <a:gd name="T7" fmla="*/ 0 h 4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5"/>
                  <a:gd name="T14" fmla="*/ 155 w 155"/>
                  <a:gd name="T15" fmla="*/ 465 h 4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5">
                    <a:moveTo>
                      <a:pt x="0" y="465"/>
                    </a:moveTo>
                    <a:lnTo>
                      <a:pt x="155" y="465"/>
                    </a:lnTo>
                    <a:lnTo>
                      <a:pt x="77" y="0"/>
                    </a:lnTo>
                    <a:lnTo>
                      <a:pt x="0" y="465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3156">
                <a:extLst>
                  <a:ext uri="{FF2B5EF4-FFF2-40B4-BE49-F238E27FC236}">
                    <a16:creationId xmlns:a16="http://schemas.microsoft.com/office/drawing/2014/main" id="{CFB4907F-7653-CFF5-689E-0208B29C0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3001"/>
                <a:ext cx="26" cy="77"/>
              </a:xfrm>
              <a:custGeom>
                <a:avLst/>
                <a:gdLst>
                  <a:gd name="T0" fmla="*/ 0 w 155"/>
                  <a:gd name="T1" fmla="*/ 0 h 465"/>
                  <a:gd name="T2" fmla="*/ 0 w 155"/>
                  <a:gd name="T3" fmla="*/ 0 h 465"/>
                  <a:gd name="T4" fmla="*/ 0 w 155"/>
                  <a:gd name="T5" fmla="*/ 0 h 465"/>
                  <a:gd name="T6" fmla="*/ 0 w 155"/>
                  <a:gd name="T7" fmla="*/ 0 h 4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5"/>
                  <a:gd name="T14" fmla="*/ 155 w 155"/>
                  <a:gd name="T15" fmla="*/ 465 h 4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5">
                    <a:moveTo>
                      <a:pt x="0" y="465"/>
                    </a:moveTo>
                    <a:lnTo>
                      <a:pt x="155" y="465"/>
                    </a:lnTo>
                    <a:lnTo>
                      <a:pt x="77" y="0"/>
                    </a:lnTo>
                    <a:lnTo>
                      <a:pt x="0" y="465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Freeform 3157">
                <a:extLst>
                  <a:ext uri="{FF2B5EF4-FFF2-40B4-BE49-F238E27FC236}">
                    <a16:creationId xmlns:a16="http://schemas.microsoft.com/office/drawing/2014/main" id="{7D2DCFB5-EA2A-5660-149B-D6F7F439F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3698"/>
                <a:ext cx="26" cy="78"/>
              </a:xfrm>
              <a:custGeom>
                <a:avLst/>
                <a:gdLst>
                  <a:gd name="T0" fmla="*/ 0 w 155"/>
                  <a:gd name="T1" fmla="*/ 0 h 465"/>
                  <a:gd name="T2" fmla="*/ 0 w 155"/>
                  <a:gd name="T3" fmla="*/ 0 h 465"/>
                  <a:gd name="T4" fmla="*/ 0 w 155"/>
                  <a:gd name="T5" fmla="*/ 0 h 465"/>
                  <a:gd name="T6" fmla="*/ 0 w 155"/>
                  <a:gd name="T7" fmla="*/ 0 h 4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5"/>
                  <a:gd name="T14" fmla="*/ 155 w 155"/>
                  <a:gd name="T15" fmla="*/ 465 h 4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5">
                    <a:moveTo>
                      <a:pt x="0" y="0"/>
                    </a:moveTo>
                    <a:lnTo>
                      <a:pt x="155" y="0"/>
                    </a:lnTo>
                    <a:lnTo>
                      <a:pt x="77" y="4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Freeform 3158">
                <a:extLst>
                  <a:ext uri="{FF2B5EF4-FFF2-40B4-BE49-F238E27FC236}">
                    <a16:creationId xmlns:a16="http://schemas.microsoft.com/office/drawing/2014/main" id="{98F05113-CE37-AFC6-4D31-1FB47DF73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" y="3698"/>
                <a:ext cx="26" cy="78"/>
              </a:xfrm>
              <a:custGeom>
                <a:avLst/>
                <a:gdLst>
                  <a:gd name="T0" fmla="*/ 0 w 155"/>
                  <a:gd name="T1" fmla="*/ 0 h 465"/>
                  <a:gd name="T2" fmla="*/ 0 w 155"/>
                  <a:gd name="T3" fmla="*/ 0 h 465"/>
                  <a:gd name="T4" fmla="*/ 0 w 155"/>
                  <a:gd name="T5" fmla="*/ 0 h 465"/>
                  <a:gd name="T6" fmla="*/ 0 w 155"/>
                  <a:gd name="T7" fmla="*/ 0 h 4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5"/>
                  <a:gd name="T13" fmla="*/ 0 h 465"/>
                  <a:gd name="T14" fmla="*/ 155 w 155"/>
                  <a:gd name="T15" fmla="*/ 465 h 4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5" h="465">
                    <a:moveTo>
                      <a:pt x="0" y="0"/>
                    </a:moveTo>
                    <a:lnTo>
                      <a:pt x="155" y="0"/>
                    </a:lnTo>
                    <a:lnTo>
                      <a:pt x="77" y="4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3159">
                <a:extLst>
                  <a:ext uri="{FF2B5EF4-FFF2-40B4-BE49-F238E27FC236}">
                    <a16:creationId xmlns:a16="http://schemas.microsoft.com/office/drawing/2014/main" id="{8C6F38E6-6B40-2706-B190-15EB79EEB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0" y="37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Freeform 3160">
                <a:extLst>
                  <a:ext uri="{FF2B5EF4-FFF2-40B4-BE49-F238E27FC236}">
                    <a16:creationId xmlns:a16="http://schemas.microsoft.com/office/drawing/2014/main" id="{E4E04A31-5664-9810-7C54-03E1E00BED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3405"/>
                <a:ext cx="56" cy="40"/>
              </a:xfrm>
              <a:custGeom>
                <a:avLst/>
                <a:gdLst>
                  <a:gd name="T0" fmla="*/ 0 w 338"/>
                  <a:gd name="T1" fmla="*/ 0 h 242"/>
                  <a:gd name="T2" fmla="*/ 0 w 338"/>
                  <a:gd name="T3" fmla="*/ 0 h 242"/>
                  <a:gd name="T4" fmla="*/ 0 w 338"/>
                  <a:gd name="T5" fmla="*/ 0 h 242"/>
                  <a:gd name="T6" fmla="*/ 0 60000 65536"/>
                  <a:gd name="T7" fmla="*/ 0 60000 65536"/>
                  <a:gd name="T8" fmla="*/ 0 60000 65536"/>
                  <a:gd name="T9" fmla="*/ 0 w 338"/>
                  <a:gd name="T10" fmla="*/ 0 h 242"/>
                  <a:gd name="T11" fmla="*/ 338 w 338"/>
                  <a:gd name="T12" fmla="*/ 242 h 2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8" h="242">
                    <a:moveTo>
                      <a:pt x="0" y="60"/>
                    </a:moveTo>
                    <a:lnTo>
                      <a:pt x="338" y="242"/>
                    </a:lnTo>
                    <a:lnTo>
                      <a:pt x="338" y="0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3161">
                <a:extLst>
                  <a:ext uri="{FF2B5EF4-FFF2-40B4-BE49-F238E27FC236}">
                    <a16:creationId xmlns:a16="http://schemas.microsoft.com/office/drawing/2014/main" id="{038D5380-A925-0037-3326-338851F97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6" y="3413"/>
                <a:ext cx="32" cy="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Freeform 3162">
                <a:extLst>
                  <a:ext uri="{FF2B5EF4-FFF2-40B4-BE49-F238E27FC236}">
                    <a16:creationId xmlns:a16="http://schemas.microsoft.com/office/drawing/2014/main" id="{4BD2B30F-284D-2D8D-138E-A730F2980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3343"/>
                <a:ext cx="72" cy="40"/>
              </a:xfrm>
              <a:custGeom>
                <a:avLst/>
                <a:gdLst>
                  <a:gd name="T0" fmla="*/ 0 w 435"/>
                  <a:gd name="T1" fmla="*/ 0 h 242"/>
                  <a:gd name="T2" fmla="*/ 0 w 435"/>
                  <a:gd name="T3" fmla="*/ 0 h 242"/>
                  <a:gd name="T4" fmla="*/ 0 w 435"/>
                  <a:gd name="T5" fmla="*/ 0 h 242"/>
                  <a:gd name="T6" fmla="*/ 0 w 435"/>
                  <a:gd name="T7" fmla="*/ 0 h 242"/>
                  <a:gd name="T8" fmla="*/ 0 w 435"/>
                  <a:gd name="T9" fmla="*/ 0 h 242"/>
                  <a:gd name="T10" fmla="*/ 0 w 435"/>
                  <a:gd name="T11" fmla="*/ 0 h 242"/>
                  <a:gd name="T12" fmla="*/ 0 w 435"/>
                  <a:gd name="T13" fmla="*/ 0 h 242"/>
                  <a:gd name="T14" fmla="*/ 0 w 435"/>
                  <a:gd name="T15" fmla="*/ 0 h 242"/>
                  <a:gd name="T16" fmla="*/ 0 w 435"/>
                  <a:gd name="T17" fmla="*/ 0 h 242"/>
                  <a:gd name="T18" fmla="*/ 0 w 435"/>
                  <a:gd name="T19" fmla="*/ 0 h 242"/>
                  <a:gd name="T20" fmla="*/ 0 w 435"/>
                  <a:gd name="T21" fmla="*/ 0 h 242"/>
                  <a:gd name="T22" fmla="*/ 0 w 435"/>
                  <a:gd name="T23" fmla="*/ 0 h 242"/>
                  <a:gd name="T24" fmla="*/ 0 w 435"/>
                  <a:gd name="T25" fmla="*/ 0 h 242"/>
                  <a:gd name="T26" fmla="*/ 0 w 435"/>
                  <a:gd name="T27" fmla="*/ 0 h 242"/>
                  <a:gd name="T28" fmla="*/ 0 w 435"/>
                  <a:gd name="T29" fmla="*/ 0 h 242"/>
                  <a:gd name="T30" fmla="*/ 0 w 435"/>
                  <a:gd name="T31" fmla="*/ 0 h 242"/>
                  <a:gd name="T32" fmla="*/ 0 w 435"/>
                  <a:gd name="T33" fmla="*/ 0 h 242"/>
                  <a:gd name="T34" fmla="*/ 0 w 435"/>
                  <a:gd name="T35" fmla="*/ 0 h 2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35"/>
                  <a:gd name="T55" fmla="*/ 0 h 242"/>
                  <a:gd name="T56" fmla="*/ 435 w 435"/>
                  <a:gd name="T57" fmla="*/ 242 h 24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35" h="242">
                    <a:moveTo>
                      <a:pt x="0" y="0"/>
                    </a:moveTo>
                    <a:lnTo>
                      <a:pt x="23" y="61"/>
                    </a:lnTo>
                    <a:lnTo>
                      <a:pt x="72" y="121"/>
                    </a:lnTo>
                    <a:lnTo>
                      <a:pt x="132" y="170"/>
                    </a:lnTo>
                    <a:lnTo>
                      <a:pt x="181" y="193"/>
                    </a:lnTo>
                    <a:lnTo>
                      <a:pt x="350" y="242"/>
                    </a:lnTo>
                    <a:lnTo>
                      <a:pt x="374" y="242"/>
                    </a:lnTo>
                    <a:lnTo>
                      <a:pt x="410" y="230"/>
                    </a:lnTo>
                    <a:lnTo>
                      <a:pt x="435" y="193"/>
                    </a:lnTo>
                    <a:lnTo>
                      <a:pt x="435" y="157"/>
                    </a:lnTo>
                    <a:lnTo>
                      <a:pt x="422" y="108"/>
                    </a:lnTo>
                    <a:lnTo>
                      <a:pt x="399" y="72"/>
                    </a:lnTo>
                    <a:lnTo>
                      <a:pt x="362" y="48"/>
                    </a:lnTo>
                    <a:lnTo>
                      <a:pt x="277" y="23"/>
                    </a:lnTo>
                    <a:lnTo>
                      <a:pt x="241" y="23"/>
                    </a:lnTo>
                    <a:lnTo>
                      <a:pt x="205" y="36"/>
                    </a:lnTo>
                    <a:lnTo>
                      <a:pt x="192" y="72"/>
                    </a:lnTo>
                    <a:lnTo>
                      <a:pt x="192" y="181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" name="Group 3163">
              <a:extLst>
                <a:ext uri="{FF2B5EF4-FFF2-40B4-BE49-F238E27FC236}">
                  <a16:creationId xmlns:a16="http://schemas.microsoft.com/office/drawing/2014/main" id="{A3FF00C1-156C-DC44-1BD4-E5D9731F8F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" y="3714"/>
              <a:ext cx="1001" cy="276"/>
              <a:chOff x="3199" y="3776"/>
              <a:chExt cx="775" cy="214"/>
            </a:xfrm>
          </p:grpSpPr>
          <p:sp>
            <p:nvSpPr>
              <p:cNvPr id="68" name="Line 3164">
                <a:extLst>
                  <a:ext uri="{FF2B5EF4-FFF2-40B4-BE49-F238E27FC236}">
                    <a16:creationId xmlns:a16="http://schemas.microsoft.com/office/drawing/2014/main" id="{712F4DF1-399F-3B41-880F-F552C0E22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3" y="3776"/>
                <a:ext cx="1" cy="21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3165">
                <a:extLst>
                  <a:ext uri="{FF2B5EF4-FFF2-40B4-BE49-F238E27FC236}">
                    <a16:creationId xmlns:a16="http://schemas.microsoft.com/office/drawing/2014/main" id="{C38959A6-113B-C882-D566-AF1D6BF0C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5" y="3951"/>
                <a:ext cx="28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Freeform 3166">
                <a:extLst>
                  <a:ext uri="{FF2B5EF4-FFF2-40B4-BE49-F238E27FC236}">
                    <a16:creationId xmlns:a16="http://schemas.microsoft.com/office/drawing/2014/main" id="{AB4A2724-F568-757E-87D4-2D8CF68F4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3938"/>
                <a:ext cx="77" cy="26"/>
              </a:xfrm>
              <a:custGeom>
                <a:avLst/>
                <a:gdLst>
                  <a:gd name="T0" fmla="*/ 0 w 464"/>
                  <a:gd name="T1" fmla="*/ 0 h 155"/>
                  <a:gd name="T2" fmla="*/ 0 w 464"/>
                  <a:gd name="T3" fmla="*/ 0 h 155"/>
                  <a:gd name="T4" fmla="*/ 0 w 464"/>
                  <a:gd name="T5" fmla="*/ 0 h 155"/>
                  <a:gd name="T6" fmla="*/ 0 w 464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4"/>
                  <a:gd name="T13" fmla="*/ 0 h 155"/>
                  <a:gd name="T14" fmla="*/ 464 w 464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4" h="155">
                    <a:moveTo>
                      <a:pt x="464" y="0"/>
                    </a:moveTo>
                    <a:lnTo>
                      <a:pt x="464" y="155"/>
                    </a:lnTo>
                    <a:lnTo>
                      <a:pt x="0" y="78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Freeform 3167">
                <a:extLst>
                  <a:ext uri="{FF2B5EF4-FFF2-40B4-BE49-F238E27FC236}">
                    <a16:creationId xmlns:a16="http://schemas.microsoft.com/office/drawing/2014/main" id="{6920EAB9-FAC1-C39F-70C8-E1C6A25E4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3938"/>
                <a:ext cx="77" cy="26"/>
              </a:xfrm>
              <a:custGeom>
                <a:avLst/>
                <a:gdLst>
                  <a:gd name="T0" fmla="*/ 0 w 464"/>
                  <a:gd name="T1" fmla="*/ 0 h 155"/>
                  <a:gd name="T2" fmla="*/ 0 w 464"/>
                  <a:gd name="T3" fmla="*/ 0 h 155"/>
                  <a:gd name="T4" fmla="*/ 0 w 464"/>
                  <a:gd name="T5" fmla="*/ 0 h 155"/>
                  <a:gd name="T6" fmla="*/ 0 w 464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4"/>
                  <a:gd name="T13" fmla="*/ 0 h 155"/>
                  <a:gd name="T14" fmla="*/ 464 w 464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4" h="155">
                    <a:moveTo>
                      <a:pt x="464" y="0"/>
                    </a:moveTo>
                    <a:lnTo>
                      <a:pt x="464" y="155"/>
                    </a:lnTo>
                    <a:lnTo>
                      <a:pt x="0" y="78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Freeform 3168">
                <a:extLst>
                  <a:ext uri="{FF2B5EF4-FFF2-40B4-BE49-F238E27FC236}">
                    <a16:creationId xmlns:a16="http://schemas.microsoft.com/office/drawing/2014/main" id="{61887C1A-BFF9-F927-2C09-0384DD0B47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938"/>
                <a:ext cx="77" cy="26"/>
              </a:xfrm>
              <a:custGeom>
                <a:avLst/>
                <a:gdLst>
                  <a:gd name="T0" fmla="*/ 0 w 465"/>
                  <a:gd name="T1" fmla="*/ 0 h 155"/>
                  <a:gd name="T2" fmla="*/ 0 w 465"/>
                  <a:gd name="T3" fmla="*/ 0 h 155"/>
                  <a:gd name="T4" fmla="*/ 0 w 465"/>
                  <a:gd name="T5" fmla="*/ 0 h 155"/>
                  <a:gd name="T6" fmla="*/ 0 w 465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5"/>
                  <a:gd name="T14" fmla="*/ 465 w 465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5">
                    <a:moveTo>
                      <a:pt x="0" y="0"/>
                    </a:moveTo>
                    <a:lnTo>
                      <a:pt x="0" y="155"/>
                    </a:lnTo>
                    <a:lnTo>
                      <a:pt x="465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3169">
                <a:extLst>
                  <a:ext uri="{FF2B5EF4-FFF2-40B4-BE49-F238E27FC236}">
                    <a16:creationId xmlns:a16="http://schemas.microsoft.com/office/drawing/2014/main" id="{064A1F6D-D4C2-C3D5-C712-F3C759085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3938"/>
                <a:ext cx="77" cy="26"/>
              </a:xfrm>
              <a:custGeom>
                <a:avLst/>
                <a:gdLst>
                  <a:gd name="T0" fmla="*/ 0 w 465"/>
                  <a:gd name="T1" fmla="*/ 0 h 155"/>
                  <a:gd name="T2" fmla="*/ 0 w 465"/>
                  <a:gd name="T3" fmla="*/ 0 h 155"/>
                  <a:gd name="T4" fmla="*/ 0 w 465"/>
                  <a:gd name="T5" fmla="*/ 0 h 155"/>
                  <a:gd name="T6" fmla="*/ 0 w 465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5"/>
                  <a:gd name="T14" fmla="*/ 465 w 465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5">
                    <a:moveTo>
                      <a:pt x="0" y="0"/>
                    </a:moveTo>
                    <a:lnTo>
                      <a:pt x="0" y="155"/>
                    </a:lnTo>
                    <a:lnTo>
                      <a:pt x="465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3170">
                <a:extLst>
                  <a:ext uri="{FF2B5EF4-FFF2-40B4-BE49-F238E27FC236}">
                    <a16:creationId xmlns:a16="http://schemas.microsoft.com/office/drawing/2014/main" id="{209B3596-42FC-BD8F-D09F-DD2557852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9" y="3776"/>
                <a:ext cx="1" cy="21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3171">
                <a:extLst>
                  <a:ext uri="{FF2B5EF4-FFF2-40B4-BE49-F238E27FC236}">
                    <a16:creationId xmlns:a16="http://schemas.microsoft.com/office/drawing/2014/main" id="{37571157-2A4F-B0E9-428F-646F9EF9A7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8" y="3776"/>
                <a:ext cx="1" cy="21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3172">
                <a:extLst>
                  <a:ext uri="{FF2B5EF4-FFF2-40B4-BE49-F238E27FC236}">
                    <a16:creationId xmlns:a16="http://schemas.microsoft.com/office/drawing/2014/main" id="{A93C616E-A894-E96C-4711-01EF8A6FC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" y="3951"/>
                <a:ext cx="184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3173">
                <a:extLst>
                  <a:ext uri="{FF2B5EF4-FFF2-40B4-BE49-F238E27FC236}">
                    <a16:creationId xmlns:a16="http://schemas.microsoft.com/office/drawing/2014/main" id="{E0DF21DE-A99B-F9A6-8623-4D85FC534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3938"/>
                <a:ext cx="77" cy="26"/>
              </a:xfrm>
              <a:custGeom>
                <a:avLst/>
                <a:gdLst>
                  <a:gd name="T0" fmla="*/ 0 w 463"/>
                  <a:gd name="T1" fmla="*/ 0 h 155"/>
                  <a:gd name="T2" fmla="*/ 0 w 463"/>
                  <a:gd name="T3" fmla="*/ 0 h 155"/>
                  <a:gd name="T4" fmla="*/ 0 w 463"/>
                  <a:gd name="T5" fmla="*/ 0 h 155"/>
                  <a:gd name="T6" fmla="*/ 0 w 463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3"/>
                  <a:gd name="T13" fmla="*/ 0 h 155"/>
                  <a:gd name="T14" fmla="*/ 463 w 463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3" h="155">
                    <a:moveTo>
                      <a:pt x="463" y="0"/>
                    </a:moveTo>
                    <a:lnTo>
                      <a:pt x="463" y="155"/>
                    </a:lnTo>
                    <a:lnTo>
                      <a:pt x="0" y="78"/>
                    </a:lnTo>
                    <a:lnTo>
                      <a:pt x="463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Freeform 3174">
                <a:extLst>
                  <a:ext uri="{FF2B5EF4-FFF2-40B4-BE49-F238E27FC236}">
                    <a16:creationId xmlns:a16="http://schemas.microsoft.com/office/drawing/2014/main" id="{D072083C-CA66-0A79-FF5E-C006CF7AD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3938"/>
                <a:ext cx="77" cy="26"/>
              </a:xfrm>
              <a:custGeom>
                <a:avLst/>
                <a:gdLst>
                  <a:gd name="T0" fmla="*/ 0 w 463"/>
                  <a:gd name="T1" fmla="*/ 0 h 155"/>
                  <a:gd name="T2" fmla="*/ 0 w 463"/>
                  <a:gd name="T3" fmla="*/ 0 h 155"/>
                  <a:gd name="T4" fmla="*/ 0 w 463"/>
                  <a:gd name="T5" fmla="*/ 0 h 155"/>
                  <a:gd name="T6" fmla="*/ 0 w 463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3"/>
                  <a:gd name="T13" fmla="*/ 0 h 155"/>
                  <a:gd name="T14" fmla="*/ 463 w 463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3" h="155">
                    <a:moveTo>
                      <a:pt x="463" y="0"/>
                    </a:moveTo>
                    <a:lnTo>
                      <a:pt x="463" y="155"/>
                    </a:lnTo>
                    <a:lnTo>
                      <a:pt x="0" y="78"/>
                    </a:lnTo>
                    <a:lnTo>
                      <a:pt x="463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3175">
                <a:extLst>
                  <a:ext uri="{FF2B5EF4-FFF2-40B4-BE49-F238E27FC236}">
                    <a16:creationId xmlns:a16="http://schemas.microsoft.com/office/drawing/2014/main" id="{BCE440B3-2EDE-22A7-180B-D88665CB8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0" y="3938"/>
                <a:ext cx="78" cy="26"/>
              </a:xfrm>
              <a:custGeom>
                <a:avLst/>
                <a:gdLst>
                  <a:gd name="T0" fmla="*/ 0 w 465"/>
                  <a:gd name="T1" fmla="*/ 0 h 155"/>
                  <a:gd name="T2" fmla="*/ 0 w 465"/>
                  <a:gd name="T3" fmla="*/ 0 h 155"/>
                  <a:gd name="T4" fmla="*/ 0 w 465"/>
                  <a:gd name="T5" fmla="*/ 0 h 155"/>
                  <a:gd name="T6" fmla="*/ 0 w 465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5"/>
                  <a:gd name="T14" fmla="*/ 465 w 465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5">
                    <a:moveTo>
                      <a:pt x="0" y="0"/>
                    </a:moveTo>
                    <a:lnTo>
                      <a:pt x="0" y="155"/>
                    </a:lnTo>
                    <a:lnTo>
                      <a:pt x="465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Freeform 3176">
                <a:extLst>
                  <a:ext uri="{FF2B5EF4-FFF2-40B4-BE49-F238E27FC236}">
                    <a16:creationId xmlns:a16="http://schemas.microsoft.com/office/drawing/2014/main" id="{3F518B7C-ECC1-0152-886B-BE5ACAC6E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0" y="3938"/>
                <a:ext cx="78" cy="26"/>
              </a:xfrm>
              <a:custGeom>
                <a:avLst/>
                <a:gdLst>
                  <a:gd name="T0" fmla="*/ 0 w 465"/>
                  <a:gd name="T1" fmla="*/ 0 h 155"/>
                  <a:gd name="T2" fmla="*/ 0 w 465"/>
                  <a:gd name="T3" fmla="*/ 0 h 155"/>
                  <a:gd name="T4" fmla="*/ 0 w 465"/>
                  <a:gd name="T5" fmla="*/ 0 h 155"/>
                  <a:gd name="T6" fmla="*/ 0 w 465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5"/>
                  <a:gd name="T14" fmla="*/ 465 w 465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5">
                    <a:moveTo>
                      <a:pt x="0" y="0"/>
                    </a:moveTo>
                    <a:lnTo>
                      <a:pt x="0" y="155"/>
                    </a:lnTo>
                    <a:lnTo>
                      <a:pt x="465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6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3177">
                <a:extLst>
                  <a:ext uri="{FF2B5EF4-FFF2-40B4-BE49-F238E27FC236}">
                    <a16:creationId xmlns:a16="http://schemas.microsoft.com/office/drawing/2014/main" id="{70DBCD7B-E00A-72F3-7E38-414CE494E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3840"/>
                <a:ext cx="48" cy="72"/>
              </a:xfrm>
              <a:custGeom>
                <a:avLst/>
                <a:gdLst>
                  <a:gd name="T0" fmla="*/ 0 w 290"/>
                  <a:gd name="T1" fmla="*/ 0 h 436"/>
                  <a:gd name="T2" fmla="*/ 0 w 290"/>
                  <a:gd name="T3" fmla="*/ 0 h 436"/>
                  <a:gd name="T4" fmla="*/ 0 w 290"/>
                  <a:gd name="T5" fmla="*/ 0 h 436"/>
                  <a:gd name="T6" fmla="*/ 0 w 290"/>
                  <a:gd name="T7" fmla="*/ 0 h 436"/>
                  <a:gd name="T8" fmla="*/ 0 w 290"/>
                  <a:gd name="T9" fmla="*/ 0 h 436"/>
                  <a:gd name="T10" fmla="*/ 0 w 290"/>
                  <a:gd name="T11" fmla="*/ 0 h 436"/>
                  <a:gd name="T12" fmla="*/ 0 w 290"/>
                  <a:gd name="T13" fmla="*/ 0 h 436"/>
                  <a:gd name="T14" fmla="*/ 0 w 290"/>
                  <a:gd name="T15" fmla="*/ 0 h 436"/>
                  <a:gd name="T16" fmla="*/ 0 w 290"/>
                  <a:gd name="T17" fmla="*/ 0 h 436"/>
                  <a:gd name="T18" fmla="*/ 0 w 290"/>
                  <a:gd name="T19" fmla="*/ 0 h 436"/>
                  <a:gd name="T20" fmla="*/ 0 w 290"/>
                  <a:gd name="T21" fmla="*/ 0 h 436"/>
                  <a:gd name="T22" fmla="*/ 0 w 290"/>
                  <a:gd name="T23" fmla="*/ 0 h 4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0"/>
                  <a:gd name="T37" fmla="*/ 0 h 436"/>
                  <a:gd name="T38" fmla="*/ 290 w 290"/>
                  <a:gd name="T39" fmla="*/ 436 h 4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0" h="436">
                    <a:moveTo>
                      <a:pt x="194" y="436"/>
                    </a:moveTo>
                    <a:lnTo>
                      <a:pt x="0" y="436"/>
                    </a:lnTo>
                    <a:lnTo>
                      <a:pt x="254" y="145"/>
                    </a:lnTo>
                    <a:lnTo>
                      <a:pt x="279" y="109"/>
                    </a:lnTo>
                    <a:lnTo>
                      <a:pt x="290" y="73"/>
                    </a:lnTo>
                    <a:lnTo>
                      <a:pt x="290" y="49"/>
                    </a:lnTo>
                    <a:lnTo>
                      <a:pt x="279" y="24"/>
                    </a:lnTo>
                    <a:lnTo>
                      <a:pt x="243" y="0"/>
                    </a:lnTo>
                    <a:lnTo>
                      <a:pt x="194" y="0"/>
                    </a:lnTo>
                    <a:lnTo>
                      <a:pt x="145" y="13"/>
                    </a:lnTo>
                    <a:lnTo>
                      <a:pt x="109" y="36"/>
                    </a:lnTo>
                    <a:lnTo>
                      <a:pt x="98" y="60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Freeform 3178">
                <a:extLst>
                  <a:ext uri="{FF2B5EF4-FFF2-40B4-BE49-F238E27FC236}">
                    <a16:creationId xmlns:a16="http://schemas.microsoft.com/office/drawing/2014/main" id="{F46505C7-BB55-7E65-FACE-C58024100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" y="3840"/>
                <a:ext cx="45" cy="72"/>
              </a:xfrm>
              <a:custGeom>
                <a:avLst/>
                <a:gdLst>
                  <a:gd name="T0" fmla="*/ 0 w 266"/>
                  <a:gd name="T1" fmla="*/ 0 h 436"/>
                  <a:gd name="T2" fmla="*/ 0 w 266"/>
                  <a:gd name="T3" fmla="*/ 0 h 436"/>
                  <a:gd name="T4" fmla="*/ 0 w 266"/>
                  <a:gd name="T5" fmla="*/ 0 h 436"/>
                  <a:gd name="T6" fmla="*/ 0 w 266"/>
                  <a:gd name="T7" fmla="*/ 0 h 436"/>
                  <a:gd name="T8" fmla="*/ 0 w 266"/>
                  <a:gd name="T9" fmla="*/ 0 h 436"/>
                  <a:gd name="T10" fmla="*/ 0 w 266"/>
                  <a:gd name="T11" fmla="*/ 0 h 436"/>
                  <a:gd name="T12" fmla="*/ 0 w 266"/>
                  <a:gd name="T13" fmla="*/ 0 h 436"/>
                  <a:gd name="T14" fmla="*/ 0 w 266"/>
                  <a:gd name="T15" fmla="*/ 0 h 436"/>
                  <a:gd name="T16" fmla="*/ 0 w 266"/>
                  <a:gd name="T17" fmla="*/ 0 h 436"/>
                  <a:gd name="T18" fmla="*/ 0 w 266"/>
                  <a:gd name="T19" fmla="*/ 0 h 436"/>
                  <a:gd name="T20" fmla="*/ 0 w 266"/>
                  <a:gd name="T21" fmla="*/ 0 h 436"/>
                  <a:gd name="T22" fmla="*/ 0 w 266"/>
                  <a:gd name="T23" fmla="*/ 0 h 436"/>
                  <a:gd name="T24" fmla="*/ 0 w 266"/>
                  <a:gd name="T25" fmla="*/ 0 h 436"/>
                  <a:gd name="T26" fmla="*/ 0 w 266"/>
                  <a:gd name="T27" fmla="*/ 0 h 436"/>
                  <a:gd name="T28" fmla="*/ 0 w 266"/>
                  <a:gd name="T29" fmla="*/ 0 h 436"/>
                  <a:gd name="T30" fmla="*/ 0 w 266"/>
                  <a:gd name="T31" fmla="*/ 0 h 436"/>
                  <a:gd name="T32" fmla="*/ 0 w 266"/>
                  <a:gd name="T33" fmla="*/ 0 h 436"/>
                  <a:gd name="T34" fmla="*/ 0 w 266"/>
                  <a:gd name="T35" fmla="*/ 0 h 436"/>
                  <a:gd name="T36" fmla="*/ 0 w 266"/>
                  <a:gd name="T37" fmla="*/ 0 h 436"/>
                  <a:gd name="T38" fmla="*/ 0 w 266"/>
                  <a:gd name="T39" fmla="*/ 0 h 436"/>
                  <a:gd name="T40" fmla="*/ 0 w 266"/>
                  <a:gd name="T41" fmla="*/ 0 h 436"/>
                  <a:gd name="T42" fmla="*/ 0 w 266"/>
                  <a:gd name="T43" fmla="*/ 0 h 436"/>
                  <a:gd name="T44" fmla="*/ 0 w 266"/>
                  <a:gd name="T45" fmla="*/ 0 h 436"/>
                  <a:gd name="T46" fmla="*/ 0 w 266"/>
                  <a:gd name="T47" fmla="*/ 0 h 436"/>
                  <a:gd name="T48" fmla="*/ 0 w 266"/>
                  <a:gd name="T49" fmla="*/ 0 h 436"/>
                  <a:gd name="T50" fmla="*/ 0 w 266"/>
                  <a:gd name="T51" fmla="*/ 0 h 436"/>
                  <a:gd name="T52" fmla="*/ 0 w 266"/>
                  <a:gd name="T53" fmla="*/ 0 h 436"/>
                  <a:gd name="T54" fmla="*/ 0 w 266"/>
                  <a:gd name="T55" fmla="*/ 0 h 436"/>
                  <a:gd name="T56" fmla="*/ 0 w 266"/>
                  <a:gd name="T57" fmla="*/ 0 h 436"/>
                  <a:gd name="T58" fmla="*/ 0 w 266"/>
                  <a:gd name="T59" fmla="*/ 0 h 436"/>
                  <a:gd name="T60" fmla="*/ 0 w 266"/>
                  <a:gd name="T61" fmla="*/ 0 h 436"/>
                  <a:gd name="T62" fmla="*/ 0 w 266"/>
                  <a:gd name="T63" fmla="*/ 0 h 436"/>
                  <a:gd name="T64" fmla="*/ 0 w 266"/>
                  <a:gd name="T65" fmla="*/ 0 h 4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66"/>
                  <a:gd name="T100" fmla="*/ 0 h 436"/>
                  <a:gd name="T101" fmla="*/ 266 w 266"/>
                  <a:gd name="T102" fmla="*/ 436 h 4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66" h="436">
                    <a:moveTo>
                      <a:pt x="266" y="97"/>
                    </a:moveTo>
                    <a:lnTo>
                      <a:pt x="253" y="133"/>
                    </a:lnTo>
                    <a:lnTo>
                      <a:pt x="217" y="169"/>
                    </a:lnTo>
                    <a:lnTo>
                      <a:pt x="169" y="194"/>
                    </a:lnTo>
                    <a:lnTo>
                      <a:pt x="145" y="194"/>
                    </a:lnTo>
                    <a:lnTo>
                      <a:pt x="96" y="205"/>
                    </a:lnTo>
                    <a:lnTo>
                      <a:pt x="60" y="230"/>
                    </a:lnTo>
                    <a:lnTo>
                      <a:pt x="36" y="254"/>
                    </a:lnTo>
                    <a:lnTo>
                      <a:pt x="11" y="327"/>
                    </a:lnTo>
                    <a:lnTo>
                      <a:pt x="0" y="363"/>
                    </a:lnTo>
                    <a:lnTo>
                      <a:pt x="0" y="387"/>
                    </a:lnTo>
                    <a:lnTo>
                      <a:pt x="11" y="412"/>
                    </a:lnTo>
                    <a:lnTo>
                      <a:pt x="36" y="436"/>
                    </a:lnTo>
                    <a:lnTo>
                      <a:pt x="72" y="436"/>
                    </a:lnTo>
                    <a:lnTo>
                      <a:pt x="132" y="423"/>
                    </a:lnTo>
                    <a:lnTo>
                      <a:pt x="169" y="399"/>
                    </a:lnTo>
                    <a:lnTo>
                      <a:pt x="193" y="363"/>
                    </a:lnTo>
                    <a:lnTo>
                      <a:pt x="217" y="291"/>
                    </a:lnTo>
                    <a:lnTo>
                      <a:pt x="217" y="254"/>
                    </a:lnTo>
                    <a:lnTo>
                      <a:pt x="205" y="218"/>
                    </a:lnTo>
                    <a:lnTo>
                      <a:pt x="181" y="205"/>
                    </a:lnTo>
                    <a:lnTo>
                      <a:pt x="132" y="194"/>
                    </a:lnTo>
                    <a:lnTo>
                      <a:pt x="96" y="182"/>
                    </a:lnTo>
                    <a:lnTo>
                      <a:pt x="72" y="145"/>
                    </a:lnTo>
                    <a:lnTo>
                      <a:pt x="72" y="109"/>
                    </a:lnTo>
                    <a:lnTo>
                      <a:pt x="85" y="60"/>
                    </a:lnTo>
                    <a:lnTo>
                      <a:pt x="121" y="24"/>
                    </a:lnTo>
                    <a:lnTo>
                      <a:pt x="157" y="0"/>
                    </a:lnTo>
                    <a:lnTo>
                      <a:pt x="193" y="0"/>
                    </a:lnTo>
                    <a:lnTo>
                      <a:pt x="241" y="13"/>
                    </a:lnTo>
                    <a:lnTo>
                      <a:pt x="266" y="36"/>
                    </a:lnTo>
                    <a:lnTo>
                      <a:pt x="266" y="60"/>
                    </a:lnTo>
                    <a:lnTo>
                      <a:pt x="266" y="97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3179">
                <a:extLst>
                  <a:ext uri="{FF2B5EF4-FFF2-40B4-BE49-F238E27FC236}">
                    <a16:creationId xmlns:a16="http://schemas.microsoft.com/office/drawing/2014/main" id="{F00F8AE7-F07F-A20C-621C-F1B470AA35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1" y="3840"/>
                <a:ext cx="48" cy="72"/>
              </a:xfrm>
              <a:custGeom>
                <a:avLst/>
                <a:gdLst>
                  <a:gd name="T0" fmla="*/ 0 w 290"/>
                  <a:gd name="T1" fmla="*/ 0 h 436"/>
                  <a:gd name="T2" fmla="*/ 0 w 290"/>
                  <a:gd name="T3" fmla="*/ 0 h 436"/>
                  <a:gd name="T4" fmla="*/ 0 w 290"/>
                  <a:gd name="T5" fmla="*/ 0 h 436"/>
                  <a:gd name="T6" fmla="*/ 0 w 290"/>
                  <a:gd name="T7" fmla="*/ 0 h 436"/>
                  <a:gd name="T8" fmla="*/ 0 w 290"/>
                  <a:gd name="T9" fmla="*/ 0 h 436"/>
                  <a:gd name="T10" fmla="*/ 0 w 290"/>
                  <a:gd name="T11" fmla="*/ 0 h 436"/>
                  <a:gd name="T12" fmla="*/ 0 w 290"/>
                  <a:gd name="T13" fmla="*/ 0 h 436"/>
                  <a:gd name="T14" fmla="*/ 0 w 290"/>
                  <a:gd name="T15" fmla="*/ 0 h 436"/>
                  <a:gd name="T16" fmla="*/ 0 w 290"/>
                  <a:gd name="T17" fmla="*/ 0 h 436"/>
                  <a:gd name="T18" fmla="*/ 0 w 290"/>
                  <a:gd name="T19" fmla="*/ 0 h 436"/>
                  <a:gd name="T20" fmla="*/ 0 w 290"/>
                  <a:gd name="T21" fmla="*/ 0 h 436"/>
                  <a:gd name="T22" fmla="*/ 0 w 290"/>
                  <a:gd name="T23" fmla="*/ 0 h 4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90"/>
                  <a:gd name="T37" fmla="*/ 0 h 436"/>
                  <a:gd name="T38" fmla="*/ 290 w 290"/>
                  <a:gd name="T39" fmla="*/ 436 h 4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90" h="436">
                    <a:moveTo>
                      <a:pt x="194" y="436"/>
                    </a:moveTo>
                    <a:lnTo>
                      <a:pt x="0" y="436"/>
                    </a:lnTo>
                    <a:lnTo>
                      <a:pt x="254" y="145"/>
                    </a:lnTo>
                    <a:lnTo>
                      <a:pt x="279" y="109"/>
                    </a:lnTo>
                    <a:lnTo>
                      <a:pt x="290" y="73"/>
                    </a:lnTo>
                    <a:lnTo>
                      <a:pt x="290" y="49"/>
                    </a:lnTo>
                    <a:lnTo>
                      <a:pt x="279" y="24"/>
                    </a:lnTo>
                    <a:lnTo>
                      <a:pt x="243" y="0"/>
                    </a:lnTo>
                    <a:lnTo>
                      <a:pt x="194" y="0"/>
                    </a:lnTo>
                    <a:lnTo>
                      <a:pt x="145" y="13"/>
                    </a:lnTo>
                    <a:lnTo>
                      <a:pt x="109" y="36"/>
                    </a:lnTo>
                    <a:lnTo>
                      <a:pt x="98" y="60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3180">
                <a:extLst>
                  <a:ext uri="{FF2B5EF4-FFF2-40B4-BE49-F238E27FC236}">
                    <a16:creationId xmlns:a16="http://schemas.microsoft.com/office/drawing/2014/main" id="{0DC43746-5995-BDD9-A2E3-998D893DA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3840"/>
                <a:ext cx="38" cy="72"/>
              </a:xfrm>
              <a:custGeom>
                <a:avLst/>
                <a:gdLst>
                  <a:gd name="T0" fmla="*/ 0 w 230"/>
                  <a:gd name="T1" fmla="*/ 0 h 436"/>
                  <a:gd name="T2" fmla="*/ 0 w 230"/>
                  <a:gd name="T3" fmla="*/ 0 h 436"/>
                  <a:gd name="T4" fmla="*/ 0 w 230"/>
                  <a:gd name="T5" fmla="*/ 0 h 436"/>
                  <a:gd name="T6" fmla="*/ 0 w 230"/>
                  <a:gd name="T7" fmla="*/ 0 h 436"/>
                  <a:gd name="T8" fmla="*/ 0 w 230"/>
                  <a:gd name="T9" fmla="*/ 0 h 436"/>
                  <a:gd name="T10" fmla="*/ 0 w 230"/>
                  <a:gd name="T11" fmla="*/ 0 h 436"/>
                  <a:gd name="T12" fmla="*/ 0 w 230"/>
                  <a:gd name="T13" fmla="*/ 0 h 436"/>
                  <a:gd name="T14" fmla="*/ 0 w 230"/>
                  <a:gd name="T15" fmla="*/ 0 h 436"/>
                  <a:gd name="T16" fmla="*/ 0 w 230"/>
                  <a:gd name="T17" fmla="*/ 0 h 436"/>
                  <a:gd name="T18" fmla="*/ 0 w 230"/>
                  <a:gd name="T19" fmla="*/ 0 h 436"/>
                  <a:gd name="T20" fmla="*/ 0 w 230"/>
                  <a:gd name="T21" fmla="*/ 0 h 436"/>
                  <a:gd name="T22" fmla="*/ 0 w 230"/>
                  <a:gd name="T23" fmla="*/ 0 h 436"/>
                  <a:gd name="T24" fmla="*/ 0 w 230"/>
                  <a:gd name="T25" fmla="*/ 0 h 436"/>
                  <a:gd name="T26" fmla="*/ 0 w 230"/>
                  <a:gd name="T27" fmla="*/ 0 h 436"/>
                  <a:gd name="T28" fmla="*/ 0 w 230"/>
                  <a:gd name="T29" fmla="*/ 0 h 436"/>
                  <a:gd name="T30" fmla="*/ 0 w 230"/>
                  <a:gd name="T31" fmla="*/ 0 h 436"/>
                  <a:gd name="T32" fmla="*/ 0 w 230"/>
                  <a:gd name="T33" fmla="*/ 0 h 436"/>
                  <a:gd name="T34" fmla="*/ 0 w 230"/>
                  <a:gd name="T35" fmla="*/ 0 h 436"/>
                  <a:gd name="T36" fmla="*/ 0 w 230"/>
                  <a:gd name="T37" fmla="*/ 0 h 436"/>
                  <a:gd name="T38" fmla="*/ 0 w 230"/>
                  <a:gd name="T39" fmla="*/ 0 h 436"/>
                  <a:gd name="T40" fmla="*/ 0 w 230"/>
                  <a:gd name="T41" fmla="*/ 0 h 436"/>
                  <a:gd name="T42" fmla="*/ 0 w 230"/>
                  <a:gd name="T43" fmla="*/ 0 h 436"/>
                  <a:gd name="T44" fmla="*/ 0 w 230"/>
                  <a:gd name="T45" fmla="*/ 0 h 4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30"/>
                  <a:gd name="T70" fmla="*/ 0 h 436"/>
                  <a:gd name="T71" fmla="*/ 230 w 230"/>
                  <a:gd name="T72" fmla="*/ 436 h 4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30" h="436">
                    <a:moveTo>
                      <a:pt x="49" y="436"/>
                    </a:moveTo>
                    <a:lnTo>
                      <a:pt x="60" y="436"/>
                    </a:lnTo>
                    <a:lnTo>
                      <a:pt x="97" y="423"/>
                    </a:lnTo>
                    <a:lnTo>
                      <a:pt x="133" y="387"/>
                    </a:lnTo>
                    <a:lnTo>
                      <a:pt x="169" y="339"/>
                    </a:lnTo>
                    <a:lnTo>
                      <a:pt x="206" y="267"/>
                    </a:lnTo>
                    <a:lnTo>
                      <a:pt x="218" y="218"/>
                    </a:lnTo>
                    <a:lnTo>
                      <a:pt x="230" y="158"/>
                    </a:lnTo>
                    <a:lnTo>
                      <a:pt x="230" y="85"/>
                    </a:lnTo>
                    <a:lnTo>
                      <a:pt x="218" y="24"/>
                    </a:lnTo>
                    <a:lnTo>
                      <a:pt x="194" y="0"/>
                    </a:lnTo>
                    <a:lnTo>
                      <a:pt x="169" y="0"/>
                    </a:lnTo>
                    <a:lnTo>
                      <a:pt x="133" y="13"/>
                    </a:lnTo>
                    <a:lnTo>
                      <a:pt x="109" y="36"/>
                    </a:lnTo>
                    <a:lnTo>
                      <a:pt x="73" y="85"/>
                    </a:lnTo>
                    <a:lnTo>
                      <a:pt x="49" y="133"/>
                    </a:lnTo>
                    <a:lnTo>
                      <a:pt x="24" y="194"/>
                    </a:lnTo>
                    <a:lnTo>
                      <a:pt x="13" y="242"/>
                    </a:lnTo>
                    <a:lnTo>
                      <a:pt x="0" y="303"/>
                    </a:lnTo>
                    <a:lnTo>
                      <a:pt x="0" y="351"/>
                    </a:lnTo>
                    <a:lnTo>
                      <a:pt x="13" y="412"/>
                    </a:lnTo>
                    <a:lnTo>
                      <a:pt x="24" y="423"/>
                    </a:lnTo>
                    <a:lnTo>
                      <a:pt x="49" y="436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Line 3181">
              <a:extLst>
                <a:ext uri="{FF2B5EF4-FFF2-40B4-BE49-F238E27FC236}">
                  <a16:creationId xmlns:a16="http://schemas.microsoft.com/office/drawing/2014/main" id="{3AC55AB2-051A-FED7-CBED-C65D3A92D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1896"/>
              <a:ext cx="2" cy="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3182">
              <a:extLst>
                <a:ext uri="{FF2B5EF4-FFF2-40B4-BE49-F238E27FC236}">
                  <a16:creationId xmlns:a16="http://schemas.microsoft.com/office/drawing/2014/main" id="{2588DC20-120D-15E6-0B88-4A45B7BFBD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3" y="1588"/>
              <a:ext cx="450" cy="211"/>
              <a:chOff x="5068" y="3273"/>
              <a:chExt cx="275" cy="130"/>
            </a:xfrm>
          </p:grpSpPr>
          <p:sp>
            <p:nvSpPr>
              <p:cNvPr id="62" name="Line 3183">
                <a:extLst>
                  <a:ext uri="{FF2B5EF4-FFF2-40B4-BE49-F238E27FC236}">
                    <a16:creationId xmlns:a16="http://schemas.microsoft.com/office/drawing/2014/main" id="{92ABE7B0-E073-2B80-AB18-19D71CE6D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8" y="3288"/>
                <a:ext cx="1" cy="11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3184">
                <a:extLst>
                  <a:ext uri="{FF2B5EF4-FFF2-40B4-BE49-F238E27FC236}">
                    <a16:creationId xmlns:a16="http://schemas.microsoft.com/office/drawing/2014/main" id="{4F7BAA4C-F087-BBA5-360F-ACC0E97A9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7" y="3369"/>
                <a:ext cx="206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3185">
                <a:extLst>
                  <a:ext uri="{FF2B5EF4-FFF2-40B4-BE49-F238E27FC236}">
                    <a16:creationId xmlns:a16="http://schemas.microsoft.com/office/drawing/2014/main" id="{A53F5F4D-CE7F-16FF-1E8F-01EB27E2C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8" y="3357"/>
                <a:ext cx="69" cy="23"/>
              </a:xfrm>
              <a:custGeom>
                <a:avLst/>
                <a:gdLst>
                  <a:gd name="T0" fmla="*/ 0 w 413"/>
                  <a:gd name="T1" fmla="*/ 0 h 137"/>
                  <a:gd name="T2" fmla="*/ 0 w 413"/>
                  <a:gd name="T3" fmla="*/ 0 h 137"/>
                  <a:gd name="T4" fmla="*/ 0 w 413"/>
                  <a:gd name="T5" fmla="*/ 0 h 137"/>
                  <a:gd name="T6" fmla="*/ 0 w 413"/>
                  <a:gd name="T7" fmla="*/ 0 h 1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3"/>
                  <a:gd name="T13" fmla="*/ 0 h 137"/>
                  <a:gd name="T14" fmla="*/ 413 w 413"/>
                  <a:gd name="T15" fmla="*/ 137 h 1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3" h="137">
                    <a:moveTo>
                      <a:pt x="413" y="0"/>
                    </a:moveTo>
                    <a:lnTo>
                      <a:pt x="413" y="137"/>
                    </a:lnTo>
                    <a:lnTo>
                      <a:pt x="0" y="6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3186">
                <a:extLst>
                  <a:ext uri="{FF2B5EF4-FFF2-40B4-BE49-F238E27FC236}">
                    <a16:creationId xmlns:a16="http://schemas.microsoft.com/office/drawing/2014/main" id="{461A7828-C57F-0D60-1B10-9DB51615B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8" y="3357"/>
                <a:ext cx="69" cy="23"/>
              </a:xfrm>
              <a:custGeom>
                <a:avLst/>
                <a:gdLst>
                  <a:gd name="T0" fmla="*/ 0 w 413"/>
                  <a:gd name="T1" fmla="*/ 0 h 137"/>
                  <a:gd name="T2" fmla="*/ 0 w 413"/>
                  <a:gd name="T3" fmla="*/ 0 h 137"/>
                  <a:gd name="T4" fmla="*/ 0 w 413"/>
                  <a:gd name="T5" fmla="*/ 0 h 137"/>
                  <a:gd name="T6" fmla="*/ 0 w 413"/>
                  <a:gd name="T7" fmla="*/ 0 h 1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3"/>
                  <a:gd name="T13" fmla="*/ 0 h 137"/>
                  <a:gd name="T14" fmla="*/ 413 w 413"/>
                  <a:gd name="T15" fmla="*/ 137 h 1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3" h="137">
                    <a:moveTo>
                      <a:pt x="413" y="0"/>
                    </a:moveTo>
                    <a:lnTo>
                      <a:pt x="413" y="137"/>
                    </a:lnTo>
                    <a:lnTo>
                      <a:pt x="0" y="69"/>
                    </a:lnTo>
                    <a:lnTo>
                      <a:pt x="413" y="0"/>
                    </a:lnTo>
                    <a:close/>
                  </a:path>
                </a:pathLst>
              </a:custGeom>
              <a:solidFill>
                <a:schemeClr val="hlink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3187">
                <a:extLst>
                  <a:ext uri="{FF2B5EF4-FFF2-40B4-BE49-F238E27FC236}">
                    <a16:creationId xmlns:a16="http://schemas.microsoft.com/office/drawing/2014/main" id="{CA463C88-57C0-0D98-DFB8-71742E63C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9" y="3273"/>
                <a:ext cx="43" cy="65"/>
              </a:xfrm>
              <a:custGeom>
                <a:avLst/>
                <a:gdLst>
                  <a:gd name="T0" fmla="*/ 0 w 260"/>
                  <a:gd name="T1" fmla="*/ 0 h 388"/>
                  <a:gd name="T2" fmla="*/ 0 w 260"/>
                  <a:gd name="T3" fmla="*/ 0 h 388"/>
                  <a:gd name="T4" fmla="*/ 0 w 260"/>
                  <a:gd name="T5" fmla="*/ 0 h 388"/>
                  <a:gd name="T6" fmla="*/ 0 w 260"/>
                  <a:gd name="T7" fmla="*/ 0 h 388"/>
                  <a:gd name="T8" fmla="*/ 0 w 260"/>
                  <a:gd name="T9" fmla="*/ 0 h 388"/>
                  <a:gd name="T10" fmla="*/ 0 w 260"/>
                  <a:gd name="T11" fmla="*/ 0 h 388"/>
                  <a:gd name="T12" fmla="*/ 0 w 260"/>
                  <a:gd name="T13" fmla="*/ 0 h 388"/>
                  <a:gd name="T14" fmla="*/ 0 w 260"/>
                  <a:gd name="T15" fmla="*/ 0 h 388"/>
                  <a:gd name="T16" fmla="*/ 0 w 260"/>
                  <a:gd name="T17" fmla="*/ 0 h 388"/>
                  <a:gd name="T18" fmla="*/ 0 w 260"/>
                  <a:gd name="T19" fmla="*/ 0 h 388"/>
                  <a:gd name="T20" fmla="*/ 0 w 260"/>
                  <a:gd name="T21" fmla="*/ 0 h 388"/>
                  <a:gd name="T22" fmla="*/ 0 w 260"/>
                  <a:gd name="T23" fmla="*/ 0 h 38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60"/>
                  <a:gd name="T37" fmla="*/ 0 h 388"/>
                  <a:gd name="T38" fmla="*/ 260 w 260"/>
                  <a:gd name="T39" fmla="*/ 388 h 38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60" h="388">
                    <a:moveTo>
                      <a:pt x="173" y="388"/>
                    </a:moveTo>
                    <a:lnTo>
                      <a:pt x="0" y="388"/>
                    </a:lnTo>
                    <a:lnTo>
                      <a:pt x="227" y="129"/>
                    </a:lnTo>
                    <a:lnTo>
                      <a:pt x="248" y="97"/>
                    </a:lnTo>
                    <a:lnTo>
                      <a:pt x="260" y="64"/>
                    </a:lnTo>
                    <a:lnTo>
                      <a:pt x="260" y="43"/>
                    </a:lnTo>
                    <a:lnTo>
                      <a:pt x="248" y="21"/>
                    </a:lnTo>
                    <a:lnTo>
                      <a:pt x="216" y="0"/>
                    </a:lnTo>
                    <a:lnTo>
                      <a:pt x="173" y="0"/>
                    </a:lnTo>
                    <a:lnTo>
                      <a:pt x="130" y="10"/>
                    </a:lnTo>
                    <a:lnTo>
                      <a:pt x="98" y="33"/>
                    </a:lnTo>
                    <a:lnTo>
                      <a:pt x="87" y="54"/>
                    </a:lnTo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3188">
                <a:extLst>
                  <a:ext uri="{FF2B5EF4-FFF2-40B4-BE49-F238E27FC236}">
                    <a16:creationId xmlns:a16="http://schemas.microsoft.com/office/drawing/2014/main" id="{201DF4C3-82FA-75D7-FE9F-EFF8886B3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5" y="3273"/>
                <a:ext cx="34" cy="65"/>
              </a:xfrm>
              <a:custGeom>
                <a:avLst/>
                <a:gdLst>
                  <a:gd name="T0" fmla="*/ 0 w 204"/>
                  <a:gd name="T1" fmla="*/ 0 h 388"/>
                  <a:gd name="T2" fmla="*/ 0 w 204"/>
                  <a:gd name="T3" fmla="*/ 0 h 388"/>
                  <a:gd name="T4" fmla="*/ 0 w 204"/>
                  <a:gd name="T5" fmla="*/ 0 h 388"/>
                  <a:gd name="T6" fmla="*/ 0 w 204"/>
                  <a:gd name="T7" fmla="*/ 0 h 388"/>
                  <a:gd name="T8" fmla="*/ 0 w 204"/>
                  <a:gd name="T9" fmla="*/ 0 h 388"/>
                  <a:gd name="T10" fmla="*/ 0 w 204"/>
                  <a:gd name="T11" fmla="*/ 0 h 388"/>
                  <a:gd name="T12" fmla="*/ 0 w 204"/>
                  <a:gd name="T13" fmla="*/ 0 h 388"/>
                  <a:gd name="T14" fmla="*/ 0 w 204"/>
                  <a:gd name="T15" fmla="*/ 0 h 388"/>
                  <a:gd name="T16" fmla="*/ 0 w 204"/>
                  <a:gd name="T17" fmla="*/ 0 h 388"/>
                  <a:gd name="T18" fmla="*/ 0 w 204"/>
                  <a:gd name="T19" fmla="*/ 0 h 388"/>
                  <a:gd name="T20" fmla="*/ 0 w 204"/>
                  <a:gd name="T21" fmla="*/ 0 h 388"/>
                  <a:gd name="T22" fmla="*/ 0 w 204"/>
                  <a:gd name="T23" fmla="*/ 0 h 388"/>
                  <a:gd name="T24" fmla="*/ 0 w 204"/>
                  <a:gd name="T25" fmla="*/ 0 h 388"/>
                  <a:gd name="T26" fmla="*/ 0 w 204"/>
                  <a:gd name="T27" fmla="*/ 0 h 388"/>
                  <a:gd name="T28" fmla="*/ 0 w 204"/>
                  <a:gd name="T29" fmla="*/ 0 h 388"/>
                  <a:gd name="T30" fmla="*/ 0 w 204"/>
                  <a:gd name="T31" fmla="*/ 0 h 388"/>
                  <a:gd name="T32" fmla="*/ 0 w 204"/>
                  <a:gd name="T33" fmla="*/ 0 h 388"/>
                  <a:gd name="T34" fmla="*/ 0 w 204"/>
                  <a:gd name="T35" fmla="*/ 0 h 388"/>
                  <a:gd name="T36" fmla="*/ 0 w 204"/>
                  <a:gd name="T37" fmla="*/ 0 h 388"/>
                  <a:gd name="T38" fmla="*/ 0 w 204"/>
                  <a:gd name="T39" fmla="*/ 0 h 388"/>
                  <a:gd name="T40" fmla="*/ 0 w 204"/>
                  <a:gd name="T41" fmla="*/ 0 h 388"/>
                  <a:gd name="T42" fmla="*/ 0 w 204"/>
                  <a:gd name="T43" fmla="*/ 0 h 388"/>
                  <a:gd name="T44" fmla="*/ 0 w 204"/>
                  <a:gd name="T45" fmla="*/ 0 h 38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04"/>
                  <a:gd name="T70" fmla="*/ 0 h 388"/>
                  <a:gd name="T71" fmla="*/ 204 w 204"/>
                  <a:gd name="T72" fmla="*/ 388 h 388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04" h="388">
                    <a:moveTo>
                      <a:pt x="43" y="388"/>
                    </a:moveTo>
                    <a:lnTo>
                      <a:pt x="54" y="388"/>
                    </a:lnTo>
                    <a:lnTo>
                      <a:pt x="86" y="377"/>
                    </a:lnTo>
                    <a:lnTo>
                      <a:pt x="119" y="345"/>
                    </a:lnTo>
                    <a:lnTo>
                      <a:pt x="150" y="302"/>
                    </a:lnTo>
                    <a:lnTo>
                      <a:pt x="183" y="237"/>
                    </a:lnTo>
                    <a:lnTo>
                      <a:pt x="194" y="194"/>
                    </a:lnTo>
                    <a:lnTo>
                      <a:pt x="204" y="140"/>
                    </a:lnTo>
                    <a:lnTo>
                      <a:pt x="204" y="75"/>
                    </a:lnTo>
                    <a:lnTo>
                      <a:pt x="194" y="21"/>
                    </a:lnTo>
                    <a:lnTo>
                      <a:pt x="173" y="0"/>
                    </a:lnTo>
                    <a:lnTo>
                      <a:pt x="150" y="0"/>
                    </a:lnTo>
                    <a:lnTo>
                      <a:pt x="119" y="10"/>
                    </a:lnTo>
                    <a:lnTo>
                      <a:pt x="96" y="33"/>
                    </a:lnTo>
                    <a:lnTo>
                      <a:pt x="65" y="75"/>
                    </a:lnTo>
                    <a:lnTo>
                      <a:pt x="43" y="118"/>
                    </a:lnTo>
                    <a:lnTo>
                      <a:pt x="21" y="172"/>
                    </a:lnTo>
                    <a:lnTo>
                      <a:pt x="11" y="216"/>
                    </a:lnTo>
                    <a:lnTo>
                      <a:pt x="0" y="270"/>
                    </a:lnTo>
                    <a:lnTo>
                      <a:pt x="0" y="312"/>
                    </a:lnTo>
                    <a:lnTo>
                      <a:pt x="11" y="366"/>
                    </a:lnTo>
                    <a:lnTo>
                      <a:pt x="21" y="377"/>
                    </a:lnTo>
                    <a:lnTo>
                      <a:pt x="43" y="388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" name="Line 3190">
              <a:extLst>
                <a:ext uri="{FF2B5EF4-FFF2-40B4-BE49-F238E27FC236}">
                  <a16:creationId xmlns:a16="http://schemas.microsoft.com/office/drawing/2014/main" id="{F3AC1D36-9C9A-2C97-4A36-511BC5FD2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1612"/>
              <a:ext cx="2" cy="18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191">
              <a:extLst>
                <a:ext uri="{FF2B5EF4-FFF2-40B4-BE49-F238E27FC236}">
                  <a16:creationId xmlns:a16="http://schemas.microsoft.com/office/drawing/2014/main" id="{6B57B565-F392-DBFE-A837-48DE5FA53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1725"/>
              <a:ext cx="96" cy="37"/>
            </a:xfrm>
            <a:custGeom>
              <a:avLst/>
              <a:gdLst>
                <a:gd name="T0" fmla="*/ 0 w 414"/>
                <a:gd name="T1" fmla="*/ 0 h 137"/>
                <a:gd name="T2" fmla="*/ 0 w 414"/>
                <a:gd name="T3" fmla="*/ 0 h 137"/>
                <a:gd name="T4" fmla="*/ 0 w 414"/>
                <a:gd name="T5" fmla="*/ 0 h 137"/>
                <a:gd name="T6" fmla="*/ 0 w 414"/>
                <a:gd name="T7" fmla="*/ 0 h 1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4"/>
                <a:gd name="T13" fmla="*/ 0 h 137"/>
                <a:gd name="T14" fmla="*/ 414 w 414"/>
                <a:gd name="T15" fmla="*/ 137 h 1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4" h="137">
                  <a:moveTo>
                    <a:pt x="0" y="0"/>
                  </a:moveTo>
                  <a:lnTo>
                    <a:pt x="0" y="137"/>
                  </a:lnTo>
                  <a:lnTo>
                    <a:pt x="414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192">
              <a:extLst>
                <a:ext uri="{FF2B5EF4-FFF2-40B4-BE49-F238E27FC236}">
                  <a16:creationId xmlns:a16="http://schemas.microsoft.com/office/drawing/2014/main" id="{40486D68-BBBB-DF5F-BDD5-802478545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1725"/>
              <a:ext cx="96" cy="37"/>
            </a:xfrm>
            <a:custGeom>
              <a:avLst/>
              <a:gdLst>
                <a:gd name="T0" fmla="*/ 0 w 414"/>
                <a:gd name="T1" fmla="*/ 0 h 137"/>
                <a:gd name="T2" fmla="*/ 0 w 414"/>
                <a:gd name="T3" fmla="*/ 0 h 137"/>
                <a:gd name="T4" fmla="*/ 0 w 414"/>
                <a:gd name="T5" fmla="*/ 0 h 137"/>
                <a:gd name="T6" fmla="*/ 0 w 414"/>
                <a:gd name="T7" fmla="*/ 0 h 1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4"/>
                <a:gd name="T13" fmla="*/ 0 h 137"/>
                <a:gd name="T14" fmla="*/ 414 w 414"/>
                <a:gd name="T15" fmla="*/ 137 h 1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4" h="137">
                  <a:moveTo>
                    <a:pt x="0" y="0"/>
                  </a:moveTo>
                  <a:lnTo>
                    <a:pt x="0" y="137"/>
                  </a:lnTo>
                  <a:lnTo>
                    <a:pt x="414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hlink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3193">
              <a:extLst>
                <a:ext uri="{FF2B5EF4-FFF2-40B4-BE49-F238E27FC236}">
                  <a16:creationId xmlns:a16="http://schemas.microsoft.com/office/drawing/2014/main" id="{1501ED78-91C7-A093-520C-AD2DC9B52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1612"/>
              <a:ext cx="2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3194">
              <a:extLst>
                <a:ext uri="{FF2B5EF4-FFF2-40B4-BE49-F238E27FC236}">
                  <a16:creationId xmlns:a16="http://schemas.microsoft.com/office/drawing/2014/main" id="{29C6EC00-CF9F-E09F-357F-492068A92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1744"/>
              <a:ext cx="2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3195">
              <a:extLst>
                <a:ext uri="{FF2B5EF4-FFF2-40B4-BE49-F238E27FC236}">
                  <a16:creationId xmlns:a16="http://schemas.microsoft.com/office/drawing/2014/main" id="{EC975A32-FBC7-458B-AE36-EC9D5DB5F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1612"/>
              <a:ext cx="2" cy="18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3196">
              <a:extLst>
                <a:ext uri="{FF2B5EF4-FFF2-40B4-BE49-F238E27FC236}">
                  <a16:creationId xmlns:a16="http://schemas.microsoft.com/office/drawing/2014/main" id="{75B625A0-CC5B-9166-3984-EBC7A86F9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6" y="1606"/>
              <a:ext cx="1" cy="19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3197">
              <a:extLst>
                <a:ext uri="{FF2B5EF4-FFF2-40B4-BE49-F238E27FC236}">
                  <a16:creationId xmlns:a16="http://schemas.microsoft.com/office/drawing/2014/main" id="{2D17086A-BDAF-7A4E-3539-CF4C9F433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3" y="1744"/>
              <a:ext cx="9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3198">
              <a:extLst>
                <a:ext uri="{FF2B5EF4-FFF2-40B4-BE49-F238E27FC236}">
                  <a16:creationId xmlns:a16="http://schemas.microsoft.com/office/drawing/2014/main" id="{093FB3CF-7E8A-1F1B-E287-3967DE3B8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1" y="1744"/>
              <a:ext cx="245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3201">
              <a:extLst>
                <a:ext uri="{FF2B5EF4-FFF2-40B4-BE49-F238E27FC236}">
                  <a16:creationId xmlns:a16="http://schemas.microsoft.com/office/drawing/2014/main" id="{C17446E6-AE24-8EB5-F766-B50CC9BB6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1588"/>
              <a:ext cx="26" cy="106"/>
            </a:xfrm>
            <a:custGeom>
              <a:avLst/>
              <a:gdLst>
                <a:gd name="T0" fmla="*/ 0 w 108"/>
                <a:gd name="T1" fmla="*/ 0 h 388"/>
                <a:gd name="T2" fmla="*/ 0 w 108"/>
                <a:gd name="T3" fmla="*/ 0 h 388"/>
                <a:gd name="T4" fmla="*/ 0 w 108"/>
                <a:gd name="T5" fmla="*/ 0 h 388"/>
                <a:gd name="T6" fmla="*/ 0 60000 65536"/>
                <a:gd name="T7" fmla="*/ 0 60000 65536"/>
                <a:gd name="T8" fmla="*/ 0 60000 65536"/>
                <a:gd name="T9" fmla="*/ 0 w 108"/>
                <a:gd name="T10" fmla="*/ 0 h 388"/>
                <a:gd name="T11" fmla="*/ 108 w 108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" h="388">
                  <a:moveTo>
                    <a:pt x="0" y="388"/>
                  </a:moveTo>
                  <a:lnTo>
                    <a:pt x="108" y="0"/>
                  </a:lnTo>
                  <a:lnTo>
                    <a:pt x="0" y="8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3202">
              <a:extLst>
                <a:ext uri="{FF2B5EF4-FFF2-40B4-BE49-F238E27FC236}">
                  <a16:creationId xmlns:a16="http://schemas.microsoft.com/office/drawing/2014/main" id="{C94D6036-E4FD-EA52-B5D8-C88A502D4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588"/>
              <a:ext cx="49" cy="106"/>
            </a:xfrm>
            <a:custGeom>
              <a:avLst/>
              <a:gdLst>
                <a:gd name="T0" fmla="*/ 0 w 206"/>
                <a:gd name="T1" fmla="*/ 0 h 388"/>
                <a:gd name="T2" fmla="*/ 0 w 206"/>
                <a:gd name="T3" fmla="*/ 0 h 388"/>
                <a:gd name="T4" fmla="*/ 0 w 206"/>
                <a:gd name="T5" fmla="*/ 0 h 388"/>
                <a:gd name="T6" fmla="*/ 0 w 206"/>
                <a:gd name="T7" fmla="*/ 0 h 388"/>
                <a:gd name="T8" fmla="*/ 0 w 206"/>
                <a:gd name="T9" fmla="*/ 0 h 388"/>
                <a:gd name="T10" fmla="*/ 0 w 206"/>
                <a:gd name="T11" fmla="*/ 0 h 388"/>
                <a:gd name="T12" fmla="*/ 0 w 206"/>
                <a:gd name="T13" fmla="*/ 0 h 388"/>
                <a:gd name="T14" fmla="*/ 0 w 206"/>
                <a:gd name="T15" fmla="*/ 0 h 388"/>
                <a:gd name="T16" fmla="*/ 0 w 206"/>
                <a:gd name="T17" fmla="*/ 0 h 388"/>
                <a:gd name="T18" fmla="*/ 0 w 206"/>
                <a:gd name="T19" fmla="*/ 0 h 388"/>
                <a:gd name="T20" fmla="*/ 0 w 206"/>
                <a:gd name="T21" fmla="*/ 0 h 388"/>
                <a:gd name="T22" fmla="*/ 0 w 206"/>
                <a:gd name="T23" fmla="*/ 0 h 388"/>
                <a:gd name="T24" fmla="*/ 0 w 206"/>
                <a:gd name="T25" fmla="*/ 0 h 388"/>
                <a:gd name="T26" fmla="*/ 0 w 206"/>
                <a:gd name="T27" fmla="*/ 0 h 388"/>
                <a:gd name="T28" fmla="*/ 0 w 206"/>
                <a:gd name="T29" fmla="*/ 0 h 388"/>
                <a:gd name="T30" fmla="*/ 0 w 206"/>
                <a:gd name="T31" fmla="*/ 0 h 388"/>
                <a:gd name="T32" fmla="*/ 0 w 206"/>
                <a:gd name="T33" fmla="*/ 0 h 388"/>
                <a:gd name="T34" fmla="*/ 0 w 206"/>
                <a:gd name="T35" fmla="*/ 0 h 388"/>
                <a:gd name="T36" fmla="*/ 0 w 206"/>
                <a:gd name="T37" fmla="*/ 0 h 388"/>
                <a:gd name="T38" fmla="*/ 0 w 206"/>
                <a:gd name="T39" fmla="*/ 0 h 388"/>
                <a:gd name="T40" fmla="*/ 0 w 206"/>
                <a:gd name="T41" fmla="*/ 0 h 388"/>
                <a:gd name="T42" fmla="*/ 0 w 206"/>
                <a:gd name="T43" fmla="*/ 0 h 388"/>
                <a:gd name="T44" fmla="*/ 0 w 206"/>
                <a:gd name="T45" fmla="*/ 0 h 38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06"/>
                <a:gd name="T70" fmla="*/ 0 h 388"/>
                <a:gd name="T71" fmla="*/ 206 w 206"/>
                <a:gd name="T72" fmla="*/ 388 h 38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06" h="388">
                  <a:moveTo>
                    <a:pt x="44" y="388"/>
                  </a:moveTo>
                  <a:lnTo>
                    <a:pt x="54" y="388"/>
                  </a:lnTo>
                  <a:lnTo>
                    <a:pt x="87" y="378"/>
                  </a:lnTo>
                  <a:lnTo>
                    <a:pt x="119" y="345"/>
                  </a:lnTo>
                  <a:lnTo>
                    <a:pt x="152" y="303"/>
                  </a:lnTo>
                  <a:lnTo>
                    <a:pt x="184" y="237"/>
                  </a:lnTo>
                  <a:lnTo>
                    <a:pt x="195" y="195"/>
                  </a:lnTo>
                  <a:lnTo>
                    <a:pt x="206" y="141"/>
                  </a:lnTo>
                  <a:lnTo>
                    <a:pt x="206" y="76"/>
                  </a:lnTo>
                  <a:lnTo>
                    <a:pt x="195" y="22"/>
                  </a:lnTo>
                  <a:lnTo>
                    <a:pt x="173" y="0"/>
                  </a:lnTo>
                  <a:lnTo>
                    <a:pt x="152" y="0"/>
                  </a:lnTo>
                  <a:lnTo>
                    <a:pt x="119" y="11"/>
                  </a:lnTo>
                  <a:lnTo>
                    <a:pt x="98" y="33"/>
                  </a:lnTo>
                  <a:lnTo>
                    <a:pt x="65" y="76"/>
                  </a:lnTo>
                  <a:lnTo>
                    <a:pt x="44" y="118"/>
                  </a:lnTo>
                  <a:lnTo>
                    <a:pt x="23" y="172"/>
                  </a:lnTo>
                  <a:lnTo>
                    <a:pt x="12" y="216"/>
                  </a:lnTo>
                  <a:lnTo>
                    <a:pt x="0" y="270"/>
                  </a:lnTo>
                  <a:lnTo>
                    <a:pt x="0" y="313"/>
                  </a:lnTo>
                  <a:lnTo>
                    <a:pt x="12" y="367"/>
                  </a:lnTo>
                  <a:lnTo>
                    <a:pt x="23" y="378"/>
                  </a:lnTo>
                  <a:lnTo>
                    <a:pt x="44" y="388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204">
              <a:extLst>
                <a:ext uri="{FF2B5EF4-FFF2-40B4-BE49-F238E27FC236}">
                  <a16:creationId xmlns:a16="http://schemas.microsoft.com/office/drawing/2014/main" id="{0FFA2679-4692-491A-2157-0AB6775BE1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" y="1626"/>
              <a:ext cx="761" cy="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3205">
              <a:extLst>
                <a:ext uri="{FF2B5EF4-FFF2-40B4-BE49-F238E27FC236}">
                  <a16:creationId xmlns:a16="http://schemas.microsoft.com/office/drawing/2014/main" id="{FCBE708F-075C-EA08-038E-EB30261CC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" y="1631"/>
              <a:ext cx="38" cy="113"/>
            </a:xfrm>
            <a:custGeom>
              <a:avLst/>
              <a:gdLst>
                <a:gd name="T0" fmla="*/ 0 w 138"/>
                <a:gd name="T1" fmla="*/ 0 h 414"/>
                <a:gd name="T2" fmla="*/ 0 w 138"/>
                <a:gd name="T3" fmla="*/ 0 h 414"/>
                <a:gd name="T4" fmla="*/ 0 w 138"/>
                <a:gd name="T5" fmla="*/ 0 h 414"/>
                <a:gd name="T6" fmla="*/ 0 w 138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4"/>
                <a:gd name="T14" fmla="*/ 138 w 138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4">
                  <a:moveTo>
                    <a:pt x="0" y="414"/>
                  </a:moveTo>
                  <a:lnTo>
                    <a:pt x="138" y="414"/>
                  </a:lnTo>
                  <a:lnTo>
                    <a:pt x="69" y="0"/>
                  </a:lnTo>
                  <a:lnTo>
                    <a:pt x="0" y="414"/>
                  </a:lnTo>
                  <a:close/>
                </a:path>
              </a:pathLst>
            </a:custGeom>
            <a:solidFill>
              <a:schemeClr val="hlink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3206">
              <a:extLst>
                <a:ext uri="{FF2B5EF4-FFF2-40B4-BE49-F238E27FC236}">
                  <a16:creationId xmlns:a16="http://schemas.microsoft.com/office/drawing/2014/main" id="{41313FC0-8384-4348-E4E7-DBFB7CD40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" y="1744"/>
              <a:ext cx="105" cy="30"/>
            </a:xfrm>
            <a:custGeom>
              <a:avLst/>
              <a:gdLst>
                <a:gd name="T0" fmla="*/ 0 w 387"/>
                <a:gd name="T1" fmla="*/ 0 h 108"/>
                <a:gd name="T2" fmla="*/ 0 w 387"/>
                <a:gd name="T3" fmla="*/ 0 h 108"/>
                <a:gd name="T4" fmla="*/ 0 w 387"/>
                <a:gd name="T5" fmla="*/ 0 h 108"/>
                <a:gd name="T6" fmla="*/ 0 60000 65536"/>
                <a:gd name="T7" fmla="*/ 0 60000 65536"/>
                <a:gd name="T8" fmla="*/ 0 60000 65536"/>
                <a:gd name="T9" fmla="*/ 0 w 387"/>
                <a:gd name="T10" fmla="*/ 0 h 108"/>
                <a:gd name="T11" fmla="*/ 387 w 387"/>
                <a:gd name="T12" fmla="*/ 108 h 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7" h="108">
                  <a:moveTo>
                    <a:pt x="387" y="108"/>
                  </a:moveTo>
                  <a:lnTo>
                    <a:pt x="0" y="0"/>
                  </a:lnTo>
                  <a:lnTo>
                    <a:pt x="85" y="108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208">
              <a:extLst>
                <a:ext uri="{FF2B5EF4-FFF2-40B4-BE49-F238E27FC236}">
                  <a16:creationId xmlns:a16="http://schemas.microsoft.com/office/drawing/2014/main" id="{06BF0B14-9F0C-F59F-275C-DF8BCEF55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1584"/>
              <a:ext cx="2" cy="27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209">
              <a:extLst>
                <a:ext uri="{FF2B5EF4-FFF2-40B4-BE49-F238E27FC236}">
                  <a16:creationId xmlns:a16="http://schemas.microsoft.com/office/drawing/2014/main" id="{3B4E89AC-D377-3BDC-C5F2-840AC8BDA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9" y="1626"/>
              <a:ext cx="1" cy="27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" name="Group 3210">
              <a:extLst>
                <a:ext uri="{FF2B5EF4-FFF2-40B4-BE49-F238E27FC236}">
                  <a16:creationId xmlns:a16="http://schemas.microsoft.com/office/drawing/2014/main" id="{B4211545-2E30-1661-1E31-76664C2067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4" y="1626"/>
              <a:ext cx="762" cy="118"/>
              <a:chOff x="4785" y="2160"/>
              <a:chExt cx="590" cy="91"/>
            </a:xfrm>
          </p:grpSpPr>
          <p:sp>
            <p:nvSpPr>
              <p:cNvPr id="58" name="Line 3211">
                <a:extLst>
                  <a:ext uri="{FF2B5EF4-FFF2-40B4-BE49-F238E27FC236}">
                    <a16:creationId xmlns:a16="http://schemas.microsoft.com/office/drawing/2014/main" id="{48E08A58-3E2E-57B3-A456-BCD83BE56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2238"/>
                <a:ext cx="590" cy="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3212">
                <a:extLst>
                  <a:ext uri="{FF2B5EF4-FFF2-40B4-BE49-F238E27FC236}">
                    <a16:creationId xmlns:a16="http://schemas.microsoft.com/office/drawing/2014/main" id="{B25D11E7-5F4D-2CEE-5131-E7D9DFA2F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1" y="2225"/>
                <a:ext cx="77" cy="26"/>
              </a:xfrm>
              <a:custGeom>
                <a:avLst/>
                <a:gdLst>
                  <a:gd name="T0" fmla="*/ 0 w 464"/>
                  <a:gd name="T1" fmla="*/ 0 h 155"/>
                  <a:gd name="T2" fmla="*/ 0 w 464"/>
                  <a:gd name="T3" fmla="*/ 0 h 155"/>
                  <a:gd name="T4" fmla="*/ 0 w 464"/>
                  <a:gd name="T5" fmla="*/ 0 h 155"/>
                  <a:gd name="T6" fmla="*/ 0 w 464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4"/>
                  <a:gd name="T13" fmla="*/ 0 h 155"/>
                  <a:gd name="T14" fmla="*/ 464 w 464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4" h="155">
                    <a:moveTo>
                      <a:pt x="464" y="0"/>
                    </a:moveTo>
                    <a:lnTo>
                      <a:pt x="464" y="155"/>
                    </a:lnTo>
                    <a:lnTo>
                      <a:pt x="0" y="78"/>
                    </a:lnTo>
                    <a:lnTo>
                      <a:pt x="464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3213">
                <a:extLst>
                  <a:ext uri="{FF2B5EF4-FFF2-40B4-BE49-F238E27FC236}">
                    <a16:creationId xmlns:a16="http://schemas.microsoft.com/office/drawing/2014/main" id="{B8CFF62A-A32C-061B-7CBA-497F027BF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6" y="2224"/>
                <a:ext cx="77" cy="26"/>
              </a:xfrm>
              <a:custGeom>
                <a:avLst/>
                <a:gdLst>
                  <a:gd name="T0" fmla="*/ 0 w 465"/>
                  <a:gd name="T1" fmla="*/ 0 h 155"/>
                  <a:gd name="T2" fmla="*/ 0 w 465"/>
                  <a:gd name="T3" fmla="*/ 0 h 155"/>
                  <a:gd name="T4" fmla="*/ 0 w 465"/>
                  <a:gd name="T5" fmla="*/ 0 h 155"/>
                  <a:gd name="T6" fmla="*/ 0 w 465"/>
                  <a:gd name="T7" fmla="*/ 0 h 1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5"/>
                  <a:gd name="T13" fmla="*/ 0 h 155"/>
                  <a:gd name="T14" fmla="*/ 465 w 465"/>
                  <a:gd name="T15" fmla="*/ 155 h 1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5" h="155">
                    <a:moveTo>
                      <a:pt x="0" y="0"/>
                    </a:moveTo>
                    <a:lnTo>
                      <a:pt x="0" y="155"/>
                    </a:lnTo>
                    <a:lnTo>
                      <a:pt x="465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3214">
                <a:extLst>
                  <a:ext uri="{FF2B5EF4-FFF2-40B4-BE49-F238E27FC236}">
                    <a16:creationId xmlns:a16="http://schemas.microsoft.com/office/drawing/2014/main" id="{99BF85B3-4743-1422-639C-C5D1FBFD5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2160"/>
                <a:ext cx="45" cy="72"/>
              </a:xfrm>
              <a:custGeom>
                <a:avLst/>
                <a:gdLst>
                  <a:gd name="T0" fmla="*/ 0 w 266"/>
                  <a:gd name="T1" fmla="*/ 0 h 436"/>
                  <a:gd name="T2" fmla="*/ 0 w 266"/>
                  <a:gd name="T3" fmla="*/ 0 h 436"/>
                  <a:gd name="T4" fmla="*/ 0 w 266"/>
                  <a:gd name="T5" fmla="*/ 0 h 436"/>
                  <a:gd name="T6" fmla="*/ 0 w 266"/>
                  <a:gd name="T7" fmla="*/ 0 h 436"/>
                  <a:gd name="T8" fmla="*/ 0 w 266"/>
                  <a:gd name="T9" fmla="*/ 0 h 436"/>
                  <a:gd name="T10" fmla="*/ 0 w 266"/>
                  <a:gd name="T11" fmla="*/ 0 h 436"/>
                  <a:gd name="T12" fmla="*/ 0 w 266"/>
                  <a:gd name="T13" fmla="*/ 0 h 436"/>
                  <a:gd name="T14" fmla="*/ 0 w 266"/>
                  <a:gd name="T15" fmla="*/ 0 h 436"/>
                  <a:gd name="T16" fmla="*/ 0 w 266"/>
                  <a:gd name="T17" fmla="*/ 0 h 436"/>
                  <a:gd name="T18" fmla="*/ 0 w 266"/>
                  <a:gd name="T19" fmla="*/ 0 h 436"/>
                  <a:gd name="T20" fmla="*/ 0 w 266"/>
                  <a:gd name="T21" fmla="*/ 0 h 436"/>
                  <a:gd name="T22" fmla="*/ 0 w 266"/>
                  <a:gd name="T23" fmla="*/ 0 h 436"/>
                  <a:gd name="T24" fmla="*/ 0 w 266"/>
                  <a:gd name="T25" fmla="*/ 0 h 436"/>
                  <a:gd name="T26" fmla="*/ 0 w 266"/>
                  <a:gd name="T27" fmla="*/ 0 h 436"/>
                  <a:gd name="T28" fmla="*/ 0 w 266"/>
                  <a:gd name="T29" fmla="*/ 0 h 436"/>
                  <a:gd name="T30" fmla="*/ 0 w 266"/>
                  <a:gd name="T31" fmla="*/ 0 h 436"/>
                  <a:gd name="T32" fmla="*/ 0 w 266"/>
                  <a:gd name="T33" fmla="*/ 0 h 436"/>
                  <a:gd name="T34" fmla="*/ 0 w 266"/>
                  <a:gd name="T35" fmla="*/ 0 h 436"/>
                  <a:gd name="T36" fmla="*/ 0 w 266"/>
                  <a:gd name="T37" fmla="*/ 0 h 436"/>
                  <a:gd name="T38" fmla="*/ 0 w 266"/>
                  <a:gd name="T39" fmla="*/ 0 h 436"/>
                  <a:gd name="T40" fmla="*/ 0 w 266"/>
                  <a:gd name="T41" fmla="*/ 0 h 436"/>
                  <a:gd name="T42" fmla="*/ 0 w 266"/>
                  <a:gd name="T43" fmla="*/ 0 h 436"/>
                  <a:gd name="T44" fmla="*/ 0 w 266"/>
                  <a:gd name="T45" fmla="*/ 0 h 436"/>
                  <a:gd name="T46" fmla="*/ 0 w 266"/>
                  <a:gd name="T47" fmla="*/ 0 h 436"/>
                  <a:gd name="T48" fmla="*/ 0 w 266"/>
                  <a:gd name="T49" fmla="*/ 0 h 436"/>
                  <a:gd name="T50" fmla="*/ 0 w 266"/>
                  <a:gd name="T51" fmla="*/ 0 h 436"/>
                  <a:gd name="T52" fmla="*/ 0 w 266"/>
                  <a:gd name="T53" fmla="*/ 0 h 436"/>
                  <a:gd name="T54" fmla="*/ 0 w 266"/>
                  <a:gd name="T55" fmla="*/ 0 h 436"/>
                  <a:gd name="T56" fmla="*/ 0 w 266"/>
                  <a:gd name="T57" fmla="*/ 0 h 436"/>
                  <a:gd name="T58" fmla="*/ 0 w 266"/>
                  <a:gd name="T59" fmla="*/ 0 h 436"/>
                  <a:gd name="T60" fmla="*/ 0 w 266"/>
                  <a:gd name="T61" fmla="*/ 0 h 436"/>
                  <a:gd name="T62" fmla="*/ 0 w 266"/>
                  <a:gd name="T63" fmla="*/ 0 h 436"/>
                  <a:gd name="T64" fmla="*/ 0 w 266"/>
                  <a:gd name="T65" fmla="*/ 0 h 4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66"/>
                  <a:gd name="T100" fmla="*/ 0 h 436"/>
                  <a:gd name="T101" fmla="*/ 266 w 266"/>
                  <a:gd name="T102" fmla="*/ 436 h 4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66" h="436">
                    <a:moveTo>
                      <a:pt x="266" y="97"/>
                    </a:moveTo>
                    <a:lnTo>
                      <a:pt x="253" y="133"/>
                    </a:lnTo>
                    <a:lnTo>
                      <a:pt x="217" y="169"/>
                    </a:lnTo>
                    <a:lnTo>
                      <a:pt x="169" y="194"/>
                    </a:lnTo>
                    <a:lnTo>
                      <a:pt x="145" y="194"/>
                    </a:lnTo>
                    <a:lnTo>
                      <a:pt x="96" y="205"/>
                    </a:lnTo>
                    <a:lnTo>
                      <a:pt x="60" y="230"/>
                    </a:lnTo>
                    <a:lnTo>
                      <a:pt x="36" y="254"/>
                    </a:lnTo>
                    <a:lnTo>
                      <a:pt x="11" y="327"/>
                    </a:lnTo>
                    <a:lnTo>
                      <a:pt x="0" y="363"/>
                    </a:lnTo>
                    <a:lnTo>
                      <a:pt x="0" y="387"/>
                    </a:lnTo>
                    <a:lnTo>
                      <a:pt x="11" y="412"/>
                    </a:lnTo>
                    <a:lnTo>
                      <a:pt x="36" y="436"/>
                    </a:lnTo>
                    <a:lnTo>
                      <a:pt x="72" y="436"/>
                    </a:lnTo>
                    <a:lnTo>
                      <a:pt x="132" y="423"/>
                    </a:lnTo>
                    <a:lnTo>
                      <a:pt x="169" y="399"/>
                    </a:lnTo>
                    <a:lnTo>
                      <a:pt x="193" y="363"/>
                    </a:lnTo>
                    <a:lnTo>
                      <a:pt x="217" y="291"/>
                    </a:lnTo>
                    <a:lnTo>
                      <a:pt x="217" y="254"/>
                    </a:lnTo>
                    <a:lnTo>
                      <a:pt x="205" y="218"/>
                    </a:lnTo>
                    <a:lnTo>
                      <a:pt x="181" y="205"/>
                    </a:lnTo>
                    <a:lnTo>
                      <a:pt x="132" y="194"/>
                    </a:lnTo>
                    <a:lnTo>
                      <a:pt x="96" y="182"/>
                    </a:lnTo>
                    <a:lnTo>
                      <a:pt x="72" y="145"/>
                    </a:lnTo>
                    <a:lnTo>
                      <a:pt x="72" y="109"/>
                    </a:lnTo>
                    <a:lnTo>
                      <a:pt x="85" y="60"/>
                    </a:lnTo>
                    <a:lnTo>
                      <a:pt x="121" y="24"/>
                    </a:lnTo>
                    <a:lnTo>
                      <a:pt x="157" y="0"/>
                    </a:lnTo>
                    <a:lnTo>
                      <a:pt x="193" y="0"/>
                    </a:lnTo>
                    <a:lnTo>
                      <a:pt x="241" y="13"/>
                    </a:lnTo>
                    <a:lnTo>
                      <a:pt x="266" y="36"/>
                    </a:lnTo>
                    <a:lnTo>
                      <a:pt x="266" y="60"/>
                    </a:lnTo>
                    <a:lnTo>
                      <a:pt x="266" y="97"/>
                    </a:lnTo>
                    <a:close/>
                  </a:path>
                </a:pathLst>
              </a:cu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Oval 3216">
              <a:extLst>
                <a:ext uri="{FF2B5EF4-FFF2-40B4-BE49-F238E27FC236}">
                  <a16:creationId xmlns:a16="http://schemas.microsoft.com/office/drawing/2014/main" id="{A594B896-381C-60A0-3441-09CE57B97A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5" y="1723"/>
              <a:ext cx="46" cy="4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Freeform 3218">
              <a:extLst>
                <a:ext uri="{FF2B5EF4-FFF2-40B4-BE49-F238E27FC236}">
                  <a16:creationId xmlns:a16="http://schemas.microsoft.com/office/drawing/2014/main" id="{73654FF6-C77D-910E-97C2-7286CB370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" y="1687"/>
              <a:ext cx="94" cy="49"/>
            </a:xfrm>
            <a:custGeom>
              <a:avLst/>
              <a:gdLst>
                <a:gd name="T0" fmla="*/ 0 w 435"/>
                <a:gd name="T1" fmla="*/ 0 h 231"/>
                <a:gd name="T2" fmla="*/ 0 w 435"/>
                <a:gd name="T3" fmla="*/ 0 h 231"/>
                <a:gd name="T4" fmla="*/ 0 w 435"/>
                <a:gd name="T5" fmla="*/ 0 h 231"/>
                <a:gd name="T6" fmla="*/ 0 w 435"/>
                <a:gd name="T7" fmla="*/ 0 h 231"/>
                <a:gd name="T8" fmla="*/ 0 w 435"/>
                <a:gd name="T9" fmla="*/ 0 h 231"/>
                <a:gd name="T10" fmla="*/ 0 w 435"/>
                <a:gd name="T11" fmla="*/ 0 h 231"/>
                <a:gd name="T12" fmla="*/ 0 w 435"/>
                <a:gd name="T13" fmla="*/ 0 h 231"/>
                <a:gd name="T14" fmla="*/ 0 w 435"/>
                <a:gd name="T15" fmla="*/ 0 h 231"/>
                <a:gd name="T16" fmla="*/ 0 w 435"/>
                <a:gd name="T17" fmla="*/ 0 h 231"/>
                <a:gd name="T18" fmla="*/ 0 w 435"/>
                <a:gd name="T19" fmla="*/ 0 h 231"/>
                <a:gd name="T20" fmla="*/ 0 w 435"/>
                <a:gd name="T21" fmla="*/ 0 h 231"/>
                <a:gd name="T22" fmla="*/ 0 w 435"/>
                <a:gd name="T23" fmla="*/ 0 h 231"/>
                <a:gd name="T24" fmla="*/ 0 w 435"/>
                <a:gd name="T25" fmla="*/ 0 h 231"/>
                <a:gd name="T26" fmla="*/ 0 w 435"/>
                <a:gd name="T27" fmla="*/ 0 h 231"/>
                <a:gd name="T28" fmla="*/ 0 w 435"/>
                <a:gd name="T29" fmla="*/ 0 h 231"/>
                <a:gd name="T30" fmla="*/ 0 w 435"/>
                <a:gd name="T31" fmla="*/ 0 h 231"/>
                <a:gd name="T32" fmla="*/ 0 w 435"/>
                <a:gd name="T33" fmla="*/ 0 h 231"/>
                <a:gd name="T34" fmla="*/ 0 w 435"/>
                <a:gd name="T35" fmla="*/ 0 h 231"/>
                <a:gd name="T36" fmla="*/ 0 w 435"/>
                <a:gd name="T37" fmla="*/ 0 h 231"/>
                <a:gd name="T38" fmla="*/ 0 w 435"/>
                <a:gd name="T39" fmla="*/ 0 h 231"/>
                <a:gd name="T40" fmla="*/ 0 w 435"/>
                <a:gd name="T41" fmla="*/ 0 h 231"/>
                <a:gd name="T42" fmla="*/ 0 w 435"/>
                <a:gd name="T43" fmla="*/ 0 h 231"/>
                <a:gd name="T44" fmla="*/ 0 w 435"/>
                <a:gd name="T45" fmla="*/ 0 h 23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35"/>
                <a:gd name="T70" fmla="*/ 0 h 231"/>
                <a:gd name="T71" fmla="*/ 435 w 435"/>
                <a:gd name="T72" fmla="*/ 231 h 231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35" h="231">
                  <a:moveTo>
                    <a:pt x="435" y="182"/>
                  </a:moveTo>
                  <a:lnTo>
                    <a:pt x="435" y="171"/>
                  </a:lnTo>
                  <a:lnTo>
                    <a:pt x="424" y="134"/>
                  </a:lnTo>
                  <a:lnTo>
                    <a:pt x="387" y="98"/>
                  </a:lnTo>
                  <a:lnTo>
                    <a:pt x="339" y="62"/>
                  </a:lnTo>
                  <a:lnTo>
                    <a:pt x="266" y="25"/>
                  </a:lnTo>
                  <a:lnTo>
                    <a:pt x="217" y="13"/>
                  </a:lnTo>
                  <a:lnTo>
                    <a:pt x="157" y="0"/>
                  </a:lnTo>
                  <a:lnTo>
                    <a:pt x="85" y="0"/>
                  </a:lnTo>
                  <a:lnTo>
                    <a:pt x="24" y="13"/>
                  </a:lnTo>
                  <a:lnTo>
                    <a:pt x="0" y="37"/>
                  </a:lnTo>
                  <a:lnTo>
                    <a:pt x="0" y="62"/>
                  </a:lnTo>
                  <a:lnTo>
                    <a:pt x="12" y="98"/>
                  </a:lnTo>
                  <a:lnTo>
                    <a:pt x="36" y="122"/>
                  </a:lnTo>
                  <a:lnTo>
                    <a:pt x="85" y="158"/>
                  </a:lnTo>
                  <a:lnTo>
                    <a:pt x="132" y="182"/>
                  </a:lnTo>
                  <a:lnTo>
                    <a:pt x="194" y="207"/>
                  </a:lnTo>
                  <a:lnTo>
                    <a:pt x="241" y="218"/>
                  </a:lnTo>
                  <a:lnTo>
                    <a:pt x="302" y="231"/>
                  </a:lnTo>
                  <a:lnTo>
                    <a:pt x="351" y="231"/>
                  </a:lnTo>
                  <a:lnTo>
                    <a:pt x="411" y="218"/>
                  </a:lnTo>
                  <a:lnTo>
                    <a:pt x="424" y="207"/>
                  </a:lnTo>
                  <a:lnTo>
                    <a:pt x="435" y="182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210" name="墨迹 3209">
                <a:extLst>
                  <a:ext uri="{FF2B5EF4-FFF2-40B4-BE49-F238E27FC236}">
                    <a16:creationId xmlns:a16="http://schemas.microsoft.com/office/drawing/2014/main" id="{7B415213-3C8B-09F2-AB1A-1610AE706179}"/>
                  </a:ext>
                </a:extLst>
              </p14:cNvPr>
              <p14:cNvContentPartPr/>
              <p14:nvPr/>
            </p14:nvContentPartPr>
            <p14:xfrm>
              <a:off x="1642249" y="1729073"/>
              <a:ext cx="360" cy="360"/>
            </p14:xfrm>
          </p:contentPart>
        </mc:Choice>
        <mc:Fallback xmlns="">
          <p:pic>
            <p:nvPicPr>
              <p:cNvPr id="3210" name="墨迹 3209">
                <a:extLst>
                  <a:ext uri="{FF2B5EF4-FFF2-40B4-BE49-F238E27FC236}">
                    <a16:creationId xmlns:a16="http://schemas.microsoft.com/office/drawing/2014/main" id="{7B415213-3C8B-09F2-AB1A-1610AE7061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3249" y="17204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15" name="墨迹 3214">
                <a:extLst>
                  <a:ext uri="{FF2B5EF4-FFF2-40B4-BE49-F238E27FC236}">
                    <a16:creationId xmlns:a16="http://schemas.microsoft.com/office/drawing/2014/main" id="{525EC6A0-5D2C-105B-54CF-B5E60F2A5931}"/>
                  </a:ext>
                </a:extLst>
              </p14:cNvPr>
              <p14:cNvContentPartPr/>
              <p14:nvPr/>
            </p14:nvContentPartPr>
            <p14:xfrm>
              <a:off x="1467649" y="1592273"/>
              <a:ext cx="360" cy="360"/>
            </p14:xfrm>
          </p:contentPart>
        </mc:Choice>
        <mc:Fallback xmlns="">
          <p:pic>
            <p:nvPicPr>
              <p:cNvPr id="3215" name="墨迹 3214">
                <a:extLst>
                  <a:ext uri="{FF2B5EF4-FFF2-40B4-BE49-F238E27FC236}">
                    <a16:creationId xmlns:a16="http://schemas.microsoft.com/office/drawing/2014/main" id="{525EC6A0-5D2C-105B-54CF-B5E60F2A59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9649" y="15746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18" name="墨迹 3217">
                <a:extLst>
                  <a:ext uri="{FF2B5EF4-FFF2-40B4-BE49-F238E27FC236}">
                    <a16:creationId xmlns:a16="http://schemas.microsoft.com/office/drawing/2014/main" id="{6BB5D516-CEAB-C723-6315-E3618DDB0648}"/>
                  </a:ext>
                </a:extLst>
              </p14:cNvPr>
              <p14:cNvContentPartPr/>
              <p14:nvPr/>
            </p14:nvContentPartPr>
            <p14:xfrm>
              <a:off x="1479889" y="1598393"/>
              <a:ext cx="25920" cy="1043640"/>
            </p14:xfrm>
          </p:contentPart>
        </mc:Choice>
        <mc:Fallback xmlns="">
          <p:pic>
            <p:nvPicPr>
              <p:cNvPr id="3218" name="墨迹 3217">
                <a:extLst>
                  <a:ext uri="{FF2B5EF4-FFF2-40B4-BE49-F238E27FC236}">
                    <a16:creationId xmlns:a16="http://schemas.microsoft.com/office/drawing/2014/main" id="{6BB5D516-CEAB-C723-6315-E3618DDB06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1889" y="1580753"/>
                <a:ext cx="61560" cy="10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19" name="墨迹 3218">
                <a:extLst>
                  <a:ext uri="{FF2B5EF4-FFF2-40B4-BE49-F238E27FC236}">
                    <a16:creationId xmlns:a16="http://schemas.microsoft.com/office/drawing/2014/main" id="{923F3384-F26E-0B43-9AF5-D1DF66639CE6}"/>
                  </a:ext>
                </a:extLst>
              </p14:cNvPr>
              <p14:cNvContentPartPr/>
              <p14:nvPr/>
            </p14:nvContentPartPr>
            <p14:xfrm>
              <a:off x="1474129" y="1853273"/>
              <a:ext cx="360" cy="360"/>
            </p14:xfrm>
          </p:contentPart>
        </mc:Choice>
        <mc:Fallback xmlns="">
          <p:pic>
            <p:nvPicPr>
              <p:cNvPr id="3219" name="墨迹 3218">
                <a:extLst>
                  <a:ext uri="{FF2B5EF4-FFF2-40B4-BE49-F238E27FC236}">
                    <a16:creationId xmlns:a16="http://schemas.microsoft.com/office/drawing/2014/main" id="{923F3384-F26E-0B43-9AF5-D1DF66639C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6489" y="183563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20" name="墨迹 3219">
                <a:extLst>
                  <a:ext uri="{FF2B5EF4-FFF2-40B4-BE49-F238E27FC236}">
                    <a16:creationId xmlns:a16="http://schemas.microsoft.com/office/drawing/2014/main" id="{59DEADFA-71D6-2005-C290-B34F3ADA4217}"/>
                  </a:ext>
                </a:extLst>
              </p14:cNvPr>
              <p14:cNvContentPartPr/>
              <p14:nvPr/>
            </p14:nvContentPartPr>
            <p14:xfrm>
              <a:off x="1865809" y="1237673"/>
              <a:ext cx="1456200" cy="38160"/>
            </p14:xfrm>
          </p:contentPart>
        </mc:Choice>
        <mc:Fallback xmlns="">
          <p:pic>
            <p:nvPicPr>
              <p:cNvPr id="3220" name="墨迹 3219">
                <a:extLst>
                  <a:ext uri="{FF2B5EF4-FFF2-40B4-BE49-F238E27FC236}">
                    <a16:creationId xmlns:a16="http://schemas.microsoft.com/office/drawing/2014/main" id="{59DEADFA-71D6-2005-C290-B34F3ADA42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48169" y="1219673"/>
                <a:ext cx="14918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21" name="墨迹 3220">
                <a:extLst>
                  <a:ext uri="{FF2B5EF4-FFF2-40B4-BE49-F238E27FC236}">
                    <a16:creationId xmlns:a16="http://schemas.microsoft.com/office/drawing/2014/main" id="{E7BD5E94-3067-DC52-4BA0-F4CC8E6A49A1}"/>
                  </a:ext>
                </a:extLst>
              </p14:cNvPr>
              <p14:cNvContentPartPr/>
              <p14:nvPr/>
            </p14:nvContentPartPr>
            <p14:xfrm>
              <a:off x="4808089" y="2004113"/>
              <a:ext cx="393840" cy="353520"/>
            </p14:xfrm>
          </p:contentPart>
        </mc:Choice>
        <mc:Fallback xmlns="">
          <p:pic>
            <p:nvPicPr>
              <p:cNvPr id="3221" name="墨迹 3220">
                <a:extLst>
                  <a:ext uri="{FF2B5EF4-FFF2-40B4-BE49-F238E27FC236}">
                    <a16:creationId xmlns:a16="http://schemas.microsoft.com/office/drawing/2014/main" id="{E7BD5E94-3067-DC52-4BA0-F4CC8E6A49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90089" y="1986473"/>
                <a:ext cx="42948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222" name="墨迹 3221">
                <a:extLst>
                  <a:ext uri="{FF2B5EF4-FFF2-40B4-BE49-F238E27FC236}">
                    <a16:creationId xmlns:a16="http://schemas.microsoft.com/office/drawing/2014/main" id="{A929336D-890A-BE9E-14F9-4F7698B14F2E}"/>
                  </a:ext>
                </a:extLst>
              </p14:cNvPr>
              <p14:cNvContentPartPr/>
              <p14:nvPr/>
            </p14:nvContentPartPr>
            <p14:xfrm>
              <a:off x="908209" y="2854793"/>
              <a:ext cx="19440" cy="336240"/>
            </p14:xfrm>
          </p:contentPart>
        </mc:Choice>
        <mc:Fallback xmlns="">
          <p:pic>
            <p:nvPicPr>
              <p:cNvPr id="3222" name="墨迹 3221">
                <a:extLst>
                  <a:ext uri="{FF2B5EF4-FFF2-40B4-BE49-F238E27FC236}">
                    <a16:creationId xmlns:a16="http://schemas.microsoft.com/office/drawing/2014/main" id="{A929336D-890A-BE9E-14F9-4F7698B14F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0209" y="2837153"/>
                <a:ext cx="5508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23" name="墨迹 3222">
                <a:extLst>
                  <a:ext uri="{FF2B5EF4-FFF2-40B4-BE49-F238E27FC236}">
                    <a16:creationId xmlns:a16="http://schemas.microsoft.com/office/drawing/2014/main" id="{21F2CDB4-44C2-4327-2F72-58CE4EAC6859}"/>
                  </a:ext>
                </a:extLst>
              </p14:cNvPr>
              <p14:cNvContentPartPr/>
              <p14:nvPr/>
            </p14:nvContentPartPr>
            <p14:xfrm>
              <a:off x="2064889" y="3008153"/>
              <a:ext cx="737280" cy="2880"/>
            </p14:xfrm>
          </p:contentPart>
        </mc:Choice>
        <mc:Fallback xmlns="">
          <p:pic>
            <p:nvPicPr>
              <p:cNvPr id="3223" name="墨迹 3222">
                <a:extLst>
                  <a:ext uri="{FF2B5EF4-FFF2-40B4-BE49-F238E27FC236}">
                    <a16:creationId xmlns:a16="http://schemas.microsoft.com/office/drawing/2014/main" id="{21F2CDB4-44C2-4327-2F72-58CE4EAC685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46889" y="2990153"/>
                <a:ext cx="772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24" name="墨迹 3223">
                <a:extLst>
                  <a:ext uri="{FF2B5EF4-FFF2-40B4-BE49-F238E27FC236}">
                    <a16:creationId xmlns:a16="http://schemas.microsoft.com/office/drawing/2014/main" id="{798F5455-F211-F98A-2B77-9E3D9AE1F71D}"/>
                  </a:ext>
                </a:extLst>
              </p14:cNvPr>
              <p14:cNvContentPartPr/>
              <p14:nvPr/>
            </p14:nvContentPartPr>
            <p14:xfrm>
              <a:off x="4789729" y="2997713"/>
              <a:ext cx="446040" cy="19080"/>
            </p14:xfrm>
          </p:contentPart>
        </mc:Choice>
        <mc:Fallback xmlns="">
          <p:pic>
            <p:nvPicPr>
              <p:cNvPr id="3224" name="墨迹 3223">
                <a:extLst>
                  <a:ext uri="{FF2B5EF4-FFF2-40B4-BE49-F238E27FC236}">
                    <a16:creationId xmlns:a16="http://schemas.microsoft.com/office/drawing/2014/main" id="{798F5455-F211-F98A-2B77-9E3D9AE1F71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71729" y="2980073"/>
                <a:ext cx="4816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25" name="墨迹 3224">
                <a:extLst>
                  <a:ext uri="{FF2B5EF4-FFF2-40B4-BE49-F238E27FC236}">
                    <a16:creationId xmlns:a16="http://schemas.microsoft.com/office/drawing/2014/main" id="{7B76A3E0-5326-5866-C366-1EAA403E5576}"/>
                  </a:ext>
                </a:extLst>
              </p14:cNvPr>
              <p14:cNvContentPartPr/>
              <p14:nvPr/>
            </p14:nvContentPartPr>
            <p14:xfrm>
              <a:off x="2879569" y="3029393"/>
              <a:ext cx="359280" cy="360"/>
            </p14:xfrm>
          </p:contentPart>
        </mc:Choice>
        <mc:Fallback xmlns="">
          <p:pic>
            <p:nvPicPr>
              <p:cNvPr id="3225" name="墨迹 3224">
                <a:extLst>
                  <a:ext uri="{FF2B5EF4-FFF2-40B4-BE49-F238E27FC236}">
                    <a16:creationId xmlns:a16="http://schemas.microsoft.com/office/drawing/2014/main" id="{7B76A3E0-5326-5866-C366-1EAA403E557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61929" y="3011393"/>
                <a:ext cx="394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27" name="墨迹 3226">
                <a:extLst>
                  <a:ext uri="{FF2B5EF4-FFF2-40B4-BE49-F238E27FC236}">
                    <a16:creationId xmlns:a16="http://schemas.microsoft.com/office/drawing/2014/main" id="{092F9C24-EB60-FFF2-D332-04263AB82A71}"/>
                  </a:ext>
                </a:extLst>
              </p14:cNvPr>
              <p14:cNvContentPartPr/>
              <p14:nvPr/>
            </p14:nvContentPartPr>
            <p14:xfrm>
              <a:off x="895249" y="4883033"/>
              <a:ext cx="13320" cy="906480"/>
            </p14:xfrm>
          </p:contentPart>
        </mc:Choice>
        <mc:Fallback xmlns="">
          <p:pic>
            <p:nvPicPr>
              <p:cNvPr id="3227" name="墨迹 3226">
                <a:extLst>
                  <a:ext uri="{FF2B5EF4-FFF2-40B4-BE49-F238E27FC236}">
                    <a16:creationId xmlns:a16="http://schemas.microsoft.com/office/drawing/2014/main" id="{092F9C24-EB60-FFF2-D332-04263AB82A7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7249" y="4865033"/>
                <a:ext cx="48960" cy="9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228" name="墨迹 3227">
                <a:extLst>
                  <a:ext uri="{FF2B5EF4-FFF2-40B4-BE49-F238E27FC236}">
                    <a16:creationId xmlns:a16="http://schemas.microsoft.com/office/drawing/2014/main" id="{D5E019E5-9F57-E61A-FBB0-1040C48B4C8B}"/>
                  </a:ext>
                </a:extLst>
              </p14:cNvPr>
              <p14:cNvContentPartPr/>
              <p14:nvPr/>
            </p14:nvContentPartPr>
            <p14:xfrm>
              <a:off x="1523449" y="4756673"/>
              <a:ext cx="314280" cy="225720"/>
            </p14:xfrm>
          </p:contentPart>
        </mc:Choice>
        <mc:Fallback xmlns="">
          <p:pic>
            <p:nvPicPr>
              <p:cNvPr id="3228" name="墨迹 3227">
                <a:extLst>
                  <a:ext uri="{FF2B5EF4-FFF2-40B4-BE49-F238E27FC236}">
                    <a16:creationId xmlns:a16="http://schemas.microsoft.com/office/drawing/2014/main" id="{D5E019E5-9F57-E61A-FBB0-1040C48B4C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05809" y="4739033"/>
                <a:ext cx="34992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29" name="墨迹 3228">
                <a:extLst>
                  <a:ext uri="{FF2B5EF4-FFF2-40B4-BE49-F238E27FC236}">
                    <a16:creationId xmlns:a16="http://schemas.microsoft.com/office/drawing/2014/main" id="{4EF31AF9-BE7E-C749-1027-4FDCA03B803F}"/>
                  </a:ext>
                </a:extLst>
              </p14:cNvPr>
              <p14:cNvContentPartPr/>
              <p14:nvPr/>
            </p14:nvContentPartPr>
            <p14:xfrm>
              <a:off x="1256689" y="4173113"/>
              <a:ext cx="2009880" cy="57600"/>
            </p14:xfrm>
          </p:contentPart>
        </mc:Choice>
        <mc:Fallback xmlns="">
          <p:pic>
            <p:nvPicPr>
              <p:cNvPr id="3229" name="墨迹 3228">
                <a:extLst>
                  <a:ext uri="{FF2B5EF4-FFF2-40B4-BE49-F238E27FC236}">
                    <a16:creationId xmlns:a16="http://schemas.microsoft.com/office/drawing/2014/main" id="{4EF31AF9-BE7E-C749-1027-4FDCA03B803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38689" y="4155113"/>
                <a:ext cx="20455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30" name="墨迹 3229">
                <a:extLst>
                  <a:ext uri="{FF2B5EF4-FFF2-40B4-BE49-F238E27FC236}">
                    <a16:creationId xmlns:a16="http://schemas.microsoft.com/office/drawing/2014/main" id="{5444670F-4BC2-50C0-DB85-04C6FFDDB486}"/>
                  </a:ext>
                </a:extLst>
              </p14:cNvPr>
              <p14:cNvContentPartPr/>
              <p14:nvPr/>
            </p14:nvContentPartPr>
            <p14:xfrm>
              <a:off x="914329" y="3278153"/>
              <a:ext cx="32400" cy="315000"/>
            </p14:xfrm>
          </p:contentPart>
        </mc:Choice>
        <mc:Fallback xmlns="">
          <p:pic>
            <p:nvPicPr>
              <p:cNvPr id="3230" name="墨迹 3229">
                <a:extLst>
                  <a:ext uri="{FF2B5EF4-FFF2-40B4-BE49-F238E27FC236}">
                    <a16:creationId xmlns:a16="http://schemas.microsoft.com/office/drawing/2014/main" id="{5444670F-4BC2-50C0-DB85-04C6FFDDB48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96329" y="3260153"/>
                <a:ext cx="6804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31" name="墨迹 3230">
                <a:extLst>
                  <a:ext uri="{FF2B5EF4-FFF2-40B4-BE49-F238E27FC236}">
                    <a16:creationId xmlns:a16="http://schemas.microsoft.com/office/drawing/2014/main" id="{0518572A-7A32-AFA1-9CBF-9AA8D392A175}"/>
                  </a:ext>
                </a:extLst>
              </p14:cNvPr>
              <p14:cNvContentPartPr/>
              <p14:nvPr/>
            </p14:nvContentPartPr>
            <p14:xfrm>
              <a:off x="1150129" y="5852873"/>
              <a:ext cx="392400" cy="463320"/>
            </p14:xfrm>
          </p:contentPart>
        </mc:Choice>
        <mc:Fallback xmlns="">
          <p:pic>
            <p:nvPicPr>
              <p:cNvPr id="3231" name="墨迹 3230">
                <a:extLst>
                  <a:ext uri="{FF2B5EF4-FFF2-40B4-BE49-F238E27FC236}">
                    <a16:creationId xmlns:a16="http://schemas.microsoft.com/office/drawing/2014/main" id="{0518572A-7A32-AFA1-9CBF-9AA8D392A17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32489" y="5835233"/>
                <a:ext cx="428040" cy="4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32" name="墨迹 3231">
                <a:extLst>
                  <a:ext uri="{FF2B5EF4-FFF2-40B4-BE49-F238E27FC236}">
                    <a16:creationId xmlns:a16="http://schemas.microsoft.com/office/drawing/2014/main" id="{86CC3DC6-5CB3-5868-54F7-97B52C30C932}"/>
                  </a:ext>
                </a:extLst>
              </p14:cNvPr>
              <p14:cNvContentPartPr/>
              <p14:nvPr/>
            </p14:nvContentPartPr>
            <p14:xfrm>
              <a:off x="3874609" y="2164673"/>
              <a:ext cx="20520" cy="1483920"/>
            </p14:xfrm>
          </p:contentPart>
        </mc:Choice>
        <mc:Fallback xmlns="">
          <p:pic>
            <p:nvPicPr>
              <p:cNvPr id="3232" name="墨迹 3231">
                <a:extLst>
                  <a:ext uri="{FF2B5EF4-FFF2-40B4-BE49-F238E27FC236}">
                    <a16:creationId xmlns:a16="http://schemas.microsoft.com/office/drawing/2014/main" id="{86CC3DC6-5CB3-5868-54F7-97B52C30C93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56969" y="2146673"/>
                <a:ext cx="56160" cy="151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5" name="组合 3234">
            <a:extLst>
              <a:ext uri="{FF2B5EF4-FFF2-40B4-BE49-F238E27FC236}">
                <a16:creationId xmlns:a16="http://schemas.microsoft.com/office/drawing/2014/main" id="{8665E4A8-5356-D5C6-EB40-4686C7E6F982}"/>
              </a:ext>
            </a:extLst>
          </p:cNvPr>
          <p:cNvGrpSpPr/>
          <p:nvPr/>
        </p:nvGrpSpPr>
        <p:grpSpPr>
          <a:xfrm>
            <a:off x="1660969" y="6487913"/>
            <a:ext cx="1606680" cy="93240"/>
            <a:chOff x="1660969" y="6487913"/>
            <a:chExt cx="160668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33" name="墨迹 3232">
                  <a:extLst>
                    <a:ext uri="{FF2B5EF4-FFF2-40B4-BE49-F238E27FC236}">
                      <a16:creationId xmlns:a16="http://schemas.microsoft.com/office/drawing/2014/main" id="{48684169-865E-B64D-AFFD-066DA309796E}"/>
                    </a:ext>
                  </a:extLst>
                </p14:cNvPr>
                <p14:cNvContentPartPr/>
                <p14:nvPr/>
              </p14:nvContentPartPr>
              <p14:xfrm>
                <a:off x="1660969" y="6487913"/>
                <a:ext cx="747000" cy="38880"/>
              </p14:xfrm>
            </p:contentPart>
          </mc:Choice>
          <mc:Fallback xmlns="">
            <p:pic>
              <p:nvPicPr>
                <p:cNvPr id="3233" name="墨迹 3232">
                  <a:extLst>
                    <a:ext uri="{FF2B5EF4-FFF2-40B4-BE49-F238E27FC236}">
                      <a16:creationId xmlns:a16="http://schemas.microsoft.com/office/drawing/2014/main" id="{48684169-865E-B64D-AFFD-066DA30979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42969" y="6469913"/>
                  <a:ext cx="782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34" name="墨迹 3233">
                  <a:extLst>
                    <a:ext uri="{FF2B5EF4-FFF2-40B4-BE49-F238E27FC236}">
                      <a16:creationId xmlns:a16="http://schemas.microsoft.com/office/drawing/2014/main" id="{0FBCB37A-EDE6-002D-8209-805A826BC17B}"/>
                    </a:ext>
                  </a:extLst>
                </p14:cNvPr>
                <p14:cNvContentPartPr/>
                <p14:nvPr/>
              </p14:nvContentPartPr>
              <p14:xfrm>
                <a:off x="2369809" y="6499433"/>
                <a:ext cx="897840" cy="81720"/>
              </p14:xfrm>
            </p:contentPart>
          </mc:Choice>
          <mc:Fallback xmlns="">
            <p:pic>
              <p:nvPicPr>
                <p:cNvPr id="3234" name="墨迹 3233">
                  <a:extLst>
                    <a:ext uri="{FF2B5EF4-FFF2-40B4-BE49-F238E27FC236}">
                      <a16:creationId xmlns:a16="http://schemas.microsoft.com/office/drawing/2014/main" id="{0FBCB37A-EDE6-002D-8209-805A826BC17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52169" y="6481793"/>
                  <a:ext cx="93348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236" name="墨迹 3235">
                <a:extLst>
                  <a:ext uri="{FF2B5EF4-FFF2-40B4-BE49-F238E27FC236}">
                    <a16:creationId xmlns:a16="http://schemas.microsoft.com/office/drawing/2014/main" id="{F78D6337-A83D-DF87-0C4A-65469ACA2298}"/>
                  </a:ext>
                </a:extLst>
              </p14:cNvPr>
              <p14:cNvContentPartPr/>
              <p14:nvPr/>
            </p14:nvContentPartPr>
            <p14:xfrm>
              <a:off x="3712969" y="4571633"/>
              <a:ext cx="70200" cy="1525680"/>
            </p14:xfrm>
          </p:contentPart>
        </mc:Choice>
        <mc:Fallback xmlns="">
          <p:pic>
            <p:nvPicPr>
              <p:cNvPr id="3236" name="墨迹 3235">
                <a:extLst>
                  <a:ext uri="{FF2B5EF4-FFF2-40B4-BE49-F238E27FC236}">
                    <a16:creationId xmlns:a16="http://schemas.microsoft.com/office/drawing/2014/main" id="{F78D6337-A83D-DF87-0C4A-65469ACA229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95329" y="4553993"/>
                <a:ext cx="105840" cy="156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9" name="组合 3238">
            <a:extLst>
              <a:ext uri="{FF2B5EF4-FFF2-40B4-BE49-F238E27FC236}">
                <a16:creationId xmlns:a16="http://schemas.microsoft.com/office/drawing/2014/main" id="{1A75CB88-63C7-D9AC-9385-CFDB341D111F}"/>
              </a:ext>
            </a:extLst>
          </p:cNvPr>
          <p:cNvGrpSpPr/>
          <p:nvPr/>
        </p:nvGrpSpPr>
        <p:grpSpPr>
          <a:xfrm>
            <a:off x="2071369" y="1194113"/>
            <a:ext cx="118440" cy="50040"/>
            <a:chOff x="2071369" y="1194113"/>
            <a:chExt cx="118440" cy="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37" name="墨迹 3236">
                  <a:extLst>
                    <a:ext uri="{FF2B5EF4-FFF2-40B4-BE49-F238E27FC236}">
                      <a16:creationId xmlns:a16="http://schemas.microsoft.com/office/drawing/2014/main" id="{C56D83E5-1688-1FD4-8A37-5B8DFC4C2DB9}"/>
                    </a:ext>
                  </a:extLst>
                </p14:cNvPr>
                <p14:cNvContentPartPr/>
                <p14:nvPr/>
              </p14:nvContentPartPr>
              <p14:xfrm>
                <a:off x="2071369" y="1194113"/>
                <a:ext cx="360" cy="360"/>
              </p14:xfrm>
            </p:contentPart>
          </mc:Choice>
          <mc:Fallback xmlns="">
            <p:pic>
              <p:nvPicPr>
                <p:cNvPr id="3237" name="墨迹 3236">
                  <a:extLst>
                    <a:ext uri="{FF2B5EF4-FFF2-40B4-BE49-F238E27FC236}">
                      <a16:creationId xmlns:a16="http://schemas.microsoft.com/office/drawing/2014/main" id="{C56D83E5-1688-1FD4-8A37-5B8DFC4C2D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53729" y="11761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38" name="墨迹 3237">
                  <a:extLst>
                    <a:ext uri="{FF2B5EF4-FFF2-40B4-BE49-F238E27FC236}">
                      <a16:creationId xmlns:a16="http://schemas.microsoft.com/office/drawing/2014/main" id="{318FC541-FFF3-CECE-D693-20C464FEBEB5}"/>
                    </a:ext>
                  </a:extLst>
                </p14:cNvPr>
                <p14:cNvContentPartPr/>
                <p14:nvPr/>
              </p14:nvContentPartPr>
              <p14:xfrm>
                <a:off x="2189449" y="1243793"/>
                <a:ext cx="360" cy="360"/>
              </p14:xfrm>
            </p:contentPart>
          </mc:Choice>
          <mc:Fallback xmlns="">
            <p:pic>
              <p:nvPicPr>
                <p:cNvPr id="3238" name="墨迹 3237">
                  <a:extLst>
                    <a:ext uri="{FF2B5EF4-FFF2-40B4-BE49-F238E27FC236}">
                      <a16:creationId xmlns:a16="http://schemas.microsoft.com/office/drawing/2014/main" id="{318FC541-FFF3-CECE-D693-20C464FEBE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1449" y="122615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40" name="墨迹 3239">
                <a:extLst>
                  <a:ext uri="{FF2B5EF4-FFF2-40B4-BE49-F238E27FC236}">
                    <a16:creationId xmlns:a16="http://schemas.microsoft.com/office/drawing/2014/main" id="{ECA5808E-139A-5AFD-6E95-A916EA48B332}"/>
                  </a:ext>
                </a:extLst>
              </p14:cNvPr>
              <p14:cNvContentPartPr/>
              <p14:nvPr/>
            </p14:nvContentPartPr>
            <p14:xfrm>
              <a:off x="3265849" y="3004553"/>
              <a:ext cx="96840" cy="1440"/>
            </p14:xfrm>
          </p:contentPart>
        </mc:Choice>
        <mc:Fallback xmlns="">
          <p:pic>
            <p:nvPicPr>
              <p:cNvPr id="3240" name="墨迹 3239">
                <a:extLst>
                  <a:ext uri="{FF2B5EF4-FFF2-40B4-BE49-F238E27FC236}">
                    <a16:creationId xmlns:a16="http://schemas.microsoft.com/office/drawing/2014/main" id="{ECA5808E-139A-5AFD-6E95-A916EA48B33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47849" y="2986553"/>
                <a:ext cx="1324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43" name="墨迹 3242">
                <a:extLst>
                  <a:ext uri="{FF2B5EF4-FFF2-40B4-BE49-F238E27FC236}">
                    <a16:creationId xmlns:a16="http://schemas.microsoft.com/office/drawing/2014/main" id="{CF53B93E-491C-5303-DED6-1C9DD24C8B62}"/>
                  </a:ext>
                </a:extLst>
              </p14:cNvPr>
              <p14:cNvContentPartPr/>
              <p14:nvPr/>
            </p14:nvContentPartPr>
            <p14:xfrm>
              <a:off x="2643769" y="1275113"/>
              <a:ext cx="360" cy="360"/>
            </p14:xfrm>
          </p:contentPart>
        </mc:Choice>
        <mc:Fallback xmlns="">
          <p:pic>
            <p:nvPicPr>
              <p:cNvPr id="3243" name="墨迹 3242">
                <a:extLst>
                  <a:ext uri="{FF2B5EF4-FFF2-40B4-BE49-F238E27FC236}">
                    <a16:creationId xmlns:a16="http://schemas.microsoft.com/office/drawing/2014/main" id="{CF53B93E-491C-5303-DED6-1C9DD24C8B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25769" y="1257113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3244" name="矩形 3243">
            <a:extLst>
              <a:ext uri="{FF2B5EF4-FFF2-40B4-BE49-F238E27FC236}">
                <a16:creationId xmlns:a16="http://schemas.microsoft.com/office/drawing/2014/main" id="{EC639CD7-4607-7ABD-AA7E-EBB5427F6BD7}"/>
              </a:ext>
            </a:extLst>
          </p:cNvPr>
          <p:cNvSpPr/>
          <p:nvPr/>
        </p:nvSpPr>
        <p:spPr>
          <a:xfrm>
            <a:off x="5176041" y="4190517"/>
            <a:ext cx="601639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XYZ</a:t>
            </a:r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方向上的线条</a:t>
            </a:r>
            <a:r>
              <a:rPr lang="en-US" altLang="zh-CN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</a:p>
          <a:p>
            <a:pPr algn="ctr"/>
            <a:r>
              <a:rPr lang="zh-CN" alt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其标注数为</a:t>
            </a:r>
            <a:r>
              <a:rPr lang="en-US" altLang="zh-CN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N-1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32719D-7C63-5A2A-4B6C-DCFDF24B6712}"/>
              </a:ext>
            </a:extLst>
          </p:cNvPr>
          <p:cNvSpPr txBox="1"/>
          <p:nvPr/>
        </p:nvSpPr>
        <p:spPr>
          <a:xfrm>
            <a:off x="7679847" y="1418644"/>
            <a:ext cx="16401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X:8-1=7</a:t>
            </a:r>
          </a:p>
          <a:p>
            <a:r>
              <a:rPr lang="en-US" altLang="zh-CN" sz="3200" dirty="0"/>
              <a:t>Y:4-1=3</a:t>
            </a:r>
          </a:p>
          <a:p>
            <a:r>
              <a:rPr lang="en-US" altLang="zh-CN" sz="3200" dirty="0"/>
              <a:t>Z:</a:t>
            </a:r>
            <a:r>
              <a:rPr lang="en-US" altLang="zh-CN" sz="3200" dirty="0">
                <a:solidFill>
                  <a:srgbClr val="FF0000"/>
                </a:solidFill>
              </a:rPr>
              <a:t>4-1=3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209" name="椭圆 3208">
            <a:extLst>
              <a:ext uri="{FF2B5EF4-FFF2-40B4-BE49-F238E27FC236}">
                <a16:creationId xmlns:a16="http://schemas.microsoft.com/office/drawing/2014/main" id="{7B5AAC34-3A4B-B785-5638-C9E5FA6ADC87}"/>
              </a:ext>
            </a:extLst>
          </p:cNvPr>
          <p:cNvSpPr/>
          <p:nvPr/>
        </p:nvSpPr>
        <p:spPr>
          <a:xfrm>
            <a:off x="1150129" y="1356049"/>
            <a:ext cx="683013" cy="15380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14" name="直接连接符 3213">
            <a:extLst>
              <a:ext uri="{FF2B5EF4-FFF2-40B4-BE49-F238E27FC236}">
                <a16:creationId xmlns:a16="http://schemas.microsoft.com/office/drawing/2014/main" id="{E162BD4D-3432-722D-AB70-117CD10665D5}"/>
              </a:ext>
            </a:extLst>
          </p:cNvPr>
          <p:cNvCxnSpPr>
            <a:stCxn id="3209" idx="0"/>
          </p:cNvCxnSpPr>
          <p:nvPr/>
        </p:nvCxnSpPr>
        <p:spPr>
          <a:xfrm flipV="1">
            <a:off x="1491636" y="734008"/>
            <a:ext cx="3450962" cy="62204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6" name="文本框 3215">
            <a:extLst>
              <a:ext uri="{FF2B5EF4-FFF2-40B4-BE49-F238E27FC236}">
                <a16:creationId xmlns:a16="http://schemas.microsoft.com/office/drawing/2014/main" id="{21D571EC-9942-8C94-8D7F-D6797A4B9C2F}"/>
              </a:ext>
            </a:extLst>
          </p:cNvPr>
          <p:cNvSpPr txBox="1"/>
          <p:nvPr/>
        </p:nvSpPr>
        <p:spPr>
          <a:xfrm>
            <a:off x="5038076" y="554493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直径半径尺寸计算时不数进去</a:t>
            </a:r>
          </a:p>
        </p:txBody>
      </p:sp>
      <p:sp>
        <p:nvSpPr>
          <p:cNvPr id="3217" name="椭圆 3216">
            <a:extLst>
              <a:ext uri="{FF2B5EF4-FFF2-40B4-BE49-F238E27FC236}">
                <a16:creationId xmlns:a16="http://schemas.microsoft.com/office/drawing/2014/main" id="{29533E74-F276-4560-1FF3-F9195A6240BF}"/>
              </a:ext>
            </a:extLst>
          </p:cNvPr>
          <p:cNvSpPr/>
          <p:nvPr/>
        </p:nvSpPr>
        <p:spPr>
          <a:xfrm>
            <a:off x="2045394" y="2547181"/>
            <a:ext cx="935510" cy="2659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41" name="直接连接符 3240">
            <a:extLst>
              <a:ext uri="{FF2B5EF4-FFF2-40B4-BE49-F238E27FC236}">
                <a16:creationId xmlns:a16="http://schemas.microsoft.com/office/drawing/2014/main" id="{D52EF826-577C-8CC4-5893-F02E6B5D9981}"/>
              </a:ext>
            </a:extLst>
          </p:cNvPr>
          <p:cNvCxnSpPr>
            <a:stCxn id="3217" idx="6"/>
          </p:cNvCxnSpPr>
          <p:nvPr/>
        </p:nvCxnSpPr>
        <p:spPr>
          <a:xfrm flipV="1">
            <a:off x="2980904" y="1222356"/>
            <a:ext cx="1979584" cy="14577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2" name="文本框 3241">
            <a:extLst>
              <a:ext uri="{FF2B5EF4-FFF2-40B4-BE49-F238E27FC236}">
                <a16:creationId xmlns:a16="http://schemas.microsoft.com/office/drawing/2014/main" id="{186EBB06-6253-4BBC-CD37-732F216EECB5}"/>
              </a:ext>
            </a:extLst>
          </p:cNvPr>
          <p:cNvSpPr txBox="1"/>
          <p:nvPr/>
        </p:nvSpPr>
        <p:spPr>
          <a:xfrm>
            <a:off x="4984915" y="97262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非独立产生的轮廓线不数进去</a:t>
            </a:r>
          </a:p>
        </p:txBody>
      </p:sp>
      <p:sp>
        <p:nvSpPr>
          <p:cNvPr id="3245" name="文本框 3244">
            <a:extLst>
              <a:ext uri="{FF2B5EF4-FFF2-40B4-BE49-F238E27FC236}">
                <a16:creationId xmlns:a16="http://schemas.microsoft.com/office/drawing/2014/main" id="{EF333A60-345E-CDDA-0F65-E4C892BC5E4B}"/>
              </a:ext>
            </a:extLst>
          </p:cNvPr>
          <p:cNvSpPr txBox="1"/>
          <p:nvPr/>
        </p:nvSpPr>
        <p:spPr>
          <a:xfrm>
            <a:off x="7103706" y="3611031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圆柱等结构只数一根轴线，不数边界线</a:t>
            </a:r>
          </a:p>
        </p:txBody>
      </p:sp>
    </p:spTree>
    <p:extLst>
      <p:ext uri="{BB962C8B-B14F-4D97-AF65-F5344CB8AC3E}">
        <p14:creationId xmlns:p14="http://schemas.microsoft.com/office/powerpoint/2010/main" val="195434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E7555-2080-9D95-1F41-6C9343C3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9413F-0249-F360-28AB-05F82182A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切割顺序</a:t>
            </a:r>
            <a:endParaRPr lang="en-US" altLang="zh-CN" dirty="0"/>
          </a:p>
          <a:p>
            <a:r>
              <a:rPr lang="zh-CN" altLang="en-US" dirty="0"/>
              <a:t>以切割为主形成的组合体，按切割顺序标注尺寸</a:t>
            </a:r>
          </a:p>
        </p:txBody>
      </p:sp>
      <p:grpSp>
        <p:nvGrpSpPr>
          <p:cNvPr id="4" name="Group 5147">
            <a:extLst>
              <a:ext uri="{FF2B5EF4-FFF2-40B4-BE49-F238E27FC236}">
                <a16:creationId xmlns:a16="http://schemas.microsoft.com/office/drawing/2014/main" id="{05E073CC-985F-1427-9F91-5570E43FADE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561540"/>
            <a:ext cx="4877707" cy="3683749"/>
            <a:chOff x="2688" y="1594"/>
            <a:chExt cx="2415" cy="1735"/>
          </a:xfrm>
        </p:grpSpPr>
        <p:sp>
          <p:nvSpPr>
            <p:cNvPr id="5" name="Freeform 4436">
              <a:extLst>
                <a:ext uri="{FF2B5EF4-FFF2-40B4-BE49-F238E27FC236}">
                  <a16:creationId xmlns:a16="http://schemas.microsoft.com/office/drawing/2014/main" id="{3FD318AE-F4B9-32B0-BB0A-958B80291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3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4437">
              <a:extLst>
                <a:ext uri="{FF2B5EF4-FFF2-40B4-BE49-F238E27FC236}">
                  <a16:creationId xmlns:a16="http://schemas.microsoft.com/office/drawing/2014/main" id="{7F334B98-88EB-4CAE-122B-F5D2DAC6C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31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4438">
              <a:extLst>
                <a:ext uri="{FF2B5EF4-FFF2-40B4-BE49-F238E27FC236}">
                  <a16:creationId xmlns:a16="http://schemas.microsoft.com/office/drawing/2014/main" id="{6CF02E91-5348-4274-753D-8FCDA4D8A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931"/>
              <a:ext cx="295" cy="18"/>
            </a:xfrm>
            <a:custGeom>
              <a:avLst/>
              <a:gdLst>
                <a:gd name="T0" fmla="*/ 0 w 1769"/>
                <a:gd name="T1" fmla="*/ 0 h 107"/>
                <a:gd name="T2" fmla="*/ 0 w 1769"/>
                <a:gd name="T3" fmla="*/ 0 h 107"/>
                <a:gd name="T4" fmla="*/ 0 w 1769"/>
                <a:gd name="T5" fmla="*/ 0 h 107"/>
                <a:gd name="T6" fmla="*/ 0 w 1769"/>
                <a:gd name="T7" fmla="*/ 0 h 107"/>
                <a:gd name="T8" fmla="*/ 0 w 1769"/>
                <a:gd name="T9" fmla="*/ 0 h 107"/>
                <a:gd name="T10" fmla="*/ 0 w 1769"/>
                <a:gd name="T11" fmla="*/ 0 h 107"/>
                <a:gd name="T12" fmla="*/ 0 w 176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9"/>
                <a:gd name="T22" fmla="*/ 0 h 107"/>
                <a:gd name="T23" fmla="*/ 1769 w 176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769" y="107"/>
                  </a:lnTo>
                  <a:lnTo>
                    <a:pt x="1769" y="54"/>
                  </a:lnTo>
                  <a:lnTo>
                    <a:pt x="17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4439">
              <a:extLst>
                <a:ext uri="{FF2B5EF4-FFF2-40B4-BE49-F238E27FC236}">
                  <a16:creationId xmlns:a16="http://schemas.microsoft.com/office/drawing/2014/main" id="{793CE38B-7CFE-B038-A312-E49DBFC16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931"/>
              <a:ext cx="295" cy="18"/>
            </a:xfrm>
            <a:custGeom>
              <a:avLst/>
              <a:gdLst>
                <a:gd name="T0" fmla="*/ 0 w 1769"/>
                <a:gd name="T1" fmla="*/ 0 h 107"/>
                <a:gd name="T2" fmla="*/ 0 w 1769"/>
                <a:gd name="T3" fmla="*/ 0 h 107"/>
                <a:gd name="T4" fmla="*/ 0 w 1769"/>
                <a:gd name="T5" fmla="*/ 0 h 107"/>
                <a:gd name="T6" fmla="*/ 0 w 1769"/>
                <a:gd name="T7" fmla="*/ 0 h 107"/>
                <a:gd name="T8" fmla="*/ 0 w 1769"/>
                <a:gd name="T9" fmla="*/ 0 h 107"/>
                <a:gd name="T10" fmla="*/ 0 w 1769"/>
                <a:gd name="T11" fmla="*/ 0 h 107"/>
                <a:gd name="T12" fmla="*/ 0 w 176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9"/>
                <a:gd name="T22" fmla="*/ 0 h 107"/>
                <a:gd name="T23" fmla="*/ 1769 w 176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769" y="107"/>
                  </a:lnTo>
                  <a:lnTo>
                    <a:pt x="1769" y="54"/>
                  </a:lnTo>
                  <a:lnTo>
                    <a:pt x="176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4440">
              <a:extLst>
                <a:ext uri="{FF2B5EF4-FFF2-40B4-BE49-F238E27FC236}">
                  <a16:creationId xmlns:a16="http://schemas.microsoft.com/office/drawing/2014/main" id="{E7E61716-0F36-9F97-82E4-6156B86A4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93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4441">
              <a:extLst>
                <a:ext uri="{FF2B5EF4-FFF2-40B4-BE49-F238E27FC236}">
                  <a16:creationId xmlns:a16="http://schemas.microsoft.com/office/drawing/2014/main" id="{2D2D58F5-583D-2875-3C04-7809921BE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931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3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4442">
              <a:extLst>
                <a:ext uri="{FF2B5EF4-FFF2-40B4-BE49-F238E27FC236}">
                  <a16:creationId xmlns:a16="http://schemas.microsoft.com/office/drawing/2014/main" id="{7A433CB9-0986-3EED-81CE-04A92914F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138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4443">
              <a:extLst>
                <a:ext uri="{FF2B5EF4-FFF2-40B4-BE49-F238E27FC236}">
                  <a16:creationId xmlns:a16="http://schemas.microsoft.com/office/drawing/2014/main" id="{86D5F9B2-CD52-63FC-F27F-CE73EFB66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138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7"/>
                  </a:lnTo>
                  <a:lnTo>
                    <a:pt x="33" y="13"/>
                  </a:lnTo>
                  <a:lnTo>
                    <a:pt x="41" y="22"/>
                  </a:lnTo>
                  <a:lnTo>
                    <a:pt x="48" y="31"/>
                  </a:lnTo>
                  <a:lnTo>
                    <a:pt x="52" y="43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8"/>
                  </a:lnTo>
                  <a:lnTo>
                    <a:pt x="41" y="87"/>
                  </a:lnTo>
                  <a:lnTo>
                    <a:pt x="33" y="96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4444">
              <a:extLst>
                <a:ext uri="{FF2B5EF4-FFF2-40B4-BE49-F238E27FC236}">
                  <a16:creationId xmlns:a16="http://schemas.microsoft.com/office/drawing/2014/main" id="{3043A67E-EE59-15DF-AC27-FC6BB1FE2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138"/>
              <a:ext cx="325" cy="18"/>
            </a:xfrm>
            <a:custGeom>
              <a:avLst/>
              <a:gdLst>
                <a:gd name="T0" fmla="*/ 0 w 1947"/>
                <a:gd name="T1" fmla="*/ 0 h 107"/>
                <a:gd name="T2" fmla="*/ 0 w 1947"/>
                <a:gd name="T3" fmla="*/ 0 h 107"/>
                <a:gd name="T4" fmla="*/ 0 w 1947"/>
                <a:gd name="T5" fmla="*/ 0 h 107"/>
                <a:gd name="T6" fmla="*/ 0 w 1947"/>
                <a:gd name="T7" fmla="*/ 0 h 107"/>
                <a:gd name="T8" fmla="*/ 0 w 1947"/>
                <a:gd name="T9" fmla="*/ 0 h 107"/>
                <a:gd name="T10" fmla="*/ 0 w 1947"/>
                <a:gd name="T11" fmla="*/ 0 h 107"/>
                <a:gd name="T12" fmla="*/ 0 w 194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7"/>
                <a:gd name="T22" fmla="*/ 0 h 107"/>
                <a:gd name="T23" fmla="*/ 1947 w 194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7" h="107">
                  <a:moveTo>
                    <a:pt x="1947" y="107"/>
                  </a:moveTo>
                  <a:lnTo>
                    <a:pt x="1947" y="54"/>
                  </a:lnTo>
                  <a:lnTo>
                    <a:pt x="1947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947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4445">
              <a:extLst>
                <a:ext uri="{FF2B5EF4-FFF2-40B4-BE49-F238E27FC236}">
                  <a16:creationId xmlns:a16="http://schemas.microsoft.com/office/drawing/2014/main" id="{A5B30059-299F-7719-8D6F-06572834E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3138"/>
              <a:ext cx="325" cy="18"/>
            </a:xfrm>
            <a:custGeom>
              <a:avLst/>
              <a:gdLst>
                <a:gd name="T0" fmla="*/ 0 w 1947"/>
                <a:gd name="T1" fmla="*/ 0 h 107"/>
                <a:gd name="T2" fmla="*/ 0 w 1947"/>
                <a:gd name="T3" fmla="*/ 0 h 107"/>
                <a:gd name="T4" fmla="*/ 0 w 1947"/>
                <a:gd name="T5" fmla="*/ 0 h 107"/>
                <a:gd name="T6" fmla="*/ 0 w 1947"/>
                <a:gd name="T7" fmla="*/ 0 h 107"/>
                <a:gd name="T8" fmla="*/ 0 w 1947"/>
                <a:gd name="T9" fmla="*/ 0 h 107"/>
                <a:gd name="T10" fmla="*/ 0 w 1947"/>
                <a:gd name="T11" fmla="*/ 0 h 107"/>
                <a:gd name="T12" fmla="*/ 0 w 194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47"/>
                <a:gd name="T22" fmla="*/ 0 h 107"/>
                <a:gd name="T23" fmla="*/ 1947 w 194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47" h="107">
                  <a:moveTo>
                    <a:pt x="1947" y="107"/>
                  </a:moveTo>
                  <a:lnTo>
                    <a:pt x="1947" y="54"/>
                  </a:lnTo>
                  <a:lnTo>
                    <a:pt x="1947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1947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446">
              <a:extLst>
                <a:ext uri="{FF2B5EF4-FFF2-40B4-BE49-F238E27FC236}">
                  <a16:creationId xmlns:a16="http://schemas.microsoft.com/office/drawing/2014/main" id="{087FB0D3-2A7B-18C5-65BE-4EB0FFB2E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38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447">
              <a:extLst>
                <a:ext uri="{FF2B5EF4-FFF2-40B4-BE49-F238E27FC236}">
                  <a16:creationId xmlns:a16="http://schemas.microsoft.com/office/drawing/2014/main" id="{B5EB90EC-B94C-F329-CC39-40A829937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38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5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4448">
              <a:extLst>
                <a:ext uri="{FF2B5EF4-FFF2-40B4-BE49-F238E27FC236}">
                  <a16:creationId xmlns:a16="http://schemas.microsoft.com/office/drawing/2014/main" id="{C5F8CFC3-7C50-26A8-987F-A87DC1E9F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769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w 78"/>
                <a:gd name="T31" fmla="*/ 0 h 100"/>
                <a:gd name="T32" fmla="*/ 0 w 78"/>
                <a:gd name="T33" fmla="*/ 0 h 1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8"/>
                <a:gd name="T52" fmla="*/ 0 h 100"/>
                <a:gd name="T53" fmla="*/ 78 w 78"/>
                <a:gd name="T54" fmla="*/ 100 h 1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8" h="100">
                  <a:moveTo>
                    <a:pt x="25" y="53"/>
                  </a:moveTo>
                  <a:lnTo>
                    <a:pt x="0" y="6"/>
                  </a:lnTo>
                  <a:lnTo>
                    <a:pt x="10" y="1"/>
                  </a:lnTo>
                  <a:lnTo>
                    <a:pt x="22" y="0"/>
                  </a:lnTo>
                  <a:lnTo>
                    <a:pt x="35" y="0"/>
                  </a:lnTo>
                  <a:lnTo>
                    <a:pt x="46" y="3"/>
                  </a:lnTo>
                  <a:lnTo>
                    <a:pt x="56" y="10"/>
                  </a:lnTo>
                  <a:lnTo>
                    <a:pt x="66" y="18"/>
                  </a:lnTo>
                  <a:lnTo>
                    <a:pt x="72" y="28"/>
                  </a:lnTo>
                  <a:lnTo>
                    <a:pt x="77" y="38"/>
                  </a:lnTo>
                  <a:lnTo>
                    <a:pt x="78" y="50"/>
                  </a:lnTo>
                  <a:lnTo>
                    <a:pt x="78" y="62"/>
                  </a:lnTo>
                  <a:lnTo>
                    <a:pt x="75" y="74"/>
                  </a:lnTo>
                  <a:lnTo>
                    <a:pt x="69" y="84"/>
                  </a:lnTo>
                  <a:lnTo>
                    <a:pt x="60" y="93"/>
                  </a:lnTo>
                  <a:lnTo>
                    <a:pt x="51" y="100"/>
                  </a:lnTo>
                  <a:lnTo>
                    <a:pt x="25" y="53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4449">
              <a:extLst>
                <a:ext uri="{FF2B5EF4-FFF2-40B4-BE49-F238E27FC236}">
                  <a16:creationId xmlns:a16="http://schemas.microsoft.com/office/drawing/2014/main" id="{E71023DC-F1E8-4E2C-517B-5B40207BD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769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8"/>
                <a:gd name="T46" fmla="*/ 0 h 100"/>
                <a:gd name="T47" fmla="*/ 78 w 78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8" h="100">
                  <a:moveTo>
                    <a:pt x="0" y="6"/>
                  </a:moveTo>
                  <a:lnTo>
                    <a:pt x="10" y="1"/>
                  </a:lnTo>
                  <a:lnTo>
                    <a:pt x="22" y="0"/>
                  </a:lnTo>
                  <a:lnTo>
                    <a:pt x="35" y="0"/>
                  </a:lnTo>
                  <a:lnTo>
                    <a:pt x="46" y="3"/>
                  </a:lnTo>
                  <a:lnTo>
                    <a:pt x="56" y="10"/>
                  </a:lnTo>
                  <a:lnTo>
                    <a:pt x="66" y="18"/>
                  </a:lnTo>
                  <a:lnTo>
                    <a:pt x="72" y="28"/>
                  </a:lnTo>
                  <a:lnTo>
                    <a:pt x="77" y="38"/>
                  </a:lnTo>
                  <a:lnTo>
                    <a:pt x="78" y="50"/>
                  </a:lnTo>
                  <a:lnTo>
                    <a:pt x="78" y="62"/>
                  </a:lnTo>
                  <a:lnTo>
                    <a:pt x="75" y="74"/>
                  </a:lnTo>
                  <a:lnTo>
                    <a:pt x="69" y="84"/>
                  </a:lnTo>
                  <a:lnTo>
                    <a:pt x="60" y="93"/>
                  </a:lnTo>
                  <a:lnTo>
                    <a:pt x="51" y="10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4450">
              <a:extLst>
                <a:ext uri="{FF2B5EF4-FFF2-40B4-BE49-F238E27FC236}">
                  <a16:creationId xmlns:a16="http://schemas.microsoft.com/office/drawing/2014/main" id="{BF0D0D9D-AAA3-A9FF-8060-F93446B8A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770"/>
              <a:ext cx="657" cy="370"/>
            </a:xfrm>
            <a:custGeom>
              <a:avLst/>
              <a:gdLst>
                <a:gd name="T0" fmla="*/ 0 w 3944"/>
                <a:gd name="T1" fmla="*/ 0 h 2220"/>
                <a:gd name="T2" fmla="*/ 0 w 3944"/>
                <a:gd name="T3" fmla="*/ 0 h 2220"/>
                <a:gd name="T4" fmla="*/ 0 w 3944"/>
                <a:gd name="T5" fmla="*/ 0 h 2220"/>
                <a:gd name="T6" fmla="*/ 0 w 3944"/>
                <a:gd name="T7" fmla="*/ 0 h 2220"/>
                <a:gd name="T8" fmla="*/ 0 w 3944"/>
                <a:gd name="T9" fmla="*/ 0 h 2220"/>
                <a:gd name="T10" fmla="*/ 0 w 3944"/>
                <a:gd name="T11" fmla="*/ 0 h 2220"/>
                <a:gd name="T12" fmla="*/ 0 w 3944"/>
                <a:gd name="T13" fmla="*/ 0 h 2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44"/>
                <a:gd name="T22" fmla="*/ 0 h 2220"/>
                <a:gd name="T23" fmla="*/ 3944 w 3944"/>
                <a:gd name="T24" fmla="*/ 2220 h 22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44" h="2220">
                  <a:moveTo>
                    <a:pt x="3944" y="94"/>
                  </a:moveTo>
                  <a:lnTo>
                    <a:pt x="3918" y="47"/>
                  </a:lnTo>
                  <a:lnTo>
                    <a:pt x="3893" y="0"/>
                  </a:lnTo>
                  <a:lnTo>
                    <a:pt x="0" y="2126"/>
                  </a:lnTo>
                  <a:lnTo>
                    <a:pt x="25" y="2173"/>
                  </a:lnTo>
                  <a:lnTo>
                    <a:pt x="50" y="2220"/>
                  </a:lnTo>
                  <a:lnTo>
                    <a:pt x="3944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451">
              <a:extLst>
                <a:ext uri="{FF2B5EF4-FFF2-40B4-BE49-F238E27FC236}">
                  <a16:creationId xmlns:a16="http://schemas.microsoft.com/office/drawing/2014/main" id="{8FD275D0-60F5-F47F-DD9F-68BE9F9FA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770"/>
              <a:ext cx="657" cy="370"/>
            </a:xfrm>
            <a:custGeom>
              <a:avLst/>
              <a:gdLst>
                <a:gd name="T0" fmla="*/ 0 w 3944"/>
                <a:gd name="T1" fmla="*/ 0 h 2220"/>
                <a:gd name="T2" fmla="*/ 0 w 3944"/>
                <a:gd name="T3" fmla="*/ 0 h 2220"/>
                <a:gd name="T4" fmla="*/ 0 w 3944"/>
                <a:gd name="T5" fmla="*/ 0 h 2220"/>
                <a:gd name="T6" fmla="*/ 0 w 3944"/>
                <a:gd name="T7" fmla="*/ 0 h 2220"/>
                <a:gd name="T8" fmla="*/ 0 w 3944"/>
                <a:gd name="T9" fmla="*/ 0 h 2220"/>
                <a:gd name="T10" fmla="*/ 0 w 3944"/>
                <a:gd name="T11" fmla="*/ 0 h 2220"/>
                <a:gd name="T12" fmla="*/ 0 w 3944"/>
                <a:gd name="T13" fmla="*/ 0 h 2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44"/>
                <a:gd name="T22" fmla="*/ 0 h 2220"/>
                <a:gd name="T23" fmla="*/ 3944 w 3944"/>
                <a:gd name="T24" fmla="*/ 2220 h 22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44" h="2220">
                  <a:moveTo>
                    <a:pt x="3944" y="94"/>
                  </a:moveTo>
                  <a:lnTo>
                    <a:pt x="3918" y="47"/>
                  </a:lnTo>
                  <a:lnTo>
                    <a:pt x="3893" y="0"/>
                  </a:lnTo>
                  <a:lnTo>
                    <a:pt x="0" y="2126"/>
                  </a:lnTo>
                  <a:lnTo>
                    <a:pt x="25" y="2173"/>
                  </a:lnTo>
                  <a:lnTo>
                    <a:pt x="50" y="2220"/>
                  </a:lnTo>
                  <a:lnTo>
                    <a:pt x="3944" y="9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452">
              <a:extLst>
                <a:ext uri="{FF2B5EF4-FFF2-40B4-BE49-F238E27FC236}">
                  <a16:creationId xmlns:a16="http://schemas.microsoft.com/office/drawing/2014/main" id="{CCECE89C-03F3-73A4-BF13-4B4D04134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4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w 78"/>
                <a:gd name="T31" fmla="*/ 0 h 100"/>
                <a:gd name="T32" fmla="*/ 0 w 78"/>
                <a:gd name="T33" fmla="*/ 0 h 1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8"/>
                <a:gd name="T52" fmla="*/ 0 h 100"/>
                <a:gd name="T53" fmla="*/ 78 w 78"/>
                <a:gd name="T54" fmla="*/ 100 h 1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8" h="100">
                  <a:moveTo>
                    <a:pt x="53" y="47"/>
                  </a:moveTo>
                  <a:lnTo>
                    <a:pt x="78" y="94"/>
                  </a:lnTo>
                  <a:lnTo>
                    <a:pt x="68" y="99"/>
                  </a:lnTo>
                  <a:lnTo>
                    <a:pt x="56" y="100"/>
                  </a:lnTo>
                  <a:lnTo>
                    <a:pt x="43" y="100"/>
                  </a:lnTo>
                  <a:lnTo>
                    <a:pt x="32" y="97"/>
                  </a:lnTo>
                  <a:lnTo>
                    <a:pt x="22" y="90"/>
                  </a:lnTo>
                  <a:lnTo>
                    <a:pt x="13" y="82"/>
                  </a:lnTo>
                  <a:lnTo>
                    <a:pt x="6" y="72"/>
                  </a:lnTo>
                  <a:lnTo>
                    <a:pt x="1" y="62"/>
                  </a:lnTo>
                  <a:lnTo>
                    <a:pt x="0" y="50"/>
                  </a:lnTo>
                  <a:lnTo>
                    <a:pt x="0" y="38"/>
                  </a:lnTo>
                  <a:lnTo>
                    <a:pt x="3" y="26"/>
                  </a:lnTo>
                  <a:lnTo>
                    <a:pt x="10" y="16"/>
                  </a:lnTo>
                  <a:lnTo>
                    <a:pt x="18" y="7"/>
                  </a:lnTo>
                  <a:lnTo>
                    <a:pt x="28" y="0"/>
                  </a:lnTo>
                  <a:lnTo>
                    <a:pt x="53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453">
              <a:extLst>
                <a:ext uri="{FF2B5EF4-FFF2-40B4-BE49-F238E27FC236}">
                  <a16:creationId xmlns:a16="http://schemas.microsoft.com/office/drawing/2014/main" id="{77259798-456F-AB2D-0D18-BB97B345E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4"/>
              <a:ext cx="13" cy="17"/>
            </a:xfrm>
            <a:custGeom>
              <a:avLst/>
              <a:gdLst>
                <a:gd name="T0" fmla="*/ 0 w 78"/>
                <a:gd name="T1" fmla="*/ 0 h 100"/>
                <a:gd name="T2" fmla="*/ 0 w 78"/>
                <a:gd name="T3" fmla="*/ 0 h 100"/>
                <a:gd name="T4" fmla="*/ 0 w 78"/>
                <a:gd name="T5" fmla="*/ 0 h 100"/>
                <a:gd name="T6" fmla="*/ 0 w 78"/>
                <a:gd name="T7" fmla="*/ 0 h 100"/>
                <a:gd name="T8" fmla="*/ 0 w 78"/>
                <a:gd name="T9" fmla="*/ 0 h 100"/>
                <a:gd name="T10" fmla="*/ 0 w 78"/>
                <a:gd name="T11" fmla="*/ 0 h 100"/>
                <a:gd name="T12" fmla="*/ 0 w 78"/>
                <a:gd name="T13" fmla="*/ 0 h 100"/>
                <a:gd name="T14" fmla="*/ 0 w 78"/>
                <a:gd name="T15" fmla="*/ 0 h 100"/>
                <a:gd name="T16" fmla="*/ 0 w 78"/>
                <a:gd name="T17" fmla="*/ 0 h 100"/>
                <a:gd name="T18" fmla="*/ 0 w 78"/>
                <a:gd name="T19" fmla="*/ 0 h 100"/>
                <a:gd name="T20" fmla="*/ 0 w 78"/>
                <a:gd name="T21" fmla="*/ 0 h 100"/>
                <a:gd name="T22" fmla="*/ 0 w 78"/>
                <a:gd name="T23" fmla="*/ 0 h 100"/>
                <a:gd name="T24" fmla="*/ 0 w 78"/>
                <a:gd name="T25" fmla="*/ 0 h 100"/>
                <a:gd name="T26" fmla="*/ 0 w 78"/>
                <a:gd name="T27" fmla="*/ 0 h 100"/>
                <a:gd name="T28" fmla="*/ 0 w 78"/>
                <a:gd name="T29" fmla="*/ 0 h 1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8"/>
                <a:gd name="T46" fmla="*/ 0 h 100"/>
                <a:gd name="T47" fmla="*/ 78 w 78"/>
                <a:gd name="T48" fmla="*/ 100 h 1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8" h="100">
                  <a:moveTo>
                    <a:pt x="78" y="94"/>
                  </a:moveTo>
                  <a:lnTo>
                    <a:pt x="68" y="99"/>
                  </a:lnTo>
                  <a:lnTo>
                    <a:pt x="56" y="100"/>
                  </a:lnTo>
                  <a:lnTo>
                    <a:pt x="43" y="100"/>
                  </a:lnTo>
                  <a:lnTo>
                    <a:pt x="32" y="97"/>
                  </a:lnTo>
                  <a:lnTo>
                    <a:pt x="22" y="90"/>
                  </a:lnTo>
                  <a:lnTo>
                    <a:pt x="13" y="82"/>
                  </a:lnTo>
                  <a:lnTo>
                    <a:pt x="6" y="72"/>
                  </a:lnTo>
                  <a:lnTo>
                    <a:pt x="1" y="62"/>
                  </a:lnTo>
                  <a:lnTo>
                    <a:pt x="0" y="50"/>
                  </a:lnTo>
                  <a:lnTo>
                    <a:pt x="0" y="38"/>
                  </a:lnTo>
                  <a:lnTo>
                    <a:pt x="3" y="26"/>
                  </a:lnTo>
                  <a:lnTo>
                    <a:pt x="10" y="16"/>
                  </a:lnTo>
                  <a:lnTo>
                    <a:pt x="18" y="7"/>
                  </a:lnTo>
                  <a:lnTo>
                    <a:pt x="2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454">
              <a:extLst>
                <a:ext uri="{FF2B5EF4-FFF2-40B4-BE49-F238E27FC236}">
                  <a16:creationId xmlns:a16="http://schemas.microsoft.com/office/drawing/2014/main" id="{AA29A675-DC1A-64A4-419B-9E5147C6B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4455">
              <a:extLst>
                <a:ext uri="{FF2B5EF4-FFF2-40B4-BE49-F238E27FC236}">
                  <a16:creationId xmlns:a16="http://schemas.microsoft.com/office/drawing/2014/main" id="{40B76422-74E4-31EE-5461-A9677907F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4456">
              <a:extLst>
                <a:ext uri="{FF2B5EF4-FFF2-40B4-BE49-F238E27FC236}">
                  <a16:creationId xmlns:a16="http://schemas.microsoft.com/office/drawing/2014/main" id="{5021BCF6-9D70-5F13-2E2C-09ED934AE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89"/>
              <a:ext cx="1298" cy="18"/>
            </a:xfrm>
            <a:custGeom>
              <a:avLst/>
              <a:gdLst>
                <a:gd name="T0" fmla="*/ 0 w 7787"/>
                <a:gd name="T1" fmla="*/ 0 h 107"/>
                <a:gd name="T2" fmla="*/ 0 w 7787"/>
                <a:gd name="T3" fmla="*/ 0 h 107"/>
                <a:gd name="T4" fmla="*/ 0 w 7787"/>
                <a:gd name="T5" fmla="*/ 0 h 107"/>
                <a:gd name="T6" fmla="*/ 0 w 7787"/>
                <a:gd name="T7" fmla="*/ 0 h 107"/>
                <a:gd name="T8" fmla="*/ 0 w 7787"/>
                <a:gd name="T9" fmla="*/ 0 h 107"/>
                <a:gd name="T10" fmla="*/ 0 w 7787"/>
                <a:gd name="T11" fmla="*/ 0 h 107"/>
                <a:gd name="T12" fmla="*/ 0 w 778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87"/>
                <a:gd name="T22" fmla="*/ 0 h 107"/>
                <a:gd name="T23" fmla="*/ 7787 w 778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8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787" y="107"/>
                  </a:lnTo>
                  <a:lnTo>
                    <a:pt x="7787" y="54"/>
                  </a:lnTo>
                  <a:lnTo>
                    <a:pt x="77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4457">
              <a:extLst>
                <a:ext uri="{FF2B5EF4-FFF2-40B4-BE49-F238E27FC236}">
                  <a16:creationId xmlns:a16="http://schemas.microsoft.com/office/drawing/2014/main" id="{BB35434E-1A11-D61C-0475-342CF20DF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89"/>
              <a:ext cx="1298" cy="18"/>
            </a:xfrm>
            <a:custGeom>
              <a:avLst/>
              <a:gdLst>
                <a:gd name="T0" fmla="*/ 0 w 7787"/>
                <a:gd name="T1" fmla="*/ 0 h 107"/>
                <a:gd name="T2" fmla="*/ 0 w 7787"/>
                <a:gd name="T3" fmla="*/ 0 h 107"/>
                <a:gd name="T4" fmla="*/ 0 w 7787"/>
                <a:gd name="T5" fmla="*/ 0 h 107"/>
                <a:gd name="T6" fmla="*/ 0 w 7787"/>
                <a:gd name="T7" fmla="*/ 0 h 107"/>
                <a:gd name="T8" fmla="*/ 0 w 7787"/>
                <a:gd name="T9" fmla="*/ 0 h 107"/>
                <a:gd name="T10" fmla="*/ 0 w 7787"/>
                <a:gd name="T11" fmla="*/ 0 h 107"/>
                <a:gd name="T12" fmla="*/ 0 w 7787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787"/>
                <a:gd name="T22" fmla="*/ 0 h 107"/>
                <a:gd name="T23" fmla="*/ 7787 w 7787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787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787" y="107"/>
                  </a:lnTo>
                  <a:lnTo>
                    <a:pt x="7787" y="54"/>
                  </a:lnTo>
                  <a:lnTo>
                    <a:pt x="778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4458">
              <a:extLst>
                <a:ext uri="{FF2B5EF4-FFF2-40B4-BE49-F238E27FC236}">
                  <a16:creationId xmlns:a16="http://schemas.microsoft.com/office/drawing/2014/main" id="{974384DF-8CFE-60E1-57C2-C8BA529AB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4459">
              <a:extLst>
                <a:ext uri="{FF2B5EF4-FFF2-40B4-BE49-F238E27FC236}">
                  <a16:creationId xmlns:a16="http://schemas.microsoft.com/office/drawing/2014/main" id="{9F0ADE21-3DBB-43B7-BD74-78422469D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4460">
              <a:extLst>
                <a:ext uri="{FF2B5EF4-FFF2-40B4-BE49-F238E27FC236}">
                  <a16:creationId xmlns:a16="http://schemas.microsoft.com/office/drawing/2014/main" id="{566FDE1F-97CB-43F5-AE57-3B7D762DC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4461">
              <a:extLst>
                <a:ext uri="{FF2B5EF4-FFF2-40B4-BE49-F238E27FC236}">
                  <a16:creationId xmlns:a16="http://schemas.microsoft.com/office/drawing/2014/main" id="{69248052-FD53-DB9A-226F-D0EB263C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4462">
              <a:extLst>
                <a:ext uri="{FF2B5EF4-FFF2-40B4-BE49-F238E27FC236}">
                  <a16:creationId xmlns:a16="http://schemas.microsoft.com/office/drawing/2014/main" id="{3734DB64-B0A8-60BE-C1D3-03DA75C80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22"/>
              <a:ext cx="18" cy="325"/>
            </a:xfrm>
            <a:custGeom>
              <a:avLst/>
              <a:gdLst>
                <a:gd name="T0" fmla="*/ 0 w 107"/>
                <a:gd name="T1" fmla="*/ 0 h 1948"/>
                <a:gd name="T2" fmla="*/ 0 w 107"/>
                <a:gd name="T3" fmla="*/ 0 h 1948"/>
                <a:gd name="T4" fmla="*/ 0 w 107"/>
                <a:gd name="T5" fmla="*/ 0 h 1948"/>
                <a:gd name="T6" fmla="*/ 0 w 107"/>
                <a:gd name="T7" fmla="*/ 0 h 1948"/>
                <a:gd name="T8" fmla="*/ 0 w 107"/>
                <a:gd name="T9" fmla="*/ 0 h 1948"/>
                <a:gd name="T10" fmla="*/ 0 w 107"/>
                <a:gd name="T11" fmla="*/ 0 h 1948"/>
                <a:gd name="T12" fmla="*/ 0 w 107"/>
                <a:gd name="T13" fmla="*/ 0 h 19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948"/>
                <a:gd name="T23" fmla="*/ 107 w 107"/>
                <a:gd name="T24" fmla="*/ 1948 h 19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94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948"/>
                  </a:lnTo>
                  <a:lnTo>
                    <a:pt x="53" y="1948"/>
                  </a:lnTo>
                  <a:lnTo>
                    <a:pt x="107" y="194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4463">
              <a:extLst>
                <a:ext uri="{FF2B5EF4-FFF2-40B4-BE49-F238E27FC236}">
                  <a16:creationId xmlns:a16="http://schemas.microsoft.com/office/drawing/2014/main" id="{427CB41B-B297-0D7B-F225-A20553F88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22"/>
              <a:ext cx="18" cy="325"/>
            </a:xfrm>
            <a:custGeom>
              <a:avLst/>
              <a:gdLst>
                <a:gd name="T0" fmla="*/ 0 w 107"/>
                <a:gd name="T1" fmla="*/ 0 h 1948"/>
                <a:gd name="T2" fmla="*/ 0 w 107"/>
                <a:gd name="T3" fmla="*/ 0 h 1948"/>
                <a:gd name="T4" fmla="*/ 0 w 107"/>
                <a:gd name="T5" fmla="*/ 0 h 1948"/>
                <a:gd name="T6" fmla="*/ 0 w 107"/>
                <a:gd name="T7" fmla="*/ 0 h 1948"/>
                <a:gd name="T8" fmla="*/ 0 w 107"/>
                <a:gd name="T9" fmla="*/ 0 h 1948"/>
                <a:gd name="T10" fmla="*/ 0 w 107"/>
                <a:gd name="T11" fmla="*/ 0 h 1948"/>
                <a:gd name="T12" fmla="*/ 0 w 107"/>
                <a:gd name="T13" fmla="*/ 0 h 19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948"/>
                <a:gd name="T23" fmla="*/ 107 w 107"/>
                <a:gd name="T24" fmla="*/ 1948 h 19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94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948"/>
                  </a:lnTo>
                  <a:lnTo>
                    <a:pt x="53" y="1948"/>
                  </a:lnTo>
                  <a:lnTo>
                    <a:pt x="107" y="194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4464">
              <a:extLst>
                <a:ext uri="{FF2B5EF4-FFF2-40B4-BE49-F238E27FC236}">
                  <a16:creationId xmlns:a16="http://schemas.microsoft.com/office/drawing/2014/main" id="{AB589E02-7D23-A308-F7C5-E67C22F1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47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4465">
              <a:extLst>
                <a:ext uri="{FF2B5EF4-FFF2-40B4-BE49-F238E27FC236}">
                  <a16:creationId xmlns:a16="http://schemas.microsoft.com/office/drawing/2014/main" id="{ECB65FD6-8F37-EE94-7611-DD735C74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3147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4466">
              <a:extLst>
                <a:ext uri="{FF2B5EF4-FFF2-40B4-BE49-F238E27FC236}">
                  <a16:creationId xmlns:a16="http://schemas.microsoft.com/office/drawing/2014/main" id="{D7D7D39A-2458-BD67-C9DA-05BE78A78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4467">
              <a:extLst>
                <a:ext uri="{FF2B5EF4-FFF2-40B4-BE49-F238E27FC236}">
                  <a16:creationId xmlns:a16="http://schemas.microsoft.com/office/drawing/2014/main" id="{C1C34139-6CF6-A739-5994-881E6F1EB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4468">
              <a:extLst>
                <a:ext uri="{FF2B5EF4-FFF2-40B4-BE49-F238E27FC236}">
                  <a16:creationId xmlns:a16="http://schemas.microsoft.com/office/drawing/2014/main" id="{5F8CB9B9-B52B-E000-85BE-A71F3894F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4469">
              <a:extLst>
                <a:ext uri="{FF2B5EF4-FFF2-40B4-BE49-F238E27FC236}">
                  <a16:creationId xmlns:a16="http://schemas.microsoft.com/office/drawing/2014/main" id="{7081953F-2D01-AD3C-800C-C6E82EFD5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4470">
              <a:extLst>
                <a:ext uri="{FF2B5EF4-FFF2-40B4-BE49-F238E27FC236}">
                  <a16:creationId xmlns:a16="http://schemas.microsoft.com/office/drawing/2014/main" id="{18577C4F-ACC4-98A2-A810-88CF74C95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4471">
              <a:extLst>
                <a:ext uri="{FF2B5EF4-FFF2-40B4-BE49-F238E27FC236}">
                  <a16:creationId xmlns:a16="http://schemas.microsoft.com/office/drawing/2014/main" id="{F0A918F6-CBD8-80CB-AE05-9E9FB7477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0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4472">
              <a:extLst>
                <a:ext uri="{FF2B5EF4-FFF2-40B4-BE49-F238E27FC236}">
                  <a16:creationId xmlns:a16="http://schemas.microsoft.com/office/drawing/2014/main" id="{01276D77-F5A7-C574-2894-D19E14168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473">
              <a:extLst>
                <a:ext uri="{FF2B5EF4-FFF2-40B4-BE49-F238E27FC236}">
                  <a16:creationId xmlns:a16="http://schemas.microsoft.com/office/drawing/2014/main" id="{5550BBB1-1F2C-39C6-B5E7-13F32B924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81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474">
              <a:extLst>
                <a:ext uri="{FF2B5EF4-FFF2-40B4-BE49-F238E27FC236}">
                  <a16:creationId xmlns:a16="http://schemas.microsoft.com/office/drawing/2014/main" id="{22BCBEFC-DB24-1D0E-201C-C819BBAE6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813"/>
              <a:ext cx="206" cy="18"/>
            </a:xfrm>
            <a:custGeom>
              <a:avLst/>
              <a:gdLst>
                <a:gd name="T0" fmla="*/ 0 w 1239"/>
                <a:gd name="T1" fmla="*/ 0 h 107"/>
                <a:gd name="T2" fmla="*/ 0 w 1239"/>
                <a:gd name="T3" fmla="*/ 0 h 107"/>
                <a:gd name="T4" fmla="*/ 0 w 1239"/>
                <a:gd name="T5" fmla="*/ 0 h 107"/>
                <a:gd name="T6" fmla="*/ 0 w 1239"/>
                <a:gd name="T7" fmla="*/ 0 h 107"/>
                <a:gd name="T8" fmla="*/ 0 w 1239"/>
                <a:gd name="T9" fmla="*/ 0 h 107"/>
                <a:gd name="T10" fmla="*/ 0 w 1239"/>
                <a:gd name="T11" fmla="*/ 0 h 107"/>
                <a:gd name="T12" fmla="*/ 0 w 123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9"/>
                <a:gd name="T22" fmla="*/ 0 h 107"/>
                <a:gd name="T23" fmla="*/ 1239 w 123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239" y="107"/>
                  </a:lnTo>
                  <a:lnTo>
                    <a:pt x="1239" y="54"/>
                  </a:lnTo>
                  <a:lnTo>
                    <a:pt x="12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475">
              <a:extLst>
                <a:ext uri="{FF2B5EF4-FFF2-40B4-BE49-F238E27FC236}">
                  <a16:creationId xmlns:a16="http://schemas.microsoft.com/office/drawing/2014/main" id="{FD08F1D7-5B0D-2DDB-69C0-6A4EF95A5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813"/>
              <a:ext cx="206" cy="18"/>
            </a:xfrm>
            <a:custGeom>
              <a:avLst/>
              <a:gdLst>
                <a:gd name="T0" fmla="*/ 0 w 1239"/>
                <a:gd name="T1" fmla="*/ 0 h 107"/>
                <a:gd name="T2" fmla="*/ 0 w 1239"/>
                <a:gd name="T3" fmla="*/ 0 h 107"/>
                <a:gd name="T4" fmla="*/ 0 w 1239"/>
                <a:gd name="T5" fmla="*/ 0 h 107"/>
                <a:gd name="T6" fmla="*/ 0 w 1239"/>
                <a:gd name="T7" fmla="*/ 0 h 107"/>
                <a:gd name="T8" fmla="*/ 0 w 1239"/>
                <a:gd name="T9" fmla="*/ 0 h 107"/>
                <a:gd name="T10" fmla="*/ 0 w 1239"/>
                <a:gd name="T11" fmla="*/ 0 h 107"/>
                <a:gd name="T12" fmla="*/ 0 w 123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9"/>
                <a:gd name="T22" fmla="*/ 0 h 107"/>
                <a:gd name="T23" fmla="*/ 1239 w 123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239" y="107"/>
                  </a:lnTo>
                  <a:lnTo>
                    <a:pt x="1239" y="54"/>
                  </a:lnTo>
                  <a:lnTo>
                    <a:pt x="123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476">
              <a:extLst>
                <a:ext uri="{FF2B5EF4-FFF2-40B4-BE49-F238E27FC236}">
                  <a16:creationId xmlns:a16="http://schemas.microsoft.com/office/drawing/2014/main" id="{E7E6F4ED-060B-F6D8-F96C-6821A483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477">
              <a:extLst>
                <a:ext uri="{FF2B5EF4-FFF2-40B4-BE49-F238E27FC236}">
                  <a16:creationId xmlns:a16="http://schemas.microsoft.com/office/drawing/2014/main" id="{3154B518-B0F9-B30B-0845-D54F83537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478">
              <a:extLst>
                <a:ext uri="{FF2B5EF4-FFF2-40B4-BE49-F238E27FC236}">
                  <a16:creationId xmlns:a16="http://schemas.microsoft.com/office/drawing/2014/main" id="{4250810F-1998-E0B0-B74D-BE8ED9916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479">
              <a:extLst>
                <a:ext uri="{FF2B5EF4-FFF2-40B4-BE49-F238E27FC236}">
                  <a16:creationId xmlns:a16="http://schemas.microsoft.com/office/drawing/2014/main" id="{2906D150-8A9A-C125-5CCD-7E71EA927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2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480">
              <a:extLst>
                <a:ext uri="{FF2B5EF4-FFF2-40B4-BE49-F238E27FC236}">
                  <a16:creationId xmlns:a16="http://schemas.microsoft.com/office/drawing/2014/main" id="{D8959407-4FD4-23D5-35E6-9B1263B12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32"/>
              <a:ext cx="18" cy="266"/>
            </a:xfrm>
            <a:custGeom>
              <a:avLst/>
              <a:gdLst>
                <a:gd name="T0" fmla="*/ 0 w 107"/>
                <a:gd name="T1" fmla="*/ 0 h 1594"/>
                <a:gd name="T2" fmla="*/ 0 w 107"/>
                <a:gd name="T3" fmla="*/ 0 h 1594"/>
                <a:gd name="T4" fmla="*/ 0 w 107"/>
                <a:gd name="T5" fmla="*/ 0 h 1594"/>
                <a:gd name="T6" fmla="*/ 0 w 107"/>
                <a:gd name="T7" fmla="*/ 0 h 1594"/>
                <a:gd name="T8" fmla="*/ 0 w 107"/>
                <a:gd name="T9" fmla="*/ 0 h 1594"/>
                <a:gd name="T10" fmla="*/ 0 w 107"/>
                <a:gd name="T11" fmla="*/ 0 h 1594"/>
                <a:gd name="T12" fmla="*/ 0 w 107"/>
                <a:gd name="T13" fmla="*/ 0 h 15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4"/>
                <a:gd name="T23" fmla="*/ 107 w 107"/>
                <a:gd name="T24" fmla="*/ 1594 h 15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4"/>
                  </a:lnTo>
                  <a:lnTo>
                    <a:pt x="53" y="1594"/>
                  </a:lnTo>
                  <a:lnTo>
                    <a:pt x="107" y="159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481">
              <a:extLst>
                <a:ext uri="{FF2B5EF4-FFF2-40B4-BE49-F238E27FC236}">
                  <a16:creationId xmlns:a16="http://schemas.microsoft.com/office/drawing/2014/main" id="{FC0372CC-074A-E604-080F-31AE29BE3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132"/>
              <a:ext cx="18" cy="266"/>
            </a:xfrm>
            <a:custGeom>
              <a:avLst/>
              <a:gdLst>
                <a:gd name="T0" fmla="*/ 0 w 107"/>
                <a:gd name="T1" fmla="*/ 0 h 1594"/>
                <a:gd name="T2" fmla="*/ 0 w 107"/>
                <a:gd name="T3" fmla="*/ 0 h 1594"/>
                <a:gd name="T4" fmla="*/ 0 w 107"/>
                <a:gd name="T5" fmla="*/ 0 h 1594"/>
                <a:gd name="T6" fmla="*/ 0 w 107"/>
                <a:gd name="T7" fmla="*/ 0 h 1594"/>
                <a:gd name="T8" fmla="*/ 0 w 107"/>
                <a:gd name="T9" fmla="*/ 0 h 1594"/>
                <a:gd name="T10" fmla="*/ 0 w 107"/>
                <a:gd name="T11" fmla="*/ 0 h 1594"/>
                <a:gd name="T12" fmla="*/ 0 w 107"/>
                <a:gd name="T13" fmla="*/ 0 h 15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4"/>
                <a:gd name="T23" fmla="*/ 107 w 107"/>
                <a:gd name="T24" fmla="*/ 1594 h 159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4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4"/>
                  </a:lnTo>
                  <a:lnTo>
                    <a:pt x="53" y="1594"/>
                  </a:lnTo>
                  <a:lnTo>
                    <a:pt x="107" y="1594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482">
              <a:extLst>
                <a:ext uri="{FF2B5EF4-FFF2-40B4-BE49-F238E27FC236}">
                  <a16:creationId xmlns:a16="http://schemas.microsoft.com/office/drawing/2014/main" id="{A9C4C51F-34BA-D3BB-8ECF-9F36FCF6D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4483">
              <a:extLst>
                <a:ext uri="{FF2B5EF4-FFF2-40B4-BE49-F238E27FC236}">
                  <a16:creationId xmlns:a16="http://schemas.microsoft.com/office/drawing/2014/main" id="{DF1698F3-E00E-3147-5689-7F6C00BF2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484">
              <a:extLst>
                <a:ext uri="{FF2B5EF4-FFF2-40B4-BE49-F238E27FC236}">
                  <a16:creationId xmlns:a16="http://schemas.microsoft.com/office/drawing/2014/main" id="{0B3B836B-8BAC-C86B-5C95-94A02130A5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339"/>
              <a:ext cx="1" cy="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485">
              <a:extLst>
                <a:ext uri="{FF2B5EF4-FFF2-40B4-BE49-F238E27FC236}">
                  <a16:creationId xmlns:a16="http://schemas.microsoft.com/office/drawing/2014/main" id="{A5FE3D56-A291-40E8-DEBB-890F9C73D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26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4486">
              <a:extLst>
                <a:ext uri="{FF2B5EF4-FFF2-40B4-BE49-F238E27FC236}">
                  <a16:creationId xmlns:a16="http://schemas.microsoft.com/office/drawing/2014/main" id="{1A0635A5-7D27-71E9-E950-B7D73C320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18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4487">
              <a:extLst>
                <a:ext uri="{FF2B5EF4-FFF2-40B4-BE49-F238E27FC236}">
                  <a16:creationId xmlns:a16="http://schemas.microsoft.com/office/drawing/2014/main" id="{83DFB41B-B09D-5457-9DDD-74B2F5A134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104"/>
              <a:ext cx="1" cy="53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4488">
              <a:extLst>
                <a:ext uri="{FF2B5EF4-FFF2-40B4-BE49-F238E27FC236}">
                  <a16:creationId xmlns:a16="http://schemas.microsoft.com/office/drawing/2014/main" id="{7B4FB441-C8A9-9C52-9626-073447D8E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019"/>
              <a:ext cx="1" cy="59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4489">
              <a:extLst>
                <a:ext uri="{FF2B5EF4-FFF2-40B4-BE49-F238E27FC236}">
                  <a16:creationId xmlns:a16="http://schemas.microsoft.com/office/drawing/2014/main" id="{DB17400F-A571-34C6-6399-9F802EFEA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328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4490">
              <a:extLst>
                <a:ext uri="{FF2B5EF4-FFF2-40B4-BE49-F238E27FC236}">
                  <a16:creationId xmlns:a16="http://schemas.microsoft.com/office/drawing/2014/main" id="{C2A323C2-2A9E-F366-A0F2-9EB3435AB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328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4491">
              <a:extLst>
                <a:ext uri="{FF2B5EF4-FFF2-40B4-BE49-F238E27FC236}">
                  <a16:creationId xmlns:a16="http://schemas.microsoft.com/office/drawing/2014/main" id="{3355805C-52B6-8B68-4BF0-6B5CC7435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286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4492">
              <a:extLst>
                <a:ext uri="{FF2B5EF4-FFF2-40B4-BE49-F238E27FC236}">
                  <a16:creationId xmlns:a16="http://schemas.microsoft.com/office/drawing/2014/main" id="{78E141A9-4E76-0A60-3C58-E2C1D1ABE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3286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4493">
              <a:extLst>
                <a:ext uri="{FF2B5EF4-FFF2-40B4-BE49-F238E27FC236}">
                  <a16:creationId xmlns:a16="http://schemas.microsoft.com/office/drawing/2014/main" id="{C489C62F-F6AF-D549-0E2D-15A882872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8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4494">
              <a:extLst>
                <a:ext uri="{FF2B5EF4-FFF2-40B4-BE49-F238E27FC236}">
                  <a16:creationId xmlns:a16="http://schemas.microsoft.com/office/drawing/2014/main" id="{2A289FB9-F1DB-BBD3-7C3C-55F1735B2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8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4495">
              <a:extLst>
                <a:ext uri="{FF2B5EF4-FFF2-40B4-BE49-F238E27FC236}">
                  <a16:creationId xmlns:a16="http://schemas.microsoft.com/office/drawing/2014/main" id="{AD34C12E-74B7-00C1-20E3-B25D4F1BA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4496">
              <a:extLst>
                <a:ext uri="{FF2B5EF4-FFF2-40B4-BE49-F238E27FC236}">
                  <a16:creationId xmlns:a16="http://schemas.microsoft.com/office/drawing/2014/main" id="{9E6810D8-71F7-1FA2-E181-D80AB6CF8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8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4497">
              <a:extLst>
                <a:ext uri="{FF2B5EF4-FFF2-40B4-BE49-F238E27FC236}">
                  <a16:creationId xmlns:a16="http://schemas.microsoft.com/office/drawing/2014/main" id="{D7F507B2-118A-6001-FC06-6FA40369C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813"/>
              <a:ext cx="797" cy="18"/>
            </a:xfrm>
            <a:custGeom>
              <a:avLst/>
              <a:gdLst>
                <a:gd name="T0" fmla="*/ 0 w 4779"/>
                <a:gd name="T1" fmla="*/ 0 h 107"/>
                <a:gd name="T2" fmla="*/ 0 w 4779"/>
                <a:gd name="T3" fmla="*/ 0 h 107"/>
                <a:gd name="T4" fmla="*/ 0 w 4779"/>
                <a:gd name="T5" fmla="*/ 0 h 107"/>
                <a:gd name="T6" fmla="*/ 0 w 4779"/>
                <a:gd name="T7" fmla="*/ 0 h 107"/>
                <a:gd name="T8" fmla="*/ 0 w 4779"/>
                <a:gd name="T9" fmla="*/ 0 h 107"/>
                <a:gd name="T10" fmla="*/ 0 w 4779"/>
                <a:gd name="T11" fmla="*/ 0 h 107"/>
                <a:gd name="T12" fmla="*/ 0 w 477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79"/>
                <a:gd name="T22" fmla="*/ 0 h 107"/>
                <a:gd name="T23" fmla="*/ 4779 w 477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7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4779" y="107"/>
                  </a:lnTo>
                  <a:lnTo>
                    <a:pt x="4779" y="54"/>
                  </a:lnTo>
                  <a:lnTo>
                    <a:pt x="47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4498">
              <a:extLst>
                <a:ext uri="{FF2B5EF4-FFF2-40B4-BE49-F238E27FC236}">
                  <a16:creationId xmlns:a16="http://schemas.microsoft.com/office/drawing/2014/main" id="{0CBEA271-E124-922D-D0E0-DEA948E9A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2813"/>
              <a:ext cx="797" cy="18"/>
            </a:xfrm>
            <a:custGeom>
              <a:avLst/>
              <a:gdLst>
                <a:gd name="T0" fmla="*/ 0 w 4779"/>
                <a:gd name="T1" fmla="*/ 0 h 107"/>
                <a:gd name="T2" fmla="*/ 0 w 4779"/>
                <a:gd name="T3" fmla="*/ 0 h 107"/>
                <a:gd name="T4" fmla="*/ 0 w 4779"/>
                <a:gd name="T5" fmla="*/ 0 h 107"/>
                <a:gd name="T6" fmla="*/ 0 w 4779"/>
                <a:gd name="T7" fmla="*/ 0 h 107"/>
                <a:gd name="T8" fmla="*/ 0 w 4779"/>
                <a:gd name="T9" fmla="*/ 0 h 107"/>
                <a:gd name="T10" fmla="*/ 0 w 4779"/>
                <a:gd name="T11" fmla="*/ 0 h 107"/>
                <a:gd name="T12" fmla="*/ 0 w 477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79"/>
                <a:gd name="T22" fmla="*/ 0 h 107"/>
                <a:gd name="T23" fmla="*/ 4779 w 477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7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4779" y="107"/>
                  </a:lnTo>
                  <a:lnTo>
                    <a:pt x="4779" y="54"/>
                  </a:lnTo>
                  <a:lnTo>
                    <a:pt x="477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4499">
              <a:extLst>
                <a:ext uri="{FF2B5EF4-FFF2-40B4-BE49-F238E27FC236}">
                  <a16:creationId xmlns:a16="http://schemas.microsoft.com/office/drawing/2014/main" id="{CD4906EA-4579-4760-72DE-42369CE09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4500">
              <a:extLst>
                <a:ext uri="{FF2B5EF4-FFF2-40B4-BE49-F238E27FC236}">
                  <a16:creationId xmlns:a16="http://schemas.microsoft.com/office/drawing/2014/main" id="{BC82A74C-89FF-21F6-3C5F-1B935B1D3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81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4501">
              <a:extLst>
                <a:ext uri="{FF2B5EF4-FFF2-40B4-BE49-F238E27FC236}">
                  <a16:creationId xmlns:a16="http://schemas.microsoft.com/office/drawing/2014/main" id="{ECA2A95F-2950-243A-BDE3-555C78999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4502">
              <a:extLst>
                <a:ext uri="{FF2B5EF4-FFF2-40B4-BE49-F238E27FC236}">
                  <a16:creationId xmlns:a16="http://schemas.microsoft.com/office/drawing/2014/main" id="{C217C571-7EC6-C7B2-2334-AFC2E3B34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4503">
              <a:extLst>
                <a:ext uri="{FF2B5EF4-FFF2-40B4-BE49-F238E27FC236}">
                  <a16:creationId xmlns:a16="http://schemas.microsoft.com/office/drawing/2014/main" id="{0DDEEC2D-399D-DEDC-0889-0B78BAB5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4504">
              <a:extLst>
                <a:ext uri="{FF2B5EF4-FFF2-40B4-BE49-F238E27FC236}">
                  <a16:creationId xmlns:a16="http://schemas.microsoft.com/office/drawing/2014/main" id="{139AA18F-4A1E-53C4-4B13-9C703689A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4505">
              <a:extLst>
                <a:ext uri="{FF2B5EF4-FFF2-40B4-BE49-F238E27FC236}">
                  <a16:creationId xmlns:a16="http://schemas.microsoft.com/office/drawing/2014/main" id="{D2E98E9F-7875-4A95-05F5-D1485E758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4506">
              <a:extLst>
                <a:ext uri="{FF2B5EF4-FFF2-40B4-BE49-F238E27FC236}">
                  <a16:creationId xmlns:a16="http://schemas.microsoft.com/office/drawing/2014/main" id="{CC784E76-DEF4-30B6-0C22-00A0614AC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4507">
              <a:extLst>
                <a:ext uri="{FF2B5EF4-FFF2-40B4-BE49-F238E27FC236}">
                  <a16:creationId xmlns:a16="http://schemas.microsoft.com/office/drawing/2014/main" id="{6E6773BC-6586-464F-A5BB-EDA45BB47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4508">
              <a:extLst>
                <a:ext uri="{FF2B5EF4-FFF2-40B4-BE49-F238E27FC236}">
                  <a16:creationId xmlns:a16="http://schemas.microsoft.com/office/drawing/2014/main" id="{ACE320BF-F766-E59F-4273-EC8F8873F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4509">
              <a:extLst>
                <a:ext uri="{FF2B5EF4-FFF2-40B4-BE49-F238E27FC236}">
                  <a16:creationId xmlns:a16="http://schemas.microsoft.com/office/drawing/2014/main" id="{9A3989A3-D869-3497-4056-9AAE7CE6D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47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0" y="887"/>
                  </a:move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4510">
              <a:extLst>
                <a:ext uri="{FF2B5EF4-FFF2-40B4-BE49-F238E27FC236}">
                  <a16:creationId xmlns:a16="http://schemas.microsoft.com/office/drawing/2014/main" id="{27B42828-BA1B-4A0C-AF46-6E3178EB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47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0" y="887"/>
                  </a:move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4511">
              <a:extLst>
                <a:ext uri="{FF2B5EF4-FFF2-40B4-BE49-F238E27FC236}">
                  <a16:creationId xmlns:a16="http://schemas.microsoft.com/office/drawing/2014/main" id="{6BBEF265-8D65-3A69-CF5A-FC840A5B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3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4512">
              <a:extLst>
                <a:ext uri="{FF2B5EF4-FFF2-40B4-BE49-F238E27FC236}">
                  <a16:creationId xmlns:a16="http://schemas.microsoft.com/office/drawing/2014/main" id="{5D8A2435-31B7-33CD-9C02-7322DD1EC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3138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7"/>
                  </a:lnTo>
                  <a:lnTo>
                    <a:pt x="86" y="13"/>
                  </a:lnTo>
                  <a:lnTo>
                    <a:pt x="94" y="22"/>
                  </a:lnTo>
                  <a:lnTo>
                    <a:pt x="101" y="31"/>
                  </a:lnTo>
                  <a:lnTo>
                    <a:pt x="105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4513">
              <a:extLst>
                <a:ext uri="{FF2B5EF4-FFF2-40B4-BE49-F238E27FC236}">
                  <a16:creationId xmlns:a16="http://schemas.microsoft.com/office/drawing/2014/main" id="{9D8D7E00-6D69-9062-2C2C-2A8CCC1C7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7" y="3147"/>
              <a:ext cx="59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4514">
              <a:extLst>
                <a:ext uri="{FF2B5EF4-FFF2-40B4-BE49-F238E27FC236}">
                  <a16:creationId xmlns:a16="http://schemas.microsoft.com/office/drawing/2014/main" id="{B303CE89-2767-EF67-A245-BB7E043A1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2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4515">
              <a:extLst>
                <a:ext uri="{FF2B5EF4-FFF2-40B4-BE49-F238E27FC236}">
                  <a16:creationId xmlns:a16="http://schemas.microsoft.com/office/drawing/2014/main" id="{2D351027-16D6-2594-7602-028809AA4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4516">
              <a:extLst>
                <a:ext uri="{FF2B5EF4-FFF2-40B4-BE49-F238E27FC236}">
                  <a16:creationId xmlns:a16="http://schemas.microsoft.com/office/drawing/2014/main" id="{51B44652-FC96-6EED-7891-B0D1E8993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8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4517">
              <a:extLst>
                <a:ext uri="{FF2B5EF4-FFF2-40B4-BE49-F238E27FC236}">
                  <a16:creationId xmlns:a16="http://schemas.microsoft.com/office/drawing/2014/main" id="{4B51AB11-F673-87ED-9D40-7F4F4EFB7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4518">
              <a:extLst>
                <a:ext uri="{FF2B5EF4-FFF2-40B4-BE49-F238E27FC236}">
                  <a16:creationId xmlns:a16="http://schemas.microsoft.com/office/drawing/2014/main" id="{C413B4A0-C833-F2BA-6887-E965E4AD0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4519">
              <a:extLst>
                <a:ext uri="{FF2B5EF4-FFF2-40B4-BE49-F238E27FC236}">
                  <a16:creationId xmlns:a16="http://schemas.microsoft.com/office/drawing/2014/main" id="{47E7CD3A-98FA-397E-09CE-B9B4FE23C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" y="3147"/>
              <a:ext cx="6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4520">
              <a:extLst>
                <a:ext uri="{FF2B5EF4-FFF2-40B4-BE49-F238E27FC236}">
                  <a16:creationId xmlns:a16="http://schemas.microsoft.com/office/drawing/2014/main" id="{696A86FB-4AFA-6625-25C3-E50AF6FFA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3147"/>
              <a:ext cx="5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4521">
              <a:extLst>
                <a:ext uri="{FF2B5EF4-FFF2-40B4-BE49-F238E27FC236}">
                  <a16:creationId xmlns:a16="http://schemas.microsoft.com/office/drawing/2014/main" id="{BB8D5774-0478-EA69-2E32-EDFB2A5E6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8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4522">
              <a:extLst>
                <a:ext uri="{FF2B5EF4-FFF2-40B4-BE49-F238E27FC236}">
                  <a16:creationId xmlns:a16="http://schemas.microsoft.com/office/drawing/2014/main" id="{20E70459-99F3-AB3F-D810-606384A58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6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4523">
              <a:extLst>
                <a:ext uri="{FF2B5EF4-FFF2-40B4-BE49-F238E27FC236}">
                  <a16:creationId xmlns:a16="http://schemas.microsoft.com/office/drawing/2014/main" id="{2061DB49-DF2B-9D3D-9167-02E37901B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4524">
              <a:extLst>
                <a:ext uri="{FF2B5EF4-FFF2-40B4-BE49-F238E27FC236}">
                  <a16:creationId xmlns:a16="http://schemas.microsoft.com/office/drawing/2014/main" id="{341C0AC6-E1D4-4366-0CD7-7F4F46F29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" y="3147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4525">
              <a:extLst>
                <a:ext uri="{FF2B5EF4-FFF2-40B4-BE49-F238E27FC236}">
                  <a16:creationId xmlns:a16="http://schemas.microsoft.com/office/drawing/2014/main" id="{C40D45AE-37D3-ED62-F633-31ED85A41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3147"/>
              <a:ext cx="50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4526">
              <a:extLst>
                <a:ext uri="{FF2B5EF4-FFF2-40B4-BE49-F238E27FC236}">
                  <a16:creationId xmlns:a16="http://schemas.microsoft.com/office/drawing/2014/main" id="{A6FE48D2-CF3A-C1BC-18DC-C1BD37F9B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4527">
              <a:extLst>
                <a:ext uri="{FF2B5EF4-FFF2-40B4-BE49-F238E27FC236}">
                  <a16:creationId xmlns:a16="http://schemas.microsoft.com/office/drawing/2014/main" id="{A1DA4E15-C261-1F29-7E0D-3E7133F4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940"/>
              <a:ext cx="17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4"/>
                  </a:lnTo>
                  <a:lnTo>
                    <a:pt x="94" y="33"/>
                  </a:lnTo>
                  <a:lnTo>
                    <a:pt x="86" y="42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2"/>
                  </a:lnTo>
                  <a:lnTo>
                    <a:pt x="12" y="33"/>
                  </a:lnTo>
                  <a:lnTo>
                    <a:pt x="5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4528">
              <a:extLst>
                <a:ext uri="{FF2B5EF4-FFF2-40B4-BE49-F238E27FC236}">
                  <a16:creationId xmlns:a16="http://schemas.microsoft.com/office/drawing/2014/main" id="{48A1C02A-E700-40C7-513B-125B0676A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0" y="708"/>
                  </a:move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4529">
              <a:extLst>
                <a:ext uri="{FF2B5EF4-FFF2-40B4-BE49-F238E27FC236}">
                  <a16:creationId xmlns:a16="http://schemas.microsoft.com/office/drawing/2014/main" id="{67EC4A18-D2C1-B51D-304F-5B941B8FB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22"/>
              <a:ext cx="17" cy="118"/>
            </a:xfrm>
            <a:custGeom>
              <a:avLst/>
              <a:gdLst>
                <a:gd name="T0" fmla="*/ 0 w 107"/>
                <a:gd name="T1" fmla="*/ 0 h 708"/>
                <a:gd name="T2" fmla="*/ 0 w 107"/>
                <a:gd name="T3" fmla="*/ 0 h 708"/>
                <a:gd name="T4" fmla="*/ 0 w 107"/>
                <a:gd name="T5" fmla="*/ 0 h 708"/>
                <a:gd name="T6" fmla="*/ 0 w 107"/>
                <a:gd name="T7" fmla="*/ 0 h 708"/>
                <a:gd name="T8" fmla="*/ 0 w 107"/>
                <a:gd name="T9" fmla="*/ 0 h 708"/>
                <a:gd name="T10" fmla="*/ 0 w 107"/>
                <a:gd name="T11" fmla="*/ 0 h 708"/>
                <a:gd name="T12" fmla="*/ 0 w 107"/>
                <a:gd name="T13" fmla="*/ 0 h 7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708"/>
                <a:gd name="T23" fmla="*/ 107 w 107"/>
                <a:gd name="T24" fmla="*/ 708 h 70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708">
                  <a:moveTo>
                    <a:pt x="0" y="708"/>
                  </a:moveTo>
                  <a:lnTo>
                    <a:pt x="53" y="708"/>
                  </a:lnTo>
                  <a:lnTo>
                    <a:pt x="107" y="708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708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4530">
              <a:extLst>
                <a:ext uri="{FF2B5EF4-FFF2-40B4-BE49-F238E27FC236}">
                  <a16:creationId xmlns:a16="http://schemas.microsoft.com/office/drawing/2014/main" id="{F1B22B35-460D-27D2-1AC4-FD25F9EB0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4531">
              <a:extLst>
                <a:ext uri="{FF2B5EF4-FFF2-40B4-BE49-F238E27FC236}">
                  <a16:creationId xmlns:a16="http://schemas.microsoft.com/office/drawing/2014/main" id="{55679CB9-CDB0-7497-B6AD-BF3DD76F5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2813"/>
              <a:ext cx="17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4532">
              <a:extLst>
                <a:ext uri="{FF2B5EF4-FFF2-40B4-BE49-F238E27FC236}">
                  <a16:creationId xmlns:a16="http://schemas.microsoft.com/office/drawing/2014/main" id="{818B69F2-2240-AE97-3ACB-655C14A9C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788"/>
              <a:ext cx="1" cy="23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4533">
              <a:extLst>
                <a:ext uri="{FF2B5EF4-FFF2-40B4-BE49-F238E27FC236}">
                  <a16:creationId xmlns:a16="http://schemas.microsoft.com/office/drawing/2014/main" id="{805C65FE-3EAA-346C-1FDB-E24E75E7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3046"/>
              <a:ext cx="1" cy="26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4534">
              <a:extLst>
                <a:ext uri="{FF2B5EF4-FFF2-40B4-BE49-F238E27FC236}">
                  <a16:creationId xmlns:a16="http://schemas.microsoft.com/office/drawing/2014/main" id="{2847C72C-7F9D-F897-6660-991DF7E50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3098"/>
              <a:ext cx="1" cy="23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4535">
              <a:extLst>
                <a:ext uri="{FF2B5EF4-FFF2-40B4-BE49-F238E27FC236}">
                  <a16:creationId xmlns:a16="http://schemas.microsoft.com/office/drawing/2014/main" id="{526B3E2E-0259-A080-19F6-D982E00D0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822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4536">
              <a:extLst>
                <a:ext uri="{FF2B5EF4-FFF2-40B4-BE49-F238E27FC236}">
                  <a16:creationId xmlns:a16="http://schemas.microsoft.com/office/drawing/2014/main" id="{CE280C37-BBBA-A4E3-50C1-425850FB0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87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4537">
              <a:extLst>
                <a:ext uri="{FF2B5EF4-FFF2-40B4-BE49-F238E27FC236}">
                  <a16:creationId xmlns:a16="http://schemas.microsoft.com/office/drawing/2014/main" id="{6E620858-C42B-B3C6-F5D8-26A0062BC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295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4538">
              <a:extLst>
                <a:ext uri="{FF2B5EF4-FFF2-40B4-BE49-F238E27FC236}">
                  <a16:creationId xmlns:a16="http://schemas.microsoft.com/office/drawing/2014/main" id="{8CA22911-644B-17A2-A654-5D218910E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03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4539">
              <a:extLst>
                <a:ext uri="{FF2B5EF4-FFF2-40B4-BE49-F238E27FC236}">
                  <a16:creationId xmlns:a16="http://schemas.microsoft.com/office/drawing/2014/main" id="{C04BEF30-B91F-C339-FAA9-4C46A6909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11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4540">
              <a:extLst>
                <a:ext uri="{FF2B5EF4-FFF2-40B4-BE49-F238E27FC236}">
                  <a16:creationId xmlns:a16="http://schemas.microsoft.com/office/drawing/2014/main" id="{FCB4CC3C-1B2D-3CCF-9372-CBF6333AE0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189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4541">
              <a:extLst>
                <a:ext uri="{FF2B5EF4-FFF2-40B4-BE49-F238E27FC236}">
                  <a16:creationId xmlns:a16="http://schemas.microsoft.com/office/drawing/2014/main" id="{D6A99EDE-90A7-69BC-C170-A36798E52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0" y="3267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4542">
              <a:extLst>
                <a:ext uri="{FF2B5EF4-FFF2-40B4-BE49-F238E27FC236}">
                  <a16:creationId xmlns:a16="http://schemas.microsoft.com/office/drawing/2014/main" id="{66226304-565B-D77E-24A2-BEC80B39D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4543">
              <a:extLst>
                <a:ext uri="{FF2B5EF4-FFF2-40B4-BE49-F238E27FC236}">
                  <a16:creationId xmlns:a16="http://schemas.microsoft.com/office/drawing/2014/main" id="{B17590FF-93A0-FC92-4442-ADC8D8B35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4544">
              <a:extLst>
                <a:ext uri="{FF2B5EF4-FFF2-40B4-BE49-F238E27FC236}">
                  <a16:creationId xmlns:a16="http://schemas.microsoft.com/office/drawing/2014/main" id="{94FC6DF7-BA6A-8778-7E53-1E298C216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4545">
              <a:extLst>
                <a:ext uri="{FF2B5EF4-FFF2-40B4-BE49-F238E27FC236}">
                  <a16:creationId xmlns:a16="http://schemas.microsoft.com/office/drawing/2014/main" id="{F1B84937-ABDE-ABC6-D201-12CD14494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4546">
              <a:extLst>
                <a:ext uri="{FF2B5EF4-FFF2-40B4-BE49-F238E27FC236}">
                  <a16:creationId xmlns:a16="http://schemas.microsoft.com/office/drawing/2014/main" id="{25CCA0A6-D1E6-3153-75B3-D6E3B2D8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Freeform 4547">
              <a:extLst>
                <a:ext uri="{FF2B5EF4-FFF2-40B4-BE49-F238E27FC236}">
                  <a16:creationId xmlns:a16="http://schemas.microsoft.com/office/drawing/2014/main" id="{60DA8C37-3B28-A0CF-936E-D9E5D130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Freeform 4548">
              <a:extLst>
                <a:ext uri="{FF2B5EF4-FFF2-40B4-BE49-F238E27FC236}">
                  <a16:creationId xmlns:a16="http://schemas.microsoft.com/office/drawing/2014/main" id="{A7C62E8A-C682-F2F1-F207-BF9F3C3B8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4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Freeform 4549">
              <a:extLst>
                <a:ext uri="{FF2B5EF4-FFF2-40B4-BE49-F238E27FC236}">
                  <a16:creationId xmlns:a16="http://schemas.microsoft.com/office/drawing/2014/main" id="{15BB4E11-AFDF-10E2-D85D-1D222EDC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13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4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Freeform 4550">
              <a:extLst>
                <a:ext uri="{FF2B5EF4-FFF2-40B4-BE49-F238E27FC236}">
                  <a16:creationId xmlns:a16="http://schemas.microsoft.com/office/drawing/2014/main" id="{3D8F6575-D7B8-4404-780A-0AAD47D0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Freeform 4551">
              <a:extLst>
                <a:ext uri="{FF2B5EF4-FFF2-40B4-BE49-F238E27FC236}">
                  <a16:creationId xmlns:a16="http://schemas.microsoft.com/office/drawing/2014/main" id="{E95309A6-3510-3148-5415-CBB951054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822"/>
              <a:ext cx="18" cy="473"/>
            </a:xfrm>
            <a:custGeom>
              <a:avLst/>
              <a:gdLst>
                <a:gd name="T0" fmla="*/ 0 w 107"/>
                <a:gd name="T1" fmla="*/ 0 h 2835"/>
                <a:gd name="T2" fmla="*/ 0 w 107"/>
                <a:gd name="T3" fmla="*/ 0 h 2835"/>
                <a:gd name="T4" fmla="*/ 0 w 107"/>
                <a:gd name="T5" fmla="*/ 0 h 2835"/>
                <a:gd name="T6" fmla="*/ 0 w 107"/>
                <a:gd name="T7" fmla="*/ 0 h 2835"/>
                <a:gd name="T8" fmla="*/ 0 w 107"/>
                <a:gd name="T9" fmla="*/ 0 h 2835"/>
                <a:gd name="T10" fmla="*/ 0 w 107"/>
                <a:gd name="T11" fmla="*/ 0 h 2835"/>
                <a:gd name="T12" fmla="*/ 0 w 107"/>
                <a:gd name="T13" fmla="*/ 0 h 28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835"/>
                <a:gd name="T23" fmla="*/ 107 w 107"/>
                <a:gd name="T24" fmla="*/ 2835 h 28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83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35"/>
                  </a:lnTo>
                  <a:lnTo>
                    <a:pt x="53" y="2835"/>
                  </a:lnTo>
                  <a:lnTo>
                    <a:pt x="107" y="283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4552">
              <a:extLst>
                <a:ext uri="{FF2B5EF4-FFF2-40B4-BE49-F238E27FC236}">
                  <a16:creationId xmlns:a16="http://schemas.microsoft.com/office/drawing/2014/main" id="{78AED437-7A7B-DFB1-8781-55A2918A6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4553">
              <a:extLst>
                <a:ext uri="{FF2B5EF4-FFF2-40B4-BE49-F238E27FC236}">
                  <a16:creationId xmlns:a16="http://schemas.microsoft.com/office/drawing/2014/main" id="{179271D9-2E58-8F75-FCF5-70FD6514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329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4554">
              <a:extLst>
                <a:ext uri="{FF2B5EF4-FFF2-40B4-BE49-F238E27FC236}">
                  <a16:creationId xmlns:a16="http://schemas.microsoft.com/office/drawing/2014/main" id="{731866CB-A7B2-D238-9637-0DEDA9DE7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822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4555">
              <a:extLst>
                <a:ext uri="{FF2B5EF4-FFF2-40B4-BE49-F238E27FC236}">
                  <a16:creationId xmlns:a16="http://schemas.microsoft.com/office/drawing/2014/main" id="{7A05FAF6-4664-4DDA-8047-F4AA2102D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87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4556">
              <a:extLst>
                <a:ext uri="{FF2B5EF4-FFF2-40B4-BE49-F238E27FC236}">
                  <a16:creationId xmlns:a16="http://schemas.microsoft.com/office/drawing/2014/main" id="{E0B3AB73-0ABB-3660-078D-02EDF88B0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295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4557">
              <a:extLst>
                <a:ext uri="{FF2B5EF4-FFF2-40B4-BE49-F238E27FC236}">
                  <a16:creationId xmlns:a16="http://schemas.microsoft.com/office/drawing/2014/main" id="{E590D04D-19F8-1413-F3C1-EFE4D2981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033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4558">
              <a:extLst>
                <a:ext uri="{FF2B5EF4-FFF2-40B4-BE49-F238E27FC236}">
                  <a16:creationId xmlns:a16="http://schemas.microsoft.com/office/drawing/2014/main" id="{56DFA819-6E3D-9185-CDFC-01045C29B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111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4559">
              <a:extLst>
                <a:ext uri="{FF2B5EF4-FFF2-40B4-BE49-F238E27FC236}">
                  <a16:creationId xmlns:a16="http://schemas.microsoft.com/office/drawing/2014/main" id="{A111E255-A45F-03D1-3C3F-120D15C3C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189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4560">
              <a:extLst>
                <a:ext uri="{FF2B5EF4-FFF2-40B4-BE49-F238E27FC236}">
                  <a16:creationId xmlns:a16="http://schemas.microsoft.com/office/drawing/2014/main" id="{52BB426A-2E8D-4C61-1499-D1AAC2174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3267"/>
              <a:ext cx="1" cy="28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4561">
              <a:extLst>
                <a:ext uri="{FF2B5EF4-FFF2-40B4-BE49-F238E27FC236}">
                  <a16:creationId xmlns:a16="http://schemas.microsoft.com/office/drawing/2014/main" id="{158CF4F4-9277-07DA-DE12-44ECC97F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970"/>
              <a:ext cx="19" cy="15"/>
            </a:xfrm>
            <a:custGeom>
              <a:avLst/>
              <a:gdLst>
                <a:gd name="T0" fmla="*/ 0 w 111"/>
                <a:gd name="T1" fmla="*/ 0 h 91"/>
                <a:gd name="T2" fmla="*/ 0 w 111"/>
                <a:gd name="T3" fmla="*/ 0 h 91"/>
                <a:gd name="T4" fmla="*/ 0 w 111"/>
                <a:gd name="T5" fmla="*/ 0 h 91"/>
                <a:gd name="T6" fmla="*/ 0 w 111"/>
                <a:gd name="T7" fmla="*/ 0 h 91"/>
                <a:gd name="T8" fmla="*/ 0 w 111"/>
                <a:gd name="T9" fmla="*/ 0 h 91"/>
                <a:gd name="T10" fmla="*/ 0 w 111"/>
                <a:gd name="T11" fmla="*/ 0 h 91"/>
                <a:gd name="T12" fmla="*/ 0 w 111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91"/>
                <a:gd name="T23" fmla="*/ 111 w 111"/>
                <a:gd name="T24" fmla="*/ 91 h 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91">
                  <a:moveTo>
                    <a:pt x="5" y="91"/>
                  </a:moveTo>
                  <a:lnTo>
                    <a:pt x="58" y="88"/>
                  </a:lnTo>
                  <a:lnTo>
                    <a:pt x="111" y="85"/>
                  </a:lnTo>
                  <a:lnTo>
                    <a:pt x="106" y="0"/>
                  </a:lnTo>
                  <a:lnTo>
                    <a:pt x="53" y="3"/>
                  </a:lnTo>
                  <a:lnTo>
                    <a:pt x="0" y="6"/>
                  </a:lnTo>
                  <a:lnTo>
                    <a:pt x="5" y="9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4562">
              <a:extLst>
                <a:ext uri="{FF2B5EF4-FFF2-40B4-BE49-F238E27FC236}">
                  <a16:creationId xmlns:a16="http://schemas.microsoft.com/office/drawing/2014/main" id="{9D0BAF77-D5B6-1E8D-B6BC-027EFE0F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1970"/>
              <a:ext cx="19" cy="15"/>
            </a:xfrm>
            <a:custGeom>
              <a:avLst/>
              <a:gdLst>
                <a:gd name="T0" fmla="*/ 0 w 111"/>
                <a:gd name="T1" fmla="*/ 0 h 91"/>
                <a:gd name="T2" fmla="*/ 0 w 111"/>
                <a:gd name="T3" fmla="*/ 0 h 91"/>
                <a:gd name="T4" fmla="*/ 0 w 111"/>
                <a:gd name="T5" fmla="*/ 0 h 91"/>
                <a:gd name="T6" fmla="*/ 0 w 111"/>
                <a:gd name="T7" fmla="*/ 0 h 91"/>
                <a:gd name="T8" fmla="*/ 0 w 111"/>
                <a:gd name="T9" fmla="*/ 0 h 91"/>
                <a:gd name="T10" fmla="*/ 0 w 111"/>
                <a:gd name="T11" fmla="*/ 0 h 91"/>
                <a:gd name="T12" fmla="*/ 0 w 111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91"/>
                <a:gd name="T23" fmla="*/ 111 w 111"/>
                <a:gd name="T24" fmla="*/ 91 h 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91">
                  <a:moveTo>
                    <a:pt x="5" y="91"/>
                  </a:moveTo>
                  <a:lnTo>
                    <a:pt x="58" y="88"/>
                  </a:lnTo>
                  <a:lnTo>
                    <a:pt x="111" y="85"/>
                  </a:lnTo>
                  <a:lnTo>
                    <a:pt x="106" y="0"/>
                  </a:lnTo>
                  <a:lnTo>
                    <a:pt x="53" y="3"/>
                  </a:lnTo>
                  <a:lnTo>
                    <a:pt x="0" y="6"/>
                  </a:lnTo>
                  <a:lnTo>
                    <a:pt x="5" y="91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4563">
              <a:extLst>
                <a:ext uri="{FF2B5EF4-FFF2-40B4-BE49-F238E27FC236}">
                  <a16:creationId xmlns:a16="http://schemas.microsoft.com/office/drawing/2014/main" id="{69009F0E-8CD5-4A86-A444-A59724012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969"/>
              <a:ext cx="9" cy="1"/>
            </a:xfrm>
            <a:custGeom>
              <a:avLst/>
              <a:gdLst>
                <a:gd name="T0" fmla="*/ 0 w 53"/>
                <a:gd name="T1" fmla="*/ 0 h 9"/>
                <a:gd name="T2" fmla="*/ 0 w 53"/>
                <a:gd name="T3" fmla="*/ 0 h 9"/>
                <a:gd name="T4" fmla="*/ 0 w 53"/>
                <a:gd name="T5" fmla="*/ 0 h 9"/>
                <a:gd name="T6" fmla="*/ 0 w 5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9"/>
                <a:gd name="T14" fmla="*/ 53 w 53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9">
                  <a:moveTo>
                    <a:pt x="0" y="9"/>
                  </a:moveTo>
                  <a:lnTo>
                    <a:pt x="53" y="6"/>
                  </a:lnTo>
                  <a:lnTo>
                    <a:pt x="53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4564">
              <a:extLst>
                <a:ext uri="{FF2B5EF4-FFF2-40B4-BE49-F238E27FC236}">
                  <a16:creationId xmlns:a16="http://schemas.microsoft.com/office/drawing/2014/main" id="{E7476592-AC89-CD88-D31B-5F17F867F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4" y="196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4565">
              <a:extLst>
                <a:ext uri="{FF2B5EF4-FFF2-40B4-BE49-F238E27FC236}">
                  <a16:creationId xmlns:a16="http://schemas.microsoft.com/office/drawing/2014/main" id="{523B23E2-17C0-78F8-78F3-991A35E14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1955"/>
              <a:ext cx="20" cy="17"/>
            </a:xfrm>
            <a:custGeom>
              <a:avLst/>
              <a:gdLst>
                <a:gd name="T0" fmla="*/ 0 w 121"/>
                <a:gd name="T1" fmla="*/ 0 h 104"/>
                <a:gd name="T2" fmla="*/ 0 w 121"/>
                <a:gd name="T3" fmla="*/ 0 h 104"/>
                <a:gd name="T4" fmla="*/ 0 w 121"/>
                <a:gd name="T5" fmla="*/ 0 h 104"/>
                <a:gd name="T6" fmla="*/ 0 w 121"/>
                <a:gd name="T7" fmla="*/ 0 h 104"/>
                <a:gd name="T8" fmla="*/ 0 w 121"/>
                <a:gd name="T9" fmla="*/ 0 h 104"/>
                <a:gd name="T10" fmla="*/ 0 w 121"/>
                <a:gd name="T11" fmla="*/ 0 h 104"/>
                <a:gd name="T12" fmla="*/ 0 w 121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104"/>
                <a:gd name="T23" fmla="*/ 121 w 121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104">
                  <a:moveTo>
                    <a:pt x="15" y="104"/>
                  </a:moveTo>
                  <a:lnTo>
                    <a:pt x="68" y="94"/>
                  </a:lnTo>
                  <a:lnTo>
                    <a:pt x="121" y="85"/>
                  </a:lnTo>
                  <a:lnTo>
                    <a:pt x="105" y="0"/>
                  </a:lnTo>
                  <a:lnTo>
                    <a:pt x="52" y="9"/>
                  </a:lnTo>
                  <a:lnTo>
                    <a:pt x="0" y="19"/>
                  </a:lnTo>
                  <a:lnTo>
                    <a:pt x="15" y="10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4566">
              <a:extLst>
                <a:ext uri="{FF2B5EF4-FFF2-40B4-BE49-F238E27FC236}">
                  <a16:creationId xmlns:a16="http://schemas.microsoft.com/office/drawing/2014/main" id="{43EE438C-3EBD-B722-6EA3-AE3D6C397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1955"/>
              <a:ext cx="20" cy="17"/>
            </a:xfrm>
            <a:custGeom>
              <a:avLst/>
              <a:gdLst>
                <a:gd name="T0" fmla="*/ 0 w 121"/>
                <a:gd name="T1" fmla="*/ 0 h 104"/>
                <a:gd name="T2" fmla="*/ 0 w 121"/>
                <a:gd name="T3" fmla="*/ 0 h 104"/>
                <a:gd name="T4" fmla="*/ 0 w 121"/>
                <a:gd name="T5" fmla="*/ 0 h 104"/>
                <a:gd name="T6" fmla="*/ 0 w 121"/>
                <a:gd name="T7" fmla="*/ 0 h 104"/>
                <a:gd name="T8" fmla="*/ 0 w 121"/>
                <a:gd name="T9" fmla="*/ 0 h 104"/>
                <a:gd name="T10" fmla="*/ 0 w 121"/>
                <a:gd name="T11" fmla="*/ 0 h 104"/>
                <a:gd name="T12" fmla="*/ 0 w 121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1"/>
                <a:gd name="T22" fmla="*/ 0 h 104"/>
                <a:gd name="T23" fmla="*/ 121 w 121"/>
                <a:gd name="T24" fmla="*/ 104 h 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1" h="104">
                  <a:moveTo>
                    <a:pt x="15" y="104"/>
                  </a:moveTo>
                  <a:lnTo>
                    <a:pt x="68" y="94"/>
                  </a:lnTo>
                  <a:lnTo>
                    <a:pt x="121" y="85"/>
                  </a:lnTo>
                  <a:lnTo>
                    <a:pt x="105" y="0"/>
                  </a:lnTo>
                  <a:lnTo>
                    <a:pt x="52" y="9"/>
                  </a:lnTo>
                  <a:lnTo>
                    <a:pt x="0" y="19"/>
                  </a:lnTo>
                  <a:lnTo>
                    <a:pt x="15" y="104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4567">
              <a:extLst>
                <a:ext uri="{FF2B5EF4-FFF2-40B4-BE49-F238E27FC236}">
                  <a16:creationId xmlns:a16="http://schemas.microsoft.com/office/drawing/2014/main" id="{1530ABA4-DE39-E2F6-A8FC-0E6F31210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1954"/>
              <a:ext cx="9" cy="2"/>
            </a:xfrm>
            <a:custGeom>
              <a:avLst/>
              <a:gdLst>
                <a:gd name="T0" fmla="*/ 0 w 53"/>
                <a:gd name="T1" fmla="*/ 0 h 15"/>
                <a:gd name="T2" fmla="*/ 0 w 53"/>
                <a:gd name="T3" fmla="*/ 0 h 15"/>
                <a:gd name="T4" fmla="*/ 0 w 53"/>
                <a:gd name="T5" fmla="*/ 0 h 15"/>
                <a:gd name="T6" fmla="*/ 0 w 53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"/>
                <a:gd name="T13" fmla="*/ 0 h 15"/>
                <a:gd name="T14" fmla="*/ 53 w 53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" h="15">
                  <a:moveTo>
                    <a:pt x="0" y="15"/>
                  </a:moveTo>
                  <a:lnTo>
                    <a:pt x="53" y="6"/>
                  </a:lnTo>
                  <a:lnTo>
                    <a:pt x="51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7" name="Group 4769">
              <a:extLst>
                <a:ext uri="{FF2B5EF4-FFF2-40B4-BE49-F238E27FC236}">
                  <a16:creationId xmlns:a16="http://schemas.microsoft.com/office/drawing/2014/main" id="{68FC8BC3-5630-9841-93A1-061E90BF5D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1" y="1858"/>
              <a:ext cx="254" cy="254"/>
              <a:chOff x="3604" y="1858"/>
              <a:chExt cx="254" cy="254"/>
            </a:xfrm>
          </p:grpSpPr>
          <p:sp>
            <p:nvSpPr>
              <p:cNvPr id="463" name="Line 4569">
                <a:extLst>
                  <a:ext uri="{FF2B5EF4-FFF2-40B4-BE49-F238E27FC236}">
                    <a16:creationId xmlns:a16="http://schemas.microsoft.com/office/drawing/2014/main" id="{44AAC6BB-7461-D5BF-1DDA-E41CB5523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54" y="19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" name="Freeform 4570">
                <a:extLst>
                  <a:ext uri="{FF2B5EF4-FFF2-40B4-BE49-F238E27FC236}">
                    <a16:creationId xmlns:a16="http://schemas.microsoft.com/office/drawing/2014/main" id="{761B8C0B-65E0-C190-40F6-DACBD5C2E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26" y="113"/>
                    </a:moveTo>
                    <a:lnTo>
                      <a:pt x="76" y="97"/>
                    </a:lnTo>
                    <a:lnTo>
                      <a:pt x="127" y="82"/>
                    </a:lnTo>
                    <a:lnTo>
                      <a:pt x="102" y="0"/>
                    </a:lnTo>
                    <a:lnTo>
                      <a:pt x="51" y="16"/>
                    </a:lnTo>
                    <a:lnTo>
                      <a:pt x="0" y="32"/>
                    </a:lnTo>
                    <a:lnTo>
                      <a:pt x="26" y="1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" name="Freeform 4571">
                <a:extLst>
                  <a:ext uri="{FF2B5EF4-FFF2-40B4-BE49-F238E27FC236}">
                    <a16:creationId xmlns:a16="http://schemas.microsoft.com/office/drawing/2014/main" id="{263616DB-9041-23C5-C448-DA1E29736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26" y="113"/>
                    </a:moveTo>
                    <a:lnTo>
                      <a:pt x="76" y="97"/>
                    </a:lnTo>
                    <a:lnTo>
                      <a:pt x="127" y="82"/>
                    </a:lnTo>
                    <a:lnTo>
                      <a:pt x="102" y="0"/>
                    </a:lnTo>
                    <a:lnTo>
                      <a:pt x="51" y="16"/>
                    </a:lnTo>
                    <a:lnTo>
                      <a:pt x="0" y="32"/>
                    </a:lnTo>
                    <a:lnTo>
                      <a:pt x="26" y="11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6" name="Freeform 4572">
                <a:extLst>
                  <a:ext uri="{FF2B5EF4-FFF2-40B4-BE49-F238E27FC236}">
                    <a16:creationId xmlns:a16="http://schemas.microsoft.com/office/drawing/2014/main" id="{43D83B22-371E-BCB3-6A5B-336FC7BC3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1939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0" y="22"/>
                    </a:moveTo>
                    <a:lnTo>
                      <a:pt x="51" y="6"/>
                    </a:lnTo>
                    <a:lnTo>
                      <a:pt x="49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7" name="Line 4573">
                <a:extLst>
                  <a:ext uri="{FF2B5EF4-FFF2-40B4-BE49-F238E27FC236}">
                    <a16:creationId xmlns:a16="http://schemas.microsoft.com/office/drawing/2014/main" id="{7A51EF15-08A2-04CB-07F4-DDF88F41D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9" y="19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8" name="Freeform 4574">
                <a:extLst>
                  <a:ext uri="{FF2B5EF4-FFF2-40B4-BE49-F238E27FC236}">
                    <a16:creationId xmlns:a16="http://schemas.microsoft.com/office/drawing/2014/main" id="{23057042-2670-DB90-7661-D729A23F3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926"/>
                <a:ext cx="22" cy="20"/>
              </a:xfrm>
              <a:custGeom>
                <a:avLst/>
                <a:gdLst>
                  <a:gd name="T0" fmla="*/ 0 w 133"/>
                  <a:gd name="T1" fmla="*/ 0 h 123"/>
                  <a:gd name="T2" fmla="*/ 0 w 133"/>
                  <a:gd name="T3" fmla="*/ 0 h 123"/>
                  <a:gd name="T4" fmla="*/ 0 w 133"/>
                  <a:gd name="T5" fmla="*/ 0 h 123"/>
                  <a:gd name="T6" fmla="*/ 0 w 133"/>
                  <a:gd name="T7" fmla="*/ 0 h 123"/>
                  <a:gd name="T8" fmla="*/ 0 w 133"/>
                  <a:gd name="T9" fmla="*/ 0 h 123"/>
                  <a:gd name="T10" fmla="*/ 0 w 133"/>
                  <a:gd name="T11" fmla="*/ 0 h 123"/>
                  <a:gd name="T12" fmla="*/ 0 w 133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3"/>
                  <a:gd name="T23" fmla="*/ 133 w 133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3">
                    <a:moveTo>
                      <a:pt x="35" y="123"/>
                    </a:moveTo>
                    <a:lnTo>
                      <a:pt x="84" y="101"/>
                    </a:lnTo>
                    <a:lnTo>
                      <a:pt x="133" y="79"/>
                    </a:lnTo>
                    <a:lnTo>
                      <a:pt x="98" y="0"/>
                    </a:lnTo>
                    <a:lnTo>
                      <a:pt x="49" y="23"/>
                    </a:lnTo>
                    <a:lnTo>
                      <a:pt x="0" y="45"/>
                    </a:lnTo>
                    <a:lnTo>
                      <a:pt x="35" y="1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9" name="Freeform 4575">
                <a:extLst>
                  <a:ext uri="{FF2B5EF4-FFF2-40B4-BE49-F238E27FC236}">
                    <a16:creationId xmlns:a16="http://schemas.microsoft.com/office/drawing/2014/main" id="{721E71B2-130E-3017-47DC-585CD64D7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1926"/>
                <a:ext cx="22" cy="20"/>
              </a:xfrm>
              <a:custGeom>
                <a:avLst/>
                <a:gdLst>
                  <a:gd name="T0" fmla="*/ 0 w 133"/>
                  <a:gd name="T1" fmla="*/ 0 h 123"/>
                  <a:gd name="T2" fmla="*/ 0 w 133"/>
                  <a:gd name="T3" fmla="*/ 0 h 123"/>
                  <a:gd name="T4" fmla="*/ 0 w 133"/>
                  <a:gd name="T5" fmla="*/ 0 h 123"/>
                  <a:gd name="T6" fmla="*/ 0 w 133"/>
                  <a:gd name="T7" fmla="*/ 0 h 123"/>
                  <a:gd name="T8" fmla="*/ 0 w 133"/>
                  <a:gd name="T9" fmla="*/ 0 h 123"/>
                  <a:gd name="T10" fmla="*/ 0 w 133"/>
                  <a:gd name="T11" fmla="*/ 0 h 123"/>
                  <a:gd name="T12" fmla="*/ 0 w 133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3"/>
                  <a:gd name="T23" fmla="*/ 133 w 133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3">
                    <a:moveTo>
                      <a:pt x="35" y="123"/>
                    </a:moveTo>
                    <a:lnTo>
                      <a:pt x="84" y="101"/>
                    </a:lnTo>
                    <a:lnTo>
                      <a:pt x="133" y="79"/>
                    </a:lnTo>
                    <a:lnTo>
                      <a:pt x="98" y="0"/>
                    </a:lnTo>
                    <a:lnTo>
                      <a:pt x="49" y="23"/>
                    </a:lnTo>
                    <a:lnTo>
                      <a:pt x="0" y="45"/>
                    </a:lnTo>
                    <a:lnTo>
                      <a:pt x="35" y="12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0" name="Freeform 4576">
                <a:extLst>
                  <a:ext uri="{FF2B5EF4-FFF2-40B4-BE49-F238E27FC236}">
                    <a16:creationId xmlns:a16="http://schemas.microsoft.com/office/drawing/2014/main" id="{12CEB430-5429-62F7-B108-6DCBDD0E7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1925"/>
                <a:ext cx="8" cy="5"/>
              </a:xfrm>
              <a:custGeom>
                <a:avLst/>
                <a:gdLst>
                  <a:gd name="T0" fmla="*/ 0 w 49"/>
                  <a:gd name="T1" fmla="*/ 0 h 28"/>
                  <a:gd name="T2" fmla="*/ 0 w 49"/>
                  <a:gd name="T3" fmla="*/ 0 h 28"/>
                  <a:gd name="T4" fmla="*/ 0 w 49"/>
                  <a:gd name="T5" fmla="*/ 0 h 28"/>
                  <a:gd name="T6" fmla="*/ 0 w 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28"/>
                  <a:gd name="T14" fmla="*/ 49 w 4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28">
                    <a:moveTo>
                      <a:pt x="0" y="28"/>
                    </a:moveTo>
                    <a:lnTo>
                      <a:pt x="49" y="5"/>
                    </a:lnTo>
                    <a:lnTo>
                      <a:pt x="46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" name="Line 4577">
                <a:extLst>
                  <a:ext uri="{FF2B5EF4-FFF2-40B4-BE49-F238E27FC236}">
                    <a16:creationId xmlns:a16="http://schemas.microsoft.com/office/drawing/2014/main" id="{BEB12353-426E-EB81-8BA0-A79E17316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3" y="19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" name="Freeform 4578">
                <a:extLst>
                  <a:ext uri="{FF2B5EF4-FFF2-40B4-BE49-F238E27FC236}">
                    <a16:creationId xmlns:a16="http://schemas.microsoft.com/office/drawing/2014/main" id="{03B02270-309D-6FD0-F394-C30DE40D2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1913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45" y="128"/>
                    </a:moveTo>
                    <a:lnTo>
                      <a:pt x="90" y="101"/>
                    </a:lnTo>
                    <a:lnTo>
                      <a:pt x="136" y="73"/>
                    </a:lnTo>
                    <a:lnTo>
                      <a:pt x="91" y="0"/>
                    </a:lnTo>
                    <a:lnTo>
                      <a:pt x="46" y="27"/>
                    </a:lnTo>
                    <a:lnTo>
                      <a:pt x="0" y="55"/>
                    </a:lnTo>
                    <a:lnTo>
                      <a:pt x="45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3" name="Freeform 4579">
                <a:extLst>
                  <a:ext uri="{FF2B5EF4-FFF2-40B4-BE49-F238E27FC236}">
                    <a16:creationId xmlns:a16="http://schemas.microsoft.com/office/drawing/2014/main" id="{A2C29FD7-E97B-CB80-2B63-F2C50E31F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1913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45" y="128"/>
                    </a:moveTo>
                    <a:lnTo>
                      <a:pt x="90" y="101"/>
                    </a:lnTo>
                    <a:lnTo>
                      <a:pt x="136" y="73"/>
                    </a:lnTo>
                    <a:lnTo>
                      <a:pt x="91" y="0"/>
                    </a:lnTo>
                    <a:lnTo>
                      <a:pt x="46" y="27"/>
                    </a:lnTo>
                    <a:lnTo>
                      <a:pt x="0" y="55"/>
                    </a:lnTo>
                    <a:lnTo>
                      <a:pt x="45" y="12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4" name="Freeform 4580">
                <a:extLst>
                  <a:ext uri="{FF2B5EF4-FFF2-40B4-BE49-F238E27FC236}">
                    <a16:creationId xmlns:a16="http://schemas.microsoft.com/office/drawing/2014/main" id="{D1CCFFBB-3F94-4CBF-6C06-0C2120853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1912"/>
                <a:ext cx="8" cy="5"/>
              </a:xfrm>
              <a:custGeom>
                <a:avLst/>
                <a:gdLst>
                  <a:gd name="T0" fmla="*/ 0 w 45"/>
                  <a:gd name="T1" fmla="*/ 0 h 32"/>
                  <a:gd name="T2" fmla="*/ 0 w 45"/>
                  <a:gd name="T3" fmla="*/ 0 h 32"/>
                  <a:gd name="T4" fmla="*/ 0 w 45"/>
                  <a:gd name="T5" fmla="*/ 0 h 32"/>
                  <a:gd name="T6" fmla="*/ 0 w 45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2"/>
                  <a:gd name="T14" fmla="*/ 45 w 45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2">
                    <a:moveTo>
                      <a:pt x="0" y="32"/>
                    </a:moveTo>
                    <a:lnTo>
                      <a:pt x="45" y="5"/>
                    </a:lnTo>
                    <a:lnTo>
                      <a:pt x="42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5" name="Line 4581">
                <a:extLst>
                  <a:ext uri="{FF2B5EF4-FFF2-40B4-BE49-F238E27FC236}">
                    <a16:creationId xmlns:a16="http://schemas.microsoft.com/office/drawing/2014/main" id="{50482915-00D1-58D0-EBCB-8B492172D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35" y="191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" name="Freeform 4582">
                <a:extLst>
                  <a:ext uri="{FF2B5EF4-FFF2-40B4-BE49-F238E27FC236}">
                    <a16:creationId xmlns:a16="http://schemas.microsoft.com/office/drawing/2014/main" id="{1AEE2D8F-8FAE-DD86-7609-4EFD4C78A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01"/>
                <a:ext cx="23" cy="22"/>
              </a:xfrm>
              <a:custGeom>
                <a:avLst/>
                <a:gdLst>
                  <a:gd name="T0" fmla="*/ 0 w 138"/>
                  <a:gd name="T1" fmla="*/ 0 h 132"/>
                  <a:gd name="T2" fmla="*/ 0 w 138"/>
                  <a:gd name="T3" fmla="*/ 0 h 132"/>
                  <a:gd name="T4" fmla="*/ 0 w 138"/>
                  <a:gd name="T5" fmla="*/ 0 h 132"/>
                  <a:gd name="T6" fmla="*/ 0 w 138"/>
                  <a:gd name="T7" fmla="*/ 0 h 132"/>
                  <a:gd name="T8" fmla="*/ 0 w 138"/>
                  <a:gd name="T9" fmla="*/ 0 h 132"/>
                  <a:gd name="T10" fmla="*/ 0 w 138"/>
                  <a:gd name="T11" fmla="*/ 0 h 132"/>
                  <a:gd name="T12" fmla="*/ 0 w 138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2"/>
                  <a:gd name="T23" fmla="*/ 138 w 138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2">
                    <a:moveTo>
                      <a:pt x="53" y="132"/>
                    </a:moveTo>
                    <a:lnTo>
                      <a:pt x="96" y="99"/>
                    </a:lnTo>
                    <a:lnTo>
                      <a:pt x="138" y="67"/>
                    </a:lnTo>
                    <a:lnTo>
                      <a:pt x="85" y="0"/>
                    </a:lnTo>
                    <a:lnTo>
                      <a:pt x="43" y="33"/>
                    </a:lnTo>
                    <a:lnTo>
                      <a:pt x="0" y="66"/>
                    </a:lnTo>
                    <a:lnTo>
                      <a:pt x="53" y="1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7" name="Freeform 4583">
                <a:extLst>
                  <a:ext uri="{FF2B5EF4-FFF2-40B4-BE49-F238E27FC236}">
                    <a16:creationId xmlns:a16="http://schemas.microsoft.com/office/drawing/2014/main" id="{95196BF1-F100-0E3B-BBA1-0D27DBACF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01"/>
                <a:ext cx="23" cy="22"/>
              </a:xfrm>
              <a:custGeom>
                <a:avLst/>
                <a:gdLst>
                  <a:gd name="T0" fmla="*/ 0 w 138"/>
                  <a:gd name="T1" fmla="*/ 0 h 132"/>
                  <a:gd name="T2" fmla="*/ 0 w 138"/>
                  <a:gd name="T3" fmla="*/ 0 h 132"/>
                  <a:gd name="T4" fmla="*/ 0 w 138"/>
                  <a:gd name="T5" fmla="*/ 0 h 132"/>
                  <a:gd name="T6" fmla="*/ 0 w 138"/>
                  <a:gd name="T7" fmla="*/ 0 h 132"/>
                  <a:gd name="T8" fmla="*/ 0 w 138"/>
                  <a:gd name="T9" fmla="*/ 0 h 132"/>
                  <a:gd name="T10" fmla="*/ 0 w 138"/>
                  <a:gd name="T11" fmla="*/ 0 h 132"/>
                  <a:gd name="T12" fmla="*/ 0 w 138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2"/>
                  <a:gd name="T23" fmla="*/ 138 w 138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2">
                    <a:moveTo>
                      <a:pt x="53" y="132"/>
                    </a:moveTo>
                    <a:lnTo>
                      <a:pt x="96" y="99"/>
                    </a:lnTo>
                    <a:lnTo>
                      <a:pt x="138" y="67"/>
                    </a:lnTo>
                    <a:lnTo>
                      <a:pt x="85" y="0"/>
                    </a:lnTo>
                    <a:lnTo>
                      <a:pt x="43" y="33"/>
                    </a:lnTo>
                    <a:lnTo>
                      <a:pt x="0" y="66"/>
                    </a:lnTo>
                    <a:lnTo>
                      <a:pt x="53" y="1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" name="Freeform 4584">
                <a:extLst>
                  <a:ext uri="{FF2B5EF4-FFF2-40B4-BE49-F238E27FC236}">
                    <a16:creationId xmlns:a16="http://schemas.microsoft.com/office/drawing/2014/main" id="{AE6C5450-EFC4-C80F-45CE-647127431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900"/>
                <a:ext cx="7" cy="6"/>
              </a:xfrm>
              <a:custGeom>
                <a:avLst/>
                <a:gdLst>
                  <a:gd name="T0" fmla="*/ 0 w 42"/>
                  <a:gd name="T1" fmla="*/ 0 h 37"/>
                  <a:gd name="T2" fmla="*/ 0 w 42"/>
                  <a:gd name="T3" fmla="*/ 0 h 37"/>
                  <a:gd name="T4" fmla="*/ 0 w 42"/>
                  <a:gd name="T5" fmla="*/ 0 h 37"/>
                  <a:gd name="T6" fmla="*/ 0 w 42"/>
                  <a:gd name="T7" fmla="*/ 0 h 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37"/>
                  <a:gd name="T14" fmla="*/ 42 w 42"/>
                  <a:gd name="T15" fmla="*/ 37 h 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37">
                    <a:moveTo>
                      <a:pt x="0" y="37"/>
                    </a:moveTo>
                    <a:lnTo>
                      <a:pt x="42" y="4"/>
                    </a:lnTo>
                    <a:lnTo>
                      <a:pt x="38" y="0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9" name="Line 4585">
                <a:extLst>
                  <a:ext uri="{FF2B5EF4-FFF2-40B4-BE49-F238E27FC236}">
                    <a16:creationId xmlns:a16="http://schemas.microsoft.com/office/drawing/2014/main" id="{6505B544-1749-6A00-C3E1-867A074B6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25" y="19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0" name="Freeform 4586">
                <a:extLst>
                  <a:ext uri="{FF2B5EF4-FFF2-40B4-BE49-F238E27FC236}">
                    <a16:creationId xmlns:a16="http://schemas.microsoft.com/office/drawing/2014/main" id="{456B07C9-325D-1E11-071E-E45879BEC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890"/>
                <a:ext cx="22" cy="22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61" y="136"/>
                    </a:moveTo>
                    <a:lnTo>
                      <a:pt x="99" y="99"/>
                    </a:lnTo>
                    <a:lnTo>
                      <a:pt x="137" y="62"/>
                    </a:lnTo>
                    <a:lnTo>
                      <a:pt x="76" y="0"/>
                    </a:lnTo>
                    <a:lnTo>
                      <a:pt x="38" y="37"/>
                    </a:lnTo>
                    <a:lnTo>
                      <a:pt x="0" y="74"/>
                    </a:lnTo>
                    <a:lnTo>
                      <a:pt x="61" y="1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" name="Freeform 4587">
                <a:extLst>
                  <a:ext uri="{FF2B5EF4-FFF2-40B4-BE49-F238E27FC236}">
                    <a16:creationId xmlns:a16="http://schemas.microsoft.com/office/drawing/2014/main" id="{CA265313-96C9-5138-EA0D-38BA3C3E0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1890"/>
                <a:ext cx="22" cy="22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61" y="136"/>
                    </a:moveTo>
                    <a:lnTo>
                      <a:pt x="99" y="99"/>
                    </a:lnTo>
                    <a:lnTo>
                      <a:pt x="137" y="62"/>
                    </a:lnTo>
                    <a:lnTo>
                      <a:pt x="76" y="0"/>
                    </a:lnTo>
                    <a:lnTo>
                      <a:pt x="38" y="37"/>
                    </a:lnTo>
                    <a:lnTo>
                      <a:pt x="0" y="74"/>
                    </a:lnTo>
                    <a:lnTo>
                      <a:pt x="61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2" name="Freeform 4588">
                <a:extLst>
                  <a:ext uri="{FF2B5EF4-FFF2-40B4-BE49-F238E27FC236}">
                    <a16:creationId xmlns:a16="http://schemas.microsoft.com/office/drawing/2014/main" id="{A1FD4EDB-8FF2-93F8-9383-9A9E9A7C6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889"/>
                <a:ext cx="6" cy="7"/>
              </a:xfrm>
              <a:custGeom>
                <a:avLst/>
                <a:gdLst>
                  <a:gd name="T0" fmla="*/ 0 w 38"/>
                  <a:gd name="T1" fmla="*/ 0 h 42"/>
                  <a:gd name="T2" fmla="*/ 0 w 38"/>
                  <a:gd name="T3" fmla="*/ 0 h 42"/>
                  <a:gd name="T4" fmla="*/ 0 w 38"/>
                  <a:gd name="T5" fmla="*/ 0 h 42"/>
                  <a:gd name="T6" fmla="*/ 0 w 38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2"/>
                  <a:gd name="T14" fmla="*/ 38 w 38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2">
                    <a:moveTo>
                      <a:pt x="0" y="42"/>
                    </a:moveTo>
                    <a:lnTo>
                      <a:pt x="38" y="5"/>
                    </a:lnTo>
                    <a:lnTo>
                      <a:pt x="33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3" name="Line 4589">
                <a:extLst>
                  <a:ext uri="{FF2B5EF4-FFF2-40B4-BE49-F238E27FC236}">
                    <a16:creationId xmlns:a16="http://schemas.microsoft.com/office/drawing/2014/main" id="{60D21DB2-45B1-D715-50AC-F9F4366D6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15" y="18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4" name="Freeform 4590">
                <a:extLst>
                  <a:ext uri="{FF2B5EF4-FFF2-40B4-BE49-F238E27FC236}">
                    <a16:creationId xmlns:a16="http://schemas.microsoft.com/office/drawing/2014/main" id="{BE9B4EF2-69FA-823B-A701-2389D09D5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1880"/>
                <a:ext cx="23" cy="23"/>
              </a:xfrm>
              <a:custGeom>
                <a:avLst/>
                <a:gdLst>
                  <a:gd name="T0" fmla="*/ 0 w 132"/>
                  <a:gd name="T1" fmla="*/ 0 h 137"/>
                  <a:gd name="T2" fmla="*/ 0 w 132"/>
                  <a:gd name="T3" fmla="*/ 0 h 137"/>
                  <a:gd name="T4" fmla="*/ 0 w 132"/>
                  <a:gd name="T5" fmla="*/ 0 h 137"/>
                  <a:gd name="T6" fmla="*/ 0 w 132"/>
                  <a:gd name="T7" fmla="*/ 0 h 137"/>
                  <a:gd name="T8" fmla="*/ 0 w 132"/>
                  <a:gd name="T9" fmla="*/ 0 h 137"/>
                  <a:gd name="T10" fmla="*/ 0 w 132"/>
                  <a:gd name="T11" fmla="*/ 0 h 137"/>
                  <a:gd name="T12" fmla="*/ 0 w 132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7"/>
                  <a:gd name="T23" fmla="*/ 132 w 132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7">
                    <a:moveTo>
                      <a:pt x="67" y="137"/>
                    </a:moveTo>
                    <a:lnTo>
                      <a:pt x="99" y="94"/>
                    </a:lnTo>
                    <a:lnTo>
                      <a:pt x="132" y="52"/>
                    </a:lnTo>
                    <a:lnTo>
                      <a:pt x="65" y="0"/>
                    </a:lnTo>
                    <a:lnTo>
                      <a:pt x="33" y="42"/>
                    </a:lnTo>
                    <a:lnTo>
                      <a:pt x="0" y="85"/>
                    </a:lnTo>
                    <a:lnTo>
                      <a:pt x="67" y="1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5" name="Freeform 4591">
                <a:extLst>
                  <a:ext uri="{FF2B5EF4-FFF2-40B4-BE49-F238E27FC236}">
                    <a16:creationId xmlns:a16="http://schemas.microsoft.com/office/drawing/2014/main" id="{0D60E084-9B84-CAA3-2EA3-68A94A001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1880"/>
                <a:ext cx="23" cy="23"/>
              </a:xfrm>
              <a:custGeom>
                <a:avLst/>
                <a:gdLst>
                  <a:gd name="T0" fmla="*/ 0 w 132"/>
                  <a:gd name="T1" fmla="*/ 0 h 137"/>
                  <a:gd name="T2" fmla="*/ 0 w 132"/>
                  <a:gd name="T3" fmla="*/ 0 h 137"/>
                  <a:gd name="T4" fmla="*/ 0 w 132"/>
                  <a:gd name="T5" fmla="*/ 0 h 137"/>
                  <a:gd name="T6" fmla="*/ 0 w 132"/>
                  <a:gd name="T7" fmla="*/ 0 h 137"/>
                  <a:gd name="T8" fmla="*/ 0 w 132"/>
                  <a:gd name="T9" fmla="*/ 0 h 137"/>
                  <a:gd name="T10" fmla="*/ 0 w 132"/>
                  <a:gd name="T11" fmla="*/ 0 h 137"/>
                  <a:gd name="T12" fmla="*/ 0 w 132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7"/>
                  <a:gd name="T23" fmla="*/ 132 w 132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7">
                    <a:moveTo>
                      <a:pt x="67" y="137"/>
                    </a:moveTo>
                    <a:lnTo>
                      <a:pt x="99" y="94"/>
                    </a:lnTo>
                    <a:lnTo>
                      <a:pt x="132" y="52"/>
                    </a:lnTo>
                    <a:lnTo>
                      <a:pt x="65" y="0"/>
                    </a:lnTo>
                    <a:lnTo>
                      <a:pt x="33" y="42"/>
                    </a:lnTo>
                    <a:lnTo>
                      <a:pt x="0" y="85"/>
                    </a:lnTo>
                    <a:lnTo>
                      <a:pt x="67" y="13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" name="Freeform 4592">
                <a:extLst>
                  <a:ext uri="{FF2B5EF4-FFF2-40B4-BE49-F238E27FC236}">
                    <a16:creationId xmlns:a16="http://schemas.microsoft.com/office/drawing/2014/main" id="{F142F7A9-6FA0-AC17-A9C5-C4DBC1416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880"/>
                <a:ext cx="5" cy="7"/>
              </a:xfrm>
              <a:custGeom>
                <a:avLst/>
                <a:gdLst>
                  <a:gd name="T0" fmla="*/ 0 w 32"/>
                  <a:gd name="T1" fmla="*/ 0 h 45"/>
                  <a:gd name="T2" fmla="*/ 0 w 32"/>
                  <a:gd name="T3" fmla="*/ 0 h 45"/>
                  <a:gd name="T4" fmla="*/ 0 w 32"/>
                  <a:gd name="T5" fmla="*/ 0 h 45"/>
                  <a:gd name="T6" fmla="*/ 0 w 32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5"/>
                  <a:gd name="T14" fmla="*/ 32 w 32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5">
                    <a:moveTo>
                      <a:pt x="0" y="45"/>
                    </a:moveTo>
                    <a:lnTo>
                      <a:pt x="32" y="3"/>
                    </a:lnTo>
                    <a:lnTo>
                      <a:pt x="27" y="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" name="Line 4593">
                <a:extLst>
                  <a:ext uri="{FF2B5EF4-FFF2-40B4-BE49-F238E27FC236}">
                    <a16:creationId xmlns:a16="http://schemas.microsoft.com/office/drawing/2014/main" id="{8B6DBB18-F19B-B627-4B54-2184BF4E8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03" y="18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" name="Freeform 4594">
                <a:extLst>
                  <a:ext uri="{FF2B5EF4-FFF2-40B4-BE49-F238E27FC236}">
                    <a16:creationId xmlns:a16="http://schemas.microsoft.com/office/drawing/2014/main" id="{A2E16F93-33BA-6EBA-9AB9-C09171E67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1872"/>
                <a:ext cx="22" cy="23"/>
              </a:xfrm>
              <a:custGeom>
                <a:avLst/>
                <a:gdLst>
                  <a:gd name="T0" fmla="*/ 0 w 128"/>
                  <a:gd name="T1" fmla="*/ 0 h 136"/>
                  <a:gd name="T2" fmla="*/ 0 w 128"/>
                  <a:gd name="T3" fmla="*/ 0 h 136"/>
                  <a:gd name="T4" fmla="*/ 0 w 128"/>
                  <a:gd name="T5" fmla="*/ 0 h 136"/>
                  <a:gd name="T6" fmla="*/ 0 w 128"/>
                  <a:gd name="T7" fmla="*/ 0 h 136"/>
                  <a:gd name="T8" fmla="*/ 0 w 128"/>
                  <a:gd name="T9" fmla="*/ 0 h 136"/>
                  <a:gd name="T10" fmla="*/ 0 w 128"/>
                  <a:gd name="T11" fmla="*/ 0 h 136"/>
                  <a:gd name="T12" fmla="*/ 0 w 128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6"/>
                  <a:gd name="T23" fmla="*/ 128 w 128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6">
                    <a:moveTo>
                      <a:pt x="73" y="136"/>
                    </a:moveTo>
                    <a:lnTo>
                      <a:pt x="101" y="90"/>
                    </a:lnTo>
                    <a:lnTo>
                      <a:pt x="128" y="45"/>
                    </a:lnTo>
                    <a:lnTo>
                      <a:pt x="55" y="0"/>
                    </a:lnTo>
                    <a:lnTo>
                      <a:pt x="28" y="46"/>
                    </a:lnTo>
                    <a:lnTo>
                      <a:pt x="0" y="92"/>
                    </a:lnTo>
                    <a:lnTo>
                      <a:pt x="73" y="1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" name="Freeform 4595">
                <a:extLst>
                  <a:ext uri="{FF2B5EF4-FFF2-40B4-BE49-F238E27FC236}">
                    <a16:creationId xmlns:a16="http://schemas.microsoft.com/office/drawing/2014/main" id="{D0C5B507-89FD-6FB0-F80E-5B3F7ECD7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1872"/>
                <a:ext cx="22" cy="23"/>
              </a:xfrm>
              <a:custGeom>
                <a:avLst/>
                <a:gdLst>
                  <a:gd name="T0" fmla="*/ 0 w 128"/>
                  <a:gd name="T1" fmla="*/ 0 h 136"/>
                  <a:gd name="T2" fmla="*/ 0 w 128"/>
                  <a:gd name="T3" fmla="*/ 0 h 136"/>
                  <a:gd name="T4" fmla="*/ 0 w 128"/>
                  <a:gd name="T5" fmla="*/ 0 h 136"/>
                  <a:gd name="T6" fmla="*/ 0 w 128"/>
                  <a:gd name="T7" fmla="*/ 0 h 136"/>
                  <a:gd name="T8" fmla="*/ 0 w 128"/>
                  <a:gd name="T9" fmla="*/ 0 h 136"/>
                  <a:gd name="T10" fmla="*/ 0 w 128"/>
                  <a:gd name="T11" fmla="*/ 0 h 136"/>
                  <a:gd name="T12" fmla="*/ 0 w 128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6"/>
                  <a:gd name="T23" fmla="*/ 128 w 128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6">
                    <a:moveTo>
                      <a:pt x="73" y="136"/>
                    </a:moveTo>
                    <a:lnTo>
                      <a:pt x="101" y="90"/>
                    </a:lnTo>
                    <a:lnTo>
                      <a:pt x="128" y="45"/>
                    </a:lnTo>
                    <a:lnTo>
                      <a:pt x="55" y="0"/>
                    </a:lnTo>
                    <a:lnTo>
                      <a:pt x="28" y="46"/>
                    </a:lnTo>
                    <a:lnTo>
                      <a:pt x="0" y="92"/>
                    </a:lnTo>
                    <a:lnTo>
                      <a:pt x="73" y="13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0" name="Freeform 4596">
                <a:extLst>
                  <a:ext uri="{FF2B5EF4-FFF2-40B4-BE49-F238E27FC236}">
                    <a16:creationId xmlns:a16="http://schemas.microsoft.com/office/drawing/2014/main" id="{273B5322-5980-9032-D686-B2AE9F185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1872"/>
                <a:ext cx="4" cy="8"/>
              </a:xfrm>
              <a:custGeom>
                <a:avLst/>
                <a:gdLst>
                  <a:gd name="T0" fmla="*/ 0 w 27"/>
                  <a:gd name="T1" fmla="*/ 0 h 49"/>
                  <a:gd name="T2" fmla="*/ 0 w 27"/>
                  <a:gd name="T3" fmla="*/ 0 h 49"/>
                  <a:gd name="T4" fmla="*/ 0 w 27"/>
                  <a:gd name="T5" fmla="*/ 0 h 49"/>
                  <a:gd name="T6" fmla="*/ 0 w 27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49"/>
                  <a:gd name="T14" fmla="*/ 27 w 27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49">
                    <a:moveTo>
                      <a:pt x="0" y="49"/>
                    </a:moveTo>
                    <a:lnTo>
                      <a:pt x="27" y="3"/>
                    </a:lnTo>
                    <a:lnTo>
                      <a:pt x="22" y="0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" name="Line 4597">
                <a:extLst>
                  <a:ext uri="{FF2B5EF4-FFF2-40B4-BE49-F238E27FC236}">
                    <a16:creationId xmlns:a16="http://schemas.microsoft.com/office/drawing/2014/main" id="{42133ACD-F3FF-C9BB-AC86-1DFEC856A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9" y="187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" name="Freeform 4598">
                <a:extLst>
                  <a:ext uri="{FF2B5EF4-FFF2-40B4-BE49-F238E27FC236}">
                    <a16:creationId xmlns:a16="http://schemas.microsoft.com/office/drawing/2014/main" id="{D1A5E73B-550D-7D71-BCA3-B1CE62BC0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866"/>
                <a:ext cx="20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78" y="133"/>
                    </a:moveTo>
                    <a:lnTo>
                      <a:pt x="101" y="84"/>
                    </a:lnTo>
                    <a:lnTo>
                      <a:pt x="123" y="35"/>
                    </a:lnTo>
                    <a:lnTo>
                      <a:pt x="44" y="0"/>
                    </a:lnTo>
                    <a:lnTo>
                      <a:pt x="22" y="49"/>
                    </a:lnTo>
                    <a:lnTo>
                      <a:pt x="0" y="98"/>
                    </a:lnTo>
                    <a:lnTo>
                      <a:pt x="78" y="1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" name="Freeform 4599">
                <a:extLst>
                  <a:ext uri="{FF2B5EF4-FFF2-40B4-BE49-F238E27FC236}">
                    <a16:creationId xmlns:a16="http://schemas.microsoft.com/office/drawing/2014/main" id="{D57FD05F-30D3-1B97-F8F3-602E4AAB2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866"/>
                <a:ext cx="20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78" y="133"/>
                    </a:moveTo>
                    <a:lnTo>
                      <a:pt x="101" y="84"/>
                    </a:lnTo>
                    <a:lnTo>
                      <a:pt x="123" y="35"/>
                    </a:lnTo>
                    <a:lnTo>
                      <a:pt x="44" y="0"/>
                    </a:lnTo>
                    <a:lnTo>
                      <a:pt x="22" y="49"/>
                    </a:lnTo>
                    <a:lnTo>
                      <a:pt x="0" y="98"/>
                    </a:lnTo>
                    <a:lnTo>
                      <a:pt x="78" y="13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4" name="Freeform 4600">
                <a:extLst>
                  <a:ext uri="{FF2B5EF4-FFF2-40B4-BE49-F238E27FC236}">
                    <a16:creationId xmlns:a16="http://schemas.microsoft.com/office/drawing/2014/main" id="{064DDA98-BDB2-FA5E-F222-A91A85858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866"/>
                <a:ext cx="3" cy="8"/>
              </a:xfrm>
              <a:custGeom>
                <a:avLst/>
                <a:gdLst>
                  <a:gd name="T0" fmla="*/ 0 w 22"/>
                  <a:gd name="T1" fmla="*/ 0 h 51"/>
                  <a:gd name="T2" fmla="*/ 0 w 22"/>
                  <a:gd name="T3" fmla="*/ 0 h 51"/>
                  <a:gd name="T4" fmla="*/ 0 w 22"/>
                  <a:gd name="T5" fmla="*/ 0 h 51"/>
                  <a:gd name="T6" fmla="*/ 0 w 22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1"/>
                  <a:gd name="T14" fmla="*/ 22 w 2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1">
                    <a:moveTo>
                      <a:pt x="0" y="51"/>
                    </a:moveTo>
                    <a:lnTo>
                      <a:pt x="22" y="2"/>
                    </a:lnTo>
                    <a:lnTo>
                      <a:pt x="16" y="0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5" name="Line 4601">
                <a:extLst>
                  <a:ext uri="{FF2B5EF4-FFF2-40B4-BE49-F238E27FC236}">
                    <a16:creationId xmlns:a16="http://schemas.microsoft.com/office/drawing/2014/main" id="{9A906DB9-F011-ECC3-33CF-D80EE31F6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75" y="18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" name="Freeform 4602">
                <a:extLst>
                  <a:ext uri="{FF2B5EF4-FFF2-40B4-BE49-F238E27FC236}">
                    <a16:creationId xmlns:a16="http://schemas.microsoft.com/office/drawing/2014/main" id="{439E6E1C-BC7C-5314-7DB0-18095ED4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1861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81" y="127"/>
                    </a:moveTo>
                    <a:lnTo>
                      <a:pt x="97" y="76"/>
                    </a:lnTo>
                    <a:lnTo>
                      <a:pt x="113" y="25"/>
                    </a:lnTo>
                    <a:lnTo>
                      <a:pt x="32" y="0"/>
                    </a:lnTo>
                    <a:lnTo>
                      <a:pt x="16" y="51"/>
                    </a:lnTo>
                    <a:lnTo>
                      <a:pt x="0" y="101"/>
                    </a:lnTo>
                    <a:lnTo>
                      <a:pt x="81" y="1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7" name="Freeform 4603">
                <a:extLst>
                  <a:ext uri="{FF2B5EF4-FFF2-40B4-BE49-F238E27FC236}">
                    <a16:creationId xmlns:a16="http://schemas.microsoft.com/office/drawing/2014/main" id="{669B97B8-8724-B1D0-B899-D3746B04B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1861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81" y="127"/>
                    </a:moveTo>
                    <a:lnTo>
                      <a:pt x="97" y="76"/>
                    </a:lnTo>
                    <a:lnTo>
                      <a:pt x="113" y="25"/>
                    </a:lnTo>
                    <a:lnTo>
                      <a:pt x="32" y="0"/>
                    </a:lnTo>
                    <a:lnTo>
                      <a:pt x="16" y="51"/>
                    </a:lnTo>
                    <a:lnTo>
                      <a:pt x="0" y="101"/>
                    </a:lnTo>
                    <a:lnTo>
                      <a:pt x="81" y="12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8" name="Freeform 4604">
                <a:extLst>
                  <a:ext uri="{FF2B5EF4-FFF2-40B4-BE49-F238E27FC236}">
                    <a16:creationId xmlns:a16="http://schemas.microsoft.com/office/drawing/2014/main" id="{E5F9B7CB-0938-C0DB-25D5-EDF432032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1861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0" y="53"/>
                    </a:moveTo>
                    <a:lnTo>
                      <a:pt x="16" y="2"/>
                    </a:lnTo>
                    <a:lnTo>
                      <a:pt x="9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9" name="Line 4605">
                <a:extLst>
                  <a:ext uri="{FF2B5EF4-FFF2-40B4-BE49-F238E27FC236}">
                    <a16:creationId xmlns:a16="http://schemas.microsoft.com/office/drawing/2014/main" id="{C2AFC1D6-BCE7-4C66-4351-6524BFA89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61" y="18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0" name="Freeform 4606">
                <a:extLst>
                  <a:ext uri="{FF2B5EF4-FFF2-40B4-BE49-F238E27FC236}">
                    <a16:creationId xmlns:a16="http://schemas.microsoft.com/office/drawing/2014/main" id="{7C58BF5B-ACE4-4110-CE29-E70EFA43C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58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85" y="122"/>
                    </a:moveTo>
                    <a:lnTo>
                      <a:pt x="95" y="69"/>
                    </a:lnTo>
                    <a:lnTo>
                      <a:pt x="104" y="16"/>
                    </a:lnTo>
                    <a:lnTo>
                      <a:pt x="20" y="0"/>
                    </a:lnTo>
                    <a:lnTo>
                      <a:pt x="10" y="53"/>
                    </a:lnTo>
                    <a:lnTo>
                      <a:pt x="0" y="106"/>
                    </a:lnTo>
                    <a:lnTo>
                      <a:pt x="85" y="1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" name="Freeform 4607">
                <a:extLst>
                  <a:ext uri="{FF2B5EF4-FFF2-40B4-BE49-F238E27FC236}">
                    <a16:creationId xmlns:a16="http://schemas.microsoft.com/office/drawing/2014/main" id="{1754F257-B1DC-77D7-1720-1E9E9265F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58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85" y="122"/>
                    </a:moveTo>
                    <a:lnTo>
                      <a:pt x="95" y="69"/>
                    </a:lnTo>
                    <a:lnTo>
                      <a:pt x="104" y="16"/>
                    </a:lnTo>
                    <a:lnTo>
                      <a:pt x="20" y="0"/>
                    </a:lnTo>
                    <a:lnTo>
                      <a:pt x="10" y="53"/>
                    </a:lnTo>
                    <a:lnTo>
                      <a:pt x="0" y="106"/>
                    </a:lnTo>
                    <a:lnTo>
                      <a:pt x="85" y="12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" name="Freeform 4608">
                <a:extLst>
                  <a:ext uri="{FF2B5EF4-FFF2-40B4-BE49-F238E27FC236}">
                    <a16:creationId xmlns:a16="http://schemas.microsoft.com/office/drawing/2014/main" id="{09BA352E-059C-F4F9-661A-244B10E5DE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58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0" y="53"/>
                    </a:moveTo>
                    <a:lnTo>
                      <a:pt x="10" y="0"/>
                    </a:lnTo>
                    <a:lnTo>
                      <a:pt x="3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3" name="Line 4609">
                <a:extLst>
                  <a:ext uri="{FF2B5EF4-FFF2-40B4-BE49-F238E27FC236}">
                    <a16:creationId xmlns:a16="http://schemas.microsoft.com/office/drawing/2014/main" id="{380532C8-5859-42DD-8DAF-10D185146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6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4" name="Freeform 4610">
                <a:extLst>
                  <a:ext uri="{FF2B5EF4-FFF2-40B4-BE49-F238E27FC236}">
                    <a16:creationId xmlns:a16="http://schemas.microsoft.com/office/drawing/2014/main" id="{6AC87EC6-C947-C949-09E4-59B2E9DF5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6" cy="18"/>
              </a:xfrm>
              <a:custGeom>
                <a:avLst/>
                <a:gdLst>
                  <a:gd name="T0" fmla="*/ 0 w 91"/>
                  <a:gd name="T1" fmla="*/ 0 h 111"/>
                  <a:gd name="T2" fmla="*/ 0 w 91"/>
                  <a:gd name="T3" fmla="*/ 0 h 111"/>
                  <a:gd name="T4" fmla="*/ 0 w 91"/>
                  <a:gd name="T5" fmla="*/ 0 h 111"/>
                  <a:gd name="T6" fmla="*/ 0 w 91"/>
                  <a:gd name="T7" fmla="*/ 0 h 111"/>
                  <a:gd name="T8" fmla="*/ 0 w 91"/>
                  <a:gd name="T9" fmla="*/ 0 h 111"/>
                  <a:gd name="T10" fmla="*/ 0 w 91"/>
                  <a:gd name="T11" fmla="*/ 0 h 111"/>
                  <a:gd name="T12" fmla="*/ 0 w 91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1"/>
                  <a:gd name="T23" fmla="*/ 91 w 91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1">
                    <a:moveTo>
                      <a:pt x="85" y="111"/>
                    </a:moveTo>
                    <a:lnTo>
                      <a:pt x="88" y="58"/>
                    </a:lnTo>
                    <a:lnTo>
                      <a:pt x="91" y="5"/>
                    </a:lnTo>
                    <a:lnTo>
                      <a:pt x="6" y="0"/>
                    </a:lnTo>
                    <a:lnTo>
                      <a:pt x="3" y="52"/>
                    </a:lnTo>
                    <a:lnTo>
                      <a:pt x="0" y="105"/>
                    </a:lnTo>
                    <a:lnTo>
                      <a:pt x="85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5" name="Freeform 4611">
                <a:extLst>
                  <a:ext uri="{FF2B5EF4-FFF2-40B4-BE49-F238E27FC236}">
                    <a16:creationId xmlns:a16="http://schemas.microsoft.com/office/drawing/2014/main" id="{5FA038F8-0C49-B2CF-726E-27FE06380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6" cy="18"/>
              </a:xfrm>
              <a:custGeom>
                <a:avLst/>
                <a:gdLst>
                  <a:gd name="T0" fmla="*/ 0 w 91"/>
                  <a:gd name="T1" fmla="*/ 0 h 111"/>
                  <a:gd name="T2" fmla="*/ 0 w 91"/>
                  <a:gd name="T3" fmla="*/ 0 h 111"/>
                  <a:gd name="T4" fmla="*/ 0 w 91"/>
                  <a:gd name="T5" fmla="*/ 0 h 111"/>
                  <a:gd name="T6" fmla="*/ 0 w 91"/>
                  <a:gd name="T7" fmla="*/ 0 h 111"/>
                  <a:gd name="T8" fmla="*/ 0 w 91"/>
                  <a:gd name="T9" fmla="*/ 0 h 111"/>
                  <a:gd name="T10" fmla="*/ 0 w 91"/>
                  <a:gd name="T11" fmla="*/ 0 h 111"/>
                  <a:gd name="T12" fmla="*/ 0 w 91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1"/>
                  <a:gd name="T23" fmla="*/ 91 w 91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1">
                    <a:moveTo>
                      <a:pt x="85" y="111"/>
                    </a:moveTo>
                    <a:lnTo>
                      <a:pt x="88" y="58"/>
                    </a:lnTo>
                    <a:lnTo>
                      <a:pt x="91" y="5"/>
                    </a:lnTo>
                    <a:lnTo>
                      <a:pt x="6" y="0"/>
                    </a:lnTo>
                    <a:lnTo>
                      <a:pt x="3" y="52"/>
                    </a:lnTo>
                    <a:lnTo>
                      <a:pt x="0" y="105"/>
                    </a:lnTo>
                    <a:lnTo>
                      <a:pt x="85" y="11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6" name="Freeform 4612">
                <a:extLst>
                  <a:ext uri="{FF2B5EF4-FFF2-40B4-BE49-F238E27FC236}">
                    <a16:creationId xmlns:a16="http://schemas.microsoft.com/office/drawing/2014/main" id="{E8A7434C-1980-77D4-7D27-2573D7E7D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1858"/>
                <a:ext cx="1" cy="8"/>
              </a:xfrm>
              <a:custGeom>
                <a:avLst/>
                <a:gdLst>
                  <a:gd name="T0" fmla="*/ 0 w 6"/>
                  <a:gd name="T1" fmla="*/ 0 h 52"/>
                  <a:gd name="T2" fmla="*/ 0 w 6"/>
                  <a:gd name="T3" fmla="*/ 0 h 52"/>
                  <a:gd name="T4" fmla="*/ 0 w 6"/>
                  <a:gd name="T5" fmla="*/ 0 h 52"/>
                  <a:gd name="T6" fmla="*/ 0 w 6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"/>
                  <a:gd name="T13" fmla="*/ 0 h 52"/>
                  <a:gd name="T14" fmla="*/ 6 w 6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" h="52">
                    <a:moveTo>
                      <a:pt x="3" y="52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3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7" name="Line 4613">
                <a:extLst>
                  <a:ext uri="{FF2B5EF4-FFF2-40B4-BE49-F238E27FC236}">
                    <a16:creationId xmlns:a16="http://schemas.microsoft.com/office/drawing/2014/main" id="{AF360F9F-D965-3B0C-727E-60815B1E6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30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8" name="Freeform 4614">
                <a:extLst>
                  <a:ext uri="{FF2B5EF4-FFF2-40B4-BE49-F238E27FC236}">
                    <a16:creationId xmlns:a16="http://schemas.microsoft.com/office/drawing/2014/main" id="{3AAE7289-D6C7-E44D-F78C-27388EBCE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58"/>
                <a:ext cx="15" cy="18"/>
              </a:xfrm>
              <a:custGeom>
                <a:avLst/>
                <a:gdLst>
                  <a:gd name="T0" fmla="*/ 0 w 92"/>
                  <a:gd name="T1" fmla="*/ 0 h 111"/>
                  <a:gd name="T2" fmla="*/ 0 w 92"/>
                  <a:gd name="T3" fmla="*/ 0 h 111"/>
                  <a:gd name="T4" fmla="*/ 0 w 92"/>
                  <a:gd name="T5" fmla="*/ 0 h 111"/>
                  <a:gd name="T6" fmla="*/ 0 w 92"/>
                  <a:gd name="T7" fmla="*/ 0 h 111"/>
                  <a:gd name="T8" fmla="*/ 0 w 92"/>
                  <a:gd name="T9" fmla="*/ 0 h 111"/>
                  <a:gd name="T10" fmla="*/ 0 w 92"/>
                  <a:gd name="T11" fmla="*/ 0 h 111"/>
                  <a:gd name="T12" fmla="*/ 0 w 92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11"/>
                  <a:gd name="T23" fmla="*/ 92 w 92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11">
                    <a:moveTo>
                      <a:pt x="92" y="105"/>
                    </a:moveTo>
                    <a:lnTo>
                      <a:pt x="89" y="52"/>
                    </a:lnTo>
                    <a:lnTo>
                      <a:pt x="86" y="0"/>
                    </a:lnTo>
                    <a:lnTo>
                      <a:pt x="0" y="5"/>
                    </a:lnTo>
                    <a:lnTo>
                      <a:pt x="4" y="58"/>
                    </a:lnTo>
                    <a:lnTo>
                      <a:pt x="7" y="111"/>
                    </a:lnTo>
                    <a:lnTo>
                      <a:pt x="92" y="10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9" name="Freeform 4615">
                <a:extLst>
                  <a:ext uri="{FF2B5EF4-FFF2-40B4-BE49-F238E27FC236}">
                    <a16:creationId xmlns:a16="http://schemas.microsoft.com/office/drawing/2014/main" id="{B9503B92-EBD3-4520-DA51-6AA459593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58"/>
                <a:ext cx="15" cy="18"/>
              </a:xfrm>
              <a:custGeom>
                <a:avLst/>
                <a:gdLst>
                  <a:gd name="T0" fmla="*/ 0 w 92"/>
                  <a:gd name="T1" fmla="*/ 0 h 111"/>
                  <a:gd name="T2" fmla="*/ 0 w 92"/>
                  <a:gd name="T3" fmla="*/ 0 h 111"/>
                  <a:gd name="T4" fmla="*/ 0 w 92"/>
                  <a:gd name="T5" fmla="*/ 0 h 111"/>
                  <a:gd name="T6" fmla="*/ 0 w 92"/>
                  <a:gd name="T7" fmla="*/ 0 h 111"/>
                  <a:gd name="T8" fmla="*/ 0 w 92"/>
                  <a:gd name="T9" fmla="*/ 0 h 111"/>
                  <a:gd name="T10" fmla="*/ 0 w 92"/>
                  <a:gd name="T11" fmla="*/ 0 h 111"/>
                  <a:gd name="T12" fmla="*/ 0 w 92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11"/>
                  <a:gd name="T23" fmla="*/ 92 w 92"/>
                  <a:gd name="T24" fmla="*/ 111 h 1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11">
                    <a:moveTo>
                      <a:pt x="92" y="105"/>
                    </a:moveTo>
                    <a:lnTo>
                      <a:pt x="89" y="52"/>
                    </a:lnTo>
                    <a:lnTo>
                      <a:pt x="86" y="0"/>
                    </a:lnTo>
                    <a:lnTo>
                      <a:pt x="0" y="5"/>
                    </a:lnTo>
                    <a:lnTo>
                      <a:pt x="4" y="58"/>
                    </a:lnTo>
                    <a:lnTo>
                      <a:pt x="7" y="111"/>
                    </a:lnTo>
                    <a:lnTo>
                      <a:pt x="92" y="10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0" name="Freeform 4616">
                <a:extLst>
                  <a:ext uri="{FF2B5EF4-FFF2-40B4-BE49-F238E27FC236}">
                    <a16:creationId xmlns:a16="http://schemas.microsoft.com/office/drawing/2014/main" id="{04BF5E41-3492-57E7-7E2D-C2488BD87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1858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10" y="53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1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1" name="Line 4617">
                <a:extLst>
                  <a:ext uri="{FF2B5EF4-FFF2-40B4-BE49-F238E27FC236}">
                    <a16:creationId xmlns:a16="http://schemas.microsoft.com/office/drawing/2014/main" id="{9C674D06-50CB-E676-5835-40340198B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15" y="18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" name="Freeform 4618">
                <a:extLst>
                  <a:ext uri="{FF2B5EF4-FFF2-40B4-BE49-F238E27FC236}">
                    <a16:creationId xmlns:a16="http://schemas.microsoft.com/office/drawing/2014/main" id="{52DD17C4-5A3D-6A3D-3792-E654346F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58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03" y="106"/>
                    </a:moveTo>
                    <a:lnTo>
                      <a:pt x="94" y="53"/>
                    </a:lnTo>
                    <a:lnTo>
                      <a:pt x="84" y="0"/>
                    </a:lnTo>
                    <a:lnTo>
                      <a:pt x="0" y="16"/>
                    </a:lnTo>
                    <a:lnTo>
                      <a:pt x="10" y="69"/>
                    </a:lnTo>
                    <a:lnTo>
                      <a:pt x="19" y="122"/>
                    </a:lnTo>
                    <a:lnTo>
                      <a:pt x="103" y="10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" name="Freeform 4619">
                <a:extLst>
                  <a:ext uri="{FF2B5EF4-FFF2-40B4-BE49-F238E27FC236}">
                    <a16:creationId xmlns:a16="http://schemas.microsoft.com/office/drawing/2014/main" id="{1ED097AF-B2E4-F127-6F56-AAB735BCCE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58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03" y="106"/>
                    </a:moveTo>
                    <a:lnTo>
                      <a:pt x="94" y="53"/>
                    </a:lnTo>
                    <a:lnTo>
                      <a:pt x="84" y="0"/>
                    </a:lnTo>
                    <a:lnTo>
                      <a:pt x="0" y="16"/>
                    </a:lnTo>
                    <a:lnTo>
                      <a:pt x="10" y="69"/>
                    </a:lnTo>
                    <a:lnTo>
                      <a:pt x="19" y="122"/>
                    </a:lnTo>
                    <a:lnTo>
                      <a:pt x="103" y="10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" name="Freeform 4620">
                <a:extLst>
                  <a:ext uri="{FF2B5EF4-FFF2-40B4-BE49-F238E27FC236}">
                    <a16:creationId xmlns:a16="http://schemas.microsoft.com/office/drawing/2014/main" id="{2934DABB-7B68-8E28-9D30-74F732834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1861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16" y="53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16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5" name="Line 4621">
                <a:extLst>
                  <a:ext uri="{FF2B5EF4-FFF2-40B4-BE49-F238E27FC236}">
                    <a16:creationId xmlns:a16="http://schemas.microsoft.com/office/drawing/2014/main" id="{C17484F3-B043-6422-A4F0-8480878B0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00" y="186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6" name="Freeform 4622">
                <a:extLst>
                  <a:ext uri="{FF2B5EF4-FFF2-40B4-BE49-F238E27FC236}">
                    <a16:creationId xmlns:a16="http://schemas.microsoft.com/office/drawing/2014/main" id="{F5BFEECA-1F07-8BA6-47AB-184CFFB01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861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114" y="101"/>
                    </a:moveTo>
                    <a:lnTo>
                      <a:pt x="98" y="51"/>
                    </a:lnTo>
                    <a:lnTo>
                      <a:pt x="82" y="0"/>
                    </a:lnTo>
                    <a:lnTo>
                      <a:pt x="0" y="25"/>
                    </a:lnTo>
                    <a:lnTo>
                      <a:pt x="16" y="76"/>
                    </a:lnTo>
                    <a:lnTo>
                      <a:pt x="32" y="127"/>
                    </a:lnTo>
                    <a:lnTo>
                      <a:pt x="114" y="10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7" name="Freeform 4623">
                <a:extLst>
                  <a:ext uri="{FF2B5EF4-FFF2-40B4-BE49-F238E27FC236}">
                    <a16:creationId xmlns:a16="http://schemas.microsoft.com/office/drawing/2014/main" id="{1B8B08F0-8A7D-8F00-9288-FDD75BE7D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1861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114" y="101"/>
                    </a:moveTo>
                    <a:lnTo>
                      <a:pt x="98" y="51"/>
                    </a:lnTo>
                    <a:lnTo>
                      <a:pt x="82" y="0"/>
                    </a:lnTo>
                    <a:lnTo>
                      <a:pt x="0" y="25"/>
                    </a:lnTo>
                    <a:lnTo>
                      <a:pt x="16" y="76"/>
                    </a:lnTo>
                    <a:lnTo>
                      <a:pt x="32" y="127"/>
                    </a:lnTo>
                    <a:lnTo>
                      <a:pt x="114" y="101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" name="Freeform 4624">
                <a:extLst>
                  <a:ext uri="{FF2B5EF4-FFF2-40B4-BE49-F238E27FC236}">
                    <a16:creationId xmlns:a16="http://schemas.microsoft.com/office/drawing/2014/main" id="{B33BAC0D-EB0A-D009-583E-237BA55E6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1866"/>
                <a:ext cx="4" cy="8"/>
              </a:xfrm>
              <a:custGeom>
                <a:avLst/>
                <a:gdLst>
                  <a:gd name="T0" fmla="*/ 0 w 22"/>
                  <a:gd name="T1" fmla="*/ 0 h 51"/>
                  <a:gd name="T2" fmla="*/ 0 w 22"/>
                  <a:gd name="T3" fmla="*/ 0 h 51"/>
                  <a:gd name="T4" fmla="*/ 0 w 22"/>
                  <a:gd name="T5" fmla="*/ 0 h 51"/>
                  <a:gd name="T6" fmla="*/ 0 w 22"/>
                  <a:gd name="T7" fmla="*/ 0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1"/>
                  <a:gd name="T14" fmla="*/ 22 w 2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1">
                    <a:moveTo>
                      <a:pt x="22" y="51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22" y="5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9" name="Line 4625">
                <a:extLst>
                  <a:ext uri="{FF2B5EF4-FFF2-40B4-BE49-F238E27FC236}">
                    <a16:creationId xmlns:a16="http://schemas.microsoft.com/office/drawing/2014/main" id="{2D429419-6A60-B848-4C71-1BF82B985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5" y="18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0" name="Freeform 4626">
                <a:extLst>
                  <a:ext uri="{FF2B5EF4-FFF2-40B4-BE49-F238E27FC236}">
                    <a16:creationId xmlns:a16="http://schemas.microsoft.com/office/drawing/2014/main" id="{B5EEB850-72CF-B50F-1DA0-8E9AFE3AD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66"/>
                <a:ext cx="21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123" y="98"/>
                    </a:moveTo>
                    <a:lnTo>
                      <a:pt x="100" y="49"/>
                    </a:lnTo>
                    <a:lnTo>
                      <a:pt x="78" y="0"/>
                    </a:lnTo>
                    <a:lnTo>
                      <a:pt x="0" y="35"/>
                    </a:lnTo>
                    <a:lnTo>
                      <a:pt x="22" y="84"/>
                    </a:lnTo>
                    <a:lnTo>
                      <a:pt x="44" y="133"/>
                    </a:lnTo>
                    <a:lnTo>
                      <a:pt x="123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1" name="Freeform 4627">
                <a:extLst>
                  <a:ext uri="{FF2B5EF4-FFF2-40B4-BE49-F238E27FC236}">
                    <a16:creationId xmlns:a16="http://schemas.microsoft.com/office/drawing/2014/main" id="{981A879F-8816-0CED-E4DE-DCBFEC8A1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66"/>
                <a:ext cx="21" cy="22"/>
              </a:xfrm>
              <a:custGeom>
                <a:avLst/>
                <a:gdLst>
                  <a:gd name="T0" fmla="*/ 0 w 123"/>
                  <a:gd name="T1" fmla="*/ 0 h 133"/>
                  <a:gd name="T2" fmla="*/ 0 w 123"/>
                  <a:gd name="T3" fmla="*/ 0 h 133"/>
                  <a:gd name="T4" fmla="*/ 0 w 123"/>
                  <a:gd name="T5" fmla="*/ 0 h 133"/>
                  <a:gd name="T6" fmla="*/ 0 w 123"/>
                  <a:gd name="T7" fmla="*/ 0 h 133"/>
                  <a:gd name="T8" fmla="*/ 0 w 123"/>
                  <a:gd name="T9" fmla="*/ 0 h 133"/>
                  <a:gd name="T10" fmla="*/ 0 w 123"/>
                  <a:gd name="T11" fmla="*/ 0 h 133"/>
                  <a:gd name="T12" fmla="*/ 0 w 123"/>
                  <a:gd name="T13" fmla="*/ 0 h 1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3"/>
                  <a:gd name="T23" fmla="*/ 123 w 123"/>
                  <a:gd name="T24" fmla="*/ 133 h 1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3">
                    <a:moveTo>
                      <a:pt x="123" y="98"/>
                    </a:moveTo>
                    <a:lnTo>
                      <a:pt x="100" y="49"/>
                    </a:lnTo>
                    <a:lnTo>
                      <a:pt x="78" y="0"/>
                    </a:lnTo>
                    <a:lnTo>
                      <a:pt x="0" y="35"/>
                    </a:lnTo>
                    <a:lnTo>
                      <a:pt x="22" y="84"/>
                    </a:lnTo>
                    <a:lnTo>
                      <a:pt x="44" y="133"/>
                    </a:lnTo>
                    <a:lnTo>
                      <a:pt x="123" y="9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" name="Freeform 4628">
                <a:extLst>
                  <a:ext uri="{FF2B5EF4-FFF2-40B4-BE49-F238E27FC236}">
                    <a16:creationId xmlns:a16="http://schemas.microsoft.com/office/drawing/2014/main" id="{99A6C9CC-8F4E-C8DD-07A6-758B89E7D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1872"/>
                <a:ext cx="5" cy="8"/>
              </a:xfrm>
              <a:custGeom>
                <a:avLst/>
                <a:gdLst>
                  <a:gd name="T0" fmla="*/ 0 w 28"/>
                  <a:gd name="T1" fmla="*/ 0 h 49"/>
                  <a:gd name="T2" fmla="*/ 0 w 28"/>
                  <a:gd name="T3" fmla="*/ 0 h 49"/>
                  <a:gd name="T4" fmla="*/ 0 w 28"/>
                  <a:gd name="T5" fmla="*/ 0 h 49"/>
                  <a:gd name="T6" fmla="*/ 0 w 28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49"/>
                  <a:gd name="T14" fmla="*/ 28 w 28"/>
                  <a:gd name="T15" fmla="*/ 49 h 4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49">
                    <a:moveTo>
                      <a:pt x="28" y="49"/>
                    </a:moveTo>
                    <a:lnTo>
                      <a:pt x="6" y="0"/>
                    </a:lnTo>
                    <a:lnTo>
                      <a:pt x="0" y="3"/>
                    </a:lnTo>
                    <a:lnTo>
                      <a:pt x="28" y="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" name="Line 4629">
                <a:extLst>
                  <a:ext uri="{FF2B5EF4-FFF2-40B4-BE49-F238E27FC236}">
                    <a16:creationId xmlns:a16="http://schemas.microsoft.com/office/drawing/2014/main" id="{153FDFEE-1D9F-26B8-5A4B-1DDC3AD053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71" y="187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4" name="Freeform 4630">
                <a:extLst>
                  <a:ext uri="{FF2B5EF4-FFF2-40B4-BE49-F238E27FC236}">
                    <a16:creationId xmlns:a16="http://schemas.microsoft.com/office/drawing/2014/main" id="{B0221529-7728-7EF9-5373-A26832BF8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72"/>
                <a:ext cx="22" cy="23"/>
              </a:xfrm>
              <a:custGeom>
                <a:avLst/>
                <a:gdLst>
                  <a:gd name="T0" fmla="*/ 0 w 129"/>
                  <a:gd name="T1" fmla="*/ 0 h 136"/>
                  <a:gd name="T2" fmla="*/ 0 w 129"/>
                  <a:gd name="T3" fmla="*/ 0 h 136"/>
                  <a:gd name="T4" fmla="*/ 0 w 129"/>
                  <a:gd name="T5" fmla="*/ 0 h 136"/>
                  <a:gd name="T6" fmla="*/ 0 w 129"/>
                  <a:gd name="T7" fmla="*/ 0 h 136"/>
                  <a:gd name="T8" fmla="*/ 0 w 129"/>
                  <a:gd name="T9" fmla="*/ 0 h 136"/>
                  <a:gd name="T10" fmla="*/ 0 w 129"/>
                  <a:gd name="T11" fmla="*/ 0 h 136"/>
                  <a:gd name="T12" fmla="*/ 0 w 129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6"/>
                  <a:gd name="T23" fmla="*/ 129 w 129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6">
                    <a:moveTo>
                      <a:pt x="129" y="92"/>
                    </a:moveTo>
                    <a:lnTo>
                      <a:pt x="101" y="46"/>
                    </a:lnTo>
                    <a:lnTo>
                      <a:pt x="73" y="0"/>
                    </a:lnTo>
                    <a:lnTo>
                      <a:pt x="0" y="45"/>
                    </a:lnTo>
                    <a:lnTo>
                      <a:pt x="28" y="90"/>
                    </a:lnTo>
                    <a:lnTo>
                      <a:pt x="55" y="136"/>
                    </a:lnTo>
                    <a:lnTo>
                      <a:pt x="129" y="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5" name="Freeform 4631">
                <a:extLst>
                  <a:ext uri="{FF2B5EF4-FFF2-40B4-BE49-F238E27FC236}">
                    <a16:creationId xmlns:a16="http://schemas.microsoft.com/office/drawing/2014/main" id="{3F8E2BB8-2671-35C3-D80B-11174C08E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72"/>
                <a:ext cx="22" cy="23"/>
              </a:xfrm>
              <a:custGeom>
                <a:avLst/>
                <a:gdLst>
                  <a:gd name="T0" fmla="*/ 0 w 129"/>
                  <a:gd name="T1" fmla="*/ 0 h 136"/>
                  <a:gd name="T2" fmla="*/ 0 w 129"/>
                  <a:gd name="T3" fmla="*/ 0 h 136"/>
                  <a:gd name="T4" fmla="*/ 0 w 129"/>
                  <a:gd name="T5" fmla="*/ 0 h 136"/>
                  <a:gd name="T6" fmla="*/ 0 w 129"/>
                  <a:gd name="T7" fmla="*/ 0 h 136"/>
                  <a:gd name="T8" fmla="*/ 0 w 129"/>
                  <a:gd name="T9" fmla="*/ 0 h 136"/>
                  <a:gd name="T10" fmla="*/ 0 w 129"/>
                  <a:gd name="T11" fmla="*/ 0 h 136"/>
                  <a:gd name="T12" fmla="*/ 0 w 129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6"/>
                  <a:gd name="T23" fmla="*/ 129 w 129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6">
                    <a:moveTo>
                      <a:pt x="129" y="92"/>
                    </a:moveTo>
                    <a:lnTo>
                      <a:pt x="101" y="46"/>
                    </a:lnTo>
                    <a:lnTo>
                      <a:pt x="73" y="0"/>
                    </a:lnTo>
                    <a:lnTo>
                      <a:pt x="0" y="45"/>
                    </a:lnTo>
                    <a:lnTo>
                      <a:pt x="28" y="90"/>
                    </a:lnTo>
                    <a:lnTo>
                      <a:pt x="55" y="136"/>
                    </a:lnTo>
                    <a:lnTo>
                      <a:pt x="129" y="9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" name="Freeform 4632">
                <a:extLst>
                  <a:ext uri="{FF2B5EF4-FFF2-40B4-BE49-F238E27FC236}">
                    <a16:creationId xmlns:a16="http://schemas.microsoft.com/office/drawing/2014/main" id="{CE925C96-6748-7509-243A-4D1A4B0AA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1880"/>
                <a:ext cx="6" cy="7"/>
              </a:xfrm>
              <a:custGeom>
                <a:avLst/>
                <a:gdLst>
                  <a:gd name="T0" fmla="*/ 0 w 33"/>
                  <a:gd name="T1" fmla="*/ 0 h 45"/>
                  <a:gd name="T2" fmla="*/ 0 w 33"/>
                  <a:gd name="T3" fmla="*/ 0 h 45"/>
                  <a:gd name="T4" fmla="*/ 0 w 33"/>
                  <a:gd name="T5" fmla="*/ 0 h 45"/>
                  <a:gd name="T6" fmla="*/ 0 w 33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5"/>
                  <a:gd name="T14" fmla="*/ 33 w 33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5">
                    <a:moveTo>
                      <a:pt x="33" y="45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33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7" name="Line 4633">
                <a:extLst>
                  <a:ext uri="{FF2B5EF4-FFF2-40B4-BE49-F238E27FC236}">
                    <a16:creationId xmlns:a16="http://schemas.microsoft.com/office/drawing/2014/main" id="{26F46F79-2136-E4AD-D0B4-FD4072420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8" y="188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8" name="Freeform 4634">
                <a:extLst>
                  <a:ext uri="{FF2B5EF4-FFF2-40B4-BE49-F238E27FC236}">
                    <a16:creationId xmlns:a16="http://schemas.microsoft.com/office/drawing/2014/main" id="{569A4BE4-008E-249A-ACBE-840B2383A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80"/>
                <a:ext cx="22" cy="23"/>
              </a:xfrm>
              <a:custGeom>
                <a:avLst/>
                <a:gdLst>
                  <a:gd name="T0" fmla="*/ 0 w 133"/>
                  <a:gd name="T1" fmla="*/ 0 h 137"/>
                  <a:gd name="T2" fmla="*/ 0 w 133"/>
                  <a:gd name="T3" fmla="*/ 0 h 137"/>
                  <a:gd name="T4" fmla="*/ 0 w 133"/>
                  <a:gd name="T5" fmla="*/ 0 h 137"/>
                  <a:gd name="T6" fmla="*/ 0 w 133"/>
                  <a:gd name="T7" fmla="*/ 0 h 137"/>
                  <a:gd name="T8" fmla="*/ 0 w 133"/>
                  <a:gd name="T9" fmla="*/ 0 h 137"/>
                  <a:gd name="T10" fmla="*/ 0 w 133"/>
                  <a:gd name="T11" fmla="*/ 0 h 137"/>
                  <a:gd name="T12" fmla="*/ 0 w 133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7"/>
                  <a:gd name="T23" fmla="*/ 133 w 133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7">
                    <a:moveTo>
                      <a:pt x="133" y="85"/>
                    </a:moveTo>
                    <a:lnTo>
                      <a:pt x="100" y="42"/>
                    </a:lnTo>
                    <a:lnTo>
                      <a:pt x="67" y="0"/>
                    </a:lnTo>
                    <a:lnTo>
                      <a:pt x="0" y="52"/>
                    </a:lnTo>
                    <a:lnTo>
                      <a:pt x="33" y="94"/>
                    </a:lnTo>
                    <a:lnTo>
                      <a:pt x="66" y="137"/>
                    </a:lnTo>
                    <a:lnTo>
                      <a:pt x="133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9" name="Freeform 4635">
                <a:extLst>
                  <a:ext uri="{FF2B5EF4-FFF2-40B4-BE49-F238E27FC236}">
                    <a16:creationId xmlns:a16="http://schemas.microsoft.com/office/drawing/2014/main" id="{CE709385-411E-1809-B40A-F661D1C5D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80"/>
                <a:ext cx="22" cy="23"/>
              </a:xfrm>
              <a:custGeom>
                <a:avLst/>
                <a:gdLst>
                  <a:gd name="T0" fmla="*/ 0 w 133"/>
                  <a:gd name="T1" fmla="*/ 0 h 137"/>
                  <a:gd name="T2" fmla="*/ 0 w 133"/>
                  <a:gd name="T3" fmla="*/ 0 h 137"/>
                  <a:gd name="T4" fmla="*/ 0 w 133"/>
                  <a:gd name="T5" fmla="*/ 0 h 137"/>
                  <a:gd name="T6" fmla="*/ 0 w 133"/>
                  <a:gd name="T7" fmla="*/ 0 h 137"/>
                  <a:gd name="T8" fmla="*/ 0 w 133"/>
                  <a:gd name="T9" fmla="*/ 0 h 137"/>
                  <a:gd name="T10" fmla="*/ 0 w 133"/>
                  <a:gd name="T11" fmla="*/ 0 h 137"/>
                  <a:gd name="T12" fmla="*/ 0 w 133"/>
                  <a:gd name="T13" fmla="*/ 0 h 1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7"/>
                  <a:gd name="T23" fmla="*/ 133 w 133"/>
                  <a:gd name="T24" fmla="*/ 137 h 1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7">
                    <a:moveTo>
                      <a:pt x="133" y="85"/>
                    </a:moveTo>
                    <a:lnTo>
                      <a:pt x="100" y="42"/>
                    </a:lnTo>
                    <a:lnTo>
                      <a:pt x="67" y="0"/>
                    </a:lnTo>
                    <a:lnTo>
                      <a:pt x="0" y="52"/>
                    </a:lnTo>
                    <a:lnTo>
                      <a:pt x="33" y="94"/>
                    </a:lnTo>
                    <a:lnTo>
                      <a:pt x="66" y="137"/>
                    </a:lnTo>
                    <a:lnTo>
                      <a:pt x="133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0" name="Freeform 4636">
                <a:extLst>
                  <a:ext uri="{FF2B5EF4-FFF2-40B4-BE49-F238E27FC236}">
                    <a16:creationId xmlns:a16="http://schemas.microsoft.com/office/drawing/2014/main" id="{0B9BB65A-3EEB-4CC0-DA0A-97DDE11DF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1889"/>
                <a:ext cx="7" cy="7"/>
              </a:xfrm>
              <a:custGeom>
                <a:avLst/>
                <a:gdLst>
                  <a:gd name="T0" fmla="*/ 0 w 38"/>
                  <a:gd name="T1" fmla="*/ 0 h 42"/>
                  <a:gd name="T2" fmla="*/ 0 w 38"/>
                  <a:gd name="T3" fmla="*/ 0 h 42"/>
                  <a:gd name="T4" fmla="*/ 0 w 38"/>
                  <a:gd name="T5" fmla="*/ 0 h 42"/>
                  <a:gd name="T6" fmla="*/ 0 w 38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2"/>
                  <a:gd name="T14" fmla="*/ 38 w 38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2">
                    <a:moveTo>
                      <a:pt x="38" y="42"/>
                    </a:moveTo>
                    <a:lnTo>
                      <a:pt x="5" y="0"/>
                    </a:lnTo>
                    <a:lnTo>
                      <a:pt x="0" y="4"/>
                    </a:lnTo>
                    <a:lnTo>
                      <a:pt x="38" y="4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1" name="Line 4637">
                <a:extLst>
                  <a:ext uri="{FF2B5EF4-FFF2-40B4-BE49-F238E27FC236}">
                    <a16:creationId xmlns:a16="http://schemas.microsoft.com/office/drawing/2014/main" id="{F1BC935D-6B64-597F-DB58-C50CE6998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46" y="18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" name="Freeform 4638">
                <a:extLst>
                  <a:ext uri="{FF2B5EF4-FFF2-40B4-BE49-F238E27FC236}">
                    <a16:creationId xmlns:a16="http://schemas.microsoft.com/office/drawing/2014/main" id="{362A3EC4-0339-756D-A639-A62576FED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90"/>
                <a:ext cx="23" cy="23"/>
              </a:xfrm>
              <a:custGeom>
                <a:avLst/>
                <a:gdLst>
                  <a:gd name="T0" fmla="*/ 0 w 137"/>
                  <a:gd name="T1" fmla="*/ 0 h 138"/>
                  <a:gd name="T2" fmla="*/ 0 w 137"/>
                  <a:gd name="T3" fmla="*/ 0 h 138"/>
                  <a:gd name="T4" fmla="*/ 0 w 137"/>
                  <a:gd name="T5" fmla="*/ 0 h 138"/>
                  <a:gd name="T6" fmla="*/ 0 w 137"/>
                  <a:gd name="T7" fmla="*/ 0 h 138"/>
                  <a:gd name="T8" fmla="*/ 0 w 137"/>
                  <a:gd name="T9" fmla="*/ 0 h 138"/>
                  <a:gd name="T10" fmla="*/ 0 w 137"/>
                  <a:gd name="T11" fmla="*/ 0 h 138"/>
                  <a:gd name="T12" fmla="*/ 0 w 137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8"/>
                  <a:gd name="T23" fmla="*/ 137 w 137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8">
                    <a:moveTo>
                      <a:pt x="137" y="76"/>
                    </a:moveTo>
                    <a:lnTo>
                      <a:pt x="99" y="38"/>
                    </a:lnTo>
                    <a:lnTo>
                      <a:pt x="61" y="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6" y="138"/>
                    </a:lnTo>
                    <a:lnTo>
                      <a:pt x="137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" name="Freeform 4639">
                <a:extLst>
                  <a:ext uri="{FF2B5EF4-FFF2-40B4-BE49-F238E27FC236}">
                    <a16:creationId xmlns:a16="http://schemas.microsoft.com/office/drawing/2014/main" id="{4E66FEE4-69DD-5B4F-AABD-4C046E64D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90"/>
                <a:ext cx="23" cy="23"/>
              </a:xfrm>
              <a:custGeom>
                <a:avLst/>
                <a:gdLst>
                  <a:gd name="T0" fmla="*/ 0 w 137"/>
                  <a:gd name="T1" fmla="*/ 0 h 138"/>
                  <a:gd name="T2" fmla="*/ 0 w 137"/>
                  <a:gd name="T3" fmla="*/ 0 h 138"/>
                  <a:gd name="T4" fmla="*/ 0 w 137"/>
                  <a:gd name="T5" fmla="*/ 0 h 138"/>
                  <a:gd name="T6" fmla="*/ 0 w 137"/>
                  <a:gd name="T7" fmla="*/ 0 h 138"/>
                  <a:gd name="T8" fmla="*/ 0 w 137"/>
                  <a:gd name="T9" fmla="*/ 0 h 138"/>
                  <a:gd name="T10" fmla="*/ 0 w 137"/>
                  <a:gd name="T11" fmla="*/ 0 h 138"/>
                  <a:gd name="T12" fmla="*/ 0 w 137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8"/>
                  <a:gd name="T23" fmla="*/ 137 w 137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8">
                    <a:moveTo>
                      <a:pt x="137" y="76"/>
                    </a:moveTo>
                    <a:lnTo>
                      <a:pt x="99" y="38"/>
                    </a:lnTo>
                    <a:lnTo>
                      <a:pt x="61" y="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6" y="138"/>
                    </a:lnTo>
                    <a:lnTo>
                      <a:pt x="137" y="7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4" name="Freeform 4640">
                <a:extLst>
                  <a:ext uri="{FF2B5EF4-FFF2-40B4-BE49-F238E27FC236}">
                    <a16:creationId xmlns:a16="http://schemas.microsoft.com/office/drawing/2014/main" id="{85CE6381-5B98-A749-60EA-B55364A25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1900"/>
                <a:ext cx="7" cy="6"/>
              </a:xfrm>
              <a:custGeom>
                <a:avLst/>
                <a:gdLst>
                  <a:gd name="T0" fmla="*/ 0 w 43"/>
                  <a:gd name="T1" fmla="*/ 0 h 38"/>
                  <a:gd name="T2" fmla="*/ 0 w 43"/>
                  <a:gd name="T3" fmla="*/ 0 h 38"/>
                  <a:gd name="T4" fmla="*/ 0 w 43"/>
                  <a:gd name="T5" fmla="*/ 0 h 38"/>
                  <a:gd name="T6" fmla="*/ 0 w 4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38"/>
                  <a:gd name="T14" fmla="*/ 43 w 43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38">
                    <a:moveTo>
                      <a:pt x="43" y="38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43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5" name="Line 4641">
                <a:extLst>
                  <a:ext uri="{FF2B5EF4-FFF2-40B4-BE49-F238E27FC236}">
                    <a16:creationId xmlns:a16="http://schemas.microsoft.com/office/drawing/2014/main" id="{67FDA98D-A598-DF04-120C-4BB0473FB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5" y="190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6" name="Freeform 4642">
                <a:extLst>
                  <a:ext uri="{FF2B5EF4-FFF2-40B4-BE49-F238E27FC236}">
                    <a16:creationId xmlns:a16="http://schemas.microsoft.com/office/drawing/2014/main" id="{56D7E95B-10A7-3CE9-984D-437ACE995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1901"/>
                <a:ext cx="23" cy="22"/>
              </a:xfrm>
              <a:custGeom>
                <a:avLst/>
                <a:gdLst>
                  <a:gd name="T0" fmla="*/ 0 w 136"/>
                  <a:gd name="T1" fmla="*/ 0 h 132"/>
                  <a:gd name="T2" fmla="*/ 0 w 136"/>
                  <a:gd name="T3" fmla="*/ 0 h 132"/>
                  <a:gd name="T4" fmla="*/ 0 w 136"/>
                  <a:gd name="T5" fmla="*/ 0 h 132"/>
                  <a:gd name="T6" fmla="*/ 0 w 136"/>
                  <a:gd name="T7" fmla="*/ 0 h 132"/>
                  <a:gd name="T8" fmla="*/ 0 w 136"/>
                  <a:gd name="T9" fmla="*/ 0 h 132"/>
                  <a:gd name="T10" fmla="*/ 0 w 136"/>
                  <a:gd name="T11" fmla="*/ 0 h 132"/>
                  <a:gd name="T12" fmla="*/ 0 w 136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2"/>
                  <a:gd name="T23" fmla="*/ 136 w 136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2">
                    <a:moveTo>
                      <a:pt x="136" y="66"/>
                    </a:moveTo>
                    <a:lnTo>
                      <a:pt x="94" y="33"/>
                    </a:lnTo>
                    <a:lnTo>
                      <a:pt x="51" y="0"/>
                    </a:lnTo>
                    <a:lnTo>
                      <a:pt x="0" y="67"/>
                    </a:lnTo>
                    <a:lnTo>
                      <a:pt x="42" y="99"/>
                    </a:lnTo>
                    <a:lnTo>
                      <a:pt x="84" y="132"/>
                    </a:lnTo>
                    <a:lnTo>
                      <a:pt x="136" y="6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7" name="Freeform 4643">
                <a:extLst>
                  <a:ext uri="{FF2B5EF4-FFF2-40B4-BE49-F238E27FC236}">
                    <a16:creationId xmlns:a16="http://schemas.microsoft.com/office/drawing/2014/main" id="{60EABC69-3670-ECE7-92F4-C859C1EF5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1901"/>
                <a:ext cx="23" cy="22"/>
              </a:xfrm>
              <a:custGeom>
                <a:avLst/>
                <a:gdLst>
                  <a:gd name="T0" fmla="*/ 0 w 136"/>
                  <a:gd name="T1" fmla="*/ 0 h 132"/>
                  <a:gd name="T2" fmla="*/ 0 w 136"/>
                  <a:gd name="T3" fmla="*/ 0 h 132"/>
                  <a:gd name="T4" fmla="*/ 0 w 136"/>
                  <a:gd name="T5" fmla="*/ 0 h 132"/>
                  <a:gd name="T6" fmla="*/ 0 w 136"/>
                  <a:gd name="T7" fmla="*/ 0 h 132"/>
                  <a:gd name="T8" fmla="*/ 0 w 136"/>
                  <a:gd name="T9" fmla="*/ 0 h 132"/>
                  <a:gd name="T10" fmla="*/ 0 w 136"/>
                  <a:gd name="T11" fmla="*/ 0 h 132"/>
                  <a:gd name="T12" fmla="*/ 0 w 136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2"/>
                  <a:gd name="T23" fmla="*/ 136 w 136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2">
                    <a:moveTo>
                      <a:pt x="136" y="66"/>
                    </a:moveTo>
                    <a:lnTo>
                      <a:pt x="94" y="33"/>
                    </a:lnTo>
                    <a:lnTo>
                      <a:pt x="51" y="0"/>
                    </a:lnTo>
                    <a:lnTo>
                      <a:pt x="0" y="67"/>
                    </a:lnTo>
                    <a:lnTo>
                      <a:pt x="42" y="99"/>
                    </a:lnTo>
                    <a:lnTo>
                      <a:pt x="84" y="132"/>
                    </a:lnTo>
                    <a:lnTo>
                      <a:pt x="136" y="6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8" name="Freeform 4644">
                <a:extLst>
                  <a:ext uri="{FF2B5EF4-FFF2-40B4-BE49-F238E27FC236}">
                    <a16:creationId xmlns:a16="http://schemas.microsoft.com/office/drawing/2014/main" id="{895243A1-A51F-CDAE-DE75-005B72B5C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1912"/>
                <a:ext cx="8" cy="5"/>
              </a:xfrm>
              <a:custGeom>
                <a:avLst/>
                <a:gdLst>
                  <a:gd name="T0" fmla="*/ 0 w 46"/>
                  <a:gd name="T1" fmla="*/ 0 h 32"/>
                  <a:gd name="T2" fmla="*/ 0 w 46"/>
                  <a:gd name="T3" fmla="*/ 0 h 32"/>
                  <a:gd name="T4" fmla="*/ 0 w 46"/>
                  <a:gd name="T5" fmla="*/ 0 h 32"/>
                  <a:gd name="T6" fmla="*/ 0 w 46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32"/>
                  <a:gd name="T14" fmla="*/ 46 w 46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32">
                    <a:moveTo>
                      <a:pt x="46" y="32"/>
                    </a:moveTo>
                    <a:lnTo>
                      <a:pt x="4" y="0"/>
                    </a:lnTo>
                    <a:lnTo>
                      <a:pt x="0" y="5"/>
                    </a:lnTo>
                    <a:lnTo>
                      <a:pt x="46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9" name="Line 4645">
                <a:extLst>
                  <a:ext uri="{FF2B5EF4-FFF2-40B4-BE49-F238E27FC236}">
                    <a16:creationId xmlns:a16="http://schemas.microsoft.com/office/drawing/2014/main" id="{EC89A587-D3C1-ACE2-033D-18570F6DD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6" y="1912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0" name="Freeform 4646">
                <a:extLst>
                  <a:ext uri="{FF2B5EF4-FFF2-40B4-BE49-F238E27FC236}">
                    <a16:creationId xmlns:a16="http://schemas.microsoft.com/office/drawing/2014/main" id="{E3C85ABF-7068-2B2A-1F12-B53C1184A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13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135" y="55"/>
                    </a:moveTo>
                    <a:lnTo>
                      <a:pt x="90" y="27"/>
                    </a:lnTo>
                    <a:lnTo>
                      <a:pt x="44" y="0"/>
                    </a:lnTo>
                    <a:lnTo>
                      <a:pt x="0" y="73"/>
                    </a:lnTo>
                    <a:lnTo>
                      <a:pt x="45" y="101"/>
                    </a:lnTo>
                    <a:lnTo>
                      <a:pt x="91" y="128"/>
                    </a:lnTo>
                    <a:lnTo>
                      <a:pt x="135" y="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1" name="Freeform 4647">
                <a:extLst>
                  <a:ext uri="{FF2B5EF4-FFF2-40B4-BE49-F238E27FC236}">
                    <a16:creationId xmlns:a16="http://schemas.microsoft.com/office/drawing/2014/main" id="{89B2C667-A149-2C78-023F-D8DBE9BD4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13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135" y="55"/>
                    </a:moveTo>
                    <a:lnTo>
                      <a:pt x="90" y="27"/>
                    </a:lnTo>
                    <a:lnTo>
                      <a:pt x="44" y="0"/>
                    </a:lnTo>
                    <a:lnTo>
                      <a:pt x="0" y="73"/>
                    </a:lnTo>
                    <a:lnTo>
                      <a:pt x="45" y="101"/>
                    </a:lnTo>
                    <a:lnTo>
                      <a:pt x="91" y="128"/>
                    </a:lnTo>
                    <a:lnTo>
                      <a:pt x="135" y="5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" name="Freeform 4648">
                <a:extLst>
                  <a:ext uri="{FF2B5EF4-FFF2-40B4-BE49-F238E27FC236}">
                    <a16:creationId xmlns:a16="http://schemas.microsoft.com/office/drawing/2014/main" id="{CEF0906F-173E-9CDD-D745-83E565C07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1925"/>
                <a:ext cx="8" cy="5"/>
              </a:xfrm>
              <a:custGeom>
                <a:avLst/>
                <a:gdLst>
                  <a:gd name="T0" fmla="*/ 0 w 48"/>
                  <a:gd name="T1" fmla="*/ 0 h 28"/>
                  <a:gd name="T2" fmla="*/ 0 w 48"/>
                  <a:gd name="T3" fmla="*/ 0 h 28"/>
                  <a:gd name="T4" fmla="*/ 0 w 48"/>
                  <a:gd name="T5" fmla="*/ 0 h 28"/>
                  <a:gd name="T6" fmla="*/ 0 w 48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28"/>
                  <a:gd name="T14" fmla="*/ 48 w 4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28">
                    <a:moveTo>
                      <a:pt x="48" y="28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48" y="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" name="Line 4649">
                <a:extLst>
                  <a:ext uri="{FF2B5EF4-FFF2-40B4-BE49-F238E27FC236}">
                    <a16:creationId xmlns:a16="http://schemas.microsoft.com/office/drawing/2014/main" id="{BAF0C23A-4101-6342-4B13-6239216A8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18" y="1925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4" name="Freeform 4650">
                <a:extLst>
                  <a:ext uri="{FF2B5EF4-FFF2-40B4-BE49-F238E27FC236}">
                    <a16:creationId xmlns:a16="http://schemas.microsoft.com/office/drawing/2014/main" id="{DB43424E-4DC9-E69C-316D-19E9CB3F9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26"/>
                <a:ext cx="23" cy="20"/>
              </a:xfrm>
              <a:custGeom>
                <a:avLst/>
                <a:gdLst>
                  <a:gd name="T0" fmla="*/ 0 w 132"/>
                  <a:gd name="T1" fmla="*/ 0 h 123"/>
                  <a:gd name="T2" fmla="*/ 0 w 132"/>
                  <a:gd name="T3" fmla="*/ 0 h 123"/>
                  <a:gd name="T4" fmla="*/ 0 w 132"/>
                  <a:gd name="T5" fmla="*/ 0 h 123"/>
                  <a:gd name="T6" fmla="*/ 0 w 132"/>
                  <a:gd name="T7" fmla="*/ 0 h 123"/>
                  <a:gd name="T8" fmla="*/ 0 w 132"/>
                  <a:gd name="T9" fmla="*/ 0 h 123"/>
                  <a:gd name="T10" fmla="*/ 0 w 132"/>
                  <a:gd name="T11" fmla="*/ 0 h 123"/>
                  <a:gd name="T12" fmla="*/ 0 w 132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3"/>
                  <a:gd name="T23" fmla="*/ 132 w 132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3">
                    <a:moveTo>
                      <a:pt x="132" y="45"/>
                    </a:moveTo>
                    <a:lnTo>
                      <a:pt x="83" y="23"/>
                    </a:lnTo>
                    <a:lnTo>
                      <a:pt x="35" y="0"/>
                    </a:lnTo>
                    <a:lnTo>
                      <a:pt x="0" y="79"/>
                    </a:lnTo>
                    <a:lnTo>
                      <a:pt x="49" y="101"/>
                    </a:lnTo>
                    <a:lnTo>
                      <a:pt x="97" y="123"/>
                    </a:lnTo>
                    <a:lnTo>
                      <a:pt x="132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5" name="Freeform 4651">
                <a:extLst>
                  <a:ext uri="{FF2B5EF4-FFF2-40B4-BE49-F238E27FC236}">
                    <a16:creationId xmlns:a16="http://schemas.microsoft.com/office/drawing/2014/main" id="{634FA140-0A33-A4EA-F1BE-08266466E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26"/>
                <a:ext cx="23" cy="20"/>
              </a:xfrm>
              <a:custGeom>
                <a:avLst/>
                <a:gdLst>
                  <a:gd name="T0" fmla="*/ 0 w 132"/>
                  <a:gd name="T1" fmla="*/ 0 h 123"/>
                  <a:gd name="T2" fmla="*/ 0 w 132"/>
                  <a:gd name="T3" fmla="*/ 0 h 123"/>
                  <a:gd name="T4" fmla="*/ 0 w 132"/>
                  <a:gd name="T5" fmla="*/ 0 h 123"/>
                  <a:gd name="T6" fmla="*/ 0 w 132"/>
                  <a:gd name="T7" fmla="*/ 0 h 123"/>
                  <a:gd name="T8" fmla="*/ 0 w 132"/>
                  <a:gd name="T9" fmla="*/ 0 h 123"/>
                  <a:gd name="T10" fmla="*/ 0 w 132"/>
                  <a:gd name="T11" fmla="*/ 0 h 123"/>
                  <a:gd name="T12" fmla="*/ 0 w 132"/>
                  <a:gd name="T13" fmla="*/ 0 h 1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3"/>
                  <a:gd name="T23" fmla="*/ 132 w 132"/>
                  <a:gd name="T24" fmla="*/ 123 h 1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3">
                    <a:moveTo>
                      <a:pt x="132" y="45"/>
                    </a:moveTo>
                    <a:lnTo>
                      <a:pt x="83" y="23"/>
                    </a:lnTo>
                    <a:lnTo>
                      <a:pt x="35" y="0"/>
                    </a:lnTo>
                    <a:lnTo>
                      <a:pt x="0" y="79"/>
                    </a:lnTo>
                    <a:lnTo>
                      <a:pt x="49" y="101"/>
                    </a:lnTo>
                    <a:lnTo>
                      <a:pt x="97" y="123"/>
                    </a:lnTo>
                    <a:lnTo>
                      <a:pt x="132" y="4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6" name="Freeform 4652">
                <a:extLst>
                  <a:ext uri="{FF2B5EF4-FFF2-40B4-BE49-F238E27FC236}">
                    <a16:creationId xmlns:a16="http://schemas.microsoft.com/office/drawing/2014/main" id="{FF4DF576-BEEF-E831-660F-704F3B7A0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1939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51" y="22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51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7" name="Line 4653">
                <a:extLst>
                  <a:ext uri="{FF2B5EF4-FFF2-40B4-BE49-F238E27FC236}">
                    <a16:creationId xmlns:a16="http://schemas.microsoft.com/office/drawing/2014/main" id="{3B2D6C3D-B674-B6B2-E653-05017A07D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12" y="193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8" name="Freeform 4654">
                <a:extLst>
                  <a:ext uri="{FF2B5EF4-FFF2-40B4-BE49-F238E27FC236}">
                    <a16:creationId xmlns:a16="http://schemas.microsoft.com/office/drawing/2014/main" id="{214FD2A7-A046-137E-2934-8296E6DF9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127" y="32"/>
                    </a:moveTo>
                    <a:lnTo>
                      <a:pt x="77" y="16"/>
                    </a:lnTo>
                    <a:lnTo>
                      <a:pt x="26" y="0"/>
                    </a:lnTo>
                    <a:lnTo>
                      <a:pt x="0" y="82"/>
                    </a:lnTo>
                    <a:lnTo>
                      <a:pt x="51" y="97"/>
                    </a:lnTo>
                    <a:lnTo>
                      <a:pt x="102" y="113"/>
                    </a:lnTo>
                    <a:lnTo>
                      <a:pt x="12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9" name="Freeform 4655">
                <a:extLst>
                  <a:ext uri="{FF2B5EF4-FFF2-40B4-BE49-F238E27FC236}">
                    <a16:creationId xmlns:a16="http://schemas.microsoft.com/office/drawing/2014/main" id="{0E1E2E66-6B0F-7D4A-61A7-68C124687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40"/>
                <a:ext cx="21" cy="19"/>
              </a:xfrm>
              <a:custGeom>
                <a:avLst/>
                <a:gdLst>
                  <a:gd name="T0" fmla="*/ 0 w 127"/>
                  <a:gd name="T1" fmla="*/ 0 h 113"/>
                  <a:gd name="T2" fmla="*/ 0 w 127"/>
                  <a:gd name="T3" fmla="*/ 0 h 113"/>
                  <a:gd name="T4" fmla="*/ 0 w 127"/>
                  <a:gd name="T5" fmla="*/ 0 h 113"/>
                  <a:gd name="T6" fmla="*/ 0 w 127"/>
                  <a:gd name="T7" fmla="*/ 0 h 113"/>
                  <a:gd name="T8" fmla="*/ 0 w 127"/>
                  <a:gd name="T9" fmla="*/ 0 h 113"/>
                  <a:gd name="T10" fmla="*/ 0 w 127"/>
                  <a:gd name="T11" fmla="*/ 0 h 113"/>
                  <a:gd name="T12" fmla="*/ 0 w 127"/>
                  <a:gd name="T13" fmla="*/ 0 h 1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3"/>
                  <a:gd name="T23" fmla="*/ 127 w 127"/>
                  <a:gd name="T24" fmla="*/ 113 h 1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3">
                    <a:moveTo>
                      <a:pt x="127" y="32"/>
                    </a:moveTo>
                    <a:lnTo>
                      <a:pt x="77" y="16"/>
                    </a:lnTo>
                    <a:lnTo>
                      <a:pt x="26" y="0"/>
                    </a:lnTo>
                    <a:lnTo>
                      <a:pt x="0" y="82"/>
                    </a:lnTo>
                    <a:lnTo>
                      <a:pt x="51" y="97"/>
                    </a:lnTo>
                    <a:lnTo>
                      <a:pt x="102" y="113"/>
                    </a:lnTo>
                    <a:lnTo>
                      <a:pt x="127" y="32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0" name="Freeform 4656">
                <a:extLst>
                  <a:ext uri="{FF2B5EF4-FFF2-40B4-BE49-F238E27FC236}">
                    <a16:creationId xmlns:a16="http://schemas.microsoft.com/office/drawing/2014/main" id="{E5E8B219-8DB3-8B25-1517-B9377CA4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1954"/>
                <a:ext cx="8" cy="2"/>
              </a:xfrm>
              <a:custGeom>
                <a:avLst/>
                <a:gdLst>
                  <a:gd name="T0" fmla="*/ 0 w 53"/>
                  <a:gd name="T1" fmla="*/ 0 h 15"/>
                  <a:gd name="T2" fmla="*/ 0 w 53"/>
                  <a:gd name="T3" fmla="*/ 0 h 15"/>
                  <a:gd name="T4" fmla="*/ 0 w 53"/>
                  <a:gd name="T5" fmla="*/ 0 h 15"/>
                  <a:gd name="T6" fmla="*/ 0 w 53"/>
                  <a:gd name="T7" fmla="*/ 0 h 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5"/>
                  <a:gd name="T14" fmla="*/ 53 w 53"/>
                  <a:gd name="T15" fmla="*/ 15 h 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5">
                    <a:moveTo>
                      <a:pt x="53" y="15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53" y="1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1" name="Line 4657">
                <a:extLst>
                  <a:ext uri="{FF2B5EF4-FFF2-40B4-BE49-F238E27FC236}">
                    <a16:creationId xmlns:a16="http://schemas.microsoft.com/office/drawing/2014/main" id="{3C5A723C-B339-D1A3-1D98-ECD0886AA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8" y="195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2" name="Freeform 4658">
                <a:extLst>
                  <a:ext uri="{FF2B5EF4-FFF2-40B4-BE49-F238E27FC236}">
                    <a16:creationId xmlns:a16="http://schemas.microsoft.com/office/drawing/2014/main" id="{F2E80556-F9F3-0051-DC3D-6CAF76BF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55"/>
                <a:ext cx="20" cy="17"/>
              </a:xfrm>
              <a:custGeom>
                <a:avLst/>
                <a:gdLst>
                  <a:gd name="T0" fmla="*/ 0 w 122"/>
                  <a:gd name="T1" fmla="*/ 0 h 104"/>
                  <a:gd name="T2" fmla="*/ 0 w 122"/>
                  <a:gd name="T3" fmla="*/ 0 h 104"/>
                  <a:gd name="T4" fmla="*/ 0 w 122"/>
                  <a:gd name="T5" fmla="*/ 0 h 104"/>
                  <a:gd name="T6" fmla="*/ 0 w 122"/>
                  <a:gd name="T7" fmla="*/ 0 h 104"/>
                  <a:gd name="T8" fmla="*/ 0 w 122"/>
                  <a:gd name="T9" fmla="*/ 0 h 104"/>
                  <a:gd name="T10" fmla="*/ 0 w 122"/>
                  <a:gd name="T11" fmla="*/ 0 h 104"/>
                  <a:gd name="T12" fmla="*/ 0 w 122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4"/>
                  <a:gd name="T23" fmla="*/ 122 w 122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4">
                    <a:moveTo>
                      <a:pt x="122" y="19"/>
                    </a:moveTo>
                    <a:lnTo>
                      <a:pt x="69" y="9"/>
                    </a:lnTo>
                    <a:lnTo>
                      <a:pt x="16" y="0"/>
                    </a:lnTo>
                    <a:lnTo>
                      <a:pt x="0" y="85"/>
                    </a:lnTo>
                    <a:lnTo>
                      <a:pt x="53" y="94"/>
                    </a:lnTo>
                    <a:lnTo>
                      <a:pt x="106" y="104"/>
                    </a:lnTo>
                    <a:lnTo>
                      <a:pt x="122" y="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" name="Freeform 4659">
                <a:extLst>
                  <a:ext uri="{FF2B5EF4-FFF2-40B4-BE49-F238E27FC236}">
                    <a16:creationId xmlns:a16="http://schemas.microsoft.com/office/drawing/2014/main" id="{D8CF4EB5-EE3A-F094-F49D-661DC3D1B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55"/>
                <a:ext cx="20" cy="17"/>
              </a:xfrm>
              <a:custGeom>
                <a:avLst/>
                <a:gdLst>
                  <a:gd name="T0" fmla="*/ 0 w 122"/>
                  <a:gd name="T1" fmla="*/ 0 h 104"/>
                  <a:gd name="T2" fmla="*/ 0 w 122"/>
                  <a:gd name="T3" fmla="*/ 0 h 104"/>
                  <a:gd name="T4" fmla="*/ 0 w 122"/>
                  <a:gd name="T5" fmla="*/ 0 h 104"/>
                  <a:gd name="T6" fmla="*/ 0 w 122"/>
                  <a:gd name="T7" fmla="*/ 0 h 104"/>
                  <a:gd name="T8" fmla="*/ 0 w 122"/>
                  <a:gd name="T9" fmla="*/ 0 h 104"/>
                  <a:gd name="T10" fmla="*/ 0 w 122"/>
                  <a:gd name="T11" fmla="*/ 0 h 104"/>
                  <a:gd name="T12" fmla="*/ 0 w 122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4"/>
                  <a:gd name="T23" fmla="*/ 122 w 122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4">
                    <a:moveTo>
                      <a:pt x="122" y="19"/>
                    </a:moveTo>
                    <a:lnTo>
                      <a:pt x="69" y="9"/>
                    </a:lnTo>
                    <a:lnTo>
                      <a:pt x="16" y="0"/>
                    </a:lnTo>
                    <a:lnTo>
                      <a:pt x="0" y="85"/>
                    </a:lnTo>
                    <a:lnTo>
                      <a:pt x="53" y="94"/>
                    </a:lnTo>
                    <a:lnTo>
                      <a:pt x="106" y="104"/>
                    </a:lnTo>
                    <a:lnTo>
                      <a:pt x="122" y="19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" name="Freeform 4660">
                <a:extLst>
                  <a:ext uri="{FF2B5EF4-FFF2-40B4-BE49-F238E27FC236}">
                    <a16:creationId xmlns:a16="http://schemas.microsoft.com/office/drawing/2014/main" id="{E6C6EAA1-43FA-6CB2-BCC2-1DAAF2CDA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6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53" y="9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53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" name="Line 4661">
                <a:extLst>
                  <a:ext uri="{FF2B5EF4-FFF2-40B4-BE49-F238E27FC236}">
                    <a16:creationId xmlns:a16="http://schemas.microsoft.com/office/drawing/2014/main" id="{EF019E2F-26F0-2C32-8EFC-4D70ABD0C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196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6" name="Freeform 4662">
                <a:extLst>
                  <a:ext uri="{FF2B5EF4-FFF2-40B4-BE49-F238E27FC236}">
                    <a16:creationId xmlns:a16="http://schemas.microsoft.com/office/drawing/2014/main" id="{AF5B1D02-26FD-77B7-BD84-4DB0526CD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70"/>
                <a:ext cx="19" cy="15"/>
              </a:xfrm>
              <a:custGeom>
                <a:avLst/>
                <a:gdLst>
                  <a:gd name="T0" fmla="*/ 0 w 111"/>
                  <a:gd name="T1" fmla="*/ 0 h 91"/>
                  <a:gd name="T2" fmla="*/ 0 w 111"/>
                  <a:gd name="T3" fmla="*/ 0 h 91"/>
                  <a:gd name="T4" fmla="*/ 0 w 111"/>
                  <a:gd name="T5" fmla="*/ 0 h 91"/>
                  <a:gd name="T6" fmla="*/ 0 w 111"/>
                  <a:gd name="T7" fmla="*/ 0 h 91"/>
                  <a:gd name="T8" fmla="*/ 0 w 111"/>
                  <a:gd name="T9" fmla="*/ 0 h 91"/>
                  <a:gd name="T10" fmla="*/ 0 w 111"/>
                  <a:gd name="T11" fmla="*/ 0 h 91"/>
                  <a:gd name="T12" fmla="*/ 0 w 111"/>
                  <a:gd name="T13" fmla="*/ 0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1"/>
                  <a:gd name="T23" fmla="*/ 111 w 111"/>
                  <a:gd name="T24" fmla="*/ 91 h 9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1">
                    <a:moveTo>
                      <a:pt x="111" y="6"/>
                    </a:moveTo>
                    <a:lnTo>
                      <a:pt x="58" y="3"/>
                    </a:lnTo>
                    <a:lnTo>
                      <a:pt x="5" y="0"/>
                    </a:lnTo>
                    <a:lnTo>
                      <a:pt x="0" y="85"/>
                    </a:lnTo>
                    <a:lnTo>
                      <a:pt x="53" y="88"/>
                    </a:lnTo>
                    <a:lnTo>
                      <a:pt x="106" y="91"/>
                    </a:lnTo>
                    <a:lnTo>
                      <a:pt x="111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7" name="Freeform 4663">
                <a:extLst>
                  <a:ext uri="{FF2B5EF4-FFF2-40B4-BE49-F238E27FC236}">
                    <a16:creationId xmlns:a16="http://schemas.microsoft.com/office/drawing/2014/main" id="{A12703D3-D769-8BBF-406A-C4550451E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70"/>
                <a:ext cx="19" cy="15"/>
              </a:xfrm>
              <a:custGeom>
                <a:avLst/>
                <a:gdLst>
                  <a:gd name="T0" fmla="*/ 0 w 111"/>
                  <a:gd name="T1" fmla="*/ 0 h 91"/>
                  <a:gd name="T2" fmla="*/ 0 w 111"/>
                  <a:gd name="T3" fmla="*/ 0 h 91"/>
                  <a:gd name="T4" fmla="*/ 0 w 111"/>
                  <a:gd name="T5" fmla="*/ 0 h 91"/>
                  <a:gd name="T6" fmla="*/ 0 w 111"/>
                  <a:gd name="T7" fmla="*/ 0 h 91"/>
                  <a:gd name="T8" fmla="*/ 0 w 111"/>
                  <a:gd name="T9" fmla="*/ 0 h 91"/>
                  <a:gd name="T10" fmla="*/ 0 w 111"/>
                  <a:gd name="T11" fmla="*/ 0 h 91"/>
                  <a:gd name="T12" fmla="*/ 0 w 111"/>
                  <a:gd name="T13" fmla="*/ 0 h 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1"/>
                  <a:gd name="T23" fmla="*/ 111 w 111"/>
                  <a:gd name="T24" fmla="*/ 91 h 9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1">
                    <a:moveTo>
                      <a:pt x="111" y="6"/>
                    </a:moveTo>
                    <a:lnTo>
                      <a:pt x="58" y="3"/>
                    </a:lnTo>
                    <a:lnTo>
                      <a:pt x="5" y="0"/>
                    </a:lnTo>
                    <a:lnTo>
                      <a:pt x="0" y="85"/>
                    </a:lnTo>
                    <a:lnTo>
                      <a:pt x="53" y="88"/>
                    </a:lnTo>
                    <a:lnTo>
                      <a:pt x="106" y="91"/>
                    </a:lnTo>
                    <a:lnTo>
                      <a:pt x="111" y="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8" name="Freeform 4664">
                <a:extLst>
                  <a:ext uri="{FF2B5EF4-FFF2-40B4-BE49-F238E27FC236}">
                    <a16:creationId xmlns:a16="http://schemas.microsoft.com/office/drawing/2014/main" id="{E12410F4-8C62-6119-7C42-95F33E9D5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9" cy="1"/>
              </a:xfrm>
              <a:custGeom>
                <a:avLst/>
                <a:gdLst>
                  <a:gd name="T0" fmla="*/ 0 w 53"/>
                  <a:gd name="T1" fmla="*/ 0 h 6"/>
                  <a:gd name="T2" fmla="*/ 0 w 53"/>
                  <a:gd name="T3" fmla="*/ 0 h 6"/>
                  <a:gd name="T4" fmla="*/ 0 w 53"/>
                  <a:gd name="T5" fmla="*/ 0 h 6"/>
                  <a:gd name="T6" fmla="*/ 0 w 53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6"/>
                  <a:gd name="T14" fmla="*/ 53 w 53"/>
                  <a:gd name="T15" fmla="*/ 6 h 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6">
                    <a:moveTo>
                      <a:pt x="53" y="3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5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9" name="Line 4665">
                <a:extLst>
                  <a:ext uri="{FF2B5EF4-FFF2-40B4-BE49-F238E27FC236}">
                    <a16:creationId xmlns:a16="http://schemas.microsoft.com/office/drawing/2014/main" id="{698A5CAE-7C70-043B-39A6-24BE07D46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4" y="19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0" name="Freeform 4666">
                <a:extLst>
                  <a:ext uri="{FF2B5EF4-FFF2-40B4-BE49-F238E27FC236}">
                    <a16:creationId xmlns:a16="http://schemas.microsoft.com/office/drawing/2014/main" id="{20AE0CD5-784F-D2C7-71F5-28173651F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19" cy="15"/>
              </a:xfrm>
              <a:custGeom>
                <a:avLst/>
                <a:gdLst>
                  <a:gd name="T0" fmla="*/ 0 w 111"/>
                  <a:gd name="T1" fmla="*/ 0 h 92"/>
                  <a:gd name="T2" fmla="*/ 0 w 111"/>
                  <a:gd name="T3" fmla="*/ 0 h 92"/>
                  <a:gd name="T4" fmla="*/ 0 w 111"/>
                  <a:gd name="T5" fmla="*/ 0 h 92"/>
                  <a:gd name="T6" fmla="*/ 0 w 111"/>
                  <a:gd name="T7" fmla="*/ 0 h 92"/>
                  <a:gd name="T8" fmla="*/ 0 w 111"/>
                  <a:gd name="T9" fmla="*/ 0 h 92"/>
                  <a:gd name="T10" fmla="*/ 0 w 111"/>
                  <a:gd name="T11" fmla="*/ 0 h 92"/>
                  <a:gd name="T12" fmla="*/ 0 w 111"/>
                  <a:gd name="T13" fmla="*/ 0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2"/>
                  <a:gd name="T23" fmla="*/ 111 w 111"/>
                  <a:gd name="T24" fmla="*/ 92 h 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2">
                    <a:moveTo>
                      <a:pt x="106" y="0"/>
                    </a:moveTo>
                    <a:lnTo>
                      <a:pt x="53" y="3"/>
                    </a:lnTo>
                    <a:lnTo>
                      <a:pt x="0" y="6"/>
                    </a:lnTo>
                    <a:lnTo>
                      <a:pt x="5" y="92"/>
                    </a:lnTo>
                    <a:lnTo>
                      <a:pt x="58" y="89"/>
                    </a:lnTo>
                    <a:lnTo>
                      <a:pt x="111" y="85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1" name="Freeform 4667">
                <a:extLst>
                  <a:ext uri="{FF2B5EF4-FFF2-40B4-BE49-F238E27FC236}">
                    <a16:creationId xmlns:a16="http://schemas.microsoft.com/office/drawing/2014/main" id="{5909AD6F-973A-7738-1C46-C1DC8B59C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" y="1984"/>
                <a:ext cx="19" cy="15"/>
              </a:xfrm>
              <a:custGeom>
                <a:avLst/>
                <a:gdLst>
                  <a:gd name="T0" fmla="*/ 0 w 111"/>
                  <a:gd name="T1" fmla="*/ 0 h 92"/>
                  <a:gd name="T2" fmla="*/ 0 w 111"/>
                  <a:gd name="T3" fmla="*/ 0 h 92"/>
                  <a:gd name="T4" fmla="*/ 0 w 111"/>
                  <a:gd name="T5" fmla="*/ 0 h 92"/>
                  <a:gd name="T6" fmla="*/ 0 w 111"/>
                  <a:gd name="T7" fmla="*/ 0 h 92"/>
                  <a:gd name="T8" fmla="*/ 0 w 111"/>
                  <a:gd name="T9" fmla="*/ 0 h 92"/>
                  <a:gd name="T10" fmla="*/ 0 w 111"/>
                  <a:gd name="T11" fmla="*/ 0 h 92"/>
                  <a:gd name="T12" fmla="*/ 0 w 111"/>
                  <a:gd name="T13" fmla="*/ 0 h 9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2"/>
                  <a:gd name="T23" fmla="*/ 111 w 111"/>
                  <a:gd name="T24" fmla="*/ 92 h 9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2">
                    <a:moveTo>
                      <a:pt x="106" y="0"/>
                    </a:moveTo>
                    <a:lnTo>
                      <a:pt x="53" y="3"/>
                    </a:lnTo>
                    <a:lnTo>
                      <a:pt x="0" y="6"/>
                    </a:lnTo>
                    <a:lnTo>
                      <a:pt x="5" y="92"/>
                    </a:lnTo>
                    <a:lnTo>
                      <a:pt x="58" y="89"/>
                    </a:lnTo>
                    <a:lnTo>
                      <a:pt x="111" y="85"/>
                    </a:lnTo>
                    <a:lnTo>
                      <a:pt x="10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2" name="Freeform 4668">
                <a:extLst>
                  <a:ext uri="{FF2B5EF4-FFF2-40B4-BE49-F238E27FC236}">
                    <a16:creationId xmlns:a16="http://schemas.microsoft.com/office/drawing/2014/main" id="{0C9F3A5F-FFE7-735E-7824-CB4FCE472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53" y="0"/>
                    </a:moveTo>
                    <a:lnTo>
                      <a:pt x="0" y="3"/>
                    </a:lnTo>
                    <a:lnTo>
                      <a:pt x="0" y="9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" name="Line 4669">
                <a:extLst>
                  <a:ext uri="{FF2B5EF4-FFF2-40B4-BE49-F238E27FC236}">
                    <a16:creationId xmlns:a16="http://schemas.microsoft.com/office/drawing/2014/main" id="{CDE4B208-6AD3-E4CC-EF0B-9FE2B674B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5" y="199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" name="Freeform 4670">
                <a:extLst>
                  <a:ext uri="{FF2B5EF4-FFF2-40B4-BE49-F238E27FC236}">
                    <a16:creationId xmlns:a16="http://schemas.microsoft.com/office/drawing/2014/main" id="{DF7FDF1B-CDF6-D015-A130-9B81A6B2B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7"/>
                <a:ext cx="20" cy="17"/>
              </a:xfrm>
              <a:custGeom>
                <a:avLst/>
                <a:gdLst>
                  <a:gd name="T0" fmla="*/ 0 w 122"/>
                  <a:gd name="T1" fmla="*/ 0 h 103"/>
                  <a:gd name="T2" fmla="*/ 0 w 122"/>
                  <a:gd name="T3" fmla="*/ 0 h 103"/>
                  <a:gd name="T4" fmla="*/ 0 w 122"/>
                  <a:gd name="T5" fmla="*/ 0 h 103"/>
                  <a:gd name="T6" fmla="*/ 0 w 122"/>
                  <a:gd name="T7" fmla="*/ 0 h 103"/>
                  <a:gd name="T8" fmla="*/ 0 w 122"/>
                  <a:gd name="T9" fmla="*/ 0 h 103"/>
                  <a:gd name="T10" fmla="*/ 0 w 122"/>
                  <a:gd name="T11" fmla="*/ 0 h 103"/>
                  <a:gd name="T12" fmla="*/ 0 w 122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3"/>
                  <a:gd name="T23" fmla="*/ 122 w 122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3">
                    <a:moveTo>
                      <a:pt x="106" y="0"/>
                    </a:moveTo>
                    <a:lnTo>
                      <a:pt x="53" y="10"/>
                    </a:lnTo>
                    <a:lnTo>
                      <a:pt x="0" y="19"/>
                    </a:lnTo>
                    <a:lnTo>
                      <a:pt x="16" y="103"/>
                    </a:lnTo>
                    <a:lnTo>
                      <a:pt x="69" y="93"/>
                    </a:lnTo>
                    <a:lnTo>
                      <a:pt x="122" y="84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5" name="Freeform 4671">
                <a:extLst>
                  <a:ext uri="{FF2B5EF4-FFF2-40B4-BE49-F238E27FC236}">
                    <a16:creationId xmlns:a16="http://schemas.microsoft.com/office/drawing/2014/main" id="{AE8B304A-5177-EF97-72FA-427B48089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" y="1997"/>
                <a:ext cx="20" cy="17"/>
              </a:xfrm>
              <a:custGeom>
                <a:avLst/>
                <a:gdLst>
                  <a:gd name="T0" fmla="*/ 0 w 122"/>
                  <a:gd name="T1" fmla="*/ 0 h 103"/>
                  <a:gd name="T2" fmla="*/ 0 w 122"/>
                  <a:gd name="T3" fmla="*/ 0 h 103"/>
                  <a:gd name="T4" fmla="*/ 0 w 122"/>
                  <a:gd name="T5" fmla="*/ 0 h 103"/>
                  <a:gd name="T6" fmla="*/ 0 w 122"/>
                  <a:gd name="T7" fmla="*/ 0 h 103"/>
                  <a:gd name="T8" fmla="*/ 0 w 122"/>
                  <a:gd name="T9" fmla="*/ 0 h 103"/>
                  <a:gd name="T10" fmla="*/ 0 w 122"/>
                  <a:gd name="T11" fmla="*/ 0 h 103"/>
                  <a:gd name="T12" fmla="*/ 0 w 122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2"/>
                  <a:gd name="T22" fmla="*/ 0 h 103"/>
                  <a:gd name="T23" fmla="*/ 122 w 122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2" h="103">
                    <a:moveTo>
                      <a:pt x="106" y="0"/>
                    </a:moveTo>
                    <a:lnTo>
                      <a:pt x="53" y="10"/>
                    </a:lnTo>
                    <a:lnTo>
                      <a:pt x="0" y="19"/>
                    </a:lnTo>
                    <a:lnTo>
                      <a:pt x="16" y="103"/>
                    </a:lnTo>
                    <a:lnTo>
                      <a:pt x="69" y="93"/>
                    </a:lnTo>
                    <a:lnTo>
                      <a:pt x="122" y="84"/>
                    </a:lnTo>
                    <a:lnTo>
                      <a:pt x="10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6" name="Freeform 4672">
                <a:extLst>
                  <a:ext uri="{FF2B5EF4-FFF2-40B4-BE49-F238E27FC236}">
                    <a16:creationId xmlns:a16="http://schemas.microsoft.com/office/drawing/2014/main" id="{8F3CF55F-26E7-E154-A4C1-E558CEA8C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3"/>
                <a:ext cx="8" cy="2"/>
              </a:xfrm>
              <a:custGeom>
                <a:avLst/>
                <a:gdLst>
                  <a:gd name="T0" fmla="*/ 0 w 53"/>
                  <a:gd name="T1" fmla="*/ 0 h 16"/>
                  <a:gd name="T2" fmla="*/ 0 w 53"/>
                  <a:gd name="T3" fmla="*/ 0 h 16"/>
                  <a:gd name="T4" fmla="*/ 0 w 53"/>
                  <a:gd name="T5" fmla="*/ 0 h 16"/>
                  <a:gd name="T6" fmla="*/ 0 w 53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6"/>
                  <a:gd name="T14" fmla="*/ 53 w 53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6">
                    <a:moveTo>
                      <a:pt x="53" y="0"/>
                    </a:moveTo>
                    <a:lnTo>
                      <a:pt x="0" y="10"/>
                    </a:lnTo>
                    <a:lnTo>
                      <a:pt x="2" y="1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7" name="Line 4673">
                <a:extLst>
                  <a:ext uri="{FF2B5EF4-FFF2-40B4-BE49-F238E27FC236}">
                    <a16:creationId xmlns:a16="http://schemas.microsoft.com/office/drawing/2014/main" id="{788F8FA5-C867-E363-F081-0D75AE3DB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8" y="2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8" name="Freeform 4674">
                <a:extLst>
                  <a:ext uri="{FF2B5EF4-FFF2-40B4-BE49-F238E27FC236}">
                    <a16:creationId xmlns:a16="http://schemas.microsoft.com/office/drawing/2014/main" id="{F0CE2A09-BE70-A620-0A4E-2FBDDE5FA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102" y="0"/>
                    </a:moveTo>
                    <a:lnTo>
                      <a:pt x="51" y="16"/>
                    </a:lnTo>
                    <a:lnTo>
                      <a:pt x="0" y="32"/>
                    </a:lnTo>
                    <a:lnTo>
                      <a:pt x="26" y="115"/>
                    </a:lnTo>
                    <a:lnTo>
                      <a:pt x="77" y="99"/>
                    </a:lnTo>
                    <a:lnTo>
                      <a:pt x="127" y="83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9" name="Freeform 4675">
                <a:extLst>
                  <a:ext uri="{FF2B5EF4-FFF2-40B4-BE49-F238E27FC236}">
                    <a16:creationId xmlns:a16="http://schemas.microsoft.com/office/drawing/2014/main" id="{B604497D-5E97-24F2-8554-4F00FA1C2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8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102" y="0"/>
                    </a:moveTo>
                    <a:lnTo>
                      <a:pt x="51" y="16"/>
                    </a:lnTo>
                    <a:lnTo>
                      <a:pt x="0" y="32"/>
                    </a:lnTo>
                    <a:lnTo>
                      <a:pt x="26" y="115"/>
                    </a:lnTo>
                    <a:lnTo>
                      <a:pt x="77" y="99"/>
                    </a:lnTo>
                    <a:lnTo>
                      <a:pt x="127" y="83"/>
                    </a:lnTo>
                    <a:lnTo>
                      <a:pt x="10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0" name="Freeform 4676">
                <a:extLst>
                  <a:ext uri="{FF2B5EF4-FFF2-40B4-BE49-F238E27FC236}">
                    <a16:creationId xmlns:a16="http://schemas.microsoft.com/office/drawing/2014/main" id="{0C872E89-D5B4-2A8F-DB46-E3B49DFBA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6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51" y="0"/>
                    </a:moveTo>
                    <a:lnTo>
                      <a:pt x="0" y="16"/>
                    </a:lnTo>
                    <a:lnTo>
                      <a:pt x="2" y="22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1" name="Line 4677">
                <a:extLst>
                  <a:ext uri="{FF2B5EF4-FFF2-40B4-BE49-F238E27FC236}">
                    <a16:creationId xmlns:a16="http://schemas.microsoft.com/office/drawing/2014/main" id="{6C4D9437-093E-E412-C320-49355D1A4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0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2" name="Freeform 4678">
                <a:extLst>
                  <a:ext uri="{FF2B5EF4-FFF2-40B4-BE49-F238E27FC236}">
                    <a16:creationId xmlns:a16="http://schemas.microsoft.com/office/drawing/2014/main" id="{0C21D49D-78D3-86BE-E7A8-097D31512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3"/>
                <a:ext cx="23" cy="20"/>
              </a:xfrm>
              <a:custGeom>
                <a:avLst/>
                <a:gdLst>
                  <a:gd name="T0" fmla="*/ 0 w 132"/>
                  <a:gd name="T1" fmla="*/ 0 h 121"/>
                  <a:gd name="T2" fmla="*/ 0 w 132"/>
                  <a:gd name="T3" fmla="*/ 0 h 121"/>
                  <a:gd name="T4" fmla="*/ 0 w 132"/>
                  <a:gd name="T5" fmla="*/ 0 h 121"/>
                  <a:gd name="T6" fmla="*/ 0 w 132"/>
                  <a:gd name="T7" fmla="*/ 0 h 121"/>
                  <a:gd name="T8" fmla="*/ 0 w 132"/>
                  <a:gd name="T9" fmla="*/ 0 h 121"/>
                  <a:gd name="T10" fmla="*/ 0 w 132"/>
                  <a:gd name="T11" fmla="*/ 0 h 121"/>
                  <a:gd name="T12" fmla="*/ 0 w 132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1"/>
                  <a:gd name="T23" fmla="*/ 132 w 132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1">
                    <a:moveTo>
                      <a:pt x="97" y="0"/>
                    </a:moveTo>
                    <a:lnTo>
                      <a:pt x="49" y="22"/>
                    </a:lnTo>
                    <a:lnTo>
                      <a:pt x="0" y="44"/>
                    </a:lnTo>
                    <a:lnTo>
                      <a:pt x="35" y="121"/>
                    </a:lnTo>
                    <a:lnTo>
                      <a:pt x="83" y="99"/>
                    </a:lnTo>
                    <a:lnTo>
                      <a:pt x="132" y="77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" name="Freeform 4679">
                <a:extLst>
                  <a:ext uri="{FF2B5EF4-FFF2-40B4-BE49-F238E27FC236}">
                    <a16:creationId xmlns:a16="http://schemas.microsoft.com/office/drawing/2014/main" id="{B3D43FE0-F36F-F721-9021-E16D43ACBE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2" y="2023"/>
                <a:ext cx="23" cy="20"/>
              </a:xfrm>
              <a:custGeom>
                <a:avLst/>
                <a:gdLst>
                  <a:gd name="T0" fmla="*/ 0 w 132"/>
                  <a:gd name="T1" fmla="*/ 0 h 121"/>
                  <a:gd name="T2" fmla="*/ 0 w 132"/>
                  <a:gd name="T3" fmla="*/ 0 h 121"/>
                  <a:gd name="T4" fmla="*/ 0 w 132"/>
                  <a:gd name="T5" fmla="*/ 0 h 121"/>
                  <a:gd name="T6" fmla="*/ 0 w 132"/>
                  <a:gd name="T7" fmla="*/ 0 h 121"/>
                  <a:gd name="T8" fmla="*/ 0 w 132"/>
                  <a:gd name="T9" fmla="*/ 0 h 121"/>
                  <a:gd name="T10" fmla="*/ 0 w 132"/>
                  <a:gd name="T11" fmla="*/ 0 h 121"/>
                  <a:gd name="T12" fmla="*/ 0 w 132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21"/>
                  <a:gd name="T23" fmla="*/ 132 w 132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21">
                    <a:moveTo>
                      <a:pt x="97" y="0"/>
                    </a:moveTo>
                    <a:lnTo>
                      <a:pt x="49" y="22"/>
                    </a:lnTo>
                    <a:lnTo>
                      <a:pt x="0" y="44"/>
                    </a:lnTo>
                    <a:lnTo>
                      <a:pt x="35" y="121"/>
                    </a:lnTo>
                    <a:lnTo>
                      <a:pt x="83" y="99"/>
                    </a:lnTo>
                    <a:lnTo>
                      <a:pt x="132" y="77"/>
                    </a:lnTo>
                    <a:lnTo>
                      <a:pt x="97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" name="Freeform 4680">
                <a:extLst>
                  <a:ext uri="{FF2B5EF4-FFF2-40B4-BE49-F238E27FC236}">
                    <a16:creationId xmlns:a16="http://schemas.microsoft.com/office/drawing/2014/main" id="{9D8CA4DD-6CC0-1600-FFDC-C24EE8997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2039"/>
                <a:ext cx="8" cy="5"/>
              </a:xfrm>
              <a:custGeom>
                <a:avLst/>
                <a:gdLst>
                  <a:gd name="T0" fmla="*/ 0 w 48"/>
                  <a:gd name="T1" fmla="*/ 0 h 28"/>
                  <a:gd name="T2" fmla="*/ 0 w 48"/>
                  <a:gd name="T3" fmla="*/ 0 h 28"/>
                  <a:gd name="T4" fmla="*/ 0 w 48"/>
                  <a:gd name="T5" fmla="*/ 0 h 28"/>
                  <a:gd name="T6" fmla="*/ 0 w 48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"/>
                  <a:gd name="T13" fmla="*/ 0 h 28"/>
                  <a:gd name="T14" fmla="*/ 48 w 48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" h="28">
                    <a:moveTo>
                      <a:pt x="48" y="0"/>
                    </a:moveTo>
                    <a:lnTo>
                      <a:pt x="0" y="22"/>
                    </a:lnTo>
                    <a:lnTo>
                      <a:pt x="3" y="28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5" name="Line 4681">
                <a:extLst>
                  <a:ext uri="{FF2B5EF4-FFF2-40B4-BE49-F238E27FC236}">
                    <a16:creationId xmlns:a16="http://schemas.microsoft.com/office/drawing/2014/main" id="{E03E8894-0CA3-6276-6899-746852C47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8" y="204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6" name="Freeform 4682">
                <a:extLst>
                  <a:ext uri="{FF2B5EF4-FFF2-40B4-BE49-F238E27FC236}">
                    <a16:creationId xmlns:a16="http://schemas.microsoft.com/office/drawing/2014/main" id="{4BA7FB2B-A2C3-4E80-70DA-8E3A1ED5A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2035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91" y="0"/>
                    </a:moveTo>
                    <a:lnTo>
                      <a:pt x="45" y="27"/>
                    </a:lnTo>
                    <a:lnTo>
                      <a:pt x="0" y="55"/>
                    </a:lnTo>
                    <a:lnTo>
                      <a:pt x="44" y="128"/>
                    </a:lnTo>
                    <a:lnTo>
                      <a:pt x="90" y="100"/>
                    </a:lnTo>
                    <a:lnTo>
                      <a:pt x="135" y="73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7" name="Freeform 4683">
                <a:extLst>
                  <a:ext uri="{FF2B5EF4-FFF2-40B4-BE49-F238E27FC236}">
                    <a16:creationId xmlns:a16="http://schemas.microsoft.com/office/drawing/2014/main" id="{2F5CA7F5-1E11-EE05-21C2-49060F39D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2035"/>
                <a:ext cx="22" cy="21"/>
              </a:xfrm>
              <a:custGeom>
                <a:avLst/>
                <a:gdLst>
                  <a:gd name="T0" fmla="*/ 0 w 135"/>
                  <a:gd name="T1" fmla="*/ 0 h 128"/>
                  <a:gd name="T2" fmla="*/ 0 w 135"/>
                  <a:gd name="T3" fmla="*/ 0 h 128"/>
                  <a:gd name="T4" fmla="*/ 0 w 135"/>
                  <a:gd name="T5" fmla="*/ 0 h 128"/>
                  <a:gd name="T6" fmla="*/ 0 w 135"/>
                  <a:gd name="T7" fmla="*/ 0 h 128"/>
                  <a:gd name="T8" fmla="*/ 0 w 135"/>
                  <a:gd name="T9" fmla="*/ 0 h 128"/>
                  <a:gd name="T10" fmla="*/ 0 w 135"/>
                  <a:gd name="T11" fmla="*/ 0 h 128"/>
                  <a:gd name="T12" fmla="*/ 0 w 135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28"/>
                  <a:gd name="T23" fmla="*/ 135 w 135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28">
                    <a:moveTo>
                      <a:pt x="91" y="0"/>
                    </a:moveTo>
                    <a:lnTo>
                      <a:pt x="45" y="27"/>
                    </a:lnTo>
                    <a:lnTo>
                      <a:pt x="0" y="55"/>
                    </a:lnTo>
                    <a:lnTo>
                      <a:pt x="44" y="128"/>
                    </a:lnTo>
                    <a:lnTo>
                      <a:pt x="90" y="100"/>
                    </a:lnTo>
                    <a:lnTo>
                      <a:pt x="135" y="73"/>
                    </a:lnTo>
                    <a:lnTo>
                      <a:pt x="91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8" name="Freeform 4684">
                <a:extLst>
                  <a:ext uri="{FF2B5EF4-FFF2-40B4-BE49-F238E27FC236}">
                    <a16:creationId xmlns:a16="http://schemas.microsoft.com/office/drawing/2014/main" id="{DD56ED37-B0A9-5043-8A79-FB57F4D0B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2052"/>
                <a:ext cx="8" cy="5"/>
              </a:xfrm>
              <a:custGeom>
                <a:avLst/>
                <a:gdLst>
                  <a:gd name="T0" fmla="*/ 0 w 46"/>
                  <a:gd name="T1" fmla="*/ 0 h 33"/>
                  <a:gd name="T2" fmla="*/ 0 w 46"/>
                  <a:gd name="T3" fmla="*/ 0 h 33"/>
                  <a:gd name="T4" fmla="*/ 0 w 46"/>
                  <a:gd name="T5" fmla="*/ 0 h 33"/>
                  <a:gd name="T6" fmla="*/ 0 w 46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33"/>
                  <a:gd name="T14" fmla="*/ 46 w 46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33">
                    <a:moveTo>
                      <a:pt x="46" y="0"/>
                    </a:moveTo>
                    <a:lnTo>
                      <a:pt x="0" y="28"/>
                    </a:lnTo>
                    <a:lnTo>
                      <a:pt x="4" y="3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9" name="Line 4685">
                <a:extLst>
                  <a:ext uri="{FF2B5EF4-FFF2-40B4-BE49-F238E27FC236}">
                    <a16:creationId xmlns:a16="http://schemas.microsoft.com/office/drawing/2014/main" id="{F0FAE47C-D8D3-0BE6-03F4-F0AA797FC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6" y="205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0" name="Freeform 4686">
                <a:extLst>
                  <a:ext uri="{FF2B5EF4-FFF2-40B4-BE49-F238E27FC236}">
                    <a16:creationId xmlns:a16="http://schemas.microsoft.com/office/drawing/2014/main" id="{8B7C254E-CDE8-A066-086C-3E489C9E8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2046"/>
                <a:ext cx="23" cy="22"/>
              </a:xfrm>
              <a:custGeom>
                <a:avLst/>
                <a:gdLst>
                  <a:gd name="T0" fmla="*/ 0 w 136"/>
                  <a:gd name="T1" fmla="*/ 0 h 134"/>
                  <a:gd name="T2" fmla="*/ 0 w 136"/>
                  <a:gd name="T3" fmla="*/ 0 h 134"/>
                  <a:gd name="T4" fmla="*/ 0 w 136"/>
                  <a:gd name="T5" fmla="*/ 0 h 134"/>
                  <a:gd name="T6" fmla="*/ 0 w 136"/>
                  <a:gd name="T7" fmla="*/ 0 h 134"/>
                  <a:gd name="T8" fmla="*/ 0 w 136"/>
                  <a:gd name="T9" fmla="*/ 0 h 134"/>
                  <a:gd name="T10" fmla="*/ 0 w 136"/>
                  <a:gd name="T11" fmla="*/ 0 h 134"/>
                  <a:gd name="T12" fmla="*/ 0 w 136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4"/>
                  <a:gd name="T23" fmla="*/ 136 w 136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4">
                    <a:moveTo>
                      <a:pt x="84" y="0"/>
                    </a:moveTo>
                    <a:lnTo>
                      <a:pt x="42" y="33"/>
                    </a:lnTo>
                    <a:lnTo>
                      <a:pt x="0" y="66"/>
                    </a:lnTo>
                    <a:lnTo>
                      <a:pt x="51" y="134"/>
                    </a:lnTo>
                    <a:lnTo>
                      <a:pt x="94" y="101"/>
                    </a:lnTo>
                    <a:lnTo>
                      <a:pt x="136" y="68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" name="Freeform 4687">
                <a:extLst>
                  <a:ext uri="{FF2B5EF4-FFF2-40B4-BE49-F238E27FC236}">
                    <a16:creationId xmlns:a16="http://schemas.microsoft.com/office/drawing/2014/main" id="{5DE399B7-15B1-7239-FDCA-5255090D5F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7" y="2046"/>
                <a:ext cx="23" cy="22"/>
              </a:xfrm>
              <a:custGeom>
                <a:avLst/>
                <a:gdLst>
                  <a:gd name="T0" fmla="*/ 0 w 136"/>
                  <a:gd name="T1" fmla="*/ 0 h 134"/>
                  <a:gd name="T2" fmla="*/ 0 w 136"/>
                  <a:gd name="T3" fmla="*/ 0 h 134"/>
                  <a:gd name="T4" fmla="*/ 0 w 136"/>
                  <a:gd name="T5" fmla="*/ 0 h 134"/>
                  <a:gd name="T6" fmla="*/ 0 w 136"/>
                  <a:gd name="T7" fmla="*/ 0 h 134"/>
                  <a:gd name="T8" fmla="*/ 0 w 136"/>
                  <a:gd name="T9" fmla="*/ 0 h 134"/>
                  <a:gd name="T10" fmla="*/ 0 w 136"/>
                  <a:gd name="T11" fmla="*/ 0 h 134"/>
                  <a:gd name="T12" fmla="*/ 0 w 136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34"/>
                  <a:gd name="T23" fmla="*/ 136 w 136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34">
                    <a:moveTo>
                      <a:pt x="84" y="0"/>
                    </a:moveTo>
                    <a:lnTo>
                      <a:pt x="42" y="33"/>
                    </a:lnTo>
                    <a:lnTo>
                      <a:pt x="0" y="66"/>
                    </a:lnTo>
                    <a:lnTo>
                      <a:pt x="51" y="134"/>
                    </a:lnTo>
                    <a:lnTo>
                      <a:pt x="94" y="101"/>
                    </a:lnTo>
                    <a:lnTo>
                      <a:pt x="136" y="68"/>
                    </a:lnTo>
                    <a:lnTo>
                      <a:pt x="8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2" name="Freeform 4688">
                <a:extLst>
                  <a:ext uri="{FF2B5EF4-FFF2-40B4-BE49-F238E27FC236}">
                    <a16:creationId xmlns:a16="http://schemas.microsoft.com/office/drawing/2014/main" id="{945B07B6-3F34-5407-000C-EF8B6A912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5" y="2063"/>
                <a:ext cx="7" cy="6"/>
              </a:xfrm>
              <a:custGeom>
                <a:avLst/>
                <a:gdLst>
                  <a:gd name="T0" fmla="*/ 0 w 43"/>
                  <a:gd name="T1" fmla="*/ 0 h 38"/>
                  <a:gd name="T2" fmla="*/ 0 w 43"/>
                  <a:gd name="T3" fmla="*/ 0 h 38"/>
                  <a:gd name="T4" fmla="*/ 0 w 43"/>
                  <a:gd name="T5" fmla="*/ 0 h 38"/>
                  <a:gd name="T6" fmla="*/ 0 w 4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"/>
                  <a:gd name="T13" fmla="*/ 0 h 38"/>
                  <a:gd name="T14" fmla="*/ 43 w 43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" h="38">
                    <a:moveTo>
                      <a:pt x="43" y="0"/>
                    </a:moveTo>
                    <a:lnTo>
                      <a:pt x="0" y="33"/>
                    </a:lnTo>
                    <a:lnTo>
                      <a:pt x="6" y="38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3" name="Line 4689">
                <a:extLst>
                  <a:ext uri="{FF2B5EF4-FFF2-40B4-BE49-F238E27FC236}">
                    <a16:creationId xmlns:a16="http://schemas.microsoft.com/office/drawing/2014/main" id="{39E3D3BB-E34E-1ABB-7CFB-1EBF34CD4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06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" name="Freeform 4690">
                <a:extLst>
                  <a:ext uri="{FF2B5EF4-FFF2-40B4-BE49-F238E27FC236}">
                    <a16:creationId xmlns:a16="http://schemas.microsoft.com/office/drawing/2014/main" id="{C182AA1A-849A-7091-097D-967B4EA76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056"/>
                <a:ext cx="23" cy="23"/>
              </a:xfrm>
              <a:custGeom>
                <a:avLst/>
                <a:gdLst>
                  <a:gd name="T0" fmla="*/ 0 w 135"/>
                  <a:gd name="T1" fmla="*/ 0 h 136"/>
                  <a:gd name="T2" fmla="*/ 0 w 135"/>
                  <a:gd name="T3" fmla="*/ 0 h 136"/>
                  <a:gd name="T4" fmla="*/ 0 w 135"/>
                  <a:gd name="T5" fmla="*/ 0 h 136"/>
                  <a:gd name="T6" fmla="*/ 0 w 135"/>
                  <a:gd name="T7" fmla="*/ 0 h 136"/>
                  <a:gd name="T8" fmla="*/ 0 w 135"/>
                  <a:gd name="T9" fmla="*/ 0 h 136"/>
                  <a:gd name="T10" fmla="*/ 0 w 135"/>
                  <a:gd name="T11" fmla="*/ 0 h 136"/>
                  <a:gd name="T12" fmla="*/ 0 w 13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36"/>
                  <a:gd name="T23" fmla="*/ 135 w 13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36">
                    <a:moveTo>
                      <a:pt x="74" y="0"/>
                    </a:moveTo>
                    <a:lnTo>
                      <a:pt x="37" y="38"/>
                    </a:lnTo>
                    <a:lnTo>
                      <a:pt x="0" y="76"/>
                    </a:lnTo>
                    <a:lnTo>
                      <a:pt x="61" y="136"/>
                    </a:lnTo>
                    <a:lnTo>
                      <a:pt x="98" y="98"/>
                    </a:lnTo>
                    <a:lnTo>
                      <a:pt x="135" y="60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" name="Freeform 4691">
                <a:extLst>
                  <a:ext uri="{FF2B5EF4-FFF2-40B4-BE49-F238E27FC236}">
                    <a16:creationId xmlns:a16="http://schemas.microsoft.com/office/drawing/2014/main" id="{3AD2685E-43C6-8CC1-9FBC-6690B10A2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056"/>
                <a:ext cx="23" cy="23"/>
              </a:xfrm>
              <a:custGeom>
                <a:avLst/>
                <a:gdLst>
                  <a:gd name="T0" fmla="*/ 0 w 135"/>
                  <a:gd name="T1" fmla="*/ 0 h 136"/>
                  <a:gd name="T2" fmla="*/ 0 w 135"/>
                  <a:gd name="T3" fmla="*/ 0 h 136"/>
                  <a:gd name="T4" fmla="*/ 0 w 135"/>
                  <a:gd name="T5" fmla="*/ 0 h 136"/>
                  <a:gd name="T6" fmla="*/ 0 w 135"/>
                  <a:gd name="T7" fmla="*/ 0 h 136"/>
                  <a:gd name="T8" fmla="*/ 0 w 135"/>
                  <a:gd name="T9" fmla="*/ 0 h 136"/>
                  <a:gd name="T10" fmla="*/ 0 w 135"/>
                  <a:gd name="T11" fmla="*/ 0 h 136"/>
                  <a:gd name="T12" fmla="*/ 0 w 135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5"/>
                  <a:gd name="T22" fmla="*/ 0 h 136"/>
                  <a:gd name="T23" fmla="*/ 135 w 135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5" h="136">
                    <a:moveTo>
                      <a:pt x="74" y="0"/>
                    </a:moveTo>
                    <a:lnTo>
                      <a:pt x="37" y="38"/>
                    </a:lnTo>
                    <a:lnTo>
                      <a:pt x="0" y="76"/>
                    </a:lnTo>
                    <a:lnTo>
                      <a:pt x="61" y="136"/>
                    </a:lnTo>
                    <a:lnTo>
                      <a:pt x="98" y="98"/>
                    </a:lnTo>
                    <a:lnTo>
                      <a:pt x="135" y="60"/>
                    </a:lnTo>
                    <a:lnTo>
                      <a:pt x="7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6" name="Freeform 4692">
                <a:extLst>
                  <a:ext uri="{FF2B5EF4-FFF2-40B4-BE49-F238E27FC236}">
                    <a16:creationId xmlns:a16="http://schemas.microsoft.com/office/drawing/2014/main" id="{E5C79838-587F-FF18-29D6-456052588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73"/>
                <a:ext cx="6" cy="7"/>
              </a:xfrm>
              <a:custGeom>
                <a:avLst/>
                <a:gdLst>
                  <a:gd name="T0" fmla="*/ 0 w 37"/>
                  <a:gd name="T1" fmla="*/ 0 h 43"/>
                  <a:gd name="T2" fmla="*/ 0 w 37"/>
                  <a:gd name="T3" fmla="*/ 0 h 43"/>
                  <a:gd name="T4" fmla="*/ 0 w 37"/>
                  <a:gd name="T5" fmla="*/ 0 h 43"/>
                  <a:gd name="T6" fmla="*/ 0 w 37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"/>
                  <a:gd name="T13" fmla="*/ 0 h 43"/>
                  <a:gd name="T14" fmla="*/ 37 w 37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" h="43">
                    <a:moveTo>
                      <a:pt x="37" y="0"/>
                    </a:moveTo>
                    <a:lnTo>
                      <a:pt x="0" y="38"/>
                    </a:lnTo>
                    <a:lnTo>
                      <a:pt x="4" y="43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7" name="Line 4693">
                <a:extLst>
                  <a:ext uri="{FF2B5EF4-FFF2-40B4-BE49-F238E27FC236}">
                    <a16:creationId xmlns:a16="http://schemas.microsoft.com/office/drawing/2014/main" id="{FFE627C5-2082-1977-4002-CFD9AED7F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7" y="20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8" name="Freeform 4694">
                <a:extLst>
                  <a:ext uri="{FF2B5EF4-FFF2-40B4-BE49-F238E27FC236}">
                    <a16:creationId xmlns:a16="http://schemas.microsoft.com/office/drawing/2014/main" id="{DFC51AF7-9E6F-586C-60AE-EB989F99F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66"/>
                <a:ext cx="22" cy="23"/>
              </a:xfrm>
              <a:custGeom>
                <a:avLst/>
                <a:gdLst>
                  <a:gd name="T0" fmla="*/ 0 w 133"/>
                  <a:gd name="T1" fmla="*/ 0 h 138"/>
                  <a:gd name="T2" fmla="*/ 0 w 133"/>
                  <a:gd name="T3" fmla="*/ 0 h 138"/>
                  <a:gd name="T4" fmla="*/ 0 w 133"/>
                  <a:gd name="T5" fmla="*/ 0 h 138"/>
                  <a:gd name="T6" fmla="*/ 0 w 133"/>
                  <a:gd name="T7" fmla="*/ 0 h 138"/>
                  <a:gd name="T8" fmla="*/ 0 w 133"/>
                  <a:gd name="T9" fmla="*/ 0 h 138"/>
                  <a:gd name="T10" fmla="*/ 0 w 133"/>
                  <a:gd name="T11" fmla="*/ 0 h 138"/>
                  <a:gd name="T12" fmla="*/ 0 w 133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8"/>
                  <a:gd name="T23" fmla="*/ 133 w 133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8">
                    <a:moveTo>
                      <a:pt x="66" y="0"/>
                    </a:moveTo>
                    <a:lnTo>
                      <a:pt x="33" y="42"/>
                    </a:lnTo>
                    <a:lnTo>
                      <a:pt x="0" y="85"/>
                    </a:lnTo>
                    <a:lnTo>
                      <a:pt x="67" y="138"/>
                    </a:lnTo>
                    <a:lnTo>
                      <a:pt x="100" y="95"/>
                    </a:lnTo>
                    <a:lnTo>
                      <a:pt x="133" y="53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9" name="Freeform 4695">
                <a:extLst>
                  <a:ext uri="{FF2B5EF4-FFF2-40B4-BE49-F238E27FC236}">
                    <a16:creationId xmlns:a16="http://schemas.microsoft.com/office/drawing/2014/main" id="{302EBF98-6995-582E-5D45-3B65C5939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66"/>
                <a:ext cx="22" cy="23"/>
              </a:xfrm>
              <a:custGeom>
                <a:avLst/>
                <a:gdLst>
                  <a:gd name="T0" fmla="*/ 0 w 133"/>
                  <a:gd name="T1" fmla="*/ 0 h 138"/>
                  <a:gd name="T2" fmla="*/ 0 w 133"/>
                  <a:gd name="T3" fmla="*/ 0 h 138"/>
                  <a:gd name="T4" fmla="*/ 0 w 133"/>
                  <a:gd name="T5" fmla="*/ 0 h 138"/>
                  <a:gd name="T6" fmla="*/ 0 w 133"/>
                  <a:gd name="T7" fmla="*/ 0 h 138"/>
                  <a:gd name="T8" fmla="*/ 0 w 133"/>
                  <a:gd name="T9" fmla="*/ 0 h 138"/>
                  <a:gd name="T10" fmla="*/ 0 w 133"/>
                  <a:gd name="T11" fmla="*/ 0 h 138"/>
                  <a:gd name="T12" fmla="*/ 0 w 133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38"/>
                  <a:gd name="T23" fmla="*/ 133 w 133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38">
                    <a:moveTo>
                      <a:pt x="66" y="0"/>
                    </a:moveTo>
                    <a:lnTo>
                      <a:pt x="33" y="42"/>
                    </a:lnTo>
                    <a:lnTo>
                      <a:pt x="0" y="85"/>
                    </a:lnTo>
                    <a:lnTo>
                      <a:pt x="67" y="138"/>
                    </a:lnTo>
                    <a:lnTo>
                      <a:pt x="100" y="95"/>
                    </a:lnTo>
                    <a:lnTo>
                      <a:pt x="133" y="53"/>
                    </a:lnTo>
                    <a:lnTo>
                      <a:pt x="66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0" name="Freeform 4696">
                <a:extLst>
                  <a:ext uri="{FF2B5EF4-FFF2-40B4-BE49-F238E27FC236}">
                    <a16:creationId xmlns:a16="http://schemas.microsoft.com/office/drawing/2014/main" id="{82CE0B4D-8308-E0DC-217C-6DFAD6F76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8" y="2082"/>
                <a:ext cx="6" cy="7"/>
              </a:xfrm>
              <a:custGeom>
                <a:avLst/>
                <a:gdLst>
                  <a:gd name="T0" fmla="*/ 0 w 33"/>
                  <a:gd name="T1" fmla="*/ 0 h 46"/>
                  <a:gd name="T2" fmla="*/ 0 w 33"/>
                  <a:gd name="T3" fmla="*/ 0 h 46"/>
                  <a:gd name="T4" fmla="*/ 0 w 33"/>
                  <a:gd name="T5" fmla="*/ 0 h 46"/>
                  <a:gd name="T6" fmla="*/ 0 w 33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"/>
                  <a:gd name="T13" fmla="*/ 0 h 46"/>
                  <a:gd name="T14" fmla="*/ 33 w 33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" h="46">
                    <a:moveTo>
                      <a:pt x="33" y="0"/>
                    </a:moveTo>
                    <a:lnTo>
                      <a:pt x="0" y="43"/>
                    </a:lnTo>
                    <a:lnTo>
                      <a:pt x="5" y="4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1" name="Line 4697">
                <a:extLst>
                  <a:ext uri="{FF2B5EF4-FFF2-40B4-BE49-F238E27FC236}">
                    <a16:creationId xmlns:a16="http://schemas.microsoft.com/office/drawing/2014/main" id="{A51C24D2-B406-1F1D-5408-AEEF55B05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0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2" name="Freeform 4698">
                <a:extLst>
                  <a:ext uri="{FF2B5EF4-FFF2-40B4-BE49-F238E27FC236}">
                    <a16:creationId xmlns:a16="http://schemas.microsoft.com/office/drawing/2014/main" id="{AAEA37AF-38A0-F600-6257-1F669385D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074"/>
                <a:ext cx="22" cy="23"/>
              </a:xfrm>
              <a:custGeom>
                <a:avLst/>
                <a:gdLst>
                  <a:gd name="T0" fmla="*/ 0 w 129"/>
                  <a:gd name="T1" fmla="*/ 0 h 135"/>
                  <a:gd name="T2" fmla="*/ 0 w 129"/>
                  <a:gd name="T3" fmla="*/ 0 h 135"/>
                  <a:gd name="T4" fmla="*/ 0 w 129"/>
                  <a:gd name="T5" fmla="*/ 0 h 135"/>
                  <a:gd name="T6" fmla="*/ 0 w 129"/>
                  <a:gd name="T7" fmla="*/ 0 h 135"/>
                  <a:gd name="T8" fmla="*/ 0 w 129"/>
                  <a:gd name="T9" fmla="*/ 0 h 135"/>
                  <a:gd name="T10" fmla="*/ 0 w 129"/>
                  <a:gd name="T11" fmla="*/ 0 h 135"/>
                  <a:gd name="T12" fmla="*/ 0 w 129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5"/>
                  <a:gd name="T23" fmla="*/ 129 w 129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5">
                    <a:moveTo>
                      <a:pt x="55" y="0"/>
                    </a:moveTo>
                    <a:lnTo>
                      <a:pt x="28" y="45"/>
                    </a:lnTo>
                    <a:lnTo>
                      <a:pt x="0" y="91"/>
                    </a:lnTo>
                    <a:lnTo>
                      <a:pt x="73" y="135"/>
                    </a:lnTo>
                    <a:lnTo>
                      <a:pt x="101" y="90"/>
                    </a:lnTo>
                    <a:lnTo>
                      <a:pt x="129" y="44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3" name="Freeform 4699">
                <a:extLst>
                  <a:ext uri="{FF2B5EF4-FFF2-40B4-BE49-F238E27FC236}">
                    <a16:creationId xmlns:a16="http://schemas.microsoft.com/office/drawing/2014/main" id="{46029751-1295-0453-33C0-EAA7AC95B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2074"/>
                <a:ext cx="22" cy="23"/>
              </a:xfrm>
              <a:custGeom>
                <a:avLst/>
                <a:gdLst>
                  <a:gd name="T0" fmla="*/ 0 w 129"/>
                  <a:gd name="T1" fmla="*/ 0 h 135"/>
                  <a:gd name="T2" fmla="*/ 0 w 129"/>
                  <a:gd name="T3" fmla="*/ 0 h 135"/>
                  <a:gd name="T4" fmla="*/ 0 w 129"/>
                  <a:gd name="T5" fmla="*/ 0 h 135"/>
                  <a:gd name="T6" fmla="*/ 0 w 129"/>
                  <a:gd name="T7" fmla="*/ 0 h 135"/>
                  <a:gd name="T8" fmla="*/ 0 w 129"/>
                  <a:gd name="T9" fmla="*/ 0 h 135"/>
                  <a:gd name="T10" fmla="*/ 0 w 129"/>
                  <a:gd name="T11" fmla="*/ 0 h 135"/>
                  <a:gd name="T12" fmla="*/ 0 w 129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9"/>
                  <a:gd name="T22" fmla="*/ 0 h 135"/>
                  <a:gd name="T23" fmla="*/ 129 w 129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9" h="135">
                    <a:moveTo>
                      <a:pt x="55" y="0"/>
                    </a:moveTo>
                    <a:lnTo>
                      <a:pt x="28" y="45"/>
                    </a:lnTo>
                    <a:lnTo>
                      <a:pt x="0" y="91"/>
                    </a:lnTo>
                    <a:lnTo>
                      <a:pt x="73" y="135"/>
                    </a:lnTo>
                    <a:lnTo>
                      <a:pt x="101" y="90"/>
                    </a:lnTo>
                    <a:lnTo>
                      <a:pt x="129" y="44"/>
                    </a:lnTo>
                    <a:lnTo>
                      <a:pt x="5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" name="Freeform 4700">
                <a:extLst>
                  <a:ext uri="{FF2B5EF4-FFF2-40B4-BE49-F238E27FC236}">
                    <a16:creationId xmlns:a16="http://schemas.microsoft.com/office/drawing/2014/main" id="{6138C5DB-0263-375C-3E91-A3C03C77B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2089"/>
                <a:ext cx="5" cy="8"/>
              </a:xfrm>
              <a:custGeom>
                <a:avLst/>
                <a:gdLst>
                  <a:gd name="T0" fmla="*/ 0 w 28"/>
                  <a:gd name="T1" fmla="*/ 0 h 48"/>
                  <a:gd name="T2" fmla="*/ 0 w 28"/>
                  <a:gd name="T3" fmla="*/ 0 h 48"/>
                  <a:gd name="T4" fmla="*/ 0 w 28"/>
                  <a:gd name="T5" fmla="*/ 0 h 48"/>
                  <a:gd name="T6" fmla="*/ 0 w 28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48"/>
                  <a:gd name="T14" fmla="*/ 28 w 28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48">
                    <a:moveTo>
                      <a:pt x="28" y="0"/>
                    </a:moveTo>
                    <a:lnTo>
                      <a:pt x="0" y="45"/>
                    </a:lnTo>
                    <a:lnTo>
                      <a:pt x="6" y="4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5" name="Line 4701">
                <a:extLst>
                  <a:ext uri="{FF2B5EF4-FFF2-40B4-BE49-F238E27FC236}">
                    <a16:creationId xmlns:a16="http://schemas.microsoft.com/office/drawing/2014/main" id="{82FC576B-4D3E-E049-4A57-D4DD181C1F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1" y="20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6" name="Freeform 4702">
                <a:extLst>
                  <a:ext uri="{FF2B5EF4-FFF2-40B4-BE49-F238E27FC236}">
                    <a16:creationId xmlns:a16="http://schemas.microsoft.com/office/drawing/2014/main" id="{EF8722DD-8E2C-72F2-F141-E2B83CE47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081"/>
                <a:ext cx="21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44" y="0"/>
                    </a:moveTo>
                    <a:lnTo>
                      <a:pt x="22" y="49"/>
                    </a:lnTo>
                    <a:lnTo>
                      <a:pt x="0" y="97"/>
                    </a:lnTo>
                    <a:lnTo>
                      <a:pt x="78" y="132"/>
                    </a:lnTo>
                    <a:lnTo>
                      <a:pt x="100" y="84"/>
                    </a:lnTo>
                    <a:lnTo>
                      <a:pt x="123" y="3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7" name="Freeform 4703">
                <a:extLst>
                  <a:ext uri="{FF2B5EF4-FFF2-40B4-BE49-F238E27FC236}">
                    <a16:creationId xmlns:a16="http://schemas.microsoft.com/office/drawing/2014/main" id="{FCB5BA6D-0062-5127-3974-20FFC66DA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081"/>
                <a:ext cx="21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44" y="0"/>
                    </a:moveTo>
                    <a:lnTo>
                      <a:pt x="22" y="49"/>
                    </a:lnTo>
                    <a:lnTo>
                      <a:pt x="0" y="97"/>
                    </a:lnTo>
                    <a:lnTo>
                      <a:pt x="78" y="132"/>
                    </a:lnTo>
                    <a:lnTo>
                      <a:pt x="100" y="84"/>
                    </a:lnTo>
                    <a:lnTo>
                      <a:pt x="123" y="35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8" name="Freeform 4704">
                <a:extLst>
                  <a:ext uri="{FF2B5EF4-FFF2-40B4-BE49-F238E27FC236}">
                    <a16:creationId xmlns:a16="http://schemas.microsoft.com/office/drawing/2014/main" id="{7FF5B919-7CE1-FC83-A72D-97D77E32E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2095"/>
                <a:ext cx="4" cy="8"/>
              </a:xfrm>
              <a:custGeom>
                <a:avLst/>
                <a:gdLst>
                  <a:gd name="T0" fmla="*/ 0 w 22"/>
                  <a:gd name="T1" fmla="*/ 0 h 50"/>
                  <a:gd name="T2" fmla="*/ 0 w 22"/>
                  <a:gd name="T3" fmla="*/ 0 h 50"/>
                  <a:gd name="T4" fmla="*/ 0 w 22"/>
                  <a:gd name="T5" fmla="*/ 0 h 50"/>
                  <a:gd name="T6" fmla="*/ 0 w 2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0"/>
                  <a:gd name="T14" fmla="*/ 22 w 2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0">
                    <a:moveTo>
                      <a:pt x="22" y="0"/>
                    </a:moveTo>
                    <a:lnTo>
                      <a:pt x="0" y="48"/>
                    </a:lnTo>
                    <a:lnTo>
                      <a:pt x="6" y="5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9" name="Line 4705">
                <a:extLst>
                  <a:ext uri="{FF2B5EF4-FFF2-40B4-BE49-F238E27FC236}">
                    <a16:creationId xmlns:a16="http://schemas.microsoft.com/office/drawing/2014/main" id="{886ACDE5-5035-0A37-0657-48DB828FD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5" y="21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0" name="Freeform 4706">
                <a:extLst>
                  <a:ext uri="{FF2B5EF4-FFF2-40B4-BE49-F238E27FC236}">
                    <a16:creationId xmlns:a16="http://schemas.microsoft.com/office/drawing/2014/main" id="{F5E63CB7-0AB9-20DE-A73A-44EAD8B40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086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32" y="0"/>
                    </a:moveTo>
                    <a:lnTo>
                      <a:pt x="16" y="51"/>
                    </a:lnTo>
                    <a:lnTo>
                      <a:pt x="0" y="101"/>
                    </a:lnTo>
                    <a:lnTo>
                      <a:pt x="82" y="127"/>
                    </a:lnTo>
                    <a:lnTo>
                      <a:pt x="98" y="76"/>
                    </a:lnTo>
                    <a:lnTo>
                      <a:pt x="114" y="25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1" name="Freeform 4707">
                <a:extLst>
                  <a:ext uri="{FF2B5EF4-FFF2-40B4-BE49-F238E27FC236}">
                    <a16:creationId xmlns:a16="http://schemas.microsoft.com/office/drawing/2014/main" id="{1579FAB5-B55B-2C4F-AFDD-01B8C4F8A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086"/>
                <a:ext cx="19" cy="22"/>
              </a:xfrm>
              <a:custGeom>
                <a:avLst/>
                <a:gdLst>
                  <a:gd name="T0" fmla="*/ 0 w 114"/>
                  <a:gd name="T1" fmla="*/ 0 h 127"/>
                  <a:gd name="T2" fmla="*/ 0 w 114"/>
                  <a:gd name="T3" fmla="*/ 0 h 127"/>
                  <a:gd name="T4" fmla="*/ 0 w 114"/>
                  <a:gd name="T5" fmla="*/ 0 h 127"/>
                  <a:gd name="T6" fmla="*/ 0 w 114"/>
                  <a:gd name="T7" fmla="*/ 0 h 127"/>
                  <a:gd name="T8" fmla="*/ 0 w 114"/>
                  <a:gd name="T9" fmla="*/ 0 h 127"/>
                  <a:gd name="T10" fmla="*/ 0 w 114"/>
                  <a:gd name="T11" fmla="*/ 0 h 127"/>
                  <a:gd name="T12" fmla="*/ 0 w 114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4"/>
                  <a:gd name="T22" fmla="*/ 0 h 127"/>
                  <a:gd name="T23" fmla="*/ 114 w 114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4" h="127">
                    <a:moveTo>
                      <a:pt x="32" y="0"/>
                    </a:moveTo>
                    <a:lnTo>
                      <a:pt x="16" y="51"/>
                    </a:lnTo>
                    <a:lnTo>
                      <a:pt x="0" y="101"/>
                    </a:lnTo>
                    <a:lnTo>
                      <a:pt x="82" y="127"/>
                    </a:lnTo>
                    <a:lnTo>
                      <a:pt x="98" y="76"/>
                    </a:lnTo>
                    <a:lnTo>
                      <a:pt x="114" y="25"/>
                    </a:lnTo>
                    <a:lnTo>
                      <a:pt x="32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2" name="Freeform 4708">
                <a:extLst>
                  <a:ext uri="{FF2B5EF4-FFF2-40B4-BE49-F238E27FC236}">
                    <a16:creationId xmlns:a16="http://schemas.microsoft.com/office/drawing/2014/main" id="{7944C622-D20B-5928-BA4A-80E20544D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099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16" y="0"/>
                    </a:moveTo>
                    <a:lnTo>
                      <a:pt x="0" y="51"/>
                    </a:lnTo>
                    <a:lnTo>
                      <a:pt x="6" y="53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3" name="Line 4709">
                <a:extLst>
                  <a:ext uri="{FF2B5EF4-FFF2-40B4-BE49-F238E27FC236}">
                    <a16:creationId xmlns:a16="http://schemas.microsoft.com/office/drawing/2014/main" id="{2638C8E6-AABB-4CE9-8C66-C53ADB9C7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0" y="210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" name="Freeform 4710">
                <a:extLst>
                  <a:ext uri="{FF2B5EF4-FFF2-40B4-BE49-F238E27FC236}">
                    <a16:creationId xmlns:a16="http://schemas.microsoft.com/office/drawing/2014/main" id="{A315DE14-7514-2F01-065F-DCC90060E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090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9" y="0"/>
                    </a:moveTo>
                    <a:lnTo>
                      <a:pt x="10" y="53"/>
                    </a:lnTo>
                    <a:lnTo>
                      <a:pt x="0" y="106"/>
                    </a:lnTo>
                    <a:lnTo>
                      <a:pt x="84" y="122"/>
                    </a:lnTo>
                    <a:lnTo>
                      <a:pt x="94" y="69"/>
                    </a:lnTo>
                    <a:lnTo>
                      <a:pt x="103" y="16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" name="Freeform 4711">
                <a:extLst>
                  <a:ext uri="{FF2B5EF4-FFF2-40B4-BE49-F238E27FC236}">
                    <a16:creationId xmlns:a16="http://schemas.microsoft.com/office/drawing/2014/main" id="{CF78CFCE-25E3-B282-430B-D73BDF4EB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2090"/>
                <a:ext cx="17" cy="21"/>
              </a:xfrm>
              <a:custGeom>
                <a:avLst/>
                <a:gdLst>
                  <a:gd name="T0" fmla="*/ 0 w 103"/>
                  <a:gd name="T1" fmla="*/ 0 h 122"/>
                  <a:gd name="T2" fmla="*/ 0 w 103"/>
                  <a:gd name="T3" fmla="*/ 0 h 122"/>
                  <a:gd name="T4" fmla="*/ 0 w 103"/>
                  <a:gd name="T5" fmla="*/ 0 h 122"/>
                  <a:gd name="T6" fmla="*/ 0 w 103"/>
                  <a:gd name="T7" fmla="*/ 0 h 122"/>
                  <a:gd name="T8" fmla="*/ 0 w 103"/>
                  <a:gd name="T9" fmla="*/ 0 h 122"/>
                  <a:gd name="T10" fmla="*/ 0 w 103"/>
                  <a:gd name="T11" fmla="*/ 0 h 122"/>
                  <a:gd name="T12" fmla="*/ 0 w 103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"/>
                  <a:gd name="T22" fmla="*/ 0 h 122"/>
                  <a:gd name="T23" fmla="*/ 103 w 103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" h="122">
                    <a:moveTo>
                      <a:pt x="19" y="0"/>
                    </a:moveTo>
                    <a:lnTo>
                      <a:pt x="10" y="53"/>
                    </a:lnTo>
                    <a:lnTo>
                      <a:pt x="0" y="106"/>
                    </a:lnTo>
                    <a:lnTo>
                      <a:pt x="84" y="122"/>
                    </a:lnTo>
                    <a:lnTo>
                      <a:pt x="94" y="69"/>
                    </a:lnTo>
                    <a:lnTo>
                      <a:pt x="103" y="16"/>
                    </a:lnTo>
                    <a:lnTo>
                      <a:pt x="19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6" name="Freeform 4712">
                <a:extLst>
                  <a:ext uri="{FF2B5EF4-FFF2-40B4-BE49-F238E27FC236}">
                    <a16:creationId xmlns:a16="http://schemas.microsoft.com/office/drawing/2014/main" id="{595A17B6-020F-DF93-FC82-2EA10D9E2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5" y="2102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10" y="0"/>
                    </a:moveTo>
                    <a:lnTo>
                      <a:pt x="0" y="53"/>
                    </a:lnTo>
                    <a:lnTo>
                      <a:pt x="7" y="5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7" name="Line 4713">
                <a:extLst>
                  <a:ext uri="{FF2B5EF4-FFF2-40B4-BE49-F238E27FC236}">
                    <a16:creationId xmlns:a16="http://schemas.microsoft.com/office/drawing/2014/main" id="{B9564519-0F00-4A5A-27CA-8150C82B0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5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8" name="Freeform 4714">
                <a:extLst>
                  <a:ext uri="{FF2B5EF4-FFF2-40B4-BE49-F238E27FC236}">
                    <a16:creationId xmlns:a16="http://schemas.microsoft.com/office/drawing/2014/main" id="{614F1CA3-C95A-2B83-122E-663F6E21C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093"/>
                <a:ext cx="15" cy="18"/>
              </a:xfrm>
              <a:custGeom>
                <a:avLst/>
                <a:gdLst>
                  <a:gd name="T0" fmla="*/ 0 w 90"/>
                  <a:gd name="T1" fmla="*/ 0 h 110"/>
                  <a:gd name="T2" fmla="*/ 0 w 90"/>
                  <a:gd name="T3" fmla="*/ 0 h 110"/>
                  <a:gd name="T4" fmla="*/ 0 w 90"/>
                  <a:gd name="T5" fmla="*/ 0 h 110"/>
                  <a:gd name="T6" fmla="*/ 0 w 90"/>
                  <a:gd name="T7" fmla="*/ 0 h 110"/>
                  <a:gd name="T8" fmla="*/ 0 w 90"/>
                  <a:gd name="T9" fmla="*/ 0 h 110"/>
                  <a:gd name="T10" fmla="*/ 0 w 90"/>
                  <a:gd name="T11" fmla="*/ 0 h 110"/>
                  <a:gd name="T12" fmla="*/ 0 w 90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"/>
                  <a:gd name="T22" fmla="*/ 0 h 110"/>
                  <a:gd name="T23" fmla="*/ 90 w 90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" h="110">
                    <a:moveTo>
                      <a:pt x="5" y="0"/>
                    </a:moveTo>
                    <a:lnTo>
                      <a:pt x="3" y="53"/>
                    </a:lnTo>
                    <a:lnTo>
                      <a:pt x="0" y="106"/>
                    </a:lnTo>
                    <a:lnTo>
                      <a:pt x="86" y="110"/>
                    </a:lnTo>
                    <a:lnTo>
                      <a:pt x="88" y="57"/>
                    </a:lnTo>
                    <a:lnTo>
                      <a:pt x="90" y="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9" name="Freeform 4715">
                <a:extLst>
                  <a:ext uri="{FF2B5EF4-FFF2-40B4-BE49-F238E27FC236}">
                    <a16:creationId xmlns:a16="http://schemas.microsoft.com/office/drawing/2014/main" id="{130CEDA2-821C-1E55-5AEC-68BA8F386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093"/>
                <a:ext cx="15" cy="18"/>
              </a:xfrm>
              <a:custGeom>
                <a:avLst/>
                <a:gdLst>
                  <a:gd name="T0" fmla="*/ 0 w 90"/>
                  <a:gd name="T1" fmla="*/ 0 h 110"/>
                  <a:gd name="T2" fmla="*/ 0 w 90"/>
                  <a:gd name="T3" fmla="*/ 0 h 110"/>
                  <a:gd name="T4" fmla="*/ 0 w 90"/>
                  <a:gd name="T5" fmla="*/ 0 h 110"/>
                  <a:gd name="T6" fmla="*/ 0 w 90"/>
                  <a:gd name="T7" fmla="*/ 0 h 110"/>
                  <a:gd name="T8" fmla="*/ 0 w 90"/>
                  <a:gd name="T9" fmla="*/ 0 h 110"/>
                  <a:gd name="T10" fmla="*/ 0 w 90"/>
                  <a:gd name="T11" fmla="*/ 0 h 110"/>
                  <a:gd name="T12" fmla="*/ 0 w 90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"/>
                  <a:gd name="T22" fmla="*/ 0 h 110"/>
                  <a:gd name="T23" fmla="*/ 90 w 90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" h="110">
                    <a:moveTo>
                      <a:pt x="5" y="0"/>
                    </a:moveTo>
                    <a:lnTo>
                      <a:pt x="3" y="53"/>
                    </a:lnTo>
                    <a:lnTo>
                      <a:pt x="0" y="106"/>
                    </a:lnTo>
                    <a:lnTo>
                      <a:pt x="86" y="110"/>
                    </a:lnTo>
                    <a:lnTo>
                      <a:pt x="88" y="57"/>
                    </a:lnTo>
                    <a:lnTo>
                      <a:pt x="90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0" name="Freeform 4716">
                <a:extLst>
                  <a:ext uri="{FF2B5EF4-FFF2-40B4-BE49-F238E27FC236}">
                    <a16:creationId xmlns:a16="http://schemas.microsoft.com/office/drawing/2014/main" id="{840D51AF-82F3-C43E-1F31-2D94D85F6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1" y="2103"/>
                <a:ext cx="1" cy="8"/>
              </a:xfrm>
              <a:custGeom>
                <a:avLst/>
                <a:gdLst>
                  <a:gd name="T0" fmla="*/ 0 w 5"/>
                  <a:gd name="T1" fmla="*/ 0 h 53"/>
                  <a:gd name="T2" fmla="*/ 0 w 5"/>
                  <a:gd name="T3" fmla="*/ 0 h 53"/>
                  <a:gd name="T4" fmla="*/ 0 w 5"/>
                  <a:gd name="T5" fmla="*/ 0 h 53"/>
                  <a:gd name="T6" fmla="*/ 0 w 5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"/>
                  <a:gd name="T13" fmla="*/ 0 h 53"/>
                  <a:gd name="T14" fmla="*/ 5 w 5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" h="53">
                    <a:moveTo>
                      <a:pt x="2" y="0"/>
                    </a:moveTo>
                    <a:lnTo>
                      <a:pt x="0" y="53"/>
                    </a:lnTo>
                    <a:lnTo>
                      <a:pt x="5" y="5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1" name="Line 4717">
                <a:extLst>
                  <a:ext uri="{FF2B5EF4-FFF2-40B4-BE49-F238E27FC236}">
                    <a16:creationId xmlns:a16="http://schemas.microsoft.com/office/drawing/2014/main" id="{BDD87D65-CF41-C775-EF07-D208B801F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1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2" name="Freeform 4718">
                <a:extLst>
                  <a:ext uri="{FF2B5EF4-FFF2-40B4-BE49-F238E27FC236}">
                    <a16:creationId xmlns:a16="http://schemas.microsoft.com/office/drawing/2014/main" id="{5F427DC0-8CE6-612E-9081-0289A572F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093"/>
                <a:ext cx="16" cy="18"/>
              </a:xfrm>
              <a:custGeom>
                <a:avLst/>
                <a:gdLst>
                  <a:gd name="T0" fmla="*/ 0 w 91"/>
                  <a:gd name="T1" fmla="*/ 0 h 110"/>
                  <a:gd name="T2" fmla="*/ 0 w 91"/>
                  <a:gd name="T3" fmla="*/ 0 h 110"/>
                  <a:gd name="T4" fmla="*/ 0 w 91"/>
                  <a:gd name="T5" fmla="*/ 0 h 110"/>
                  <a:gd name="T6" fmla="*/ 0 w 91"/>
                  <a:gd name="T7" fmla="*/ 0 h 110"/>
                  <a:gd name="T8" fmla="*/ 0 w 91"/>
                  <a:gd name="T9" fmla="*/ 0 h 110"/>
                  <a:gd name="T10" fmla="*/ 0 w 91"/>
                  <a:gd name="T11" fmla="*/ 0 h 110"/>
                  <a:gd name="T12" fmla="*/ 0 w 91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0"/>
                  <a:gd name="T23" fmla="*/ 91 w 91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0">
                    <a:moveTo>
                      <a:pt x="0" y="4"/>
                    </a:moveTo>
                    <a:lnTo>
                      <a:pt x="3" y="57"/>
                    </a:lnTo>
                    <a:lnTo>
                      <a:pt x="6" y="110"/>
                    </a:lnTo>
                    <a:lnTo>
                      <a:pt x="91" y="106"/>
                    </a:lnTo>
                    <a:lnTo>
                      <a:pt x="88" y="53"/>
                    </a:lnTo>
                    <a:lnTo>
                      <a:pt x="85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3" name="Freeform 4719">
                <a:extLst>
                  <a:ext uri="{FF2B5EF4-FFF2-40B4-BE49-F238E27FC236}">
                    <a16:creationId xmlns:a16="http://schemas.microsoft.com/office/drawing/2014/main" id="{3CB63BA3-6EC0-83ED-4E73-1C86520CE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0" y="2093"/>
                <a:ext cx="16" cy="18"/>
              </a:xfrm>
              <a:custGeom>
                <a:avLst/>
                <a:gdLst>
                  <a:gd name="T0" fmla="*/ 0 w 91"/>
                  <a:gd name="T1" fmla="*/ 0 h 110"/>
                  <a:gd name="T2" fmla="*/ 0 w 91"/>
                  <a:gd name="T3" fmla="*/ 0 h 110"/>
                  <a:gd name="T4" fmla="*/ 0 w 91"/>
                  <a:gd name="T5" fmla="*/ 0 h 110"/>
                  <a:gd name="T6" fmla="*/ 0 w 91"/>
                  <a:gd name="T7" fmla="*/ 0 h 110"/>
                  <a:gd name="T8" fmla="*/ 0 w 91"/>
                  <a:gd name="T9" fmla="*/ 0 h 110"/>
                  <a:gd name="T10" fmla="*/ 0 w 91"/>
                  <a:gd name="T11" fmla="*/ 0 h 110"/>
                  <a:gd name="T12" fmla="*/ 0 w 91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"/>
                  <a:gd name="T22" fmla="*/ 0 h 110"/>
                  <a:gd name="T23" fmla="*/ 91 w 91"/>
                  <a:gd name="T24" fmla="*/ 110 h 1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" h="110">
                    <a:moveTo>
                      <a:pt x="0" y="4"/>
                    </a:moveTo>
                    <a:lnTo>
                      <a:pt x="3" y="57"/>
                    </a:lnTo>
                    <a:lnTo>
                      <a:pt x="6" y="110"/>
                    </a:lnTo>
                    <a:lnTo>
                      <a:pt x="91" y="106"/>
                    </a:lnTo>
                    <a:lnTo>
                      <a:pt x="88" y="53"/>
                    </a:lnTo>
                    <a:lnTo>
                      <a:pt x="85" y="0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" name="Freeform 4720">
                <a:extLst>
                  <a:ext uri="{FF2B5EF4-FFF2-40B4-BE49-F238E27FC236}">
                    <a16:creationId xmlns:a16="http://schemas.microsoft.com/office/drawing/2014/main" id="{B5BEC92B-E0F9-B2B3-454E-06A4F8CBA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2102"/>
                <a:ext cx="2" cy="9"/>
              </a:xfrm>
              <a:custGeom>
                <a:avLst/>
                <a:gdLst>
                  <a:gd name="T0" fmla="*/ 0 w 10"/>
                  <a:gd name="T1" fmla="*/ 0 h 53"/>
                  <a:gd name="T2" fmla="*/ 0 w 10"/>
                  <a:gd name="T3" fmla="*/ 0 h 53"/>
                  <a:gd name="T4" fmla="*/ 0 w 10"/>
                  <a:gd name="T5" fmla="*/ 0 h 53"/>
                  <a:gd name="T6" fmla="*/ 0 w 10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53"/>
                  <a:gd name="T14" fmla="*/ 10 w 10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53">
                    <a:moveTo>
                      <a:pt x="0" y="0"/>
                    </a:moveTo>
                    <a:lnTo>
                      <a:pt x="3" y="53"/>
                    </a:lnTo>
                    <a:lnTo>
                      <a:pt x="1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" name="Line 4721">
                <a:extLst>
                  <a:ext uri="{FF2B5EF4-FFF2-40B4-BE49-F238E27FC236}">
                    <a16:creationId xmlns:a16="http://schemas.microsoft.com/office/drawing/2014/main" id="{79C09436-76C7-CFCA-B62D-745FD905A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6" y="2111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" name="Freeform 4722">
                <a:extLst>
                  <a:ext uri="{FF2B5EF4-FFF2-40B4-BE49-F238E27FC236}">
                    <a16:creationId xmlns:a16="http://schemas.microsoft.com/office/drawing/2014/main" id="{1B3E032D-0386-EA41-B3AC-1C0BDC184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090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0" y="16"/>
                    </a:moveTo>
                    <a:lnTo>
                      <a:pt x="10" y="69"/>
                    </a:lnTo>
                    <a:lnTo>
                      <a:pt x="20" y="122"/>
                    </a:lnTo>
                    <a:lnTo>
                      <a:pt x="104" y="106"/>
                    </a:lnTo>
                    <a:lnTo>
                      <a:pt x="95" y="53"/>
                    </a:lnTo>
                    <a:lnTo>
                      <a:pt x="85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" name="Freeform 4723">
                <a:extLst>
                  <a:ext uri="{FF2B5EF4-FFF2-40B4-BE49-F238E27FC236}">
                    <a16:creationId xmlns:a16="http://schemas.microsoft.com/office/drawing/2014/main" id="{D01F8EB7-F069-6D75-7FA6-9A2C386D9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090"/>
                <a:ext cx="18" cy="21"/>
              </a:xfrm>
              <a:custGeom>
                <a:avLst/>
                <a:gdLst>
                  <a:gd name="T0" fmla="*/ 0 w 104"/>
                  <a:gd name="T1" fmla="*/ 0 h 122"/>
                  <a:gd name="T2" fmla="*/ 0 w 104"/>
                  <a:gd name="T3" fmla="*/ 0 h 122"/>
                  <a:gd name="T4" fmla="*/ 0 w 104"/>
                  <a:gd name="T5" fmla="*/ 0 h 122"/>
                  <a:gd name="T6" fmla="*/ 0 w 104"/>
                  <a:gd name="T7" fmla="*/ 0 h 122"/>
                  <a:gd name="T8" fmla="*/ 0 w 104"/>
                  <a:gd name="T9" fmla="*/ 0 h 122"/>
                  <a:gd name="T10" fmla="*/ 0 w 104"/>
                  <a:gd name="T11" fmla="*/ 0 h 122"/>
                  <a:gd name="T12" fmla="*/ 0 w 104"/>
                  <a:gd name="T13" fmla="*/ 0 h 1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"/>
                  <a:gd name="T22" fmla="*/ 0 h 122"/>
                  <a:gd name="T23" fmla="*/ 104 w 104"/>
                  <a:gd name="T24" fmla="*/ 122 h 1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" h="122">
                    <a:moveTo>
                      <a:pt x="0" y="16"/>
                    </a:moveTo>
                    <a:lnTo>
                      <a:pt x="10" y="69"/>
                    </a:lnTo>
                    <a:lnTo>
                      <a:pt x="20" y="122"/>
                    </a:lnTo>
                    <a:lnTo>
                      <a:pt x="104" y="106"/>
                    </a:lnTo>
                    <a:lnTo>
                      <a:pt x="95" y="53"/>
                    </a:lnTo>
                    <a:lnTo>
                      <a:pt x="85" y="0"/>
                    </a:lnTo>
                    <a:lnTo>
                      <a:pt x="0" y="16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" name="Freeform 4724">
                <a:extLst>
                  <a:ext uri="{FF2B5EF4-FFF2-40B4-BE49-F238E27FC236}">
                    <a16:creationId xmlns:a16="http://schemas.microsoft.com/office/drawing/2014/main" id="{54B157B8-3FB2-1B0F-EC28-48903C68B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" y="2099"/>
                <a:ext cx="3" cy="9"/>
              </a:xfrm>
              <a:custGeom>
                <a:avLst/>
                <a:gdLst>
                  <a:gd name="T0" fmla="*/ 0 w 16"/>
                  <a:gd name="T1" fmla="*/ 0 h 53"/>
                  <a:gd name="T2" fmla="*/ 0 w 16"/>
                  <a:gd name="T3" fmla="*/ 0 h 53"/>
                  <a:gd name="T4" fmla="*/ 0 w 16"/>
                  <a:gd name="T5" fmla="*/ 0 h 53"/>
                  <a:gd name="T6" fmla="*/ 0 w 16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"/>
                  <a:gd name="T13" fmla="*/ 0 h 53"/>
                  <a:gd name="T14" fmla="*/ 16 w 16"/>
                  <a:gd name="T15" fmla="*/ 53 h 5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" h="53">
                    <a:moveTo>
                      <a:pt x="0" y="0"/>
                    </a:moveTo>
                    <a:lnTo>
                      <a:pt x="9" y="53"/>
                    </a:lnTo>
                    <a:lnTo>
                      <a:pt x="16" y="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" name="Line 4725">
                <a:extLst>
                  <a:ext uri="{FF2B5EF4-FFF2-40B4-BE49-F238E27FC236}">
                    <a16:creationId xmlns:a16="http://schemas.microsoft.com/office/drawing/2014/main" id="{B4A739E2-2011-EC97-C5D6-7736A7993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61" y="210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" name="Freeform 4726">
                <a:extLst>
                  <a:ext uri="{FF2B5EF4-FFF2-40B4-BE49-F238E27FC236}">
                    <a16:creationId xmlns:a16="http://schemas.microsoft.com/office/drawing/2014/main" id="{EF542658-2A12-CCC1-3483-60D23150A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86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0" y="25"/>
                    </a:moveTo>
                    <a:lnTo>
                      <a:pt x="16" y="76"/>
                    </a:lnTo>
                    <a:lnTo>
                      <a:pt x="32" y="127"/>
                    </a:lnTo>
                    <a:lnTo>
                      <a:pt x="113" y="101"/>
                    </a:lnTo>
                    <a:lnTo>
                      <a:pt x="97" y="5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" name="Freeform 4727">
                <a:extLst>
                  <a:ext uri="{FF2B5EF4-FFF2-40B4-BE49-F238E27FC236}">
                    <a16:creationId xmlns:a16="http://schemas.microsoft.com/office/drawing/2014/main" id="{256C2B96-0495-F9AD-D82D-3C205F1B0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86"/>
                <a:ext cx="19" cy="22"/>
              </a:xfrm>
              <a:custGeom>
                <a:avLst/>
                <a:gdLst>
                  <a:gd name="T0" fmla="*/ 0 w 113"/>
                  <a:gd name="T1" fmla="*/ 0 h 127"/>
                  <a:gd name="T2" fmla="*/ 0 w 113"/>
                  <a:gd name="T3" fmla="*/ 0 h 127"/>
                  <a:gd name="T4" fmla="*/ 0 w 113"/>
                  <a:gd name="T5" fmla="*/ 0 h 127"/>
                  <a:gd name="T6" fmla="*/ 0 w 113"/>
                  <a:gd name="T7" fmla="*/ 0 h 127"/>
                  <a:gd name="T8" fmla="*/ 0 w 113"/>
                  <a:gd name="T9" fmla="*/ 0 h 127"/>
                  <a:gd name="T10" fmla="*/ 0 w 113"/>
                  <a:gd name="T11" fmla="*/ 0 h 127"/>
                  <a:gd name="T12" fmla="*/ 0 w 113"/>
                  <a:gd name="T13" fmla="*/ 0 h 1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3"/>
                  <a:gd name="T22" fmla="*/ 0 h 127"/>
                  <a:gd name="T23" fmla="*/ 113 w 113"/>
                  <a:gd name="T24" fmla="*/ 127 h 1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3" h="127">
                    <a:moveTo>
                      <a:pt x="0" y="25"/>
                    </a:moveTo>
                    <a:lnTo>
                      <a:pt x="16" y="76"/>
                    </a:lnTo>
                    <a:lnTo>
                      <a:pt x="32" y="127"/>
                    </a:lnTo>
                    <a:lnTo>
                      <a:pt x="113" y="101"/>
                    </a:lnTo>
                    <a:lnTo>
                      <a:pt x="97" y="5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2" name="Freeform 4728">
                <a:extLst>
                  <a:ext uri="{FF2B5EF4-FFF2-40B4-BE49-F238E27FC236}">
                    <a16:creationId xmlns:a16="http://schemas.microsoft.com/office/drawing/2014/main" id="{323BDEE1-0721-41DB-0889-0FDF3AC68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2095"/>
                <a:ext cx="3" cy="8"/>
              </a:xfrm>
              <a:custGeom>
                <a:avLst/>
                <a:gdLst>
                  <a:gd name="T0" fmla="*/ 0 w 22"/>
                  <a:gd name="T1" fmla="*/ 0 h 50"/>
                  <a:gd name="T2" fmla="*/ 0 w 22"/>
                  <a:gd name="T3" fmla="*/ 0 h 50"/>
                  <a:gd name="T4" fmla="*/ 0 w 22"/>
                  <a:gd name="T5" fmla="*/ 0 h 50"/>
                  <a:gd name="T6" fmla="*/ 0 w 22"/>
                  <a:gd name="T7" fmla="*/ 0 h 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"/>
                  <a:gd name="T13" fmla="*/ 0 h 50"/>
                  <a:gd name="T14" fmla="*/ 22 w 22"/>
                  <a:gd name="T15" fmla="*/ 50 h 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" h="50">
                    <a:moveTo>
                      <a:pt x="0" y="0"/>
                    </a:moveTo>
                    <a:lnTo>
                      <a:pt x="16" y="50"/>
                    </a:lnTo>
                    <a:lnTo>
                      <a:pt x="22" y="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3" name="Line 4729">
                <a:extLst>
                  <a:ext uri="{FF2B5EF4-FFF2-40B4-BE49-F238E27FC236}">
                    <a16:creationId xmlns:a16="http://schemas.microsoft.com/office/drawing/2014/main" id="{EEE0B5A3-80CC-7C6A-6A94-68B8C7D5E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5" y="210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" name="Freeform 4730">
                <a:extLst>
                  <a:ext uri="{FF2B5EF4-FFF2-40B4-BE49-F238E27FC236}">
                    <a16:creationId xmlns:a16="http://schemas.microsoft.com/office/drawing/2014/main" id="{160DA494-4DBA-929D-B8E1-4717B9AC8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2081"/>
                <a:ext cx="20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0" y="35"/>
                    </a:moveTo>
                    <a:lnTo>
                      <a:pt x="22" y="84"/>
                    </a:lnTo>
                    <a:lnTo>
                      <a:pt x="44" y="132"/>
                    </a:lnTo>
                    <a:lnTo>
                      <a:pt x="123" y="97"/>
                    </a:lnTo>
                    <a:lnTo>
                      <a:pt x="101" y="49"/>
                    </a:lnTo>
                    <a:lnTo>
                      <a:pt x="78" y="0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" name="Freeform 4731">
                <a:extLst>
                  <a:ext uri="{FF2B5EF4-FFF2-40B4-BE49-F238E27FC236}">
                    <a16:creationId xmlns:a16="http://schemas.microsoft.com/office/drawing/2014/main" id="{A235DB18-066E-C3AD-8E63-728FB3122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2081"/>
                <a:ext cx="20" cy="22"/>
              </a:xfrm>
              <a:custGeom>
                <a:avLst/>
                <a:gdLst>
                  <a:gd name="T0" fmla="*/ 0 w 123"/>
                  <a:gd name="T1" fmla="*/ 0 h 132"/>
                  <a:gd name="T2" fmla="*/ 0 w 123"/>
                  <a:gd name="T3" fmla="*/ 0 h 132"/>
                  <a:gd name="T4" fmla="*/ 0 w 123"/>
                  <a:gd name="T5" fmla="*/ 0 h 132"/>
                  <a:gd name="T6" fmla="*/ 0 w 123"/>
                  <a:gd name="T7" fmla="*/ 0 h 132"/>
                  <a:gd name="T8" fmla="*/ 0 w 123"/>
                  <a:gd name="T9" fmla="*/ 0 h 132"/>
                  <a:gd name="T10" fmla="*/ 0 w 123"/>
                  <a:gd name="T11" fmla="*/ 0 h 132"/>
                  <a:gd name="T12" fmla="*/ 0 w 123"/>
                  <a:gd name="T13" fmla="*/ 0 h 1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3"/>
                  <a:gd name="T22" fmla="*/ 0 h 132"/>
                  <a:gd name="T23" fmla="*/ 123 w 123"/>
                  <a:gd name="T24" fmla="*/ 132 h 1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3" h="132">
                    <a:moveTo>
                      <a:pt x="0" y="35"/>
                    </a:moveTo>
                    <a:lnTo>
                      <a:pt x="22" y="84"/>
                    </a:lnTo>
                    <a:lnTo>
                      <a:pt x="44" y="132"/>
                    </a:lnTo>
                    <a:lnTo>
                      <a:pt x="123" y="97"/>
                    </a:lnTo>
                    <a:lnTo>
                      <a:pt x="101" y="49"/>
                    </a:lnTo>
                    <a:lnTo>
                      <a:pt x="78" y="0"/>
                    </a:lnTo>
                    <a:lnTo>
                      <a:pt x="0" y="3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6" name="Freeform 4732">
                <a:extLst>
                  <a:ext uri="{FF2B5EF4-FFF2-40B4-BE49-F238E27FC236}">
                    <a16:creationId xmlns:a16="http://schemas.microsoft.com/office/drawing/2014/main" id="{9163AB4D-0001-DAA2-F7FF-9F21AFA93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2089"/>
                <a:ext cx="4" cy="8"/>
              </a:xfrm>
              <a:custGeom>
                <a:avLst/>
                <a:gdLst>
                  <a:gd name="T0" fmla="*/ 0 w 27"/>
                  <a:gd name="T1" fmla="*/ 0 h 48"/>
                  <a:gd name="T2" fmla="*/ 0 w 27"/>
                  <a:gd name="T3" fmla="*/ 0 h 48"/>
                  <a:gd name="T4" fmla="*/ 0 w 27"/>
                  <a:gd name="T5" fmla="*/ 0 h 48"/>
                  <a:gd name="T6" fmla="*/ 0 w 27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48"/>
                  <a:gd name="T14" fmla="*/ 27 w 27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48">
                    <a:moveTo>
                      <a:pt x="0" y="0"/>
                    </a:moveTo>
                    <a:lnTo>
                      <a:pt x="22" y="48"/>
                    </a:lnTo>
                    <a:lnTo>
                      <a:pt x="27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7" name="Line 4733">
                <a:extLst>
                  <a:ext uri="{FF2B5EF4-FFF2-40B4-BE49-F238E27FC236}">
                    <a16:creationId xmlns:a16="http://schemas.microsoft.com/office/drawing/2014/main" id="{D4FB8A41-0ABD-54C1-84EF-77780D41D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9" y="209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8" name="Freeform 4734">
                <a:extLst>
                  <a:ext uri="{FF2B5EF4-FFF2-40B4-BE49-F238E27FC236}">
                    <a16:creationId xmlns:a16="http://schemas.microsoft.com/office/drawing/2014/main" id="{E10A5F58-36CD-0B0A-B71E-95737F05C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4"/>
                <a:ext cx="22" cy="23"/>
              </a:xfrm>
              <a:custGeom>
                <a:avLst/>
                <a:gdLst>
                  <a:gd name="T0" fmla="*/ 0 w 128"/>
                  <a:gd name="T1" fmla="*/ 0 h 135"/>
                  <a:gd name="T2" fmla="*/ 0 w 128"/>
                  <a:gd name="T3" fmla="*/ 0 h 135"/>
                  <a:gd name="T4" fmla="*/ 0 w 128"/>
                  <a:gd name="T5" fmla="*/ 0 h 135"/>
                  <a:gd name="T6" fmla="*/ 0 w 128"/>
                  <a:gd name="T7" fmla="*/ 0 h 135"/>
                  <a:gd name="T8" fmla="*/ 0 w 128"/>
                  <a:gd name="T9" fmla="*/ 0 h 135"/>
                  <a:gd name="T10" fmla="*/ 0 w 128"/>
                  <a:gd name="T11" fmla="*/ 0 h 135"/>
                  <a:gd name="T12" fmla="*/ 0 w 128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5"/>
                  <a:gd name="T23" fmla="*/ 128 w 128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5">
                    <a:moveTo>
                      <a:pt x="0" y="44"/>
                    </a:moveTo>
                    <a:lnTo>
                      <a:pt x="28" y="90"/>
                    </a:lnTo>
                    <a:lnTo>
                      <a:pt x="55" y="135"/>
                    </a:lnTo>
                    <a:lnTo>
                      <a:pt x="128" y="91"/>
                    </a:lnTo>
                    <a:lnTo>
                      <a:pt x="101" y="45"/>
                    </a:lnTo>
                    <a:lnTo>
                      <a:pt x="7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9" name="Freeform 4735">
                <a:extLst>
                  <a:ext uri="{FF2B5EF4-FFF2-40B4-BE49-F238E27FC236}">
                    <a16:creationId xmlns:a16="http://schemas.microsoft.com/office/drawing/2014/main" id="{55264322-47FB-2F20-07FD-85EC55D49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4"/>
                <a:ext cx="22" cy="23"/>
              </a:xfrm>
              <a:custGeom>
                <a:avLst/>
                <a:gdLst>
                  <a:gd name="T0" fmla="*/ 0 w 128"/>
                  <a:gd name="T1" fmla="*/ 0 h 135"/>
                  <a:gd name="T2" fmla="*/ 0 w 128"/>
                  <a:gd name="T3" fmla="*/ 0 h 135"/>
                  <a:gd name="T4" fmla="*/ 0 w 128"/>
                  <a:gd name="T5" fmla="*/ 0 h 135"/>
                  <a:gd name="T6" fmla="*/ 0 w 128"/>
                  <a:gd name="T7" fmla="*/ 0 h 135"/>
                  <a:gd name="T8" fmla="*/ 0 w 128"/>
                  <a:gd name="T9" fmla="*/ 0 h 135"/>
                  <a:gd name="T10" fmla="*/ 0 w 128"/>
                  <a:gd name="T11" fmla="*/ 0 h 135"/>
                  <a:gd name="T12" fmla="*/ 0 w 128"/>
                  <a:gd name="T13" fmla="*/ 0 h 1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35"/>
                  <a:gd name="T23" fmla="*/ 128 w 128"/>
                  <a:gd name="T24" fmla="*/ 135 h 1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35">
                    <a:moveTo>
                      <a:pt x="0" y="44"/>
                    </a:moveTo>
                    <a:lnTo>
                      <a:pt x="28" y="90"/>
                    </a:lnTo>
                    <a:lnTo>
                      <a:pt x="55" y="135"/>
                    </a:lnTo>
                    <a:lnTo>
                      <a:pt x="128" y="91"/>
                    </a:lnTo>
                    <a:lnTo>
                      <a:pt x="101" y="45"/>
                    </a:lnTo>
                    <a:lnTo>
                      <a:pt x="73" y="0"/>
                    </a:lnTo>
                    <a:lnTo>
                      <a:pt x="0" y="4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0" name="Freeform 4736">
                <a:extLst>
                  <a:ext uri="{FF2B5EF4-FFF2-40B4-BE49-F238E27FC236}">
                    <a16:creationId xmlns:a16="http://schemas.microsoft.com/office/drawing/2014/main" id="{F4A908C7-C747-89A9-3B28-E792ED90E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2082"/>
                <a:ext cx="5" cy="7"/>
              </a:xfrm>
              <a:custGeom>
                <a:avLst/>
                <a:gdLst>
                  <a:gd name="T0" fmla="*/ 0 w 32"/>
                  <a:gd name="T1" fmla="*/ 0 h 46"/>
                  <a:gd name="T2" fmla="*/ 0 w 32"/>
                  <a:gd name="T3" fmla="*/ 0 h 46"/>
                  <a:gd name="T4" fmla="*/ 0 w 32"/>
                  <a:gd name="T5" fmla="*/ 0 h 46"/>
                  <a:gd name="T6" fmla="*/ 0 w 32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6"/>
                  <a:gd name="T14" fmla="*/ 32 w 32"/>
                  <a:gd name="T15" fmla="*/ 46 h 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6">
                    <a:moveTo>
                      <a:pt x="0" y="0"/>
                    </a:moveTo>
                    <a:lnTo>
                      <a:pt x="27" y="46"/>
                    </a:lnTo>
                    <a:lnTo>
                      <a:pt x="32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1" name="Line 4737">
                <a:extLst>
                  <a:ext uri="{FF2B5EF4-FFF2-40B4-BE49-F238E27FC236}">
                    <a16:creationId xmlns:a16="http://schemas.microsoft.com/office/drawing/2014/main" id="{D596A4D1-2885-F018-9972-A81D984E84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03" y="208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2" name="Freeform 4738">
                <a:extLst>
                  <a:ext uri="{FF2B5EF4-FFF2-40B4-BE49-F238E27FC236}">
                    <a16:creationId xmlns:a16="http://schemas.microsoft.com/office/drawing/2014/main" id="{97FF8F95-9EE4-58F9-E453-CEB2038D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2066"/>
                <a:ext cx="23" cy="23"/>
              </a:xfrm>
              <a:custGeom>
                <a:avLst/>
                <a:gdLst>
                  <a:gd name="T0" fmla="*/ 0 w 132"/>
                  <a:gd name="T1" fmla="*/ 0 h 138"/>
                  <a:gd name="T2" fmla="*/ 0 w 132"/>
                  <a:gd name="T3" fmla="*/ 0 h 138"/>
                  <a:gd name="T4" fmla="*/ 0 w 132"/>
                  <a:gd name="T5" fmla="*/ 0 h 138"/>
                  <a:gd name="T6" fmla="*/ 0 w 132"/>
                  <a:gd name="T7" fmla="*/ 0 h 138"/>
                  <a:gd name="T8" fmla="*/ 0 w 132"/>
                  <a:gd name="T9" fmla="*/ 0 h 138"/>
                  <a:gd name="T10" fmla="*/ 0 w 132"/>
                  <a:gd name="T11" fmla="*/ 0 h 138"/>
                  <a:gd name="T12" fmla="*/ 0 w 132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8"/>
                  <a:gd name="T23" fmla="*/ 132 w 132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8">
                    <a:moveTo>
                      <a:pt x="0" y="53"/>
                    </a:moveTo>
                    <a:lnTo>
                      <a:pt x="33" y="95"/>
                    </a:lnTo>
                    <a:lnTo>
                      <a:pt x="65" y="138"/>
                    </a:lnTo>
                    <a:lnTo>
                      <a:pt x="132" y="85"/>
                    </a:lnTo>
                    <a:lnTo>
                      <a:pt x="99" y="42"/>
                    </a:lnTo>
                    <a:lnTo>
                      <a:pt x="67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3" name="Freeform 4739">
                <a:extLst>
                  <a:ext uri="{FF2B5EF4-FFF2-40B4-BE49-F238E27FC236}">
                    <a16:creationId xmlns:a16="http://schemas.microsoft.com/office/drawing/2014/main" id="{5B5B7A4F-DA55-BD6E-C76C-8EDB70FC4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2066"/>
                <a:ext cx="23" cy="23"/>
              </a:xfrm>
              <a:custGeom>
                <a:avLst/>
                <a:gdLst>
                  <a:gd name="T0" fmla="*/ 0 w 132"/>
                  <a:gd name="T1" fmla="*/ 0 h 138"/>
                  <a:gd name="T2" fmla="*/ 0 w 132"/>
                  <a:gd name="T3" fmla="*/ 0 h 138"/>
                  <a:gd name="T4" fmla="*/ 0 w 132"/>
                  <a:gd name="T5" fmla="*/ 0 h 138"/>
                  <a:gd name="T6" fmla="*/ 0 w 132"/>
                  <a:gd name="T7" fmla="*/ 0 h 138"/>
                  <a:gd name="T8" fmla="*/ 0 w 132"/>
                  <a:gd name="T9" fmla="*/ 0 h 138"/>
                  <a:gd name="T10" fmla="*/ 0 w 132"/>
                  <a:gd name="T11" fmla="*/ 0 h 138"/>
                  <a:gd name="T12" fmla="*/ 0 w 132"/>
                  <a:gd name="T13" fmla="*/ 0 h 1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2"/>
                  <a:gd name="T22" fmla="*/ 0 h 138"/>
                  <a:gd name="T23" fmla="*/ 132 w 132"/>
                  <a:gd name="T24" fmla="*/ 138 h 13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2" h="138">
                    <a:moveTo>
                      <a:pt x="0" y="53"/>
                    </a:moveTo>
                    <a:lnTo>
                      <a:pt x="33" y="95"/>
                    </a:lnTo>
                    <a:lnTo>
                      <a:pt x="65" y="138"/>
                    </a:lnTo>
                    <a:lnTo>
                      <a:pt x="132" y="85"/>
                    </a:lnTo>
                    <a:lnTo>
                      <a:pt x="99" y="42"/>
                    </a:lnTo>
                    <a:lnTo>
                      <a:pt x="67" y="0"/>
                    </a:lnTo>
                    <a:lnTo>
                      <a:pt x="0" y="5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" name="Freeform 4740">
                <a:extLst>
                  <a:ext uri="{FF2B5EF4-FFF2-40B4-BE49-F238E27FC236}">
                    <a16:creationId xmlns:a16="http://schemas.microsoft.com/office/drawing/2014/main" id="{FBE7A6F1-4EC6-3ED3-7338-81960BFBF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2073"/>
                <a:ext cx="6" cy="7"/>
              </a:xfrm>
              <a:custGeom>
                <a:avLst/>
                <a:gdLst>
                  <a:gd name="T0" fmla="*/ 0 w 38"/>
                  <a:gd name="T1" fmla="*/ 0 h 43"/>
                  <a:gd name="T2" fmla="*/ 0 w 38"/>
                  <a:gd name="T3" fmla="*/ 0 h 43"/>
                  <a:gd name="T4" fmla="*/ 0 w 38"/>
                  <a:gd name="T5" fmla="*/ 0 h 43"/>
                  <a:gd name="T6" fmla="*/ 0 w 38"/>
                  <a:gd name="T7" fmla="*/ 0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3"/>
                  <a:gd name="T14" fmla="*/ 38 w 38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3">
                    <a:moveTo>
                      <a:pt x="0" y="0"/>
                    </a:moveTo>
                    <a:lnTo>
                      <a:pt x="33" y="43"/>
                    </a:lnTo>
                    <a:lnTo>
                      <a:pt x="38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" name="Line 4741">
                <a:extLst>
                  <a:ext uri="{FF2B5EF4-FFF2-40B4-BE49-F238E27FC236}">
                    <a16:creationId xmlns:a16="http://schemas.microsoft.com/office/drawing/2014/main" id="{D66BFA9B-D943-3622-EC4D-5C3C25CE1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15" y="207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" name="Freeform 4742">
                <a:extLst>
                  <a:ext uri="{FF2B5EF4-FFF2-40B4-BE49-F238E27FC236}">
                    <a16:creationId xmlns:a16="http://schemas.microsoft.com/office/drawing/2014/main" id="{75998CAE-A79E-E604-33C3-AFE8B2A0F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056"/>
                <a:ext cx="22" cy="23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0" y="60"/>
                    </a:moveTo>
                    <a:lnTo>
                      <a:pt x="38" y="98"/>
                    </a:lnTo>
                    <a:lnTo>
                      <a:pt x="76" y="136"/>
                    </a:lnTo>
                    <a:lnTo>
                      <a:pt x="137" y="76"/>
                    </a:lnTo>
                    <a:lnTo>
                      <a:pt x="99" y="38"/>
                    </a:lnTo>
                    <a:lnTo>
                      <a:pt x="61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7" name="Freeform 4743">
                <a:extLst>
                  <a:ext uri="{FF2B5EF4-FFF2-40B4-BE49-F238E27FC236}">
                    <a16:creationId xmlns:a16="http://schemas.microsoft.com/office/drawing/2014/main" id="{81E1BFC0-5B2B-5113-BD72-279A43AEA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3" y="2056"/>
                <a:ext cx="22" cy="23"/>
              </a:xfrm>
              <a:custGeom>
                <a:avLst/>
                <a:gdLst>
                  <a:gd name="T0" fmla="*/ 0 w 137"/>
                  <a:gd name="T1" fmla="*/ 0 h 136"/>
                  <a:gd name="T2" fmla="*/ 0 w 137"/>
                  <a:gd name="T3" fmla="*/ 0 h 136"/>
                  <a:gd name="T4" fmla="*/ 0 w 137"/>
                  <a:gd name="T5" fmla="*/ 0 h 136"/>
                  <a:gd name="T6" fmla="*/ 0 w 137"/>
                  <a:gd name="T7" fmla="*/ 0 h 136"/>
                  <a:gd name="T8" fmla="*/ 0 w 137"/>
                  <a:gd name="T9" fmla="*/ 0 h 136"/>
                  <a:gd name="T10" fmla="*/ 0 w 137"/>
                  <a:gd name="T11" fmla="*/ 0 h 136"/>
                  <a:gd name="T12" fmla="*/ 0 w 137"/>
                  <a:gd name="T13" fmla="*/ 0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136"/>
                  <a:gd name="T23" fmla="*/ 137 w 137"/>
                  <a:gd name="T24" fmla="*/ 136 h 1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136">
                    <a:moveTo>
                      <a:pt x="0" y="60"/>
                    </a:moveTo>
                    <a:lnTo>
                      <a:pt x="38" y="98"/>
                    </a:lnTo>
                    <a:lnTo>
                      <a:pt x="76" y="136"/>
                    </a:lnTo>
                    <a:lnTo>
                      <a:pt x="137" y="76"/>
                    </a:lnTo>
                    <a:lnTo>
                      <a:pt x="99" y="38"/>
                    </a:lnTo>
                    <a:lnTo>
                      <a:pt x="61" y="0"/>
                    </a:lnTo>
                    <a:lnTo>
                      <a:pt x="0" y="60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8" name="Freeform 4744">
                <a:extLst>
                  <a:ext uri="{FF2B5EF4-FFF2-40B4-BE49-F238E27FC236}">
                    <a16:creationId xmlns:a16="http://schemas.microsoft.com/office/drawing/2014/main" id="{461F575C-2F49-BA9F-111F-A2D0D8969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2063"/>
                <a:ext cx="7" cy="6"/>
              </a:xfrm>
              <a:custGeom>
                <a:avLst/>
                <a:gdLst>
                  <a:gd name="T0" fmla="*/ 0 w 42"/>
                  <a:gd name="T1" fmla="*/ 0 h 38"/>
                  <a:gd name="T2" fmla="*/ 0 w 42"/>
                  <a:gd name="T3" fmla="*/ 0 h 38"/>
                  <a:gd name="T4" fmla="*/ 0 w 42"/>
                  <a:gd name="T5" fmla="*/ 0 h 38"/>
                  <a:gd name="T6" fmla="*/ 0 w 42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38"/>
                  <a:gd name="T14" fmla="*/ 42 w 42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38">
                    <a:moveTo>
                      <a:pt x="0" y="0"/>
                    </a:moveTo>
                    <a:lnTo>
                      <a:pt x="38" y="38"/>
                    </a:lnTo>
                    <a:lnTo>
                      <a:pt x="42" y="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9" name="Line 4745">
                <a:extLst>
                  <a:ext uri="{FF2B5EF4-FFF2-40B4-BE49-F238E27FC236}">
                    <a16:creationId xmlns:a16="http://schemas.microsoft.com/office/drawing/2014/main" id="{844CF078-E83F-76FD-CAFA-3A312582E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25" y="206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0" name="Freeform 4746">
                <a:extLst>
                  <a:ext uri="{FF2B5EF4-FFF2-40B4-BE49-F238E27FC236}">
                    <a16:creationId xmlns:a16="http://schemas.microsoft.com/office/drawing/2014/main" id="{C9361A99-179F-1D9C-AE7F-E0F3F554E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046"/>
                <a:ext cx="23" cy="22"/>
              </a:xfrm>
              <a:custGeom>
                <a:avLst/>
                <a:gdLst>
                  <a:gd name="T0" fmla="*/ 0 w 138"/>
                  <a:gd name="T1" fmla="*/ 0 h 134"/>
                  <a:gd name="T2" fmla="*/ 0 w 138"/>
                  <a:gd name="T3" fmla="*/ 0 h 134"/>
                  <a:gd name="T4" fmla="*/ 0 w 138"/>
                  <a:gd name="T5" fmla="*/ 0 h 134"/>
                  <a:gd name="T6" fmla="*/ 0 w 138"/>
                  <a:gd name="T7" fmla="*/ 0 h 134"/>
                  <a:gd name="T8" fmla="*/ 0 w 138"/>
                  <a:gd name="T9" fmla="*/ 0 h 134"/>
                  <a:gd name="T10" fmla="*/ 0 w 138"/>
                  <a:gd name="T11" fmla="*/ 0 h 134"/>
                  <a:gd name="T12" fmla="*/ 0 w 138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4"/>
                  <a:gd name="T23" fmla="*/ 138 w 138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4">
                    <a:moveTo>
                      <a:pt x="0" y="68"/>
                    </a:moveTo>
                    <a:lnTo>
                      <a:pt x="43" y="101"/>
                    </a:lnTo>
                    <a:lnTo>
                      <a:pt x="85" y="134"/>
                    </a:lnTo>
                    <a:lnTo>
                      <a:pt x="138" y="66"/>
                    </a:lnTo>
                    <a:lnTo>
                      <a:pt x="96" y="33"/>
                    </a:lnTo>
                    <a:lnTo>
                      <a:pt x="53" y="0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1" name="Freeform 4747">
                <a:extLst>
                  <a:ext uri="{FF2B5EF4-FFF2-40B4-BE49-F238E27FC236}">
                    <a16:creationId xmlns:a16="http://schemas.microsoft.com/office/drawing/2014/main" id="{D16BC815-F4DF-4392-82C2-3AF0F037B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2046"/>
                <a:ext cx="23" cy="22"/>
              </a:xfrm>
              <a:custGeom>
                <a:avLst/>
                <a:gdLst>
                  <a:gd name="T0" fmla="*/ 0 w 138"/>
                  <a:gd name="T1" fmla="*/ 0 h 134"/>
                  <a:gd name="T2" fmla="*/ 0 w 138"/>
                  <a:gd name="T3" fmla="*/ 0 h 134"/>
                  <a:gd name="T4" fmla="*/ 0 w 138"/>
                  <a:gd name="T5" fmla="*/ 0 h 134"/>
                  <a:gd name="T6" fmla="*/ 0 w 138"/>
                  <a:gd name="T7" fmla="*/ 0 h 134"/>
                  <a:gd name="T8" fmla="*/ 0 w 138"/>
                  <a:gd name="T9" fmla="*/ 0 h 134"/>
                  <a:gd name="T10" fmla="*/ 0 w 138"/>
                  <a:gd name="T11" fmla="*/ 0 h 134"/>
                  <a:gd name="T12" fmla="*/ 0 w 138"/>
                  <a:gd name="T13" fmla="*/ 0 h 1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8"/>
                  <a:gd name="T22" fmla="*/ 0 h 134"/>
                  <a:gd name="T23" fmla="*/ 138 w 138"/>
                  <a:gd name="T24" fmla="*/ 134 h 1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8" h="134">
                    <a:moveTo>
                      <a:pt x="0" y="68"/>
                    </a:moveTo>
                    <a:lnTo>
                      <a:pt x="43" y="101"/>
                    </a:lnTo>
                    <a:lnTo>
                      <a:pt x="85" y="134"/>
                    </a:lnTo>
                    <a:lnTo>
                      <a:pt x="138" y="66"/>
                    </a:lnTo>
                    <a:lnTo>
                      <a:pt x="96" y="33"/>
                    </a:lnTo>
                    <a:lnTo>
                      <a:pt x="53" y="0"/>
                    </a:lnTo>
                    <a:lnTo>
                      <a:pt x="0" y="68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2" name="Freeform 4748">
                <a:extLst>
                  <a:ext uri="{FF2B5EF4-FFF2-40B4-BE49-F238E27FC236}">
                    <a16:creationId xmlns:a16="http://schemas.microsoft.com/office/drawing/2014/main" id="{340331D9-7B8C-4ABD-FAB6-4BA7A1686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2052"/>
                <a:ext cx="8" cy="5"/>
              </a:xfrm>
              <a:custGeom>
                <a:avLst/>
                <a:gdLst>
                  <a:gd name="T0" fmla="*/ 0 w 45"/>
                  <a:gd name="T1" fmla="*/ 0 h 33"/>
                  <a:gd name="T2" fmla="*/ 0 w 45"/>
                  <a:gd name="T3" fmla="*/ 0 h 33"/>
                  <a:gd name="T4" fmla="*/ 0 w 45"/>
                  <a:gd name="T5" fmla="*/ 0 h 33"/>
                  <a:gd name="T6" fmla="*/ 0 w 45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5"/>
                  <a:gd name="T13" fmla="*/ 0 h 33"/>
                  <a:gd name="T14" fmla="*/ 45 w 4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" h="33">
                    <a:moveTo>
                      <a:pt x="0" y="0"/>
                    </a:moveTo>
                    <a:lnTo>
                      <a:pt x="42" y="33"/>
                    </a:lnTo>
                    <a:lnTo>
                      <a:pt x="45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3" name="Line 4749">
                <a:extLst>
                  <a:ext uri="{FF2B5EF4-FFF2-40B4-BE49-F238E27FC236}">
                    <a16:creationId xmlns:a16="http://schemas.microsoft.com/office/drawing/2014/main" id="{B0D88C20-CFE0-32A8-79D5-FEB4B0631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35" y="205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4" name="Freeform 4750">
                <a:extLst>
                  <a:ext uri="{FF2B5EF4-FFF2-40B4-BE49-F238E27FC236}">
                    <a16:creationId xmlns:a16="http://schemas.microsoft.com/office/drawing/2014/main" id="{9DCC8BE2-B00A-C339-3082-B2A0EC2D6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2035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0" y="73"/>
                    </a:moveTo>
                    <a:lnTo>
                      <a:pt x="46" y="100"/>
                    </a:lnTo>
                    <a:lnTo>
                      <a:pt x="91" y="128"/>
                    </a:lnTo>
                    <a:lnTo>
                      <a:pt x="136" y="55"/>
                    </a:lnTo>
                    <a:lnTo>
                      <a:pt x="90" y="27"/>
                    </a:lnTo>
                    <a:lnTo>
                      <a:pt x="45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" name="Freeform 4751">
                <a:extLst>
                  <a:ext uri="{FF2B5EF4-FFF2-40B4-BE49-F238E27FC236}">
                    <a16:creationId xmlns:a16="http://schemas.microsoft.com/office/drawing/2014/main" id="{F38FCD37-FFA4-1646-BD16-5CF2E8A5C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0" y="2035"/>
                <a:ext cx="23" cy="21"/>
              </a:xfrm>
              <a:custGeom>
                <a:avLst/>
                <a:gdLst>
                  <a:gd name="T0" fmla="*/ 0 w 136"/>
                  <a:gd name="T1" fmla="*/ 0 h 128"/>
                  <a:gd name="T2" fmla="*/ 0 w 136"/>
                  <a:gd name="T3" fmla="*/ 0 h 128"/>
                  <a:gd name="T4" fmla="*/ 0 w 136"/>
                  <a:gd name="T5" fmla="*/ 0 h 128"/>
                  <a:gd name="T6" fmla="*/ 0 w 136"/>
                  <a:gd name="T7" fmla="*/ 0 h 128"/>
                  <a:gd name="T8" fmla="*/ 0 w 136"/>
                  <a:gd name="T9" fmla="*/ 0 h 128"/>
                  <a:gd name="T10" fmla="*/ 0 w 136"/>
                  <a:gd name="T11" fmla="*/ 0 h 128"/>
                  <a:gd name="T12" fmla="*/ 0 w 136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6"/>
                  <a:gd name="T22" fmla="*/ 0 h 128"/>
                  <a:gd name="T23" fmla="*/ 136 w 136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6" h="128">
                    <a:moveTo>
                      <a:pt x="0" y="73"/>
                    </a:moveTo>
                    <a:lnTo>
                      <a:pt x="46" y="100"/>
                    </a:lnTo>
                    <a:lnTo>
                      <a:pt x="91" y="128"/>
                    </a:lnTo>
                    <a:lnTo>
                      <a:pt x="136" y="55"/>
                    </a:lnTo>
                    <a:lnTo>
                      <a:pt x="90" y="27"/>
                    </a:lnTo>
                    <a:lnTo>
                      <a:pt x="45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6" name="Freeform 4752">
                <a:extLst>
                  <a:ext uri="{FF2B5EF4-FFF2-40B4-BE49-F238E27FC236}">
                    <a16:creationId xmlns:a16="http://schemas.microsoft.com/office/drawing/2014/main" id="{EB10A721-83B1-B7CF-F9BD-230BFE20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" y="2039"/>
                <a:ext cx="8" cy="5"/>
              </a:xfrm>
              <a:custGeom>
                <a:avLst/>
                <a:gdLst>
                  <a:gd name="T0" fmla="*/ 0 w 49"/>
                  <a:gd name="T1" fmla="*/ 0 h 28"/>
                  <a:gd name="T2" fmla="*/ 0 w 49"/>
                  <a:gd name="T3" fmla="*/ 0 h 28"/>
                  <a:gd name="T4" fmla="*/ 0 w 49"/>
                  <a:gd name="T5" fmla="*/ 0 h 28"/>
                  <a:gd name="T6" fmla="*/ 0 w 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"/>
                  <a:gd name="T13" fmla="*/ 0 h 28"/>
                  <a:gd name="T14" fmla="*/ 49 w 49"/>
                  <a:gd name="T15" fmla="*/ 28 h 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" h="28">
                    <a:moveTo>
                      <a:pt x="0" y="0"/>
                    </a:moveTo>
                    <a:lnTo>
                      <a:pt x="46" y="28"/>
                    </a:lnTo>
                    <a:lnTo>
                      <a:pt x="49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7" name="Line 4753">
                <a:extLst>
                  <a:ext uri="{FF2B5EF4-FFF2-40B4-BE49-F238E27FC236}">
                    <a16:creationId xmlns:a16="http://schemas.microsoft.com/office/drawing/2014/main" id="{D7AB6817-0996-A945-E622-65D55C026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3" y="204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8" name="Freeform 4754">
                <a:extLst>
                  <a:ext uri="{FF2B5EF4-FFF2-40B4-BE49-F238E27FC236}">
                    <a16:creationId xmlns:a16="http://schemas.microsoft.com/office/drawing/2014/main" id="{BE36982F-2975-3C8C-0767-A4E387410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023"/>
                <a:ext cx="22" cy="20"/>
              </a:xfrm>
              <a:custGeom>
                <a:avLst/>
                <a:gdLst>
                  <a:gd name="T0" fmla="*/ 0 w 133"/>
                  <a:gd name="T1" fmla="*/ 0 h 121"/>
                  <a:gd name="T2" fmla="*/ 0 w 133"/>
                  <a:gd name="T3" fmla="*/ 0 h 121"/>
                  <a:gd name="T4" fmla="*/ 0 w 133"/>
                  <a:gd name="T5" fmla="*/ 0 h 121"/>
                  <a:gd name="T6" fmla="*/ 0 w 133"/>
                  <a:gd name="T7" fmla="*/ 0 h 121"/>
                  <a:gd name="T8" fmla="*/ 0 w 133"/>
                  <a:gd name="T9" fmla="*/ 0 h 121"/>
                  <a:gd name="T10" fmla="*/ 0 w 133"/>
                  <a:gd name="T11" fmla="*/ 0 h 121"/>
                  <a:gd name="T12" fmla="*/ 0 w 133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1"/>
                  <a:gd name="T23" fmla="*/ 133 w 133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1">
                    <a:moveTo>
                      <a:pt x="0" y="77"/>
                    </a:moveTo>
                    <a:lnTo>
                      <a:pt x="49" y="99"/>
                    </a:lnTo>
                    <a:lnTo>
                      <a:pt x="98" y="121"/>
                    </a:lnTo>
                    <a:lnTo>
                      <a:pt x="133" y="44"/>
                    </a:lnTo>
                    <a:lnTo>
                      <a:pt x="84" y="22"/>
                    </a:lnTo>
                    <a:lnTo>
                      <a:pt x="35" y="0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9" name="Freeform 4755">
                <a:extLst>
                  <a:ext uri="{FF2B5EF4-FFF2-40B4-BE49-F238E27FC236}">
                    <a16:creationId xmlns:a16="http://schemas.microsoft.com/office/drawing/2014/main" id="{1E7B3985-62EE-5CB0-6F27-08B956870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7" y="2023"/>
                <a:ext cx="22" cy="20"/>
              </a:xfrm>
              <a:custGeom>
                <a:avLst/>
                <a:gdLst>
                  <a:gd name="T0" fmla="*/ 0 w 133"/>
                  <a:gd name="T1" fmla="*/ 0 h 121"/>
                  <a:gd name="T2" fmla="*/ 0 w 133"/>
                  <a:gd name="T3" fmla="*/ 0 h 121"/>
                  <a:gd name="T4" fmla="*/ 0 w 133"/>
                  <a:gd name="T5" fmla="*/ 0 h 121"/>
                  <a:gd name="T6" fmla="*/ 0 w 133"/>
                  <a:gd name="T7" fmla="*/ 0 h 121"/>
                  <a:gd name="T8" fmla="*/ 0 w 133"/>
                  <a:gd name="T9" fmla="*/ 0 h 121"/>
                  <a:gd name="T10" fmla="*/ 0 w 133"/>
                  <a:gd name="T11" fmla="*/ 0 h 121"/>
                  <a:gd name="T12" fmla="*/ 0 w 133"/>
                  <a:gd name="T13" fmla="*/ 0 h 1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3"/>
                  <a:gd name="T22" fmla="*/ 0 h 121"/>
                  <a:gd name="T23" fmla="*/ 133 w 133"/>
                  <a:gd name="T24" fmla="*/ 121 h 1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3" h="121">
                    <a:moveTo>
                      <a:pt x="0" y="77"/>
                    </a:moveTo>
                    <a:lnTo>
                      <a:pt x="49" y="99"/>
                    </a:lnTo>
                    <a:lnTo>
                      <a:pt x="98" y="121"/>
                    </a:lnTo>
                    <a:lnTo>
                      <a:pt x="133" y="44"/>
                    </a:lnTo>
                    <a:lnTo>
                      <a:pt x="84" y="22"/>
                    </a:lnTo>
                    <a:lnTo>
                      <a:pt x="35" y="0"/>
                    </a:lnTo>
                    <a:lnTo>
                      <a:pt x="0" y="77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0" name="Freeform 4756">
                <a:extLst>
                  <a:ext uri="{FF2B5EF4-FFF2-40B4-BE49-F238E27FC236}">
                    <a16:creationId xmlns:a16="http://schemas.microsoft.com/office/drawing/2014/main" id="{12A19B8B-12FC-FA15-FEE4-2C41B88FA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2026"/>
                <a:ext cx="9" cy="4"/>
              </a:xfrm>
              <a:custGeom>
                <a:avLst/>
                <a:gdLst>
                  <a:gd name="T0" fmla="*/ 0 w 51"/>
                  <a:gd name="T1" fmla="*/ 0 h 22"/>
                  <a:gd name="T2" fmla="*/ 0 w 51"/>
                  <a:gd name="T3" fmla="*/ 0 h 22"/>
                  <a:gd name="T4" fmla="*/ 0 w 51"/>
                  <a:gd name="T5" fmla="*/ 0 h 22"/>
                  <a:gd name="T6" fmla="*/ 0 w 51"/>
                  <a:gd name="T7" fmla="*/ 0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"/>
                  <a:gd name="T13" fmla="*/ 0 h 22"/>
                  <a:gd name="T14" fmla="*/ 51 w 51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" h="22">
                    <a:moveTo>
                      <a:pt x="0" y="0"/>
                    </a:moveTo>
                    <a:lnTo>
                      <a:pt x="49" y="22"/>
                    </a:lnTo>
                    <a:lnTo>
                      <a:pt x="51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1" name="Line 4757">
                <a:extLst>
                  <a:ext uri="{FF2B5EF4-FFF2-40B4-BE49-F238E27FC236}">
                    <a16:creationId xmlns:a16="http://schemas.microsoft.com/office/drawing/2014/main" id="{7DB495F7-9353-7200-AFCE-E52BA55B7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9" y="202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2" name="Freeform 4758">
                <a:extLst>
                  <a:ext uri="{FF2B5EF4-FFF2-40B4-BE49-F238E27FC236}">
                    <a16:creationId xmlns:a16="http://schemas.microsoft.com/office/drawing/2014/main" id="{21CCB9DA-BB1C-268E-533C-D83D6FAF5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0" y="83"/>
                    </a:moveTo>
                    <a:lnTo>
                      <a:pt x="51" y="99"/>
                    </a:lnTo>
                    <a:lnTo>
                      <a:pt x="102" y="115"/>
                    </a:lnTo>
                    <a:lnTo>
                      <a:pt x="127" y="32"/>
                    </a:lnTo>
                    <a:lnTo>
                      <a:pt x="76" y="16"/>
                    </a:lnTo>
                    <a:lnTo>
                      <a:pt x="26" y="0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3" name="Freeform 4759">
                <a:extLst>
                  <a:ext uri="{FF2B5EF4-FFF2-40B4-BE49-F238E27FC236}">
                    <a16:creationId xmlns:a16="http://schemas.microsoft.com/office/drawing/2014/main" id="{17CEE3C4-8A28-2619-1823-26561393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3" y="2010"/>
                <a:ext cx="21" cy="19"/>
              </a:xfrm>
              <a:custGeom>
                <a:avLst/>
                <a:gdLst>
                  <a:gd name="T0" fmla="*/ 0 w 127"/>
                  <a:gd name="T1" fmla="*/ 0 h 115"/>
                  <a:gd name="T2" fmla="*/ 0 w 127"/>
                  <a:gd name="T3" fmla="*/ 0 h 115"/>
                  <a:gd name="T4" fmla="*/ 0 w 127"/>
                  <a:gd name="T5" fmla="*/ 0 h 115"/>
                  <a:gd name="T6" fmla="*/ 0 w 127"/>
                  <a:gd name="T7" fmla="*/ 0 h 115"/>
                  <a:gd name="T8" fmla="*/ 0 w 127"/>
                  <a:gd name="T9" fmla="*/ 0 h 115"/>
                  <a:gd name="T10" fmla="*/ 0 w 127"/>
                  <a:gd name="T11" fmla="*/ 0 h 115"/>
                  <a:gd name="T12" fmla="*/ 0 w 127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15"/>
                  <a:gd name="T23" fmla="*/ 127 w 127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15">
                    <a:moveTo>
                      <a:pt x="0" y="83"/>
                    </a:moveTo>
                    <a:lnTo>
                      <a:pt x="51" y="99"/>
                    </a:lnTo>
                    <a:lnTo>
                      <a:pt x="102" y="115"/>
                    </a:lnTo>
                    <a:lnTo>
                      <a:pt x="127" y="32"/>
                    </a:lnTo>
                    <a:lnTo>
                      <a:pt x="76" y="16"/>
                    </a:lnTo>
                    <a:lnTo>
                      <a:pt x="26" y="0"/>
                    </a:lnTo>
                    <a:lnTo>
                      <a:pt x="0" y="83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4" name="Freeform 4760">
                <a:extLst>
                  <a:ext uri="{FF2B5EF4-FFF2-40B4-BE49-F238E27FC236}">
                    <a16:creationId xmlns:a16="http://schemas.microsoft.com/office/drawing/2014/main" id="{1A94138E-3464-D615-2CFD-3BF21E27F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5" y="2013"/>
                <a:ext cx="9" cy="2"/>
              </a:xfrm>
              <a:custGeom>
                <a:avLst/>
                <a:gdLst>
                  <a:gd name="T0" fmla="*/ 0 w 53"/>
                  <a:gd name="T1" fmla="*/ 0 h 16"/>
                  <a:gd name="T2" fmla="*/ 0 w 53"/>
                  <a:gd name="T3" fmla="*/ 0 h 16"/>
                  <a:gd name="T4" fmla="*/ 0 w 53"/>
                  <a:gd name="T5" fmla="*/ 0 h 16"/>
                  <a:gd name="T6" fmla="*/ 0 w 53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6"/>
                  <a:gd name="T14" fmla="*/ 53 w 53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6">
                    <a:moveTo>
                      <a:pt x="0" y="0"/>
                    </a:moveTo>
                    <a:lnTo>
                      <a:pt x="51" y="16"/>
                    </a:lnTo>
                    <a:lnTo>
                      <a:pt x="53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" name="Line 4761">
                <a:extLst>
                  <a:ext uri="{FF2B5EF4-FFF2-40B4-BE49-F238E27FC236}">
                    <a16:creationId xmlns:a16="http://schemas.microsoft.com/office/drawing/2014/main" id="{93D2DFFB-4712-C893-0C02-9CF99A81A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4" y="201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" name="Freeform 4762">
                <a:extLst>
                  <a:ext uri="{FF2B5EF4-FFF2-40B4-BE49-F238E27FC236}">
                    <a16:creationId xmlns:a16="http://schemas.microsoft.com/office/drawing/2014/main" id="{172884E8-7AB3-0F45-06C1-955DF7134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997"/>
                <a:ext cx="20" cy="17"/>
              </a:xfrm>
              <a:custGeom>
                <a:avLst/>
                <a:gdLst>
                  <a:gd name="T0" fmla="*/ 0 w 121"/>
                  <a:gd name="T1" fmla="*/ 0 h 103"/>
                  <a:gd name="T2" fmla="*/ 0 w 121"/>
                  <a:gd name="T3" fmla="*/ 0 h 103"/>
                  <a:gd name="T4" fmla="*/ 0 w 121"/>
                  <a:gd name="T5" fmla="*/ 0 h 103"/>
                  <a:gd name="T6" fmla="*/ 0 w 121"/>
                  <a:gd name="T7" fmla="*/ 0 h 103"/>
                  <a:gd name="T8" fmla="*/ 0 w 121"/>
                  <a:gd name="T9" fmla="*/ 0 h 103"/>
                  <a:gd name="T10" fmla="*/ 0 w 121"/>
                  <a:gd name="T11" fmla="*/ 0 h 103"/>
                  <a:gd name="T12" fmla="*/ 0 w 121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1"/>
                  <a:gd name="T22" fmla="*/ 0 h 103"/>
                  <a:gd name="T23" fmla="*/ 121 w 121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1" h="103">
                    <a:moveTo>
                      <a:pt x="0" y="84"/>
                    </a:moveTo>
                    <a:lnTo>
                      <a:pt x="52" y="93"/>
                    </a:lnTo>
                    <a:lnTo>
                      <a:pt x="105" y="103"/>
                    </a:lnTo>
                    <a:lnTo>
                      <a:pt x="121" y="19"/>
                    </a:lnTo>
                    <a:lnTo>
                      <a:pt x="68" y="10"/>
                    </a:lnTo>
                    <a:lnTo>
                      <a:pt x="15" y="0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7" name="Freeform 4763">
                <a:extLst>
                  <a:ext uri="{FF2B5EF4-FFF2-40B4-BE49-F238E27FC236}">
                    <a16:creationId xmlns:a16="http://schemas.microsoft.com/office/drawing/2014/main" id="{CAC40932-364C-38B1-58B7-22BF3E5A9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7" y="1997"/>
                <a:ext cx="20" cy="17"/>
              </a:xfrm>
              <a:custGeom>
                <a:avLst/>
                <a:gdLst>
                  <a:gd name="T0" fmla="*/ 0 w 121"/>
                  <a:gd name="T1" fmla="*/ 0 h 103"/>
                  <a:gd name="T2" fmla="*/ 0 w 121"/>
                  <a:gd name="T3" fmla="*/ 0 h 103"/>
                  <a:gd name="T4" fmla="*/ 0 w 121"/>
                  <a:gd name="T5" fmla="*/ 0 h 103"/>
                  <a:gd name="T6" fmla="*/ 0 w 121"/>
                  <a:gd name="T7" fmla="*/ 0 h 103"/>
                  <a:gd name="T8" fmla="*/ 0 w 121"/>
                  <a:gd name="T9" fmla="*/ 0 h 103"/>
                  <a:gd name="T10" fmla="*/ 0 w 121"/>
                  <a:gd name="T11" fmla="*/ 0 h 103"/>
                  <a:gd name="T12" fmla="*/ 0 w 121"/>
                  <a:gd name="T13" fmla="*/ 0 h 10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1"/>
                  <a:gd name="T22" fmla="*/ 0 h 103"/>
                  <a:gd name="T23" fmla="*/ 121 w 121"/>
                  <a:gd name="T24" fmla="*/ 103 h 10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1" h="103">
                    <a:moveTo>
                      <a:pt x="0" y="84"/>
                    </a:moveTo>
                    <a:lnTo>
                      <a:pt x="52" y="93"/>
                    </a:lnTo>
                    <a:lnTo>
                      <a:pt x="105" y="103"/>
                    </a:lnTo>
                    <a:lnTo>
                      <a:pt x="121" y="19"/>
                    </a:lnTo>
                    <a:lnTo>
                      <a:pt x="68" y="10"/>
                    </a:lnTo>
                    <a:lnTo>
                      <a:pt x="15" y="0"/>
                    </a:lnTo>
                    <a:lnTo>
                      <a:pt x="0" y="84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8" name="Freeform 4764">
                <a:extLst>
                  <a:ext uri="{FF2B5EF4-FFF2-40B4-BE49-F238E27FC236}">
                    <a16:creationId xmlns:a16="http://schemas.microsoft.com/office/drawing/2014/main" id="{877E4A56-79B1-0972-56C3-FB68FE728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8" y="1999"/>
                <a:ext cx="9" cy="1"/>
              </a:xfrm>
              <a:custGeom>
                <a:avLst/>
                <a:gdLst>
                  <a:gd name="T0" fmla="*/ 0 w 53"/>
                  <a:gd name="T1" fmla="*/ 0 h 9"/>
                  <a:gd name="T2" fmla="*/ 0 w 53"/>
                  <a:gd name="T3" fmla="*/ 0 h 9"/>
                  <a:gd name="T4" fmla="*/ 0 w 53"/>
                  <a:gd name="T5" fmla="*/ 0 h 9"/>
                  <a:gd name="T6" fmla="*/ 0 w 53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9"/>
                  <a:gd name="T14" fmla="*/ 53 w 53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9">
                    <a:moveTo>
                      <a:pt x="0" y="0"/>
                    </a:moveTo>
                    <a:lnTo>
                      <a:pt x="53" y="9"/>
                    </a:lnTo>
                    <a:lnTo>
                      <a:pt x="53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9" name="Line 4765">
                <a:extLst>
                  <a:ext uri="{FF2B5EF4-FFF2-40B4-BE49-F238E27FC236}">
                    <a16:creationId xmlns:a16="http://schemas.microsoft.com/office/drawing/2014/main" id="{601ED221-DDD6-4262-018D-2621EDF6B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7" y="1999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0" name="Freeform 4766">
                <a:extLst>
                  <a:ext uri="{FF2B5EF4-FFF2-40B4-BE49-F238E27FC236}">
                    <a16:creationId xmlns:a16="http://schemas.microsoft.com/office/drawing/2014/main" id="{F49FD177-B4B7-11E3-BE8D-564F838CA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984"/>
                <a:ext cx="19" cy="15"/>
              </a:xfrm>
              <a:custGeom>
                <a:avLst/>
                <a:gdLst>
                  <a:gd name="T0" fmla="*/ 0 w 111"/>
                  <a:gd name="T1" fmla="*/ 0 h 90"/>
                  <a:gd name="T2" fmla="*/ 0 w 111"/>
                  <a:gd name="T3" fmla="*/ 0 h 90"/>
                  <a:gd name="T4" fmla="*/ 0 w 111"/>
                  <a:gd name="T5" fmla="*/ 0 h 90"/>
                  <a:gd name="T6" fmla="*/ 0 w 111"/>
                  <a:gd name="T7" fmla="*/ 0 h 90"/>
                  <a:gd name="T8" fmla="*/ 0 w 111"/>
                  <a:gd name="T9" fmla="*/ 0 h 90"/>
                  <a:gd name="T10" fmla="*/ 0 w 111"/>
                  <a:gd name="T11" fmla="*/ 0 h 90"/>
                  <a:gd name="T12" fmla="*/ 0 w 111"/>
                  <a:gd name="T13" fmla="*/ 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0"/>
                  <a:gd name="T23" fmla="*/ 111 w 111"/>
                  <a:gd name="T24" fmla="*/ 90 h 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0">
                    <a:moveTo>
                      <a:pt x="0" y="85"/>
                    </a:moveTo>
                    <a:lnTo>
                      <a:pt x="53" y="88"/>
                    </a:lnTo>
                    <a:lnTo>
                      <a:pt x="106" y="90"/>
                    </a:lnTo>
                    <a:lnTo>
                      <a:pt x="111" y="4"/>
                    </a:lnTo>
                    <a:lnTo>
                      <a:pt x="58" y="2"/>
                    </a:lnTo>
                    <a:lnTo>
                      <a:pt x="5" y="0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1" name="Freeform 4767">
                <a:extLst>
                  <a:ext uri="{FF2B5EF4-FFF2-40B4-BE49-F238E27FC236}">
                    <a16:creationId xmlns:a16="http://schemas.microsoft.com/office/drawing/2014/main" id="{AD2B0846-3B7E-FC4A-47DB-28C5BFD47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1984"/>
                <a:ext cx="19" cy="15"/>
              </a:xfrm>
              <a:custGeom>
                <a:avLst/>
                <a:gdLst>
                  <a:gd name="T0" fmla="*/ 0 w 111"/>
                  <a:gd name="T1" fmla="*/ 0 h 90"/>
                  <a:gd name="T2" fmla="*/ 0 w 111"/>
                  <a:gd name="T3" fmla="*/ 0 h 90"/>
                  <a:gd name="T4" fmla="*/ 0 w 111"/>
                  <a:gd name="T5" fmla="*/ 0 h 90"/>
                  <a:gd name="T6" fmla="*/ 0 w 111"/>
                  <a:gd name="T7" fmla="*/ 0 h 90"/>
                  <a:gd name="T8" fmla="*/ 0 w 111"/>
                  <a:gd name="T9" fmla="*/ 0 h 90"/>
                  <a:gd name="T10" fmla="*/ 0 w 111"/>
                  <a:gd name="T11" fmla="*/ 0 h 90"/>
                  <a:gd name="T12" fmla="*/ 0 w 111"/>
                  <a:gd name="T13" fmla="*/ 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90"/>
                  <a:gd name="T23" fmla="*/ 111 w 111"/>
                  <a:gd name="T24" fmla="*/ 90 h 9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90">
                    <a:moveTo>
                      <a:pt x="0" y="85"/>
                    </a:moveTo>
                    <a:lnTo>
                      <a:pt x="53" y="88"/>
                    </a:lnTo>
                    <a:lnTo>
                      <a:pt x="106" y="90"/>
                    </a:lnTo>
                    <a:lnTo>
                      <a:pt x="111" y="4"/>
                    </a:lnTo>
                    <a:lnTo>
                      <a:pt x="58" y="2"/>
                    </a:lnTo>
                    <a:lnTo>
                      <a:pt x="5" y="0"/>
                    </a:lnTo>
                    <a:lnTo>
                      <a:pt x="0" y="85"/>
                    </a:lnTo>
                    <a:close/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2" name="Freeform 4768">
                <a:extLst>
                  <a:ext uri="{FF2B5EF4-FFF2-40B4-BE49-F238E27FC236}">
                    <a16:creationId xmlns:a16="http://schemas.microsoft.com/office/drawing/2014/main" id="{3096DF81-F864-5698-0BF5-00DF51076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9" y="1984"/>
                <a:ext cx="9" cy="1"/>
              </a:xfrm>
              <a:custGeom>
                <a:avLst/>
                <a:gdLst>
                  <a:gd name="T0" fmla="*/ 0 w 53"/>
                  <a:gd name="T1" fmla="*/ 0 h 5"/>
                  <a:gd name="T2" fmla="*/ 0 w 53"/>
                  <a:gd name="T3" fmla="*/ 0 h 5"/>
                  <a:gd name="T4" fmla="*/ 0 w 53"/>
                  <a:gd name="T5" fmla="*/ 0 h 5"/>
                  <a:gd name="T6" fmla="*/ 0 w 53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5"/>
                  <a:gd name="T14" fmla="*/ 53 w 53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5">
                    <a:moveTo>
                      <a:pt x="0" y="3"/>
                    </a:moveTo>
                    <a:lnTo>
                      <a:pt x="53" y="5"/>
                    </a:lnTo>
                    <a:lnTo>
                      <a:pt x="53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8" name="Line 4770">
              <a:extLst>
                <a:ext uri="{FF2B5EF4-FFF2-40B4-BE49-F238E27FC236}">
                  <a16:creationId xmlns:a16="http://schemas.microsoft.com/office/drawing/2014/main" id="{72CB4BFE-0AC6-52EE-B40B-3CDF0691D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5" y="1984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Freeform 4771">
              <a:extLst>
                <a:ext uri="{FF2B5EF4-FFF2-40B4-BE49-F238E27FC236}">
                  <a16:creationId xmlns:a16="http://schemas.microsoft.com/office/drawing/2014/main" id="{0F22ECF6-2766-9FAC-1BEA-04A29F5B0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4772">
              <a:extLst>
                <a:ext uri="{FF2B5EF4-FFF2-40B4-BE49-F238E27FC236}">
                  <a16:creationId xmlns:a16="http://schemas.microsoft.com/office/drawing/2014/main" id="{79D3F249-9ED3-215C-4193-1E6CD6263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4773">
              <a:extLst>
                <a:ext uri="{FF2B5EF4-FFF2-40B4-BE49-F238E27FC236}">
                  <a16:creationId xmlns:a16="http://schemas.microsoft.com/office/drawing/2014/main" id="{242F9454-63EE-5CF6-0C12-381D3E188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212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4774">
              <a:extLst>
                <a:ext uri="{FF2B5EF4-FFF2-40B4-BE49-F238E27FC236}">
                  <a16:creationId xmlns:a16="http://schemas.microsoft.com/office/drawing/2014/main" id="{1CB726FF-C14E-1E70-942E-FC92D1658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212"/>
              <a:ext cx="973" cy="18"/>
            </a:xfrm>
            <a:custGeom>
              <a:avLst/>
              <a:gdLst>
                <a:gd name="T0" fmla="*/ 0 w 5840"/>
                <a:gd name="T1" fmla="*/ 0 h 107"/>
                <a:gd name="T2" fmla="*/ 0 w 5840"/>
                <a:gd name="T3" fmla="*/ 0 h 107"/>
                <a:gd name="T4" fmla="*/ 0 w 5840"/>
                <a:gd name="T5" fmla="*/ 0 h 107"/>
                <a:gd name="T6" fmla="*/ 0 w 5840"/>
                <a:gd name="T7" fmla="*/ 0 h 107"/>
                <a:gd name="T8" fmla="*/ 0 w 5840"/>
                <a:gd name="T9" fmla="*/ 0 h 107"/>
                <a:gd name="T10" fmla="*/ 0 w 5840"/>
                <a:gd name="T11" fmla="*/ 0 h 107"/>
                <a:gd name="T12" fmla="*/ 0 w 5840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0"/>
                <a:gd name="T22" fmla="*/ 0 h 107"/>
                <a:gd name="T23" fmla="*/ 5840 w 5840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0" h="107">
                  <a:moveTo>
                    <a:pt x="5840" y="107"/>
                  </a:moveTo>
                  <a:lnTo>
                    <a:pt x="5840" y="54"/>
                  </a:lnTo>
                  <a:lnTo>
                    <a:pt x="5840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5840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4775">
              <a:extLst>
                <a:ext uri="{FF2B5EF4-FFF2-40B4-BE49-F238E27FC236}">
                  <a16:creationId xmlns:a16="http://schemas.microsoft.com/office/drawing/2014/main" id="{3E660233-1F74-24B5-D11E-4ADC72395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4776">
              <a:extLst>
                <a:ext uri="{FF2B5EF4-FFF2-40B4-BE49-F238E27FC236}">
                  <a16:creationId xmlns:a16="http://schemas.microsoft.com/office/drawing/2014/main" id="{B1A74E4A-030B-4173-4869-07BA8840C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Freeform 4777">
              <a:extLst>
                <a:ext uri="{FF2B5EF4-FFF2-40B4-BE49-F238E27FC236}">
                  <a16:creationId xmlns:a16="http://schemas.microsoft.com/office/drawing/2014/main" id="{598AFC49-796A-1B1B-CE23-1277AFCD6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4" y="6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4778">
              <a:extLst>
                <a:ext uri="{FF2B5EF4-FFF2-40B4-BE49-F238E27FC236}">
                  <a16:creationId xmlns:a16="http://schemas.microsoft.com/office/drawing/2014/main" id="{00D9F1B8-EE32-6118-5091-DDD33ABD7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4" y="6"/>
                  </a:lnTo>
                  <a:lnTo>
                    <a:pt x="33" y="13"/>
                  </a:lnTo>
                  <a:lnTo>
                    <a:pt x="42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2" y="87"/>
                  </a:lnTo>
                  <a:lnTo>
                    <a:pt x="33" y="95"/>
                  </a:lnTo>
                  <a:lnTo>
                    <a:pt x="24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4779">
              <a:extLst>
                <a:ext uri="{FF2B5EF4-FFF2-40B4-BE49-F238E27FC236}">
                  <a16:creationId xmlns:a16="http://schemas.microsoft.com/office/drawing/2014/main" id="{06E9C08A-96B2-9DB3-D58D-EA590E84B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769"/>
              <a:ext cx="354" cy="18"/>
            </a:xfrm>
            <a:custGeom>
              <a:avLst/>
              <a:gdLst>
                <a:gd name="T0" fmla="*/ 0 w 2124"/>
                <a:gd name="T1" fmla="*/ 0 h 107"/>
                <a:gd name="T2" fmla="*/ 0 w 2124"/>
                <a:gd name="T3" fmla="*/ 0 h 107"/>
                <a:gd name="T4" fmla="*/ 0 w 2124"/>
                <a:gd name="T5" fmla="*/ 0 h 107"/>
                <a:gd name="T6" fmla="*/ 0 w 2124"/>
                <a:gd name="T7" fmla="*/ 0 h 107"/>
                <a:gd name="T8" fmla="*/ 0 w 2124"/>
                <a:gd name="T9" fmla="*/ 0 h 107"/>
                <a:gd name="T10" fmla="*/ 0 w 2124"/>
                <a:gd name="T11" fmla="*/ 0 h 107"/>
                <a:gd name="T12" fmla="*/ 0 w 2124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4"/>
                <a:gd name="T22" fmla="*/ 0 h 107"/>
                <a:gd name="T23" fmla="*/ 2124 w 2124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4" h="107">
                  <a:moveTo>
                    <a:pt x="2124" y="107"/>
                  </a:moveTo>
                  <a:lnTo>
                    <a:pt x="2124" y="54"/>
                  </a:lnTo>
                  <a:lnTo>
                    <a:pt x="2124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124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780">
              <a:extLst>
                <a:ext uri="{FF2B5EF4-FFF2-40B4-BE49-F238E27FC236}">
                  <a16:creationId xmlns:a16="http://schemas.microsoft.com/office/drawing/2014/main" id="{CFDBF5D8-66E6-B07B-6AF7-910DFCF8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769"/>
              <a:ext cx="354" cy="18"/>
            </a:xfrm>
            <a:custGeom>
              <a:avLst/>
              <a:gdLst>
                <a:gd name="T0" fmla="*/ 0 w 2124"/>
                <a:gd name="T1" fmla="*/ 0 h 107"/>
                <a:gd name="T2" fmla="*/ 0 w 2124"/>
                <a:gd name="T3" fmla="*/ 0 h 107"/>
                <a:gd name="T4" fmla="*/ 0 w 2124"/>
                <a:gd name="T5" fmla="*/ 0 h 107"/>
                <a:gd name="T6" fmla="*/ 0 w 2124"/>
                <a:gd name="T7" fmla="*/ 0 h 107"/>
                <a:gd name="T8" fmla="*/ 0 w 2124"/>
                <a:gd name="T9" fmla="*/ 0 h 107"/>
                <a:gd name="T10" fmla="*/ 0 w 2124"/>
                <a:gd name="T11" fmla="*/ 0 h 107"/>
                <a:gd name="T12" fmla="*/ 0 w 2124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24"/>
                <a:gd name="T22" fmla="*/ 0 h 107"/>
                <a:gd name="T23" fmla="*/ 2124 w 2124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24" h="107">
                  <a:moveTo>
                    <a:pt x="2124" y="107"/>
                  </a:moveTo>
                  <a:lnTo>
                    <a:pt x="2124" y="54"/>
                  </a:lnTo>
                  <a:lnTo>
                    <a:pt x="2124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124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781">
              <a:extLst>
                <a:ext uri="{FF2B5EF4-FFF2-40B4-BE49-F238E27FC236}">
                  <a16:creationId xmlns:a16="http://schemas.microsoft.com/office/drawing/2014/main" id="{ADFF8762-8B2D-997B-9CAA-B05A026FC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Freeform 4782">
              <a:extLst>
                <a:ext uri="{FF2B5EF4-FFF2-40B4-BE49-F238E27FC236}">
                  <a16:creationId xmlns:a16="http://schemas.microsoft.com/office/drawing/2014/main" id="{13C8894B-8116-73B0-2F5D-BDB71C8E7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4783">
              <a:extLst>
                <a:ext uri="{FF2B5EF4-FFF2-40B4-BE49-F238E27FC236}">
                  <a16:creationId xmlns:a16="http://schemas.microsoft.com/office/drawing/2014/main" id="{943F3A33-8744-69D5-D366-9961458BF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784">
              <a:extLst>
                <a:ext uri="{FF2B5EF4-FFF2-40B4-BE49-F238E27FC236}">
                  <a16:creationId xmlns:a16="http://schemas.microsoft.com/office/drawing/2014/main" id="{63FE9E88-DD41-42AF-0859-0989771CB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4785">
              <a:extLst>
                <a:ext uri="{FF2B5EF4-FFF2-40B4-BE49-F238E27FC236}">
                  <a16:creationId xmlns:a16="http://schemas.microsoft.com/office/drawing/2014/main" id="{37E40107-DF71-EC83-F2E3-CCE226CEA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0" y="1595"/>
                  </a:move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4786">
              <a:extLst>
                <a:ext uri="{FF2B5EF4-FFF2-40B4-BE49-F238E27FC236}">
                  <a16:creationId xmlns:a16="http://schemas.microsoft.com/office/drawing/2014/main" id="{0943C108-848C-DFE7-3800-57A5BAA3A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0" y="1595"/>
                  </a:move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4787">
              <a:extLst>
                <a:ext uri="{FF2B5EF4-FFF2-40B4-BE49-F238E27FC236}">
                  <a16:creationId xmlns:a16="http://schemas.microsoft.com/office/drawing/2014/main" id="{6FBD9D26-F79A-1B1C-679C-1AE5550A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Freeform 4788">
              <a:extLst>
                <a:ext uri="{FF2B5EF4-FFF2-40B4-BE49-F238E27FC236}">
                  <a16:creationId xmlns:a16="http://schemas.microsoft.com/office/drawing/2014/main" id="{D3B1E40C-5B3F-4F42-943D-0911330A8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8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4789">
              <a:extLst>
                <a:ext uri="{FF2B5EF4-FFF2-40B4-BE49-F238E27FC236}">
                  <a16:creationId xmlns:a16="http://schemas.microsoft.com/office/drawing/2014/main" id="{F157030C-3F43-EDCF-6FA0-EFE75B70E5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337"/>
              <a:ext cx="1" cy="6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4790">
              <a:extLst>
                <a:ext uri="{FF2B5EF4-FFF2-40B4-BE49-F238E27FC236}">
                  <a16:creationId xmlns:a16="http://schemas.microsoft.com/office/drawing/2014/main" id="{297CD5AE-9AFE-17E0-C35E-65774338A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258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4791">
              <a:extLst>
                <a:ext uri="{FF2B5EF4-FFF2-40B4-BE49-F238E27FC236}">
                  <a16:creationId xmlns:a16="http://schemas.microsoft.com/office/drawing/2014/main" id="{2CFF7624-3CDE-EC1A-3808-9222AE376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180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4792">
              <a:extLst>
                <a:ext uri="{FF2B5EF4-FFF2-40B4-BE49-F238E27FC236}">
                  <a16:creationId xmlns:a16="http://schemas.microsoft.com/office/drawing/2014/main" id="{56942001-1621-E2A9-5478-230A38A0E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102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4793">
              <a:extLst>
                <a:ext uri="{FF2B5EF4-FFF2-40B4-BE49-F238E27FC236}">
                  <a16:creationId xmlns:a16="http://schemas.microsoft.com/office/drawing/2014/main" id="{A877C1B1-125B-79B0-81A1-1B8279C6A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024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4794">
              <a:extLst>
                <a:ext uri="{FF2B5EF4-FFF2-40B4-BE49-F238E27FC236}">
                  <a16:creationId xmlns:a16="http://schemas.microsoft.com/office/drawing/2014/main" id="{963496AF-27F4-A7F1-3670-0901739AC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1946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4795">
              <a:extLst>
                <a:ext uri="{FF2B5EF4-FFF2-40B4-BE49-F238E27FC236}">
                  <a16:creationId xmlns:a16="http://schemas.microsoft.com/office/drawing/2014/main" id="{1FEAC8E4-5408-36E4-A5F8-C4A6958A09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1858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4796">
              <a:extLst>
                <a:ext uri="{FF2B5EF4-FFF2-40B4-BE49-F238E27FC236}">
                  <a16:creationId xmlns:a16="http://schemas.microsoft.com/office/drawing/2014/main" id="{0D7DDB6E-D6D7-223F-8575-EF5B1A726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1832"/>
              <a:ext cx="1" cy="305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4797">
              <a:extLst>
                <a:ext uri="{FF2B5EF4-FFF2-40B4-BE49-F238E27FC236}">
                  <a16:creationId xmlns:a16="http://schemas.microsoft.com/office/drawing/2014/main" id="{16EAB989-2FDE-372F-7FE1-CCED3967C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5" y="1984"/>
              <a:ext cx="306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Freeform 4798">
              <a:extLst>
                <a:ext uri="{FF2B5EF4-FFF2-40B4-BE49-F238E27FC236}">
                  <a16:creationId xmlns:a16="http://schemas.microsoft.com/office/drawing/2014/main" id="{3086B59E-A6C5-A803-682E-8B07175FF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Freeform 4799">
              <a:extLst>
                <a:ext uri="{FF2B5EF4-FFF2-40B4-BE49-F238E27FC236}">
                  <a16:creationId xmlns:a16="http://schemas.microsoft.com/office/drawing/2014/main" id="{44022208-03D0-67CA-FBCB-CD1D49E41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4800">
              <a:extLst>
                <a:ext uri="{FF2B5EF4-FFF2-40B4-BE49-F238E27FC236}">
                  <a16:creationId xmlns:a16="http://schemas.microsoft.com/office/drawing/2014/main" id="{5A3CBBE1-3E7F-C6BC-65F3-415D90DC9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44"/>
              <a:ext cx="18" cy="354"/>
            </a:xfrm>
            <a:custGeom>
              <a:avLst/>
              <a:gdLst>
                <a:gd name="T0" fmla="*/ 0 w 107"/>
                <a:gd name="T1" fmla="*/ 0 h 2125"/>
                <a:gd name="T2" fmla="*/ 0 w 107"/>
                <a:gd name="T3" fmla="*/ 0 h 2125"/>
                <a:gd name="T4" fmla="*/ 0 w 107"/>
                <a:gd name="T5" fmla="*/ 0 h 2125"/>
                <a:gd name="T6" fmla="*/ 0 w 107"/>
                <a:gd name="T7" fmla="*/ 0 h 2125"/>
                <a:gd name="T8" fmla="*/ 0 w 107"/>
                <a:gd name="T9" fmla="*/ 0 h 2125"/>
                <a:gd name="T10" fmla="*/ 0 w 107"/>
                <a:gd name="T11" fmla="*/ 0 h 2125"/>
                <a:gd name="T12" fmla="*/ 0 w 107"/>
                <a:gd name="T13" fmla="*/ 0 h 2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125"/>
                <a:gd name="T23" fmla="*/ 107 w 107"/>
                <a:gd name="T24" fmla="*/ 2125 h 2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125">
                  <a:moveTo>
                    <a:pt x="0" y="2125"/>
                  </a:moveTo>
                  <a:lnTo>
                    <a:pt x="53" y="2125"/>
                  </a:lnTo>
                  <a:lnTo>
                    <a:pt x="107" y="212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1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Freeform 4801">
              <a:extLst>
                <a:ext uri="{FF2B5EF4-FFF2-40B4-BE49-F238E27FC236}">
                  <a16:creationId xmlns:a16="http://schemas.microsoft.com/office/drawing/2014/main" id="{616A46DA-1448-6581-E0B6-09202ADDE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44"/>
              <a:ext cx="18" cy="354"/>
            </a:xfrm>
            <a:custGeom>
              <a:avLst/>
              <a:gdLst>
                <a:gd name="T0" fmla="*/ 0 w 107"/>
                <a:gd name="T1" fmla="*/ 0 h 2125"/>
                <a:gd name="T2" fmla="*/ 0 w 107"/>
                <a:gd name="T3" fmla="*/ 0 h 2125"/>
                <a:gd name="T4" fmla="*/ 0 w 107"/>
                <a:gd name="T5" fmla="*/ 0 h 2125"/>
                <a:gd name="T6" fmla="*/ 0 w 107"/>
                <a:gd name="T7" fmla="*/ 0 h 2125"/>
                <a:gd name="T8" fmla="*/ 0 w 107"/>
                <a:gd name="T9" fmla="*/ 0 h 2125"/>
                <a:gd name="T10" fmla="*/ 0 w 107"/>
                <a:gd name="T11" fmla="*/ 0 h 2125"/>
                <a:gd name="T12" fmla="*/ 0 w 107"/>
                <a:gd name="T13" fmla="*/ 0 h 2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125"/>
                <a:gd name="T23" fmla="*/ 107 w 107"/>
                <a:gd name="T24" fmla="*/ 2125 h 2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125">
                  <a:moveTo>
                    <a:pt x="0" y="2125"/>
                  </a:moveTo>
                  <a:lnTo>
                    <a:pt x="53" y="2125"/>
                  </a:lnTo>
                  <a:lnTo>
                    <a:pt x="107" y="2125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125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Freeform 4802">
              <a:extLst>
                <a:ext uri="{FF2B5EF4-FFF2-40B4-BE49-F238E27FC236}">
                  <a16:creationId xmlns:a16="http://schemas.microsoft.com/office/drawing/2014/main" id="{5CC5B2EA-6EA1-60AF-6EB9-71C06DF9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35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4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Freeform 4803">
              <a:extLst>
                <a:ext uri="{FF2B5EF4-FFF2-40B4-BE49-F238E27FC236}">
                  <a16:creationId xmlns:a16="http://schemas.microsoft.com/office/drawing/2014/main" id="{6EBC6B01-F163-E228-F440-0A4028219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35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5" y="12"/>
                  </a:lnTo>
                  <a:lnTo>
                    <a:pt x="94" y="21"/>
                  </a:lnTo>
                  <a:lnTo>
                    <a:pt x="100" y="30"/>
                  </a:lnTo>
                  <a:lnTo>
                    <a:pt x="104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Freeform 4804">
              <a:extLst>
                <a:ext uri="{FF2B5EF4-FFF2-40B4-BE49-F238E27FC236}">
                  <a16:creationId xmlns:a16="http://schemas.microsoft.com/office/drawing/2014/main" id="{B2F7BB8C-99E8-336E-1BB5-E2066F7E9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2037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36" y="41"/>
                  </a:moveTo>
                  <a:lnTo>
                    <a:pt x="72" y="0"/>
                  </a:lnTo>
                  <a:lnTo>
                    <a:pt x="79" y="10"/>
                  </a:lnTo>
                  <a:lnTo>
                    <a:pt x="85" y="20"/>
                  </a:lnTo>
                  <a:lnTo>
                    <a:pt x="89" y="32"/>
                  </a:lnTo>
                  <a:lnTo>
                    <a:pt x="89" y="44"/>
                  </a:lnTo>
                  <a:lnTo>
                    <a:pt x="86" y="55"/>
                  </a:lnTo>
                  <a:lnTo>
                    <a:pt x="82" y="67"/>
                  </a:lnTo>
                  <a:lnTo>
                    <a:pt x="76" y="77"/>
                  </a:lnTo>
                  <a:lnTo>
                    <a:pt x="66" y="84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2" y="93"/>
                  </a:lnTo>
                  <a:lnTo>
                    <a:pt x="21" y="91"/>
                  </a:lnTo>
                  <a:lnTo>
                    <a:pt x="9" y="87"/>
                  </a:lnTo>
                  <a:lnTo>
                    <a:pt x="0" y="81"/>
                  </a:lnTo>
                  <a:lnTo>
                    <a:pt x="36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Freeform 4805">
              <a:extLst>
                <a:ext uri="{FF2B5EF4-FFF2-40B4-BE49-F238E27FC236}">
                  <a16:creationId xmlns:a16="http://schemas.microsoft.com/office/drawing/2014/main" id="{2E63678E-7336-BA40-5444-0BFFD1FE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4" y="2037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72" y="0"/>
                  </a:moveTo>
                  <a:lnTo>
                    <a:pt x="79" y="10"/>
                  </a:lnTo>
                  <a:lnTo>
                    <a:pt x="85" y="20"/>
                  </a:lnTo>
                  <a:lnTo>
                    <a:pt x="89" y="32"/>
                  </a:lnTo>
                  <a:lnTo>
                    <a:pt x="89" y="44"/>
                  </a:lnTo>
                  <a:lnTo>
                    <a:pt x="86" y="55"/>
                  </a:lnTo>
                  <a:lnTo>
                    <a:pt x="82" y="67"/>
                  </a:lnTo>
                  <a:lnTo>
                    <a:pt x="76" y="77"/>
                  </a:lnTo>
                  <a:lnTo>
                    <a:pt x="66" y="84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2" y="93"/>
                  </a:lnTo>
                  <a:lnTo>
                    <a:pt x="21" y="91"/>
                  </a:lnTo>
                  <a:lnTo>
                    <a:pt x="9" y="87"/>
                  </a:lnTo>
                  <a:lnTo>
                    <a:pt x="0" y="81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Freeform 4806">
              <a:extLst>
                <a:ext uri="{FF2B5EF4-FFF2-40B4-BE49-F238E27FC236}">
                  <a16:creationId xmlns:a16="http://schemas.microsoft.com/office/drawing/2014/main" id="{80424032-9458-7D9F-1C5A-25D51F2EE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943"/>
              <a:ext cx="116" cy="107"/>
            </a:xfrm>
            <a:custGeom>
              <a:avLst/>
              <a:gdLst>
                <a:gd name="T0" fmla="*/ 0 w 696"/>
                <a:gd name="T1" fmla="*/ 0 h 643"/>
                <a:gd name="T2" fmla="*/ 0 w 696"/>
                <a:gd name="T3" fmla="*/ 0 h 643"/>
                <a:gd name="T4" fmla="*/ 0 w 696"/>
                <a:gd name="T5" fmla="*/ 0 h 643"/>
                <a:gd name="T6" fmla="*/ 0 w 696"/>
                <a:gd name="T7" fmla="*/ 0 h 643"/>
                <a:gd name="T8" fmla="*/ 0 w 696"/>
                <a:gd name="T9" fmla="*/ 0 h 643"/>
                <a:gd name="T10" fmla="*/ 0 w 696"/>
                <a:gd name="T11" fmla="*/ 0 h 643"/>
                <a:gd name="T12" fmla="*/ 0 w 696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6"/>
                <a:gd name="T22" fmla="*/ 0 h 643"/>
                <a:gd name="T23" fmla="*/ 696 w 696"/>
                <a:gd name="T24" fmla="*/ 643 h 6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6" h="643">
                  <a:moveTo>
                    <a:pt x="624" y="643"/>
                  </a:moveTo>
                  <a:lnTo>
                    <a:pt x="660" y="603"/>
                  </a:lnTo>
                  <a:lnTo>
                    <a:pt x="696" y="562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1"/>
                  </a:lnTo>
                  <a:lnTo>
                    <a:pt x="624" y="6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Freeform 4807">
              <a:extLst>
                <a:ext uri="{FF2B5EF4-FFF2-40B4-BE49-F238E27FC236}">
                  <a16:creationId xmlns:a16="http://schemas.microsoft.com/office/drawing/2014/main" id="{315C2885-F9EB-0659-669E-EF3F863B4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943"/>
              <a:ext cx="116" cy="107"/>
            </a:xfrm>
            <a:custGeom>
              <a:avLst/>
              <a:gdLst>
                <a:gd name="T0" fmla="*/ 0 w 696"/>
                <a:gd name="T1" fmla="*/ 0 h 643"/>
                <a:gd name="T2" fmla="*/ 0 w 696"/>
                <a:gd name="T3" fmla="*/ 0 h 643"/>
                <a:gd name="T4" fmla="*/ 0 w 696"/>
                <a:gd name="T5" fmla="*/ 0 h 643"/>
                <a:gd name="T6" fmla="*/ 0 w 696"/>
                <a:gd name="T7" fmla="*/ 0 h 643"/>
                <a:gd name="T8" fmla="*/ 0 w 696"/>
                <a:gd name="T9" fmla="*/ 0 h 643"/>
                <a:gd name="T10" fmla="*/ 0 w 696"/>
                <a:gd name="T11" fmla="*/ 0 h 643"/>
                <a:gd name="T12" fmla="*/ 0 w 696"/>
                <a:gd name="T13" fmla="*/ 0 h 6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6"/>
                <a:gd name="T22" fmla="*/ 0 h 643"/>
                <a:gd name="T23" fmla="*/ 696 w 696"/>
                <a:gd name="T24" fmla="*/ 643 h 6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6" h="643">
                  <a:moveTo>
                    <a:pt x="624" y="643"/>
                  </a:moveTo>
                  <a:lnTo>
                    <a:pt x="660" y="603"/>
                  </a:lnTo>
                  <a:lnTo>
                    <a:pt x="696" y="562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1"/>
                  </a:lnTo>
                  <a:lnTo>
                    <a:pt x="624" y="64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Freeform 4808">
              <a:extLst>
                <a:ext uri="{FF2B5EF4-FFF2-40B4-BE49-F238E27FC236}">
                  <a16:creationId xmlns:a16="http://schemas.microsoft.com/office/drawing/2014/main" id="{D810A9C3-A7A8-673D-9612-E6E8BE4D6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941"/>
              <a:ext cx="15" cy="16"/>
            </a:xfrm>
            <a:custGeom>
              <a:avLst/>
              <a:gdLst>
                <a:gd name="T0" fmla="*/ 0 w 89"/>
                <a:gd name="T1" fmla="*/ 0 h 94"/>
                <a:gd name="T2" fmla="*/ 0 w 89"/>
                <a:gd name="T3" fmla="*/ 0 h 94"/>
                <a:gd name="T4" fmla="*/ 0 w 89"/>
                <a:gd name="T5" fmla="*/ 0 h 94"/>
                <a:gd name="T6" fmla="*/ 0 w 89"/>
                <a:gd name="T7" fmla="*/ 0 h 94"/>
                <a:gd name="T8" fmla="*/ 0 w 89"/>
                <a:gd name="T9" fmla="*/ 0 h 94"/>
                <a:gd name="T10" fmla="*/ 0 w 89"/>
                <a:gd name="T11" fmla="*/ 0 h 94"/>
                <a:gd name="T12" fmla="*/ 0 w 89"/>
                <a:gd name="T13" fmla="*/ 0 h 94"/>
                <a:gd name="T14" fmla="*/ 0 w 89"/>
                <a:gd name="T15" fmla="*/ 0 h 94"/>
                <a:gd name="T16" fmla="*/ 0 w 89"/>
                <a:gd name="T17" fmla="*/ 0 h 94"/>
                <a:gd name="T18" fmla="*/ 0 w 89"/>
                <a:gd name="T19" fmla="*/ 0 h 94"/>
                <a:gd name="T20" fmla="*/ 0 w 89"/>
                <a:gd name="T21" fmla="*/ 0 h 94"/>
                <a:gd name="T22" fmla="*/ 0 w 89"/>
                <a:gd name="T23" fmla="*/ 0 h 94"/>
                <a:gd name="T24" fmla="*/ 0 w 89"/>
                <a:gd name="T25" fmla="*/ 0 h 94"/>
                <a:gd name="T26" fmla="*/ 0 w 89"/>
                <a:gd name="T27" fmla="*/ 0 h 94"/>
                <a:gd name="T28" fmla="*/ 0 w 89"/>
                <a:gd name="T29" fmla="*/ 0 h 94"/>
                <a:gd name="T30" fmla="*/ 0 w 89"/>
                <a:gd name="T31" fmla="*/ 0 h 94"/>
                <a:gd name="T32" fmla="*/ 0 w 89"/>
                <a:gd name="T33" fmla="*/ 0 h 9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4"/>
                <a:gd name="T53" fmla="*/ 89 w 89"/>
                <a:gd name="T54" fmla="*/ 94 h 9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4">
                  <a:moveTo>
                    <a:pt x="53" y="53"/>
                  </a:moveTo>
                  <a:lnTo>
                    <a:pt x="17" y="94"/>
                  </a:lnTo>
                  <a:lnTo>
                    <a:pt x="10" y="84"/>
                  </a:lnTo>
                  <a:lnTo>
                    <a:pt x="3" y="73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6" y="27"/>
                  </a:lnTo>
                  <a:lnTo>
                    <a:pt x="13" y="17"/>
                  </a:lnTo>
                  <a:lnTo>
                    <a:pt x="22" y="10"/>
                  </a:lnTo>
                  <a:lnTo>
                    <a:pt x="33" y="4"/>
                  </a:lnTo>
                  <a:lnTo>
                    <a:pt x="44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79" y="7"/>
                  </a:lnTo>
                  <a:lnTo>
                    <a:pt x="89" y="13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Freeform 4809">
              <a:extLst>
                <a:ext uri="{FF2B5EF4-FFF2-40B4-BE49-F238E27FC236}">
                  <a16:creationId xmlns:a16="http://schemas.microsoft.com/office/drawing/2014/main" id="{29C39D53-E948-851A-1A04-6E61D0F7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941"/>
              <a:ext cx="15" cy="16"/>
            </a:xfrm>
            <a:custGeom>
              <a:avLst/>
              <a:gdLst>
                <a:gd name="T0" fmla="*/ 0 w 89"/>
                <a:gd name="T1" fmla="*/ 0 h 94"/>
                <a:gd name="T2" fmla="*/ 0 w 89"/>
                <a:gd name="T3" fmla="*/ 0 h 94"/>
                <a:gd name="T4" fmla="*/ 0 w 89"/>
                <a:gd name="T5" fmla="*/ 0 h 94"/>
                <a:gd name="T6" fmla="*/ 0 w 89"/>
                <a:gd name="T7" fmla="*/ 0 h 94"/>
                <a:gd name="T8" fmla="*/ 0 w 89"/>
                <a:gd name="T9" fmla="*/ 0 h 94"/>
                <a:gd name="T10" fmla="*/ 0 w 89"/>
                <a:gd name="T11" fmla="*/ 0 h 94"/>
                <a:gd name="T12" fmla="*/ 0 w 89"/>
                <a:gd name="T13" fmla="*/ 0 h 94"/>
                <a:gd name="T14" fmla="*/ 0 w 89"/>
                <a:gd name="T15" fmla="*/ 0 h 94"/>
                <a:gd name="T16" fmla="*/ 0 w 89"/>
                <a:gd name="T17" fmla="*/ 0 h 94"/>
                <a:gd name="T18" fmla="*/ 0 w 89"/>
                <a:gd name="T19" fmla="*/ 0 h 94"/>
                <a:gd name="T20" fmla="*/ 0 w 89"/>
                <a:gd name="T21" fmla="*/ 0 h 94"/>
                <a:gd name="T22" fmla="*/ 0 w 89"/>
                <a:gd name="T23" fmla="*/ 0 h 94"/>
                <a:gd name="T24" fmla="*/ 0 w 89"/>
                <a:gd name="T25" fmla="*/ 0 h 94"/>
                <a:gd name="T26" fmla="*/ 0 w 89"/>
                <a:gd name="T27" fmla="*/ 0 h 94"/>
                <a:gd name="T28" fmla="*/ 0 w 89"/>
                <a:gd name="T29" fmla="*/ 0 h 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4"/>
                <a:gd name="T47" fmla="*/ 89 w 89"/>
                <a:gd name="T48" fmla="*/ 94 h 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4">
                  <a:moveTo>
                    <a:pt x="17" y="94"/>
                  </a:moveTo>
                  <a:lnTo>
                    <a:pt x="10" y="84"/>
                  </a:lnTo>
                  <a:lnTo>
                    <a:pt x="3" y="73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6" y="27"/>
                  </a:lnTo>
                  <a:lnTo>
                    <a:pt x="13" y="17"/>
                  </a:lnTo>
                  <a:lnTo>
                    <a:pt x="22" y="10"/>
                  </a:lnTo>
                  <a:lnTo>
                    <a:pt x="33" y="4"/>
                  </a:lnTo>
                  <a:lnTo>
                    <a:pt x="44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79" y="7"/>
                  </a:lnTo>
                  <a:lnTo>
                    <a:pt x="89" y="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Freeform 4810">
              <a:extLst>
                <a:ext uri="{FF2B5EF4-FFF2-40B4-BE49-F238E27FC236}">
                  <a16:creationId xmlns:a16="http://schemas.microsoft.com/office/drawing/2014/main" id="{55410FCB-9CA5-3657-A3BF-A6282E112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Freeform 4811">
              <a:extLst>
                <a:ext uri="{FF2B5EF4-FFF2-40B4-BE49-F238E27FC236}">
                  <a16:creationId xmlns:a16="http://schemas.microsoft.com/office/drawing/2014/main" id="{4AD0F2F7-1D58-ECE5-3FCD-38119CDB3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Freeform 4812">
              <a:extLst>
                <a:ext uri="{FF2B5EF4-FFF2-40B4-BE49-F238E27FC236}">
                  <a16:creationId xmlns:a16="http://schemas.microsoft.com/office/drawing/2014/main" id="{C71230F6-2E28-C93A-371F-26768FCD7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Freeform 4813">
              <a:extLst>
                <a:ext uri="{FF2B5EF4-FFF2-40B4-BE49-F238E27FC236}">
                  <a16:creationId xmlns:a16="http://schemas.microsoft.com/office/drawing/2014/main" id="{03912AF7-FA48-C782-9703-AEE8722E9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266"/>
            </a:xfrm>
            <a:custGeom>
              <a:avLst/>
              <a:gdLst>
                <a:gd name="T0" fmla="*/ 0 w 107"/>
                <a:gd name="T1" fmla="*/ 0 h 1595"/>
                <a:gd name="T2" fmla="*/ 0 w 107"/>
                <a:gd name="T3" fmla="*/ 0 h 1595"/>
                <a:gd name="T4" fmla="*/ 0 w 107"/>
                <a:gd name="T5" fmla="*/ 0 h 1595"/>
                <a:gd name="T6" fmla="*/ 0 w 107"/>
                <a:gd name="T7" fmla="*/ 0 h 1595"/>
                <a:gd name="T8" fmla="*/ 0 w 107"/>
                <a:gd name="T9" fmla="*/ 0 h 1595"/>
                <a:gd name="T10" fmla="*/ 0 w 107"/>
                <a:gd name="T11" fmla="*/ 0 h 1595"/>
                <a:gd name="T12" fmla="*/ 0 w 107"/>
                <a:gd name="T13" fmla="*/ 0 h 15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595"/>
                <a:gd name="T23" fmla="*/ 107 w 107"/>
                <a:gd name="T24" fmla="*/ 1595 h 159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595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1595"/>
                  </a:lnTo>
                  <a:lnTo>
                    <a:pt x="53" y="1595"/>
                  </a:lnTo>
                  <a:lnTo>
                    <a:pt x="107" y="1595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Freeform 4814">
              <a:extLst>
                <a:ext uri="{FF2B5EF4-FFF2-40B4-BE49-F238E27FC236}">
                  <a16:creationId xmlns:a16="http://schemas.microsoft.com/office/drawing/2014/main" id="{F86AE9C8-2E9F-8A3D-7AF4-E53C4473A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Freeform 4815">
              <a:extLst>
                <a:ext uri="{FF2B5EF4-FFF2-40B4-BE49-F238E27FC236}">
                  <a16:creationId xmlns:a16="http://schemas.microsoft.com/office/drawing/2014/main" id="{266BF4B1-4C61-E513-8C59-2783196E7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2221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Freeform 4816">
              <a:extLst>
                <a:ext uri="{FF2B5EF4-FFF2-40B4-BE49-F238E27FC236}">
                  <a16:creationId xmlns:a16="http://schemas.microsoft.com/office/drawing/2014/main" id="{73EC3158-052D-ADFE-048C-07C56C9DF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Freeform 4817">
              <a:extLst>
                <a:ext uri="{FF2B5EF4-FFF2-40B4-BE49-F238E27FC236}">
                  <a16:creationId xmlns:a16="http://schemas.microsoft.com/office/drawing/2014/main" id="{69D9FC29-AF50-1965-73E8-2D8D3CF41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7" y="6"/>
                  </a:lnTo>
                  <a:lnTo>
                    <a:pt x="86" y="13"/>
                  </a:lnTo>
                  <a:lnTo>
                    <a:pt x="95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Freeform 4818">
              <a:extLst>
                <a:ext uri="{FF2B5EF4-FFF2-40B4-BE49-F238E27FC236}">
                  <a16:creationId xmlns:a16="http://schemas.microsoft.com/office/drawing/2014/main" id="{5CF621DC-C0F6-4C62-1B72-28D7DE5BE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78"/>
              <a:ext cx="18" cy="620"/>
            </a:xfrm>
            <a:custGeom>
              <a:avLst/>
              <a:gdLst>
                <a:gd name="T0" fmla="*/ 0 w 107"/>
                <a:gd name="T1" fmla="*/ 0 h 3720"/>
                <a:gd name="T2" fmla="*/ 0 w 107"/>
                <a:gd name="T3" fmla="*/ 0 h 3720"/>
                <a:gd name="T4" fmla="*/ 0 w 107"/>
                <a:gd name="T5" fmla="*/ 0 h 3720"/>
                <a:gd name="T6" fmla="*/ 0 w 107"/>
                <a:gd name="T7" fmla="*/ 0 h 3720"/>
                <a:gd name="T8" fmla="*/ 0 w 107"/>
                <a:gd name="T9" fmla="*/ 0 h 3720"/>
                <a:gd name="T10" fmla="*/ 0 w 107"/>
                <a:gd name="T11" fmla="*/ 0 h 3720"/>
                <a:gd name="T12" fmla="*/ 0 w 107"/>
                <a:gd name="T13" fmla="*/ 0 h 37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720"/>
                <a:gd name="T23" fmla="*/ 107 w 107"/>
                <a:gd name="T24" fmla="*/ 3720 h 37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720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720"/>
                  </a:lnTo>
                  <a:lnTo>
                    <a:pt x="53" y="3720"/>
                  </a:lnTo>
                  <a:lnTo>
                    <a:pt x="107" y="372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Freeform 4819">
              <a:extLst>
                <a:ext uri="{FF2B5EF4-FFF2-40B4-BE49-F238E27FC236}">
                  <a16:creationId xmlns:a16="http://schemas.microsoft.com/office/drawing/2014/main" id="{8092D43D-FBC0-169C-118F-152AD60D8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78"/>
              <a:ext cx="18" cy="620"/>
            </a:xfrm>
            <a:custGeom>
              <a:avLst/>
              <a:gdLst>
                <a:gd name="T0" fmla="*/ 0 w 107"/>
                <a:gd name="T1" fmla="*/ 0 h 3720"/>
                <a:gd name="T2" fmla="*/ 0 w 107"/>
                <a:gd name="T3" fmla="*/ 0 h 3720"/>
                <a:gd name="T4" fmla="*/ 0 w 107"/>
                <a:gd name="T5" fmla="*/ 0 h 3720"/>
                <a:gd name="T6" fmla="*/ 0 w 107"/>
                <a:gd name="T7" fmla="*/ 0 h 3720"/>
                <a:gd name="T8" fmla="*/ 0 w 107"/>
                <a:gd name="T9" fmla="*/ 0 h 3720"/>
                <a:gd name="T10" fmla="*/ 0 w 107"/>
                <a:gd name="T11" fmla="*/ 0 h 3720"/>
                <a:gd name="T12" fmla="*/ 0 w 107"/>
                <a:gd name="T13" fmla="*/ 0 h 37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3720"/>
                <a:gd name="T23" fmla="*/ 107 w 107"/>
                <a:gd name="T24" fmla="*/ 3720 h 37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3720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3720"/>
                  </a:lnTo>
                  <a:lnTo>
                    <a:pt x="53" y="3720"/>
                  </a:lnTo>
                  <a:lnTo>
                    <a:pt x="107" y="3720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Freeform 4820">
              <a:extLst>
                <a:ext uri="{FF2B5EF4-FFF2-40B4-BE49-F238E27FC236}">
                  <a16:creationId xmlns:a16="http://schemas.microsoft.com/office/drawing/2014/main" id="{AFFE56D9-D570-C99B-C59E-9914BE69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Freeform 4821">
              <a:extLst>
                <a:ext uri="{FF2B5EF4-FFF2-40B4-BE49-F238E27FC236}">
                  <a16:creationId xmlns:a16="http://schemas.microsoft.com/office/drawing/2014/main" id="{CA47BA39-DED1-DE99-1930-871D0B138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1" y="23"/>
                  </a:lnTo>
                  <a:lnTo>
                    <a:pt x="95" y="32"/>
                  </a:lnTo>
                  <a:lnTo>
                    <a:pt x="86" y="41"/>
                  </a:lnTo>
                  <a:lnTo>
                    <a:pt x="77" y="47"/>
                  </a:lnTo>
                  <a:lnTo>
                    <a:pt x="65" y="51"/>
                  </a:lnTo>
                  <a:lnTo>
                    <a:pt x="53" y="53"/>
                  </a:lnTo>
                  <a:lnTo>
                    <a:pt x="42" y="51"/>
                  </a:lnTo>
                  <a:lnTo>
                    <a:pt x="30" y="47"/>
                  </a:lnTo>
                  <a:lnTo>
                    <a:pt x="20" y="41"/>
                  </a:lnTo>
                  <a:lnTo>
                    <a:pt x="12" y="32"/>
                  </a:lnTo>
                  <a:lnTo>
                    <a:pt x="6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Freeform 4822">
              <a:extLst>
                <a:ext uri="{FF2B5EF4-FFF2-40B4-BE49-F238E27FC236}">
                  <a16:creationId xmlns:a16="http://schemas.microsoft.com/office/drawing/2014/main" id="{844BF795-F467-CCA9-73E2-9E80614C7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Freeform 4823">
              <a:extLst>
                <a:ext uri="{FF2B5EF4-FFF2-40B4-BE49-F238E27FC236}">
                  <a16:creationId xmlns:a16="http://schemas.microsoft.com/office/drawing/2014/main" id="{499E5DC1-85BF-E6E9-A0A4-99EE2DC76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398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1"/>
                  </a:lnTo>
                  <a:lnTo>
                    <a:pt x="100" y="23"/>
                  </a:lnTo>
                  <a:lnTo>
                    <a:pt x="94" y="32"/>
                  </a:lnTo>
                  <a:lnTo>
                    <a:pt x="86" y="41"/>
                  </a:lnTo>
                  <a:lnTo>
                    <a:pt x="76" y="47"/>
                  </a:lnTo>
                  <a:lnTo>
                    <a:pt x="64" y="51"/>
                  </a:lnTo>
                  <a:lnTo>
                    <a:pt x="53" y="53"/>
                  </a:lnTo>
                  <a:lnTo>
                    <a:pt x="41" y="51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2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Freeform 4824">
              <a:extLst>
                <a:ext uri="{FF2B5EF4-FFF2-40B4-BE49-F238E27FC236}">
                  <a16:creationId xmlns:a16="http://schemas.microsoft.com/office/drawing/2014/main" id="{DD0690A7-AA2C-C3E6-9372-CC7F70CEE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55"/>
              <a:ext cx="18" cy="443"/>
            </a:xfrm>
            <a:custGeom>
              <a:avLst/>
              <a:gdLst>
                <a:gd name="T0" fmla="*/ 0 w 107"/>
                <a:gd name="T1" fmla="*/ 0 h 2657"/>
                <a:gd name="T2" fmla="*/ 0 w 107"/>
                <a:gd name="T3" fmla="*/ 0 h 2657"/>
                <a:gd name="T4" fmla="*/ 0 w 107"/>
                <a:gd name="T5" fmla="*/ 0 h 2657"/>
                <a:gd name="T6" fmla="*/ 0 w 107"/>
                <a:gd name="T7" fmla="*/ 0 h 2657"/>
                <a:gd name="T8" fmla="*/ 0 w 107"/>
                <a:gd name="T9" fmla="*/ 0 h 2657"/>
                <a:gd name="T10" fmla="*/ 0 w 107"/>
                <a:gd name="T11" fmla="*/ 0 h 2657"/>
                <a:gd name="T12" fmla="*/ 0 w 107"/>
                <a:gd name="T13" fmla="*/ 0 h 2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657"/>
                <a:gd name="T23" fmla="*/ 107 w 107"/>
                <a:gd name="T24" fmla="*/ 2657 h 26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657">
                  <a:moveTo>
                    <a:pt x="0" y="2657"/>
                  </a:moveTo>
                  <a:lnTo>
                    <a:pt x="53" y="2657"/>
                  </a:lnTo>
                  <a:lnTo>
                    <a:pt x="107" y="265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6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Freeform 4825">
              <a:extLst>
                <a:ext uri="{FF2B5EF4-FFF2-40B4-BE49-F238E27FC236}">
                  <a16:creationId xmlns:a16="http://schemas.microsoft.com/office/drawing/2014/main" id="{91B6385C-E2D2-5F11-B695-791C9E598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55"/>
              <a:ext cx="18" cy="443"/>
            </a:xfrm>
            <a:custGeom>
              <a:avLst/>
              <a:gdLst>
                <a:gd name="T0" fmla="*/ 0 w 107"/>
                <a:gd name="T1" fmla="*/ 0 h 2657"/>
                <a:gd name="T2" fmla="*/ 0 w 107"/>
                <a:gd name="T3" fmla="*/ 0 h 2657"/>
                <a:gd name="T4" fmla="*/ 0 w 107"/>
                <a:gd name="T5" fmla="*/ 0 h 2657"/>
                <a:gd name="T6" fmla="*/ 0 w 107"/>
                <a:gd name="T7" fmla="*/ 0 h 2657"/>
                <a:gd name="T8" fmla="*/ 0 w 107"/>
                <a:gd name="T9" fmla="*/ 0 h 2657"/>
                <a:gd name="T10" fmla="*/ 0 w 107"/>
                <a:gd name="T11" fmla="*/ 0 h 2657"/>
                <a:gd name="T12" fmla="*/ 0 w 107"/>
                <a:gd name="T13" fmla="*/ 0 h 26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2657"/>
                <a:gd name="T23" fmla="*/ 107 w 107"/>
                <a:gd name="T24" fmla="*/ 2657 h 26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2657">
                  <a:moveTo>
                    <a:pt x="0" y="2657"/>
                  </a:moveTo>
                  <a:lnTo>
                    <a:pt x="53" y="2657"/>
                  </a:lnTo>
                  <a:lnTo>
                    <a:pt x="107" y="2657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265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Freeform 4826">
              <a:extLst>
                <a:ext uri="{FF2B5EF4-FFF2-40B4-BE49-F238E27FC236}">
                  <a16:creationId xmlns:a16="http://schemas.microsoft.com/office/drawing/2014/main" id="{BBA59C9E-F828-6C73-6783-2491CC89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Freeform 4827">
              <a:extLst>
                <a:ext uri="{FF2B5EF4-FFF2-40B4-BE49-F238E27FC236}">
                  <a16:creationId xmlns:a16="http://schemas.microsoft.com/office/drawing/2014/main" id="{251E9448-F960-F61B-AC4D-77E7AFEC8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4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0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Freeform 4828">
              <a:extLst>
                <a:ext uri="{FF2B5EF4-FFF2-40B4-BE49-F238E27FC236}">
                  <a16:creationId xmlns:a16="http://schemas.microsoft.com/office/drawing/2014/main" id="{A3465FA4-ED36-A4FA-048E-2AE6F5F45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Freeform 4829">
              <a:extLst>
                <a:ext uri="{FF2B5EF4-FFF2-40B4-BE49-F238E27FC236}">
                  <a16:creationId xmlns:a16="http://schemas.microsoft.com/office/drawing/2014/main" id="{8ABD3D40-512F-083B-F599-C7BF8255F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8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5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6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Freeform 4830">
              <a:extLst>
                <a:ext uri="{FF2B5EF4-FFF2-40B4-BE49-F238E27FC236}">
                  <a16:creationId xmlns:a16="http://schemas.microsoft.com/office/drawing/2014/main" id="{1453811E-5740-332E-5EA0-FFE342F4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9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Freeform 4831">
              <a:extLst>
                <a:ext uri="{FF2B5EF4-FFF2-40B4-BE49-F238E27FC236}">
                  <a16:creationId xmlns:a16="http://schemas.microsoft.com/office/drawing/2014/main" id="{045F5B88-314D-1608-5CA6-7D619328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9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Freeform 4832">
              <a:extLst>
                <a:ext uri="{FF2B5EF4-FFF2-40B4-BE49-F238E27FC236}">
                  <a16:creationId xmlns:a16="http://schemas.microsoft.com/office/drawing/2014/main" id="{47206219-C942-F89A-73C5-F85500097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Freeform 4833">
              <a:extLst>
                <a:ext uri="{FF2B5EF4-FFF2-40B4-BE49-F238E27FC236}">
                  <a16:creationId xmlns:a16="http://schemas.microsoft.com/office/drawing/2014/main" id="{A7EE7F94-1790-B40B-A4B2-C1E8692D2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38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7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1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Freeform 4834">
              <a:extLst>
                <a:ext uri="{FF2B5EF4-FFF2-40B4-BE49-F238E27FC236}">
                  <a16:creationId xmlns:a16="http://schemas.microsoft.com/office/drawing/2014/main" id="{5712DA60-97F0-5420-6348-651EECA54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8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8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2" y="105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Freeform 4835">
              <a:extLst>
                <a:ext uri="{FF2B5EF4-FFF2-40B4-BE49-F238E27FC236}">
                  <a16:creationId xmlns:a16="http://schemas.microsoft.com/office/drawing/2014/main" id="{6341C79B-0B75-A896-8C77-EEC7DFDD0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212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2"/>
                  </a:lnTo>
                  <a:lnTo>
                    <a:pt x="41" y="21"/>
                  </a:lnTo>
                  <a:lnTo>
                    <a:pt x="48" y="30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5"/>
                  </a:lnTo>
                  <a:lnTo>
                    <a:pt x="48" y="77"/>
                  </a:lnTo>
                  <a:lnTo>
                    <a:pt x="41" y="86"/>
                  </a:lnTo>
                  <a:lnTo>
                    <a:pt x="33" y="95"/>
                  </a:lnTo>
                  <a:lnTo>
                    <a:pt x="23" y="101"/>
                  </a:lnTo>
                  <a:lnTo>
                    <a:pt x="12" y="105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Freeform 4836">
              <a:extLst>
                <a:ext uri="{FF2B5EF4-FFF2-40B4-BE49-F238E27FC236}">
                  <a16:creationId xmlns:a16="http://schemas.microsoft.com/office/drawing/2014/main" id="{A6CFFCEA-0A49-8AEC-7B96-748284C19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212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708" y="107"/>
                  </a:move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Freeform 4837">
              <a:extLst>
                <a:ext uri="{FF2B5EF4-FFF2-40B4-BE49-F238E27FC236}">
                  <a16:creationId xmlns:a16="http://schemas.microsoft.com/office/drawing/2014/main" id="{4001006D-11A3-F306-34F9-7CBE55C15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212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708" y="107"/>
                  </a:move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Freeform 4838">
              <a:extLst>
                <a:ext uri="{FF2B5EF4-FFF2-40B4-BE49-F238E27FC236}">
                  <a16:creationId xmlns:a16="http://schemas.microsoft.com/office/drawing/2014/main" id="{CE212946-31CB-EC48-9C29-435DFC571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5"/>
                  </a:lnTo>
                  <a:lnTo>
                    <a:pt x="29" y="101"/>
                  </a:lnTo>
                  <a:lnTo>
                    <a:pt x="20" y="95"/>
                  </a:lnTo>
                  <a:lnTo>
                    <a:pt x="11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Freeform 4839">
              <a:extLst>
                <a:ext uri="{FF2B5EF4-FFF2-40B4-BE49-F238E27FC236}">
                  <a16:creationId xmlns:a16="http://schemas.microsoft.com/office/drawing/2014/main" id="{116EE225-69C2-2316-817C-9F0DC9E85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2212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5"/>
                  </a:lnTo>
                  <a:lnTo>
                    <a:pt x="29" y="101"/>
                  </a:lnTo>
                  <a:lnTo>
                    <a:pt x="20" y="95"/>
                  </a:lnTo>
                  <a:lnTo>
                    <a:pt x="11" y="86"/>
                  </a:lnTo>
                  <a:lnTo>
                    <a:pt x="5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0"/>
                  </a:lnTo>
                  <a:lnTo>
                    <a:pt x="11" y="21"/>
                  </a:lnTo>
                  <a:lnTo>
                    <a:pt x="20" y="12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Freeform 4840">
              <a:extLst>
                <a:ext uri="{FF2B5EF4-FFF2-40B4-BE49-F238E27FC236}">
                  <a16:creationId xmlns:a16="http://schemas.microsoft.com/office/drawing/2014/main" id="{01B4008B-43E4-896E-E961-A652B4B82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Freeform 4841">
              <a:extLst>
                <a:ext uri="{FF2B5EF4-FFF2-40B4-BE49-F238E27FC236}">
                  <a16:creationId xmlns:a16="http://schemas.microsoft.com/office/drawing/2014/main" id="{6D40726E-FF70-4694-24A1-5AEC7F78F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69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Freeform 4842">
              <a:extLst>
                <a:ext uri="{FF2B5EF4-FFF2-40B4-BE49-F238E27FC236}">
                  <a16:creationId xmlns:a16="http://schemas.microsoft.com/office/drawing/2014/main" id="{51DF9314-5A8A-1E87-F626-2F56C25C2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769"/>
              <a:ext cx="383" cy="18"/>
            </a:xfrm>
            <a:custGeom>
              <a:avLst/>
              <a:gdLst>
                <a:gd name="T0" fmla="*/ 0 w 2301"/>
                <a:gd name="T1" fmla="*/ 0 h 107"/>
                <a:gd name="T2" fmla="*/ 0 w 2301"/>
                <a:gd name="T3" fmla="*/ 0 h 107"/>
                <a:gd name="T4" fmla="*/ 0 w 2301"/>
                <a:gd name="T5" fmla="*/ 0 h 107"/>
                <a:gd name="T6" fmla="*/ 0 w 2301"/>
                <a:gd name="T7" fmla="*/ 0 h 107"/>
                <a:gd name="T8" fmla="*/ 0 w 2301"/>
                <a:gd name="T9" fmla="*/ 0 h 107"/>
                <a:gd name="T10" fmla="*/ 0 w 2301"/>
                <a:gd name="T11" fmla="*/ 0 h 107"/>
                <a:gd name="T12" fmla="*/ 0 w 230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01"/>
                <a:gd name="T22" fmla="*/ 0 h 107"/>
                <a:gd name="T23" fmla="*/ 2301 w 230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01" h="107">
                  <a:moveTo>
                    <a:pt x="2301" y="107"/>
                  </a:moveTo>
                  <a:lnTo>
                    <a:pt x="2301" y="54"/>
                  </a:lnTo>
                  <a:lnTo>
                    <a:pt x="2301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301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Freeform 4843">
              <a:extLst>
                <a:ext uri="{FF2B5EF4-FFF2-40B4-BE49-F238E27FC236}">
                  <a16:creationId xmlns:a16="http://schemas.microsoft.com/office/drawing/2014/main" id="{1E7F24B0-6184-1EA7-766D-E225028DF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769"/>
              <a:ext cx="383" cy="18"/>
            </a:xfrm>
            <a:custGeom>
              <a:avLst/>
              <a:gdLst>
                <a:gd name="T0" fmla="*/ 0 w 2301"/>
                <a:gd name="T1" fmla="*/ 0 h 107"/>
                <a:gd name="T2" fmla="*/ 0 w 2301"/>
                <a:gd name="T3" fmla="*/ 0 h 107"/>
                <a:gd name="T4" fmla="*/ 0 w 2301"/>
                <a:gd name="T5" fmla="*/ 0 h 107"/>
                <a:gd name="T6" fmla="*/ 0 w 2301"/>
                <a:gd name="T7" fmla="*/ 0 h 107"/>
                <a:gd name="T8" fmla="*/ 0 w 2301"/>
                <a:gd name="T9" fmla="*/ 0 h 107"/>
                <a:gd name="T10" fmla="*/ 0 w 2301"/>
                <a:gd name="T11" fmla="*/ 0 h 107"/>
                <a:gd name="T12" fmla="*/ 0 w 2301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01"/>
                <a:gd name="T22" fmla="*/ 0 h 107"/>
                <a:gd name="T23" fmla="*/ 2301 w 2301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01" h="107">
                  <a:moveTo>
                    <a:pt x="2301" y="107"/>
                  </a:moveTo>
                  <a:lnTo>
                    <a:pt x="2301" y="54"/>
                  </a:lnTo>
                  <a:lnTo>
                    <a:pt x="2301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2301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Freeform 4844">
              <a:extLst>
                <a:ext uri="{FF2B5EF4-FFF2-40B4-BE49-F238E27FC236}">
                  <a16:creationId xmlns:a16="http://schemas.microsoft.com/office/drawing/2014/main" id="{4A20FF15-1893-25B0-A552-8176578CE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Freeform 4845">
              <a:extLst>
                <a:ext uri="{FF2B5EF4-FFF2-40B4-BE49-F238E27FC236}">
                  <a16:creationId xmlns:a16="http://schemas.microsoft.com/office/drawing/2014/main" id="{66FAAF05-0927-A6F8-7CDE-D971D93F2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69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4846">
              <a:extLst>
                <a:ext uri="{FF2B5EF4-FFF2-40B4-BE49-F238E27FC236}">
                  <a16:creationId xmlns:a16="http://schemas.microsoft.com/office/drawing/2014/main" id="{075A2235-44B8-C48B-E6EC-6E5CFB2B7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5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Freeform 4847">
              <a:extLst>
                <a:ext uri="{FF2B5EF4-FFF2-40B4-BE49-F238E27FC236}">
                  <a16:creationId xmlns:a16="http://schemas.microsoft.com/office/drawing/2014/main" id="{D84F6DB8-204B-937D-765F-F75875E0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57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3"/>
                  </a:lnTo>
                  <a:lnTo>
                    <a:pt x="5" y="31"/>
                  </a:lnTo>
                  <a:lnTo>
                    <a:pt x="11" y="22"/>
                  </a:lnTo>
                  <a:lnTo>
                    <a:pt x="20" y="13"/>
                  </a:lnTo>
                  <a:lnTo>
                    <a:pt x="29" y="7"/>
                  </a:lnTo>
                  <a:lnTo>
                    <a:pt x="41" y="3"/>
                  </a:lnTo>
                  <a:lnTo>
                    <a:pt x="53" y="0"/>
                  </a:lnTo>
                  <a:lnTo>
                    <a:pt x="64" y="3"/>
                  </a:lnTo>
                  <a:lnTo>
                    <a:pt x="76" y="7"/>
                  </a:lnTo>
                  <a:lnTo>
                    <a:pt x="85" y="13"/>
                  </a:lnTo>
                  <a:lnTo>
                    <a:pt x="94" y="22"/>
                  </a:lnTo>
                  <a:lnTo>
                    <a:pt x="100" y="31"/>
                  </a:lnTo>
                  <a:lnTo>
                    <a:pt x="104" y="43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Freeform 4848">
              <a:extLst>
                <a:ext uri="{FF2B5EF4-FFF2-40B4-BE49-F238E27FC236}">
                  <a16:creationId xmlns:a16="http://schemas.microsoft.com/office/drawing/2014/main" id="{7E509441-F306-75A2-5C63-81F23FE8D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66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Freeform 4849">
              <a:extLst>
                <a:ext uri="{FF2B5EF4-FFF2-40B4-BE49-F238E27FC236}">
                  <a16:creationId xmlns:a16="http://schemas.microsoft.com/office/drawing/2014/main" id="{363099B0-E33B-D68F-21D1-13987979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866"/>
              <a:ext cx="18" cy="148"/>
            </a:xfrm>
            <a:custGeom>
              <a:avLst/>
              <a:gdLst>
                <a:gd name="T0" fmla="*/ 0 w 107"/>
                <a:gd name="T1" fmla="*/ 0 h 887"/>
                <a:gd name="T2" fmla="*/ 0 w 107"/>
                <a:gd name="T3" fmla="*/ 0 h 887"/>
                <a:gd name="T4" fmla="*/ 0 w 107"/>
                <a:gd name="T5" fmla="*/ 0 h 887"/>
                <a:gd name="T6" fmla="*/ 0 w 107"/>
                <a:gd name="T7" fmla="*/ 0 h 887"/>
                <a:gd name="T8" fmla="*/ 0 w 107"/>
                <a:gd name="T9" fmla="*/ 0 h 887"/>
                <a:gd name="T10" fmla="*/ 0 w 107"/>
                <a:gd name="T11" fmla="*/ 0 h 887"/>
                <a:gd name="T12" fmla="*/ 0 w 107"/>
                <a:gd name="T13" fmla="*/ 0 h 8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887"/>
                <a:gd name="T23" fmla="*/ 107 w 107"/>
                <a:gd name="T24" fmla="*/ 887 h 8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887">
                  <a:moveTo>
                    <a:pt x="107" y="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887"/>
                  </a:lnTo>
                  <a:lnTo>
                    <a:pt x="53" y="887"/>
                  </a:lnTo>
                  <a:lnTo>
                    <a:pt x="107" y="887"/>
                  </a:lnTo>
                  <a:lnTo>
                    <a:pt x="107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Freeform 4850">
              <a:extLst>
                <a:ext uri="{FF2B5EF4-FFF2-40B4-BE49-F238E27FC236}">
                  <a16:creationId xmlns:a16="http://schemas.microsoft.com/office/drawing/2014/main" id="{F3323023-8233-F21D-A61B-DC2159B4A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20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4" y="11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Freeform 4851">
              <a:extLst>
                <a:ext uri="{FF2B5EF4-FFF2-40B4-BE49-F238E27FC236}">
                  <a16:creationId xmlns:a16="http://schemas.microsoft.com/office/drawing/2014/main" id="{0E9BC8BA-7C57-6CAB-B290-4BA29D008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2014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4" y="11"/>
                  </a:lnTo>
                  <a:lnTo>
                    <a:pt x="100" y="23"/>
                  </a:lnTo>
                  <a:lnTo>
                    <a:pt x="94" y="33"/>
                  </a:lnTo>
                  <a:lnTo>
                    <a:pt x="85" y="41"/>
                  </a:lnTo>
                  <a:lnTo>
                    <a:pt x="76" y="47"/>
                  </a:lnTo>
                  <a:lnTo>
                    <a:pt x="64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29" y="47"/>
                  </a:lnTo>
                  <a:lnTo>
                    <a:pt x="20" y="41"/>
                  </a:lnTo>
                  <a:lnTo>
                    <a:pt x="11" y="33"/>
                  </a:lnTo>
                  <a:lnTo>
                    <a:pt x="5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Freeform 4852">
              <a:extLst>
                <a:ext uri="{FF2B5EF4-FFF2-40B4-BE49-F238E27FC236}">
                  <a16:creationId xmlns:a16="http://schemas.microsoft.com/office/drawing/2014/main" id="{1657540F-4CBC-A427-F6D6-167E2C8C6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005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Freeform 4853">
              <a:extLst>
                <a:ext uri="{FF2B5EF4-FFF2-40B4-BE49-F238E27FC236}">
                  <a16:creationId xmlns:a16="http://schemas.microsoft.com/office/drawing/2014/main" id="{14C8BB3A-D85F-5065-FCFE-B93404F80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005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2" y="12"/>
                  </a:lnTo>
                  <a:lnTo>
                    <a:pt x="41" y="21"/>
                  </a:lnTo>
                  <a:lnTo>
                    <a:pt x="47" y="30"/>
                  </a:lnTo>
                  <a:lnTo>
                    <a:pt x="51" y="42"/>
                  </a:lnTo>
                  <a:lnTo>
                    <a:pt x="54" y="54"/>
                  </a:lnTo>
                  <a:lnTo>
                    <a:pt x="51" y="65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2" y="95"/>
                  </a:lnTo>
                  <a:lnTo>
                    <a:pt x="23" y="101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Freeform 4854">
              <a:extLst>
                <a:ext uri="{FF2B5EF4-FFF2-40B4-BE49-F238E27FC236}">
                  <a16:creationId xmlns:a16="http://schemas.microsoft.com/office/drawing/2014/main" id="{5C8A92B0-62EB-F236-8AA4-14C066EDA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005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709" y="107"/>
                  </a:move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Freeform 4855">
              <a:extLst>
                <a:ext uri="{FF2B5EF4-FFF2-40B4-BE49-F238E27FC236}">
                  <a16:creationId xmlns:a16="http://schemas.microsoft.com/office/drawing/2014/main" id="{2EF597D6-7585-1550-7B04-EAFE21165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005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709" y="107"/>
                  </a:move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Freeform 4856">
              <a:extLst>
                <a:ext uri="{FF2B5EF4-FFF2-40B4-BE49-F238E27FC236}">
                  <a16:creationId xmlns:a16="http://schemas.microsoft.com/office/drawing/2014/main" id="{8652A2EA-4FE7-0CDD-2B9F-3F92CC34C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005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4857">
              <a:extLst>
                <a:ext uri="{FF2B5EF4-FFF2-40B4-BE49-F238E27FC236}">
                  <a16:creationId xmlns:a16="http://schemas.microsoft.com/office/drawing/2014/main" id="{7B19F55C-575D-28A5-5397-E26C24E31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005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1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5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0"/>
                  </a:lnTo>
                  <a:lnTo>
                    <a:pt x="12" y="21"/>
                  </a:lnTo>
                  <a:lnTo>
                    <a:pt x="20" y="12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4858">
              <a:extLst>
                <a:ext uri="{FF2B5EF4-FFF2-40B4-BE49-F238E27FC236}">
                  <a16:creationId xmlns:a16="http://schemas.microsoft.com/office/drawing/2014/main" id="{C4DD84AC-D5E5-0C9B-92B6-7F89A3C48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2044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4859">
              <a:extLst>
                <a:ext uri="{FF2B5EF4-FFF2-40B4-BE49-F238E27FC236}">
                  <a16:creationId xmlns:a16="http://schemas.microsoft.com/office/drawing/2014/main" id="{C54A2284-F023-7119-2570-7FF9D8379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4860">
              <a:extLst>
                <a:ext uri="{FF2B5EF4-FFF2-40B4-BE49-F238E27FC236}">
                  <a16:creationId xmlns:a16="http://schemas.microsoft.com/office/drawing/2014/main" id="{8077E2FC-AE50-D191-042C-EB39F6003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1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4861">
              <a:extLst>
                <a:ext uri="{FF2B5EF4-FFF2-40B4-BE49-F238E27FC236}">
                  <a16:creationId xmlns:a16="http://schemas.microsoft.com/office/drawing/2014/main" id="{C77438FD-0066-E089-CFA1-15E1D3B3F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044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4862">
              <a:extLst>
                <a:ext uri="{FF2B5EF4-FFF2-40B4-BE49-F238E27FC236}">
                  <a16:creationId xmlns:a16="http://schemas.microsoft.com/office/drawing/2014/main" id="{D8DD1CFE-D3B6-C20A-E719-5A8DDD401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8" y="2044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4863">
              <a:extLst>
                <a:ext uri="{FF2B5EF4-FFF2-40B4-BE49-F238E27FC236}">
                  <a16:creationId xmlns:a16="http://schemas.microsoft.com/office/drawing/2014/main" id="{378DF586-807B-41C7-71FC-84DE280B2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014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4864">
              <a:extLst>
                <a:ext uri="{FF2B5EF4-FFF2-40B4-BE49-F238E27FC236}">
                  <a16:creationId xmlns:a16="http://schemas.microsoft.com/office/drawing/2014/main" id="{4B54865A-987E-179B-39FC-24BC1B3EA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102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4865">
              <a:extLst>
                <a:ext uri="{FF2B5EF4-FFF2-40B4-BE49-F238E27FC236}">
                  <a16:creationId xmlns:a16="http://schemas.microsoft.com/office/drawing/2014/main" id="{210959E8-5AE4-C3D5-65EE-742ACA8B4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180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4866">
              <a:extLst>
                <a:ext uri="{FF2B5EF4-FFF2-40B4-BE49-F238E27FC236}">
                  <a16:creationId xmlns:a16="http://schemas.microsoft.com/office/drawing/2014/main" id="{90804E1E-AB85-1C9E-B7D7-32B20E456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258"/>
              <a:ext cx="1" cy="5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4867">
              <a:extLst>
                <a:ext uri="{FF2B5EF4-FFF2-40B4-BE49-F238E27FC236}">
                  <a16:creationId xmlns:a16="http://schemas.microsoft.com/office/drawing/2014/main" id="{5FE5E2CD-9FE9-7C77-DF74-7622E886A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336"/>
              <a:ext cx="1" cy="62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Freeform 4868">
              <a:extLst>
                <a:ext uri="{FF2B5EF4-FFF2-40B4-BE49-F238E27FC236}">
                  <a16:creationId xmlns:a16="http://schemas.microsoft.com/office/drawing/2014/main" id="{D5D75CFA-C6D4-C488-2A92-A5E64084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857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Freeform 4869">
              <a:extLst>
                <a:ext uri="{FF2B5EF4-FFF2-40B4-BE49-F238E27FC236}">
                  <a16:creationId xmlns:a16="http://schemas.microsoft.com/office/drawing/2014/main" id="{81F56A86-DAD9-D19F-AC39-5D43088F0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857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6"/>
                  </a:lnTo>
                  <a:lnTo>
                    <a:pt x="12" y="87"/>
                  </a:lnTo>
                  <a:lnTo>
                    <a:pt x="6" y="78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3"/>
                  </a:lnTo>
                  <a:lnTo>
                    <a:pt x="6" y="31"/>
                  </a:lnTo>
                  <a:lnTo>
                    <a:pt x="12" y="22"/>
                  </a:lnTo>
                  <a:lnTo>
                    <a:pt x="20" y="13"/>
                  </a:lnTo>
                  <a:lnTo>
                    <a:pt x="30" y="7"/>
                  </a:lnTo>
                  <a:lnTo>
                    <a:pt x="42" y="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4870">
              <a:extLst>
                <a:ext uri="{FF2B5EF4-FFF2-40B4-BE49-F238E27FC236}">
                  <a16:creationId xmlns:a16="http://schemas.microsoft.com/office/drawing/2014/main" id="{E31EAB18-C791-3FCA-B7CB-CAC560ACE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857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4871">
              <a:extLst>
                <a:ext uri="{FF2B5EF4-FFF2-40B4-BE49-F238E27FC236}">
                  <a16:creationId xmlns:a16="http://schemas.microsoft.com/office/drawing/2014/main" id="{36C692A4-397A-A854-6C64-3F882E286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1857"/>
              <a:ext cx="118" cy="18"/>
            </a:xfrm>
            <a:custGeom>
              <a:avLst/>
              <a:gdLst>
                <a:gd name="T0" fmla="*/ 0 w 709"/>
                <a:gd name="T1" fmla="*/ 0 h 107"/>
                <a:gd name="T2" fmla="*/ 0 w 709"/>
                <a:gd name="T3" fmla="*/ 0 h 107"/>
                <a:gd name="T4" fmla="*/ 0 w 709"/>
                <a:gd name="T5" fmla="*/ 0 h 107"/>
                <a:gd name="T6" fmla="*/ 0 w 709"/>
                <a:gd name="T7" fmla="*/ 0 h 107"/>
                <a:gd name="T8" fmla="*/ 0 w 709"/>
                <a:gd name="T9" fmla="*/ 0 h 107"/>
                <a:gd name="T10" fmla="*/ 0 w 709"/>
                <a:gd name="T11" fmla="*/ 0 h 107"/>
                <a:gd name="T12" fmla="*/ 0 w 709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9"/>
                <a:gd name="T22" fmla="*/ 0 h 107"/>
                <a:gd name="T23" fmla="*/ 709 w 709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9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9" y="107"/>
                  </a:lnTo>
                  <a:lnTo>
                    <a:pt x="709" y="54"/>
                  </a:lnTo>
                  <a:lnTo>
                    <a:pt x="70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Freeform 4872">
              <a:extLst>
                <a:ext uri="{FF2B5EF4-FFF2-40B4-BE49-F238E27FC236}">
                  <a16:creationId xmlns:a16="http://schemas.microsoft.com/office/drawing/2014/main" id="{BE6E47F8-1321-FEFF-31CC-53A7AA1D4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1857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Freeform 4873">
              <a:extLst>
                <a:ext uri="{FF2B5EF4-FFF2-40B4-BE49-F238E27FC236}">
                  <a16:creationId xmlns:a16="http://schemas.microsoft.com/office/drawing/2014/main" id="{BF9EDF91-9BA5-6275-DA93-65B10C8A5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1857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3"/>
                  </a:lnTo>
                  <a:lnTo>
                    <a:pt x="23" y="7"/>
                  </a:lnTo>
                  <a:lnTo>
                    <a:pt x="32" y="13"/>
                  </a:lnTo>
                  <a:lnTo>
                    <a:pt x="41" y="22"/>
                  </a:lnTo>
                  <a:lnTo>
                    <a:pt x="47" y="31"/>
                  </a:lnTo>
                  <a:lnTo>
                    <a:pt x="51" y="43"/>
                  </a:lnTo>
                  <a:lnTo>
                    <a:pt x="54" y="54"/>
                  </a:lnTo>
                  <a:lnTo>
                    <a:pt x="51" y="66"/>
                  </a:lnTo>
                  <a:lnTo>
                    <a:pt x="47" y="78"/>
                  </a:lnTo>
                  <a:lnTo>
                    <a:pt x="41" y="87"/>
                  </a:lnTo>
                  <a:lnTo>
                    <a:pt x="32" y="96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Freeform 4874">
              <a:extLst>
                <a:ext uri="{FF2B5EF4-FFF2-40B4-BE49-F238E27FC236}">
                  <a16:creationId xmlns:a16="http://schemas.microsoft.com/office/drawing/2014/main" id="{D8AFD452-AD2A-F3B7-7AB7-93D66B86F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w 107"/>
                <a:gd name="T31" fmla="*/ 0 h 53"/>
                <a:gd name="T32" fmla="*/ 0 w 107"/>
                <a:gd name="T33" fmla="*/ 0 h 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3"/>
                <a:gd name="T53" fmla="*/ 107 w 107"/>
                <a:gd name="T54" fmla="*/ 53 h 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3">
                  <a:moveTo>
                    <a:pt x="53" y="0"/>
                  </a:moveTo>
                  <a:lnTo>
                    <a:pt x="107" y="0"/>
                  </a:ln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4875">
              <a:extLst>
                <a:ext uri="{FF2B5EF4-FFF2-40B4-BE49-F238E27FC236}">
                  <a16:creationId xmlns:a16="http://schemas.microsoft.com/office/drawing/2014/main" id="{5154384F-8EAA-7489-4E8F-8AF4920C7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955"/>
              <a:ext cx="18" cy="9"/>
            </a:xfrm>
            <a:custGeom>
              <a:avLst/>
              <a:gdLst>
                <a:gd name="T0" fmla="*/ 0 w 107"/>
                <a:gd name="T1" fmla="*/ 0 h 53"/>
                <a:gd name="T2" fmla="*/ 0 w 107"/>
                <a:gd name="T3" fmla="*/ 0 h 53"/>
                <a:gd name="T4" fmla="*/ 0 w 107"/>
                <a:gd name="T5" fmla="*/ 0 h 53"/>
                <a:gd name="T6" fmla="*/ 0 w 107"/>
                <a:gd name="T7" fmla="*/ 0 h 53"/>
                <a:gd name="T8" fmla="*/ 0 w 107"/>
                <a:gd name="T9" fmla="*/ 0 h 53"/>
                <a:gd name="T10" fmla="*/ 0 w 107"/>
                <a:gd name="T11" fmla="*/ 0 h 53"/>
                <a:gd name="T12" fmla="*/ 0 w 107"/>
                <a:gd name="T13" fmla="*/ 0 h 53"/>
                <a:gd name="T14" fmla="*/ 0 w 107"/>
                <a:gd name="T15" fmla="*/ 0 h 53"/>
                <a:gd name="T16" fmla="*/ 0 w 107"/>
                <a:gd name="T17" fmla="*/ 0 h 53"/>
                <a:gd name="T18" fmla="*/ 0 w 107"/>
                <a:gd name="T19" fmla="*/ 0 h 53"/>
                <a:gd name="T20" fmla="*/ 0 w 107"/>
                <a:gd name="T21" fmla="*/ 0 h 53"/>
                <a:gd name="T22" fmla="*/ 0 w 107"/>
                <a:gd name="T23" fmla="*/ 0 h 53"/>
                <a:gd name="T24" fmla="*/ 0 w 107"/>
                <a:gd name="T25" fmla="*/ 0 h 53"/>
                <a:gd name="T26" fmla="*/ 0 w 107"/>
                <a:gd name="T27" fmla="*/ 0 h 53"/>
                <a:gd name="T28" fmla="*/ 0 w 107"/>
                <a:gd name="T29" fmla="*/ 0 h 5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3"/>
                <a:gd name="T47" fmla="*/ 107 w 107"/>
                <a:gd name="T48" fmla="*/ 53 h 5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3">
                  <a:moveTo>
                    <a:pt x="107" y="0"/>
                  </a:moveTo>
                  <a:lnTo>
                    <a:pt x="105" y="12"/>
                  </a:lnTo>
                  <a:lnTo>
                    <a:pt x="101" y="23"/>
                  </a:lnTo>
                  <a:lnTo>
                    <a:pt x="94" y="33"/>
                  </a:lnTo>
                  <a:lnTo>
                    <a:pt x="86" y="41"/>
                  </a:lnTo>
                  <a:lnTo>
                    <a:pt x="76" y="48"/>
                  </a:lnTo>
                  <a:lnTo>
                    <a:pt x="65" y="52"/>
                  </a:lnTo>
                  <a:lnTo>
                    <a:pt x="53" y="53"/>
                  </a:lnTo>
                  <a:lnTo>
                    <a:pt x="41" y="52"/>
                  </a:lnTo>
                  <a:lnTo>
                    <a:pt x="30" y="48"/>
                  </a:lnTo>
                  <a:lnTo>
                    <a:pt x="20" y="41"/>
                  </a:lnTo>
                  <a:lnTo>
                    <a:pt x="12" y="33"/>
                  </a:lnTo>
                  <a:lnTo>
                    <a:pt x="5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4876">
              <a:extLst>
                <a:ext uri="{FF2B5EF4-FFF2-40B4-BE49-F238E27FC236}">
                  <a16:creationId xmlns:a16="http://schemas.microsoft.com/office/drawing/2014/main" id="{6AFEE9CB-7867-2834-F4AA-D5B82229E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78"/>
              <a:ext cx="18" cy="177"/>
            </a:xfrm>
            <a:custGeom>
              <a:avLst/>
              <a:gdLst>
                <a:gd name="T0" fmla="*/ 0 w 107"/>
                <a:gd name="T1" fmla="*/ 0 h 1063"/>
                <a:gd name="T2" fmla="*/ 0 w 107"/>
                <a:gd name="T3" fmla="*/ 0 h 1063"/>
                <a:gd name="T4" fmla="*/ 0 w 107"/>
                <a:gd name="T5" fmla="*/ 0 h 1063"/>
                <a:gd name="T6" fmla="*/ 0 w 107"/>
                <a:gd name="T7" fmla="*/ 0 h 1063"/>
                <a:gd name="T8" fmla="*/ 0 w 107"/>
                <a:gd name="T9" fmla="*/ 0 h 1063"/>
                <a:gd name="T10" fmla="*/ 0 w 107"/>
                <a:gd name="T11" fmla="*/ 0 h 1063"/>
                <a:gd name="T12" fmla="*/ 0 w 107"/>
                <a:gd name="T13" fmla="*/ 0 h 10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063"/>
                <a:gd name="T23" fmla="*/ 107 w 107"/>
                <a:gd name="T24" fmla="*/ 1063 h 10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063">
                  <a:moveTo>
                    <a:pt x="0" y="1063"/>
                  </a:moveTo>
                  <a:lnTo>
                    <a:pt x="53" y="1063"/>
                  </a:lnTo>
                  <a:lnTo>
                    <a:pt x="107" y="106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0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Freeform 4877">
              <a:extLst>
                <a:ext uri="{FF2B5EF4-FFF2-40B4-BE49-F238E27FC236}">
                  <a16:creationId xmlns:a16="http://schemas.microsoft.com/office/drawing/2014/main" id="{78EEF12B-5082-E40A-E037-5D7ED434F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78"/>
              <a:ext cx="18" cy="177"/>
            </a:xfrm>
            <a:custGeom>
              <a:avLst/>
              <a:gdLst>
                <a:gd name="T0" fmla="*/ 0 w 107"/>
                <a:gd name="T1" fmla="*/ 0 h 1063"/>
                <a:gd name="T2" fmla="*/ 0 w 107"/>
                <a:gd name="T3" fmla="*/ 0 h 1063"/>
                <a:gd name="T4" fmla="*/ 0 w 107"/>
                <a:gd name="T5" fmla="*/ 0 h 1063"/>
                <a:gd name="T6" fmla="*/ 0 w 107"/>
                <a:gd name="T7" fmla="*/ 0 h 1063"/>
                <a:gd name="T8" fmla="*/ 0 w 107"/>
                <a:gd name="T9" fmla="*/ 0 h 1063"/>
                <a:gd name="T10" fmla="*/ 0 w 107"/>
                <a:gd name="T11" fmla="*/ 0 h 1063"/>
                <a:gd name="T12" fmla="*/ 0 w 107"/>
                <a:gd name="T13" fmla="*/ 0 h 10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"/>
                <a:gd name="T22" fmla="*/ 0 h 1063"/>
                <a:gd name="T23" fmla="*/ 107 w 107"/>
                <a:gd name="T24" fmla="*/ 1063 h 10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" h="1063">
                  <a:moveTo>
                    <a:pt x="0" y="1063"/>
                  </a:moveTo>
                  <a:lnTo>
                    <a:pt x="53" y="1063"/>
                  </a:lnTo>
                  <a:lnTo>
                    <a:pt x="107" y="1063"/>
                  </a:lnTo>
                  <a:lnTo>
                    <a:pt x="107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106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4878">
              <a:extLst>
                <a:ext uri="{FF2B5EF4-FFF2-40B4-BE49-F238E27FC236}">
                  <a16:creationId xmlns:a16="http://schemas.microsoft.com/office/drawing/2014/main" id="{AA81A19C-A666-2644-BADF-4FC5BB9B3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w 107"/>
                <a:gd name="T31" fmla="*/ 0 h 54"/>
                <a:gd name="T32" fmla="*/ 0 w 107"/>
                <a:gd name="T33" fmla="*/ 0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7"/>
                <a:gd name="T52" fmla="*/ 0 h 54"/>
                <a:gd name="T53" fmla="*/ 107 w 107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7" h="54">
                  <a:moveTo>
                    <a:pt x="53" y="54"/>
                  </a:move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4879">
              <a:extLst>
                <a:ext uri="{FF2B5EF4-FFF2-40B4-BE49-F238E27FC236}">
                  <a16:creationId xmlns:a16="http://schemas.microsoft.com/office/drawing/2014/main" id="{31A9E6D5-A358-D541-32E2-EE6EF9D12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" y="1769"/>
              <a:ext cx="18" cy="9"/>
            </a:xfrm>
            <a:custGeom>
              <a:avLst/>
              <a:gdLst>
                <a:gd name="T0" fmla="*/ 0 w 107"/>
                <a:gd name="T1" fmla="*/ 0 h 54"/>
                <a:gd name="T2" fmla="*/ 0 w 107"/>
                <a:gd name="T3" fmla="*/ 0 h 54"/>
                <a:gd name="T4" fmla="*/ 0 w 107"/>
                <a:gd name="T5" fmla="*/ 0 h 54"/>
                <a:gd name="T6" fmla="*/ 0 w 107"/>
                <a:gd name="T7" fmla="*/ 0 h 54"/>
                <a:gd name="T8" fmla="*/ 0 w 107"/>
                <a:gd name="T9" fmla="*/ 0 h 54"/>
                <a:gd name="T10" fmla="*/ 0 w 107"/>
                <a:gd name="T11" fmla="*/ 0 h 54"/>
                <a:gd name="T12" fmla="*/ 0 w 107"/>
                <a:gd name="T13" fmla="*/ 0 h 54"/>
                <a:gd name="T14" fmla="*/ 0 w 107"/>
                <a:gd name="T15" fmla="*/ 0 h 54"/>
                <a:gd name="T16" fmla="*/ 0 w 107"/>
                <a:gd name="T17" fmla="*/ 0 h 54"/>
                <a:gd name="T18" fmla="*/ 0 w 107"/>
                <a:gd name="T19" fmla="*/ 0 h 54"/>
                <a:gd name="T20" fmla="*/ 0 w 107"/>
                <a:gd name="T21" fmla="*/ 0 h 54"/>
                <a:gd name="T22" fmla="*/ 0 w 107"/>
                <a:gd name="T23" fmla="*/ 0 h 54"/>
                <a:gd name="T24" fmla="*/ 0 w 107"/>
                <a:gd name="T25" fmla="*/ 0 h 54"/>
                <a:gd name="T26" fmla="*/ 0 w 107"/>
                <a:gd name="T27" fmla="*/ 0 h 54"/>
                <a:gd name="T28" fmla="*/ 0 w 107"/>
                <a:gd name="T29" fmla="*/ 0 h 5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7"/>
                <a:gd name="T46" fmla="*/ 0 h 54"/>
                <a:gd name="T47" fmla="*/ 107 w 107"/>
                <a:gd name="T48" fmla="*/ 54 h 5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7" h="54">
                  <a:moveTo>
                    <a:pt x="0" y="54"/>
                  </a:moveTo>
                  <a:lnTo>
                    <a:pt x="1" y="42"/>
                  </a:lnTo>
                  <a:lnTo>
                    <a:pt x="5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65" y="2"/>
                  </a:lnTo>
                  <a:lnTo>
                    <a:pt x="76" y="6"/>
                  </a:lnTo>
                  <a:lnTo>
                    <a:pt x="86" y="13"/>
                  </a:lnTo>
                  <a:lnTo>
                    <a:pt x="94" y="21"/>
                  </a:lnTo>
                  <a:lnTo>
                    <a:pt x="101" y="31"/>
                  </a:lnTo>
                  <a:lnTo>
                    <a:pt x="105" y="42"/>
                  </a:lnTo>
                  <a:lnTo>
                    <a:pt x="107" y="54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Freeform 4880">
              <a:extLst>
                <a:ext uri="{FF2B5EF4-FFF2-40B4-BE49-F238E27FC236}">
                  <a16:creationId xmlns:a16="http://schemas.microsoft.com/office/drawing/2014/main" id="{DD925325-ACAA-814A-66CD-7CE5573AB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Freeform 4881">
              <a:extLst>
                <a:ext uri="{FF2B5EF4-FFF2-40B4-BE49-F238E27FC236}">
                  <a16:creationId xmlns:a16="http://schemas.microsoft.com/office/drawing/2014/main" id="{43C85ABF-F242-E991-8AF1-0AF52B86F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946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1" y="106"/>
                  </a:lnTo>
                  <a:lnTo>
                    <a:pt x="29" y="102"/>
                  </a:lnTo>
                  <a:lnTo>
                    <a:pt x="20" y="95"/>
                  </a:lnTo>
                  <a:lnTo>
                    <a:pt x="11" y="87"/>
                  </a:lnTo>
                  <a:lnTo>
                    <a:pt x="5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5" y="31"/>
                  </a:lnTo>
                  <a:lnTo>
                    <a:pt x="11" y="21"/>
                  </a:lnTo>
                  <a:lnTo>
                    <a:pt x="20" y="13"/>
                  </a:lnTo>
                  <a:lnTo>
                    <a:pt x="29" y="6"/>
                  </a:lnTo>
                  <a:lnTo>
                    <a:pt x="41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Freeform 4882">
              <a:extLst>
                <a:ext uri="{FF2B5EF4-FFF2-40B4-BE49-F238E27FC236}">
                  <a16:creationId xmlns:a16="http://schemas.microsoft.com/office/drawing/2014/main" id="{1734EB41-B4E5-D0FA-954C-61DE25DFC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946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Freeform 4883">
              <a:extLst>
                <a:ext uri="{FF2B5EF4-FFF2-40B4-BE49-F238E27FC236}">
                  <a16:creationId xmlns:a16="http://schemas.microsoft.com/office/drawing/2014/main" id="{6BDD8C5B-6BB5-1903-F910-B4F931D6C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1946"/>
              <a:ext cx="118" cy="18"/>
            </a:xfrm>
            <a:custGeom>
              <a:avLst/>
              <a:gdLst>
                <a:gd name="T0" fmla="*/ 0 w 708"/>
                <a:gd name="T1" fmla="*/ 0 h 107"/>
                <a:gd name="T2" fmla="*/ 0 w 708"/>
                <a:gd name="T3" fmla="*/ 0 h 107"/>
                <a:gd name="T4" fmla="*/ 0 w 708"/>
                <a:gd name="T5" fmla="*/ 0 h 107"/>
                <a:gd name="T6" fmla="*/ 0 w 708"/>
                <a:gd name="T7" fmla="*/ 0 h 107"/>
                <a:gd name="T8" fmla="*/ 0 w 708"/>
                <a:gd name="T9" fmla="*/ 0 h 107"/>
                <a:gd name="T10" fmla="*/ 0 w 708"/>
                <a:gd name="T11" fmla="*/ 0 h 107"/>
                <a:gd name="T12" fmla="*/ 0 w 708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8"/>
                <a:gd name="T22" fmla="*/ 0 h 107"/>
                <a:gd name="T23" fmla="*/ 708 w 708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8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708" y="107"/>
                  </a:lnTo>
                  <a:lnTo>
                    <a:pt x="708" y="54"/>
                  </a:lnTo>
                  <a:lnTo>
                    <a:pt x="70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Freeform 4884">
              <a:extLst>
                <a:ext uri="{FF2B5EF4-FFF2-40B4-BE49-F238E27FC236}">
                  <a16:creationId xmlns:a16="http://schemas.microsoft.com/office/drawing/2014/main" id="{3857C91B-712E-B6A8-3A9B-51B2E78AD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94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Freeform 4885">
              <a:extLst>
                <a:ext uri="{FF2B5EF4-FFF2-40B4-BE49-F238E27FC236}">
                  <a16:creationId xmlns:a16="http://schemas.microsoft.com/office/drawing/2014/main" id="{760550C7-C771-9799-D14B-682EA3F2F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946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2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8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8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2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4886">
              <a:extLst>
                <a:ext uri="{FF2B5EF4-FFF2-40B4-BE49-F238E27FC236}">
                  <a16:creationId xmlns:a16="http://schemas.microsoft.com/office/drawing/2014/main" id="{8DA4A00B-ED47-13FC-5027-DFEF1E6F7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1" y="1984"/>
              <a:ext cx="18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4887">
              <a:extLst>
                <a:ext uri="{FF2B5EF4-FFF2-40B4-BE49-F238E27FC236}">
                  <a16:creationId xmlns:a16="http://schemas.microsoft.com/office/drawing/2014/main" id="{AB7D91CB-6C03-A767-2826-06F034321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1984"/>
              <a:ext cx="26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4888">
              <a:extLst>
                <a:ext uri="{FF2B5EF4-FFF2-40B4-BE49-F238E27FC236}">
                  <a16:creationId xmlns:a16="http://schemas.microsoft.com/office/drawing/2014/main" id="{0A70616B-051E-C45D-1784-F984D90BD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7" y="1984"/>
              <a:ext cx="187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4889">
              <a:extLst>
                <a:ext uri="{FF2B5EF4-FFF2-40B4-BE49-F238E27FC236}">
                  <a16:creationId xmlns:a16="http://schemas.microsoft.com/office/drawing/2014/main" id="{AFFCD4DB-4B0C-0000-EEA0-C7C0A2BEC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2103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4890">
              <a:extLst>
                <a:ext uri="{FF2B5EF4-FFF2-40B4-BE49-F238E27FC236}">
                  <a16:creationId xmlns:a16="http://schemas.microsoft.com/office/drawing/2014/main" id="{DF2152A6-E2AA-FD93-EAAB-FDA5C0A3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4891">
              <a:extLst>
                <a:ext uri="{FF2B5EF4-FFF2-40B4-BE49-F238E27FC236}">
                  <a16:creationId xmlns:a16="http://schemas.microsoft.com/office/drawing/2014/main" id="{C6942A3C-6F86-6E34-52A7-4D6108E2B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1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4892">
              <a:extLst>
                <a:ext uri="{FF2B5EF4-FFF2-40B4-BE49-F238E27FC236}">
                  <a16:creationId xmlns:a16="http://schemas.microsoft.com/office/drawing/2014/main" id="{6CEFB167-012F-7D03-B4AA-DDA98231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103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4893">
              <a:extLst>
                <a:ext uri="{FF2B5EF4-FFF2-40B4-BE49-F238E27FC236}">
                  <a16:creationId xmlns:a16="http://schemas.microsoft.com/office/drawing/2014/main" id="{D1FFD7AA-3841-6E39-31DE-24AC262F9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8" y="2103"/>
              <a:ext cx="6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4894">
              <a:extLst>
                <a:ext uri="{FF2B5EF4-FFF2-40B4-BE49-F238E27FC236}">
                  <a16:creationId xmlns:a16="http://schemas.microsoft.com/office/drawing/2014/main" id="{94A2730D-9454-4D0A-ECB0-A7FD43292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1866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4895">
              <a:extLst>
                <a:ext uri="{FF2B5EF4-FFF2-40B4-BE49-F238E27FC236}">
                  <a16:creationId xmlns:a16="http://schemas.microsoft.com/office/drawing/2014/main" id="{8312965B-8557-BEA0-1DE3-E7E9BF617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1" y="1866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4896">
              <a:extLst>
                <a:ext uri="{FF2B5EF4-FFF2-40B4-BE49-F238E27FC236}">
                  <a16:creationId xmlns:a16="http://schemas.microsoft.com/office/drawing/2014/main" id="{7F03D6C9-913D-CB73-2416-502D9D658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9" y="1866"/>
              <a:ext cx="52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4897">
              <a:extLst>
                <a:ext uri="{FF2B5EF4-FFF2-40B4-BE49-F238E27FC236}">
                  <a16:creationId xmlns:a16="http://schemas.microsoft.com/office/drawing/2014/main" id="{7A249186-3DD7-DEBC-A58B-0E39972A1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" y="1866"/>
              <a:ext cx="4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Freeform 4898">
              <a:extLst>
                <a:ext uri="{FF2B5EF4-FFF2-40B4-BE49-F238E27FC236}">
                  <a16:creationId xmlns:a16="http://schemas.microsoft.com/office/drawing/2014/main" id="{6EE27980-093E-2545-F82A-EBE6AAB63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12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w 53"/>
                <a:gd name="T31" fmla="*/ 0 h 107"/>
                <a:gd name="T32" fmla="*/ 0 w 53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3"/>
                <a:gd name="T52" fmla="*/ 0 h 107"/>
                <a:gd name="T53" fmla="*/ 53 w 53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3" h="107">
                  <a:moveTo>
                    <a:pt x="53" y="54"/>
                  </a:moveTo>
                  <a:lnTo>
                    <a:pt x="53" y="107"/>
                  </a:ln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  <a:lnTo>
                    <a:pt x="5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Freeform 4899">
              <a:extLst>
                <a:ext uri="{FF2B5EF4-FFF2-40B4-BE49-F238E27FC236}">
                  <a16:creationId xmlns:a16="http://schemas.microsoft.com/office/drawing/2014/main" id="{86332BE0-6C72-F804-4A8A-40745A6A9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123"/>
              <a:ext cx="9" cy="18"/>
            </a:xfrm>
            <a:custGeom>
              <a:avLst/>
              <a:gdLst>
                <a:gd name="T0" fmla="*/ 0 w 53"/>
                <a:gd name="T1" fmla="*/ 0 h 107"/>
                <a:gd name="T2" fmla="*/ 0 w 53"/>
                <a:gd name="T3" fmla="*/ 0 h 107"/>
                <a:gd name="T4" fmla="*/ 0 w 53"/>
                <a:gd name="T5" fmla="*/ 0 h 107"/>
                <a:gd name="T6" fmla="*/ 0 w 53"/>
                <a:gd name="T7" fmla="*/ 0 h 107"/>
                <a:gd name="T8" fmla="*/ 0 w 53"/>
                <a:gd name="T9" fmla="*/ 0 h 107"/>
                <a:gd name="T10" fmla="*/ 0 w 53"/>
                <a:gd name="T11" fmla="*/ 0 h 107"/>
                <a:gd name="T12" fmla="*/ 0 w 53"/>
                <a:gd name="T13" fmla="*/ 0 h 107"/>
                <a:gd name="T14" fmla="*/ 0 w 53"/>
                <a:gd name="T15" fmla="*/ 0 h 107"/>
                <a:gd name="T16" fmla="*/ 0 w 53"/>
                <a:gd name="T17" fmla="*/ 0 h 107"/>
                <a:gd name="T18" fmla="*/ 0 w 53"/>
                <a:gd name="T19" fmla="*/ 0 h 107"/>
                <a:gd name="T20" fmla="*/ 0 w 53"/>
                <a:gd name="T21" fmla="*/ 0 h 107"/>
                <a:gd name="T22" fmla="*/ 0 w 53"/>
                <a:gd name="T23" fmla="*/ 0 h 107"/>
                <a:gd name="T24" fmla="*/ 0 w 53"/>
                <a:gd name="T25" fmla="*/ 0 h 107"/>
                <a:gd name="T26" fmla="*/ 0 w 53"/>
                <a:gd name="T27" fmla="*/ 0 h 107"/>
                <a:gd name="T28" fmla="*/ 0 w 53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3"/>
                <a:gd name="T46" fmla="*/ 0 h 107"/>
                <a:gd name="T47" fmla="*/ 53 w 53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3" h="107">
                  <a:moveTo>
                    <a:pt x="53" y="107"/>
                  </a:moveTo>
                  <a:lnTo>
                    <a:pt x="42" y="106"/>
                  </a:lnTo>
                  <a:lnTo>
                    <a:pt x="30" y="102"/>
                  </a:lnTo>
                  <a:lnTo>
                    <a:pt x="20" y="95"/>
                  </a:lnTo>
                  <a:lnTo>
                    <a:pt x="12" y="87"/>
                  </a:lnTo>
                  <a:lnTo>
                    <a:pt x="6" y="77"/>
                  </a:lnTo>
                  <a:lnTo>
                    <a:pt x="1" y="66"/>
                  </a:lnTo>
                  <a:lnTo>
                    <a:pt x="0" y="54"/>
                  </a:lnTo>
                  <a:lnTo>
                    <a:pt x="1" y="42"/>
                  </a:lnTo>
                  <a:lnTo>
                    <a:pt x="6" y="31"/>
                  </a:lnTo>
                  <a:lnTo>
                    <a:pt x="12" y="21"/>
                  </a:lnTo>
                  <a:lnTo>
                    <a:pt x="20" y="13"/>
                  </a:lnTo>
                  <a:lnTo>
                    <a:pt x="30" y="6"/>
                  </a:lnTo>
                  <a:lnTo>
                    <a:pt x="42" y="2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Freeform 4900">
              <a:extLst>
                <a:ext uri="{FF2B5EF4-FFF2-40B4-BE49-F238E27FC236}">
                  <a16:creationId xmlns:a16="http://schemas.microsoft.com/office/drawing/2014/main" id="{2F924C3A-93F8-8E06-6CA2-B9BCCBD7F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23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Freeform 4901">
              <a:extLst>
                <a:ext uri="{FF2B5EF4-FFF2-40B4-BE49-F238E27FC236}">
                  <a16:creationId xmlns:a16="http://schemas.microsoft.com/office/drawing/2014/main" id="{37DECDBC-0337-7353-FC76-79646684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123"/>
              <a:ext cx="265" cy="18"/>
            </a:xfrm>
            <a:custGeom>
              <a:avLst/>
              <a:gdLst>
                <a:gd name="T0" fmla="*/ 0 w 1593"/>
                <a:gd name="T1" fmla="*/ 0 h 107"/>
                <a:gd name="T2" fmla="*/ 0 w 1593"/>
                <a:gd name="T3" fmla="*/ 0 h 107"/>
                <a:gd name="T4" fmla="*/ 0 w 1593"/>
                <a:gd name="T5" fmla="*/ 0 h 107"/>
                <a:gd name="T6" fmla="*/ 0 w 1593"/>
                <a:gd name="T7" fmla="*/ 0 h 107"/>
                <a:gd name="T8" fmla="*/ 0 w 1593"/>
                <a:gd name="T9" fmla="*/ 0 h 107"/>
                <a:gd name="T10" fmla="*/ 0 w 1593"/>
                <a:gd name="T11" fmla="*/ 0 h 107"/>
                <a:gd name="T12" fmla="*/ 0 w 1593"/>
                <a:gd name="T13" fmla="*/ 0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93"/>
                <a:gd name="T22" fmla="*/ 0 h 107"/>
                <a:gd name="T23" fmla="*/ 1593 w 1593"/>
                <a:gd name="T24" fmla="*/ 107 h 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93" h="107">
                  <a:moveTo>
                    <a:pt x="0" y="0"/>
                  </a:moveTo>
                  <a:lnTo>
                    <a:pt x="0" y="54"/>
                  </a:lnTo>
                  <a:lnTo>
                    <a:pt x="0" y="107"/>
                  </a:lnTo>
                  <a:lnTo>
                    <a:pt x="1593" y="107"/>
                  </a:lnTo>
                  <a:lnTo>
                    <a:pt x="1593" y="54"/>
                  </a:lnTo>
                  <a:lnTo>
                    <a:pt x="1593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Freeform 4902">
              <a:extLst>
                <a:ext uri="{FF2B5EF4-FFF2-40B4-BE49-F238E27FC236}">
                  <a16:creationId xmlns:a16="http://schemas.microsoft.com/office/drawing/2014/main" id="{0713C1F6-82E9-B423-7A1F-670A0E807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12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w 54"/>
                <a:gd name="T31" fmla="*/ 0 h 107"/>
                <a:gd name="T32" fmla="*/ 0 w 54"/>
                <a:gd name="T33" fmla="*/ 0 h 10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07"/>
                <a:gd name="T53" fmla="*/ 54 w 54"/>
                <a:gd name="T54" fmla="*/ 107 h 10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07">
                  <a:moveTo>
                    <a:pt x="0" y="54"/>
                  </a:moveTo>
                  <a:lnTo>
                    <a:pt x="0" y="0"/>
                  </a:ln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Freeform 4903">
              <a:extLst>
                <a:ext uri="{FF2B5EF4-FFF2-40B4-BE49-F238E27FC236}">
                  <a16:creationId xmlns:a16="http://schemas.microsoft.com/office/drawing/2014/main" id="{E166466B-7B90-74F0-990E-067ED92F2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" y="2123"/>
              <a:ext cx="9" cy="18"/>
            </a:xfrm>
            <a:custGeom>
              <a:avLst/>
              <a:gdLst>
                <a:gd name="T0" fmla="*/ 0 w 54"/>
                <a:gd name="T1" fmla="*/ 0 h 107"/>
                <a:gd name="T2" fmla="*/ 0 w 54"/>
                <a:gd name="T3" fmla="*/ 0 h 107"/>
                <a:gd name="T4" fmla="*/ 0 w 54"/>
                <a:gd name="T5" fmla="*/ 0 h 107"/>
                <a:gd name="T6" fmla="*/ 0 w 54"/>
                <a:gd name="T7" fmla="*/ 0 h 107"/>
                <a:gd name="T8" fmla="*/ 0 w 54"/>
                <a:gd name="T9" fmla="*/ 0 h 107"/>
                <a:gd name="T10" fmla="*/ 0 w 54"/>
                <a:gd name="T11" fmla="*/ 0 h 107"/>
                <a:gd name="T12" fmla="*/ 0 w 54"/>
                <a:gd name="T13" fmla="*/ 0 h 107"/>
                <a:gd name="T14" fmla="*/ 0 w 54"/>
                <a:gd name="T15" fmla="*/ 0 h 107"/>
                <a:gd name="T16" fmla="*/ 0 w 54"/>
                <a:gd name="T17" fmla="*/ 0 h 107"/>
                <a:gd name="T18" fmla="*/ 0 w 54"/>
                <a:gd name="T19" fmla="*/ 0 h 107"/>
                <a:gd name="T20" fmla="*/ 0 w 54"/>
                <a:gd name="T21" fmla="*/ 0 h 107"/>
                <a:gd name="T22" fmla="*/ 0 w 54"/>
                <a:gd name="T23" fmla="*/ 0 h 107"/>
                <a:gd name="T24" fmla="*/ 0 w 54"/>
                <a:gd name="T25" fmla="*/ 0 h 107"/>
                <a:gd name="T26" fmla="*/ 0 w 54"/>
                <a:gd name="T27" fmla="*/ 0 h 107"/>
                <a:gd name="T28" fmla="*/ 0 w 54"/>
                <a:gd name="T29" fmla="*/ 0 h 1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4"/>
                <a:gd name="T46" fmla="*/ 0 h 107"/>
                <a:gd name="T47" fmla="*/ 54 w 54"/>
                <a:gd name="T48" fmla="*/ 107 h 10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4" h="107">
                  <a:moveTo>
                    <a:pt x="0" y="0"/>
                  </a:moveTo>
                  <a:lnTo>
                    <a:pt x="11" y="2"/>
                  </a:lnTo>
                  <a:lnTo>
                    <a:pt x="23" y="6"/>
                  </a:lnTo>
                  <a:lnTo>
                    <a:pt x="33" y="13"/>
                  </a:lnTo>
                  <a:lnTo>
                    <a:pt x="41" y="21"/>
                  </a:lnTo>
                  <a:lnTo>
                    <a:pt x="47" y="31"/>
                  </a:lnTo>
                  <a:lnTo>
                    <a:pt x="52" y="42"/>
                  </a:lnTo>
                  <a:lnTo>
                    <a:pt x="54" y="54"/>
                  </a:lnTo>
                  <a:lnTo>
                    <a:pt x="52" y="66"/>
                  </a:lnTo>
                  <a:lnTo>
                    <a:pt x="47" y="77"/>
                  </a:lnTo>
                  <a:lnTo>
                    <a:pt x="41" y="87"/>
                  </a:lnTo>
                  <a:lnTo>
                    <a:pt x="33" y="95"/>
                  </a:lnTo>
                  <a:lnTo>
                    <a:pt x="23" y="102"/>
                  </a:lnTo>
                  <a:lnTo>
                    <a:pt x="11" y="106"/>
                  </a:lnTo>
                  <a:lnTo>
                    <a:pt x="0" y="10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4947">
              <a:extLst>
                <a:ext uri="{FF2B5EF4-FFF2-40B4-BE49-F238E27FC236}">
                  <a16:creationId xmlns:a16="http://schemas.microsoft.com/office/drawing/2014/main" id="{B55CDAF0-2D46-5FC6-714F-3522AB441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710"/>
              <a:ext cx="1" cy="112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4948">
              <a:extLst>
                <a:ext uri="{FF2B5EF4-FFF2-40B4-BE49-F238E27FC236}">
                  <a16:creationId xmlns:a16="http://schemas.microsoft.com/office/drawing/2014/main" id="{0B039F1F-E50F-7FBF-6A88-7003FC09B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3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4949">
              <a:extLst>
                <a:ext uri="{FF2B5EF4-FFF2-40B4-BE49-F238E27FC236}">
                  <a16:creationId xmlns:a16="http://schemas.microsoft.com/office/drawing/2014/main" id="{9102AE8A-E91C-9CED-435D-404960227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745"/>
              <a:ext cx="1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Freeform 4950">
              <a:extLst>
                <a:ext uri="{FF2B5EF4-FFF2-40B4-BE49-F238E27FC236}">
                  <a16:creationId xmlns:a16="http://schemas.microsoft.com/office/drawing/2014/main" id="{50AB477C-1A73-514F-91B5-1F756CA35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Freeform 4951">
              <a:extLst>
                <a:ext uri="{FF2B5EF4-FFF2-40B4-BE49-F238E27FC236}">
                  <a16:creationId xmlns:a16="http://schemas.microsoft.com/office/drawing/2014/main" id="{F2A61A9A-07F7-6AE9-5AA1-74B18EE53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4952">
              <a:extLst>
                <a:ext uri="{FF2B5EF4-FFF2-40B4-BE49-F238E27FC236}">
                  <a16:creationId xmlns:a16="http://schemas.microsoft.com/office/drawing/2014/main" id="{0D854644-8B7B-9EDA-7EED-8485FE0EC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Freeform 4953">
              <a:extLst>
                <a:ext uri="{FF2B5EF4-FFF2-40B4-BE49-F238E27FC236}">
                  <a16:creationId xmlns:a16="http://schemas.microsoft.com/office/drawing/2014/main" id="{882703BA-5322-D2F8-F41E-49108D324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Freeform 4954">
              <a:extLst>
                <a:ext uri="{FF2B5EF4-FFF2-40B4-BE49-F238E27FC236}">
                  <a16:creationId xmlns:a16="http://schemas.microsoft.com/office/drawing/2014/main" id="{AF71C8EE-3950-36BA-7AA8-B59C5DEA6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2641"/>
              <a:ext cx="36" cy="65"/>
            </a:xfrm>
            <a:custGeom>
              <a:avLst/>
              <a:gdLst>
                <a:gd name="T0" fmla="*/ 0 w 217"/>
                <a:gd name="T1" fmla="*/ 0 h 390"/>
                <a:gd name="T2" fmla="*/ 0 w 217"/>
                <a:gd name="T3" fmla="*/ 0 h 390"/>
                <a:gd name="T4" fmla="*/ 0 w 217"/>
                <a:gd name="T5" fmla="*/ 0 h 390"/>
                <a:gd name="T6" fmla="*/ 0 w 217"/>
                <a:gd name="T7" fmla="*/ 0 h 390"/>
                <a:gd name="T8" fmla="*/ 0 w 217"/>
                <a:gd name="T9" fmla="*/ 0 h 390"/>
                <a:gd name="T10" fmla="*/ 0 w 217"/>
                <a:gd name="T11" fmla="*/ 0 h 390"/>
                <a:gd name="T12" fmla="*/ 0 w 217"/>
                <a:gd name="T13" fmla="*/ 0 h 390"/>
                <a:gd name="T14" fmla="*/ 0 w 217"/>
                <a:gd name="T15" fmla="*/ 0 h 390"/>
                <a:gd name="T16" fmla="*/ 0 w 217"/>
                <a:gd name="T17" fmla="*/ 0 h 390"/>
                <a:gd name="T18" fmla="*/ 0 w 217"/>
                <a:gd name="T19" fmla="*/ 0 h 390"/>
                <a:gd name="T20" fmla="*/ 0 w 217"/>
                <a:gd name="T21" fmla="*/ 0 h 390"/>
                <a:gd name="T22" fmla="*/ 0 w 217"/>
                <a:gd name="T23" fmla="*/ 0 h 390"/>
                <a:gd name="T24" fmla="*/ 0 w 217"/>
                <a:gd name="T25" fmla="*/ 0 h 390"/>
                <a:gd name="T26" fmla="*/ 0 w 217"/>
                <a:gd name="T27" fmla="*/ 0 h 390"/>
                <a:gd name="T28" fmla="*/ 0 w 217"/>
                <a:gd name="T29" fmla="*/ 0 h 390"/>
                <a:gd name="T30" fmla="*/ 0 w 217"/>
                <a:gd name="T31" fmla="*/ 0 h 390"/>
                <a:gd name="T32" fmla="*/ 0 w 217"/>
                <a:gd name="T33" fmla="*/ 0 h 3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7"/>
                <a:gd name="T52" fmla="*/ 0 h 390"/>
                <a:gd name="T53" fmla="*/ 217 w 217"/>
                <a:gd name="T54" fmla="*/ 390 h 39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7" h="390">
                  <a:moveTo>
                    <a:pt x="0" y="390"/>
                  </a:moveTo>
                  <a:lnTo>
                    <a:pt x="55" y="369"/>
                  </a:lnTo>
                  <a:lnTo>
                    <a:pt x="109" y="326"/>
                  </a:lnTo>
                  <a:lnTo>
                    <a:pt x="163" y="260"/>
                  </a:lnTo>
                  <a:lnTo>
                    <a:pt x="206" y="97"/>
                  </a:lnTo>
                  <a:lnTo>
                    <a:pt x="217" y="65"/>
                  </a:lnTo>
                  <a:lnTo>
                    <a:pt x="217" y="43"/>
                  </a:lnTo>
                  <a:lnTo>
                    <a:pt x="206" y="22"/>
                  </a:lnTo>
                  <a:lnTo>
                    <a:pt x="173" y="0"/>
                  </a:lnTo>
                  <a:lnTo>
                    <a:pt x="119" y="0"/>
                  </a:lnTo>
                  <a:lnTo>
                    <a:pt x="76" y="22"/>
                  </a:lnTo>
                  <a:lnTo>
                    <a:pt x="43" y="54"/>
                  </a:lnTo>
                  <a:lnTo>
                    <a:pt x="22" y="152"/>
                  </a:lnTo>
                  <a:lnTo>
                    <a:pt x="22" y="184"/>
                  </a:lnTo>
                  <a:lnTo>
                    <a:pt x="43" y="206"/>
                  </a:lnTo>
                  <a:lnTo>
                    <a:pt x="76" y="217"/>
                  </a:lnTo>
                  <a:lnTo>
                    <a:pt x="173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4955">
              <a:extLst>
                <a:ext uri="{FF2B5EF4-FFF2-40B4-BE49-F238E27FC236}">
                  <a16:creationId xmlns:a16="http://schemas.microsoft.com/office/drawing/2014/main" id="{C7CEC266-1EE1-A910-AA5C-4F87E1B35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4956">
              <a:extLst>
                <a:ext uri="{FF2B5EF4-FFF2-40B4-BE49-F238E27FC236}">
                  <a16:creationId xmlns:a16="http://schemas.microsoft.com/office/drawing/2014/main" id="{77135AB6-38DA-9D64-E771-C6C02DC0E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3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4957">
              <a:extLst>
                <a:ext uri="{FF2B5EF4-FFF2-40B4-BE49-F238E27FC236}">
                  <a16:creationId xmlns:a16="http://schemas.microsoft.com/office/drawing/2014/main" id="{C7B38041-4182-E9C0-E273-E9F3B8AC4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3" y="274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4958">
              <a:extLst>
                <a:ext uri="{FF2B5EF4-FFF2-40B4-BE49-F238E27FC236}">
                  <a16:creationId xmlns:a16="http://schemas.microsoft.com/office/drawing/2014/main" id="{6CC9F61A-4593-F568-6FE8-3DAD4F51AE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8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4959">
              <a:extLst>
                <a:ext uri="{FF2B5EF4-FFF2-40B4-BE49-F238E27FC236}">
                  <a16:creationId xmlns:a16="http://schemas.microsoft.com/office/drawing/2014/main" id="{5499551A-D165-83D1-86EC-799D90DFA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2710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4960">
              <a:extLst>
                <a:ext uri="{FF2B5EF4-FFF2-40B4-BE49-F238E27FC236}">
                  <a16:creationId xmlns:a16="http://schemas.microsoft.com/office/drawing/2014/main" id="{283EE970-2DCF-D47F-7E96-5E2978528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745"/>
              <a:ext cx="6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4961">
              <a:extLst>
                <a:ext uri="{FF2B5EF4-FFF2-40B4-BE49-F238E27FC236}">
                  <a16:creationId xmlns:a16="http://schemas.microsoft.com/office/drawing/2014/main" id="{E937AB47-6B02-D664-5483-38DEA7072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3" y="2745"/>
              <a:ext cx="7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4962">
              <a:extLst>
                <a:ext uri="{FF2B5EF4-FFF2-40B4-BE49-F238E27FC236}">
                  <a16:creationId xmlns:a16="http://schemas.microsoft.com/office/drawing/2014/main" id="{EEC85F0D-14C3-205C-126D-68A1FED74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2" y="2745"/>
              <a:ext cx="20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Freeform 4963">
              <a:extLst>
                <a:ext uri="{FF2B5EF4-FFF2-40B4-BE49-F238E27FC236}">
                  <a16:creationId xmlns:a16="http://schemas.microsoft.com/office/drawing/2014/main" id="{B91FD78C-36A5-4B9B-309A-00BACB29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Freeform 4964">
              <a:extLst>
                <a:ext uri="{FF2B5EF4-FFF2-40B4-BE49-F238E27FC236}">
                  <a16:creationId xmlns:a16="http://schemas.microsoft.com/office/drawing/2014/main" id="{5FFF1EFF-7C27-3D37-97D6-64854D162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273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4965">
              <a:extLst>
                <a:ext uri="{FF2B5EF4-FFF2-40B4-BE49-F238E27FC236}">
                  <a16:creationId xmlns:a16="http://schemas.microsoft.com/office/drawing/2014/main" id="{6C483DE9-1CCD-E628-380E-CDF269126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Freeform 4966">
              <a:extLst>
                <a:ext uri="{FF2B5EF4-FFF2-40B4-BE49-F238E27FC236}">
                  <a16:creationId xmlns:a16="http://schemas.microsoft.com/office/drawing/2014/main" id="{6E62AC5F-2111-CDCD-4A26-B5C047B45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73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Freeform 4967">
              <a:extLst>
                <a:ext uri="{FF2B5EF4-FFF2-40B4-BE49-F238E27FC236}">
                  <a16:creationId xmlns:a16="http://schemas.microsoft.com/office/drawing/2014/main" id="{9EF49F3E-AB2F-A03D-24CB-6289E2D85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641"/>
              <a:ext cx="36" cy="65"/>
            </a:xfrm>
            <a:custGeom>
              <a:avLst/>
              <a:gdLst>
                <a:gd name="T0" fmla="*/ 0 w 217"/>
                <a:gd name="T1" fmla="*/ 0 h 390"/>
                <a:gd name="T2" fmla="*/ 0 w 217"/>
                <a:gd name="T3" fmla="*/ 0 h 390"/>
                <a:gd name="T4" fmla="*/ 0 w 217"/>
                <a:gd name="T5" fmla="*/ 0 h 390"/>
                <a:gd name="T6" fmla="*/ 0 w 217"/>
                <a:gd name="T7" fmla="*/ 0 h 390"/>
                <a:gd name="T8" fmla="*/ 0 w 217"/>
                <a:gd name="T9" fmla="*/ 0 h 390"/>
                <a:gd name="T10" fmla="*/ 0 w 217"/>
                <a:gd name="T11" fmla="*/ 0 h 390"/>
                <a:gd name="T12" fmla="*/ 0 w 217"/>
                <a:gd name="T13" fmla="*/ 0 h 390"/>
                <a:gd name="T14" fmla="*/ 0 w 217"/>
                <a:gd name="T15" fmla="*/ 0 h 390"/>
                <a:gd name="T16" fmla="*/ 0 w 217"/>
                <a:gd name="T17" fmla="*/ 0 h 390"/>
                <a:gd name="T18" fmla="*/ 0 w 217"/>
                <a:gd name="T19" fmla="*/ 0 h 390"/>
                <a:gd name="T20" fmla="*/ 0 w 217"/>
                <a:gd name="T21" fmla="*/ 0 h 390"/>
                <a:gd name="T22" fmla="*/ 0 w 217"/>
                <a:gd name="T23" fmla="*/ 0 h 390"/>
                <a:gd name="T24" fmla="*/ 0 w 217"/>
                <a:gd name="T25" fmla="*/ 0 h 390"/>
                <a:gd name="T26" fmla="*/ 0 w 217"/>
                <a:gd name="T27" fmla="*/ 0 h 390"/>
                <a:gd name="T28" fmla="*/ 0 w 217"/>
                <a:gd name="T29" fmla="*/ 0 h 390"/>
                <a:gd name="T30" fmla="*/ 0 w 217"/>
                <a:gd name="T31" fmla="*/ 0 h 390"/>
                <a:gd name="T32" fmla="*/ 0 w 217"/>
                <a:gd name="T33" fmla="*/ 0 h 390"/>
                <a:gd name="T34" fmla="*/ 0 w 217"/>
                <a:gd name="T35" fmla="*/ 0 h 39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17"/>
                <a:gd name="T55" fmla="*/ 0 h 390"/>
                <a:gd name="T56" fmla="*/ 217 w 217"/>
                <a:gd name="T57" fmla="*/ 390 h 39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17" h="390">
                  <a:moveTo>
                    <a:pt x="217" y="0"/>
                  </a:moveTo>
                  <a:lnTo>
                    <a:pt x="162" y="22"/>
                  </a:lnTo>
                  <a:lnTo>
                    <a:pt x="108" y="65"/>
                  </a:lnTo>
                  <a:lnTo>
                    <a:pt x="65" y="119"/>
                  </a:lnTo>
                  <a:lnTo>
                    <a:pt x="44" y="163"/>
                  </a:lnTo>
                  <a:lnTo>
                    <a:pt x="0" y="314"/>
                  </a:lnTo>
                  <a:lnTo>
                    <a:pt x="0" y="336"/>
                  </a:lnTo>
                  <a:lnTo>
                    <a:pt x="11" y="369"/>
                  </a:lnTo>
                  <a:lnTo>
                    <a:pt x="44" y="390"/>
                  </a:lnTo>
                  <a:lnTo>
                    <a:pt x="76" y="390"/>
                  </a:lnTo>
                  <a:lnTo>
                    <a:pt x="119" y="380"/>
                  </a:lnTo>
                  <a:lnTo>
                    <a:pt x="152" y="358"/>
                  </a:lnTo>
                  <a:lnTo>
                    <a:pt x="174" y="326"/>
                  </a:lnTo>
                  <a:lnTo>
                    <a:pt x="195" y="250"/>
                  </a:lnTo>
                  <a:lnTo>
                    <a:pt x="195" y="217"/>
                  </a:lnTo>
                  <a:lnTo>
                    <a:pt x="185" y="184"/>
                  </a:lnTo>
                  <a:lnTo>
                    <a:pt x="152" y="173"/>
                  </a:lnTo>
                  <a:lnTo>
                    <a:pt x="54" y="17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4968">
              <a:extLst>
                <a:ext uri="{FF2B5EF4-FFF2-40B4-BE49-F238E27FC236}">
                  <a16:creationId xmlns:a16="http://schemas.microsoft.com/office/drawing/2014/main" id="{0DABBEEC-7F4D-CC72-2847-615F67DBB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4969">
              <a:extLst>
                <a:ext uri="{FF2B5EF4-FFF2-40B4-BE49-F238E27FC236}">
                  <a16:creationId xmlns:a16="http://schemas.microsoft.com/office/drawing/2014/main" id="{98FBCFFE-6472-1B55-07FA-37F6A03C8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4971">
              <a:extLst>
                <a:ext uri="{FF2B5EF4-FFF2-40B4-BE49-F238E27FC236}">
                  <a16:creationId xmlns:a16="http://schemas.microsoft.com/office/drawing/2014/main" id="{FE6F8D18-06C8-1786-2875-8CBBA9009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74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4972">
              <a:extLst>
                <a:ext uri="{FF2B5EF4-FFF2-40B4-BE49-F238E27FC236}">
                  <a16:creationId xmlns:a16="http://schemas.microsoft.com/office/drawing/2014/main" id="{82091C9A-C3F4-7A98-4815-8856BFEA7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2940"/>
              <a:ext cx="43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4973">
              <a:extLst>
                <a:ext uri="{FF2B5EF4-FFF2-40B4-BE49-F238E27FC236}">
                  <a16:creationId xmlns:a16="http://schemas.microsoft.com/office/drawing/2014/main" id="{83FC7850-0BD0-6FCC-28CA-49BF836A3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9" y="2822"/>
              <a:ext cx="24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4974">
              <a:extLst>
                <a:ext uri="{FF2B5EF4-FFF2-40B4-BE49-F238E27FC236}">
                  <a16:creationId xmlns:a16="http://schemas.microsoft.com/office/drawing/2014/main" id="{DFE3924B-A112-6D22-4DE0-69FF655C3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3010"/>
              <a:ext cx="1" cy="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4975">
              <a:extLst>
                <a:ext uri="{FF2B5EF4-FFF2-40B4-BE49-F238E27FC236}">
                  <a16:creationId xmlns:a16="http://schemas.microsoft.com/office/drawing/2014/main" id="{7530AC85-707D-B5A7-4F19-352B9825C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2683"/>
              <a:ext cx="1" cy="7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4976">
              <a:extLst>
                <a:ext uri="{FF2B5EF4-FFF2-40B4-BE49-F238E27FC236}">
                  <a16:creationId xmlns:a16="http://schemas.microsoft.com/office/drawing/2014/main" id="{1684222E-D9A9-AF4D-2DC4-22D237E671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3" y="2822"/>
              <a:ext cx="1" cy="118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Freeform 4977">
              <a:extLst>
                <a:ext uri="{FF2B5EF4-FFF2-40B4-BE49-F238E27FC236}">
                  <a16:creationId xmlns:a16="http://schemas.microsoft.com/office/drawing/2014/main" id="{B6EF9E16-72DF-AE81-14B9-4524F2920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940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418"/>
                  </a:moveTo>
                  <a:lnTo>
                    <a:pt x="139" y="418"/>
                  </a:lnTo>
                  <a:lnTo>
                    <a:pt x="70" y="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Freeform 4978">
              <a:extLst>
                <a:ext uri="{FF2B5EF4-FFF2-40B4-BE49-F238E27FC236}">
                  <a16:creationId xmlns:a16="http://schemas.microsoft.com/office/drawing/2014/main" id="{F81612CD-59EC-FD66-95B2-F713C93F6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940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418"/>
                  </a:moveTo>
                  <a:lnTo>
                    <a:pt x="139" y="418"/>
                  </a:lnTo>
                  <a:lnTo>
                    <a:pt x="70" y="0"/>
                  </a:lnTo>
                  <a:lnTo>
                    <a:pt x="0" y="418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Freeform 4979">
              <a:extLst>
                <a:ext uri="{FF2B5EF4-FFF2-40B4-BE49-F238E27FC236}">
                  <a16:creationId xmlns:a16="http://schemas.microsoft.com/office/drawing/2014/main" id="{FA3B349F-42C6-BB2D-1761-626A7AD81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753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Freeform 4980">
              <a:extLst>
                <a:ext uri="{FF2B5EF4-FFF2-40B4-BE49-F238E27FC236}">
                  <a16:creationId xmlns:a16="http://schemas.microsoft.com/office/drawing/2014/main" id="{B4611C86-65E5-E44B-5B50-954C10E2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753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Freeform 4981">
              <a:extLst>
                <a:ext uri="{FF2B5EF4-FFF2-40B4-BE49-F238E27FC236}">
                  <a16:creationId xmlns:a16="http://schemas.microsoft.com/office/drawing/2014/main" id="{988234AB-7F68-D31B-97EE-EB244C5EB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2868"/>
              <a:ext cx="36" cy="36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217" y="217"/>
                  </a:moveTo>
                  <a:lnTo>
                    <a:pt x="217" y="131"/>
                  </a:lnTo>
                  <a:lnTo>
                    <a:pt x="205" y="77"/>
                  </a:lnTo>
                  <a:lnTo>
                    <a:pt x="184" y="44"/>
                  </a:lnTo>
                  <a:lnTo>
                    <a:pt x="151" y="21"/>
                  </a:lnTo>
                  <a:lnTo>
                    <a:pt x="75" y="0"/>
                  </a:lnTo>
                  <a:lnTo>
                    <a:pt x="43" y="0"/>
                  </a:lnTo>
                  <a:lnTo>
                    <a:pt x="21" y="11"/>
                  </a:lnTo>
                  <a:lnTo>
                    <a:pt x="11" y="33"/>
                  </a:lnTo>
                  <a:lnTo>
                    <a:pt x="0" y="65"/>
                  </a:lnTo>
                  <a:lnTo>
                    <a:pt x="0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Freeform 4982">
              <a:extLst>
                <a:ext uri="{FF2B5EF4-FFF2-40B4-BE49-F238E27FC236}">
                  <a16:creationId xmlns:a16="http://schemas.microsoft.com/office/drawing/2014/main" id="{210746B7-DA56-E7A6-64BF-D18092A10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859"/>
              <a:ext cx="29" cy="27"/>
            </a:xfrm>
            <a:custGeom>
              <a:avLst/>
              <a:gdLst>
                <a:gd name="T0" fmla="*/ 0 w 174"/>
                <a:gd name="T1" fmla="*/ 0 h 162"/>
                <a:gd name="T2" fmla="*/ 0 w 174"/>
                <a:gd name="T3" fmla="*/ 0 h 162"/>
                <a:gd name="T4" fmla="*/ 0 w 174"/>
                <a:gd name="T5" fmla="*/ 0 h 162"/>
                <a:gd name="T6" fmla="*/ 0 w 174"/>
                <a:gd name="T7" fmla="*/ 0 h 162"/>
                <a:gd name="T8" fmla="*/ 0 w 174"/>
                <a:gd name="T9" fmla="*/ 0 h 162"/>
                <a:gd name="T10" fmla="*/ 0 w 174"/>
                <a:gd name="T11" fmla="*/ 0 h 162"/>
                <a:gd name="T12" fmla="*/ 0 w 174"/>
                <a:gd name="T13" fmla="*/ 0 h 162"/>
                <a:gd name="T14" fmla="*/ 0 w 174"/>
                <a:gd name="T15" fmla="*/ 0 h 162"/>
                <a:gd name="T16" fmla="*/ 0 w 174"/>
                <a:gd name="T17" fmla="*/ 0 h 162"/>
                <a:gd name="T18" fmla="*/ 0 w 174"/>
                <a:gd name="T19" fmla="*/ 0 h 1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4"/>
                <a:gd name="T31" fmla="*/ 0 h 162"/>
                <a:gd name="T32" fmla="*/ 174 w 174"/>
                <a:gd name="T33" fmla="*/ 162 h 16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4" h="162">
                  <a:moveTo>
                    <a:pt x="174" y="108"/>
                  </a:moveTo>
                  <a:lnTo>
                    <a:pt x="163" y="65"/>
                  </a:lnTo>
                  <a:lnTo>
                    <a:pt x="141" y="32"/>
                  </a:lnTo>
                  <a:lnTo>
                    <a:pt x="108" y="11"/>
                  </a:lnTo>
                  <a:lnTo>
                    <a:pt x="77" y="0"/>
                  </a:lnTo>
                  <a:lnTo>
                    <a:pt x="44" y="0"/>
                  </a:lnTo>
                  <a:lnTo>
                    <a:pt x="22" y="11"/>
                  </a:lnTo>
                  <a:lnTo>
                    <a:pt x="11" y="21"/>
                  </a:lnTo>
                  <a:lnTo>
                    <a:pt x="0" y="44"/>
                  </a:lnTo>
                  <a:lnTo>
                    <a:pt x="0" y="16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4983">
              <a:extLst>
                <a:ext uri="{FF2B5EF4-FFF2-40B4-BE49-F238E27FC236}">
                  <a16:creationId xmlns:a16="http://schemas.microsoft.com/office/drawing/2014/main" id="{E10B72C5-E200-615E-ABCE-8E1110E1D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940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4984">
              <a:extLst>
                <a:ext uri="{FF2B5EF4-FFF2-40B4-BE49-F238E27FC236}">
                  <a16:creationId xmlns:a16="http://schemas.microsoft.com/office/drawing/2014/main" id="{1BB3E060-C10B-E1B8-50A8-0DCDE6F13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82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4985">
              <a:extLst>
                <a:ext uri="{FF2B5EF4-FFF2-40B4-BE49-F238E27FC236}">
                  <a16:creationId xmlns:a16="http://schemas.microsoft.com/office/drawing/2014/main" id="{E6BE139B-07AC-1491-2176-A96596E90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3" y="2822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4986">
              <a:extLst>
                <a:ext uri="{FF2B5EF4-FFF2-40B4-BE49-F238E27FC236}">
                  <a16:creationId xmlns:a16="http://schemas.microsoft.com/office/drawing/2014/main" id="{2C10FAE1-43B1-6A52-02AD-FFFE42DD1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137"/>
              <a:ext cx="1" cy="7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4987">
              <a:extLst>
                <a:ext uri="{FF2B5EF4-FFF2-40B4-BE49-F238E27FC236}">
                  <a16:creationId xmlns:a16="http://schemas.microsoft.com/office/drawing/2014/main" id="{7861AB4A-4AC1-940A-3B86-C735A510C5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2142"/>
              <a:ext cx="1" cy="79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4988">
              <a:extLst>
                <a:ext uri="{FF2B5EF4-FFF2-40B4-BE49-F238E27FC236}">
                  <a16:creationId xmlns:a16="http://schemas.microsoft.com/office/drawing/2014/main" id="{66AF3949-857C-0B9D-8821-BF8F93F26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7" y="2177"/>
              <a:ext cx="333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Freeform 4989">
              <a:extLst>
                <a:ext uri="{FF2B5EF4-FFF2-40B4-BE49-F238E27FC236}">
                  <a16:creationId xmlns:a16="http://schemas.microsoft.com/office/drawing/2014/main" id="{9E4888F0-91D8-3ACF-44FB-8A4A7760B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216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Freeform 4990">
              <a:extLst>
                <a:ext uri="{FF2B5EF4-FFF2-40B4-BE49-F238E27FC236}">
                  <a16:creationId xmlns:a16="http://schemas.microsoft.com/office/drawing/2014/main" id="{50E65895-F35A-3D5C-95DE-9D0E7A05F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" y="216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Freeform 4991">
              <a:extLst>
                <a:ext uri="{FF2B5EF4-FFF2-40B4-BE49-F238E27FC236}">
                  <a16:creationId xmlns:a16="http://schemas.microsoft.com/office/drawing/2014/main" id="{BA6C6B23-8804-2CFA-9A94-E1795D9FB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16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Freeform 4992">
              <a:extLst>
                <a:ext uri="{FF2B5EF4-FFF2-40B4-BE49-F238E27FC236}">
                  <a16:creationId xmlns:a16="http://schemas.microsoft.com/office/drawing/2014/main" id="{05492489-164F-8A68-7976-4C28E622C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16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Freeform 4993">
              <a:extLst>
                <a:ext uri="{FF2B5EF4-FFF2-40B4-BE49-F238E27FC236}">
                  <a16:creationId xmlns:a16="http://schemas.microsoft.com/office/drawing/2014/main" id="{71CEC0B0-E148-C80B-2D1F-7EDCA8523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2074"/>
              <a:ext cx="18" cy="65"/>
            </a:xfrm>
            <a:custGeom>
              <a:avLst/>
              <a:gdLst>
                <a:gd name="T0" fmla="*/ 0 w 108"/>
                <a:gd name="T1" fmla="*/ 0 h 390"/>
                <a:gd name="T2" fmla="*/ 0 w 108"/>
                <a:gd name="T3" fmla="*/ 0 h 390"/>
                <a:gd name="T4" fmla="*/ 0 w 108"/>
                <a:gd name="T5" fmla="*/ 0 h 390"/>
                <a:gd name="T6" fmla="*/ 0 60000 65536"/>
                <a:gd name="T7" fmla="*/ 0 60000 65536"/>
                <a:gd name="T8" fmla="*/ 0 60000 65536"/>
                <a:gd name="T9" fmla="*/ 0 w 108"/>
                <a:gd name="T10" fmla="*/ 0 h 390"/>
                <a:gd name="T11" fmla="*/ 108 w 108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" h="390">
                  <a:moveTo>
                    <a:pt x="0" y="390"/>
                  </a:moveTo>
                  <a:lnTo>
                    <a:pt x="108" y="0"/>
                  </a:lnTo>
                  <a:lnTo>
                    <a:pt x="0" y="86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Freeform 4994">
              <a:extLst>
                <a:ext uri="{FF2B5EF4-FFF2-40B4-BE49-F238E27FC236}">
                  <a16:creationId xmlns:a16="http://schemas.microsoft.com/office/drawing/2014/main" id="{0BA35FC7-36F8-A435-DCB5-E8D61DF93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074"/>
              <a:ext cx="36" cy="50"/>
            </a:xfrm>
            <a:custGeom>
              <a:avLst/>
              <a:gdLst>
                <a:gd name="T0" fmla="*/ 0 w 217"/>
                <a:gd name="T1" fmla="*/ 0 h 303"/>
                <a:gd name="T2" fmla="*/ 0 w 217"/>
                <a:gd name="T3" fmla="*/ 0 h 303"/>
                <a:gd name="T4" fmla="*/ 0 w 217"/>
                <a:gd name="T5" fmla="*/ 0 h 303"/>
                <a:gd name="T6" fmla="*/ 0 60000 65536"/>
                <a:gd name="T7" fmla="*/ 0 60000 65536"/>
                <a:gd name="T8" fmla="*/ 0 60000 65536"/>
                <a:gd name="T9" fmla="*/ 0 w 217"/>
                <a:gd name="T10" fmla="*/ 0 h 303"/>
                <a:gd name="T11" fmla="*/ 217 w 217"/>
                <a:gd name="T12" fmla="*/ 303 h 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" h="303">
                  <a:moveTo>
                    <a:pt x="163" y="0"/>
                  </a:moveTo>
                  <a:lnTo>
                    <a:pt x="0" y="303"/>
                  </a:lnTo>
                  <a:lnTo>
                    <a:pt x="217" y="30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4995">
              <a:extLst>
                <a:ext uri="{FF2B5EF4-FFF2-40B4-BE49-F238E27FC236}">
                  <a16:creationId xmlns:a16="http://schemas.microsoft.com/office/drawing/2014/main" id="{E1DBF20A-D243-8AB3-7993-2DEFBBE1F6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8" y="2110"/>
              <a:ext cx="7" cy="2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4996">
              <a:extLst>
                <a:ext uri="{FF2B5EF4-FFF2-40B4-BE49-F238E27FC236}">
                  <a16:creationId xmlns:a16="http://schemas.microsoft.com/office/drawing/2014/main" id="{215F688C-1B58-961C-F027-37B7D5919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213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4997">
              <a:extLst>
                <a:ext uri="{FF2B5EF4-FFF2-40B4-BE49-F238E27FC236}">
                  <a16:creationId xmlns:a16="http://schemas.microsoft.com/office/drawing/2014/main" id="{96A61572-AC8B-9AD0-95D9-885266451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4998">
              <a:extLst>
                <a:ext uri="{FF2B5EF4-FFF2-40B4-BE49-F238E27FC236}">
                  <a16:creationId xmlns:a16="http://schemas.microsoft.com/office/drawing/2014/main" id="{1DD95CDE-12F0-1D3B-3E52-C9A957FAC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17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4999">
              <a:extLst>
                <a:ext uri="{FF2B5EF4-FFF2-40B4-BE49-F238E27FC236}">
                  <a16:creationId xmlns:a16="http://schemas.microsoft.com/office/drawing/2014/main" id="{F932B4FA-525D-64CB-4136-229EC192CC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3" y="1984"/>
              <a:ext cx="38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5000">
              <a:extLst>
                <a:ext uri="{FF2B5EF4-FFF2-40B4-BE49-F238E27FC236}">
                  <a16:creationId xmlns:a16="http://schemas.microsoft.com/office/drawing/2014/main" id="{239A2A48-BAE1-1FDC-51E7-F0CCF0DC9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78"/>
              <a:ext cx="57" cy="1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5001">
              <a:extLst>
                <a:ext uri="{FF2B5EF4-FFF2-40B4-BE49-F238E27FC236}">
                  <a16:creationId xmlns:a16="http://schemas.microsoft.com/office/drawing/2014/main" id="{037E00E4-ADA5-6213-9D08-B904599DD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2054"/>
              <a:ext cx="1" cy="7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5002">
              <a:extLst>
                <a:ext uri="{FF2B5EF4-FFF2-40B4-BE49-F238E27FC236}">
                  <a16:creationId xmlns:a16="http://schemas.microsoft.com/office/drawing/2014/main" id="{CE7952D1-99A3-BC38-047F-BAA112596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8" y="1639"/>
              <a:ext cx="1" cy="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5003">
              <a:extLst>
                <a:ext uri="{FF2B5EF4-FFF2-40B4-BE49-F238E27FC236}">
                  <a16:creationId xmlns:a16="http://schemas.microsoft.com/office/drawing/2014/main" id="{2C2EDF13-BE90-F19C-EABF-15FBDE5879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8" y="1778"/>
              <a:ext cx="1" cy="20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Freeform 5004">
              <a:extLst>
                <a:ext uri="{FF2B5EF4-FFF2-40B4-BE49-F238E27FC236}">
                  <a16:creationId xmlns:a16="http://schemas.microsoft.com/office/drawing/2014/main" id="{EDD0850C-D764-BFEF-74D8-50A0FCD4C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84"/>
              <a:ext cx="24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Freeform 5005">
              <a:extLst>
                <a:ext uri="{FF2B5EF4-FFF2-40B4-BE49-F238E27FC236}">
                  <a16:creationId xmlns:a16="http://schemas.microsoft.com/office/drawing/2014/main" id="{DE4E66C3-9B57-ADCD-C3E7-368142FEC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84"/>
              <a:ext cx="24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Freeform 5006">
              <a:extLst>
                <a:ext uri="{FF2B5EF4-FFF2-40B4-BE49-F238E27FC236}">
                  <a16:creationId xmlns:a16="http://schemas.microsoft.com/office/drawing/2014/main" id="{063385D5-372F-D98E-7E11-E8D33B669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708"/>
              <a:ext cx="24" cy="70"/>
            </a:xfrm>
            <a:custGeom>
              <a:avLst/>
              <a:gdLst>
                <a:gd name="T0" fmla="*/ 0 w 139"/>
                <a:gd name="T1" fmla="*/ 0 h 416"/>
                <a:gd name="T2" fmla="*/ 0 w 139"/>
                <a:gd name="T3" fmla="*/ 0 h 416"/>
                <a:gd name="T4" fmla="*/ 0 w 139"/>
                <a:gd name="T5" fmla="*/ 0 h 416"/>
                <a:gd name="T6" fmla="*/ 0 w 139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6"/>
                <a:gd name="T14" fmla="*/ 139 w 139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6">
                  <a:moveTo>
                    <a:pt x="0" y="0"/>
                  </a:moveTo>
                  <a:lnTo>
                    <a:pt x="139" y="0"/>
                  </a:lnTo>
                  <a:lnTo>
                    <a:pt x="69" y="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Freeform 5007">
              <a:extLst>
                <a:ext uri="{FF2B5EF4-FFF2-40B4-BE49-F238E27FC236}">
                  <a16:creationId xmlns:a16="http://schemas.microsoft.com/office/drawing/2014/main" id="{89669F88-5286-71D4-356D-587AC48DB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708"/>
              <a:ext cx="24" cy="70"/>
            </a:xfrm>
            <a:custGeom>
              <a:avLst/>
              <a:gdLst>
                <a:gd name="T0" fmla="*/ 0 w 139"/>
                <a:gd name="T1" fmla="*/ 0 h 416"/>
                <a:gd name="T2" fmla="*/ 0 w 139"/>
                <a:gd name="T3" fmla="*/ 0 h 416"/>
                <a:gd name="T4" fmla="*/ 0 w 139"/>
                <a:gd name="T5" fmla="*/ 0 h 416"/>
                <a:gd name="T6" fmla="*/ 0 w 139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6"/>
                <a:gd name="T14" fmla="*/ 139 w 139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6">
                  <a:moveTo>
                    <a:pt x="0" y="0"/>
                  </a:moveTo>
                  <a:lnTo>
                    <a:pt x="139" y="0"/>
                  </a:lnTo>
                  <a:lnTo>
                    <a:pt x="69" y="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Freeform 5008">
              <a:extLst>
                <a:ext uri="{FF2B5EF4-FFF2-40B4-BE49-F238E27FC236}">
                  <a16:creationId xmlns:a16="http://schemas.microsoft.com/office/drawing/2014/main" id="{81ADF6EB-BDE3-C93F-820A-422D5C305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5" y="1863"/>
              <a:ext cx="65" cy="36"/>
            </a:xfrm>
            <a:custGeom>
              <a:avLst/>
              <a:gdLst>
                <a:gd name="T0" fmla="*/ 0 w 391"/>
                <a:gd name="T1" fmla="*/ 0 h 217"/>
                <a:gd name="T2" fmla="*/ 0 w 391"/>
                <a:gd name="T3" fmla="*/ 0 h 217"/>
                <a:gd name="T4" fmla="*/ 0 w 391"/>
                <a:gd name="T5" fmla="*/ 0 h 217"/>
                <a:gd name="T6" fmla="*/ 0 w 391"/>
                <a:gd name="T7" fmla="*/ 0 h 217"/>
                <a:gd name="T8" fmla="*/ 0 w 391"/>
                <a:gd name="T9" fmla="*/ 0 h 217"/>
                <a:gd name="T10" fmla="*/ 0 w 391"/>
                <a:gd name="T11" fmla="*/ 0 h 217"/>
                <a:gd name="T12" fmla="*/ 0 w 391"/>
                <a:gd name="T13" fmla="*/ 0 h 217"/>
                <a:gd name="T14" fmla="*/ 0 w 391"/>
                <a:gd name="T15" fmla="*/ 0 h 217"/>
                <a:gd name="T16" fmla="*/ 0 w 391"/>
                <a:gd name="T17" fmla="*/ 0 h 217"/>
                <a:gd name="T18" fmla="*/ 0 w 391"/>
                <a:gd name="T19" fmla="*/ 0 h 217"/>
                <a:gd name="T20" fmla="*/ 0 w 391"/>
                <a:gd name="T21" fmla="*/ 0 h 217"/>
                <a:gd name="T22" fmla="*/ 0 w 391"/>
                <a:gd name="T23" fmla="*/ 0 h 217"/>
                <a:gd name="T24" fmla="*/ 0 w 391"/>
                <a:gd name="T25" fmla="*/ 0 h 217"/>
                <a:gd name="T26" fmla="*/ 0 w 391"/>
                <a:gd name="T27" fmla="*/ 0 h 217"/>
                <a:gd name="T28" fmla="*/ 0 w 391"/>
                <a:gd name="T29" fmla="*/ 0 h 217"/>
                <a:gd name="T30" fmla="*/ 0 w 391"/>
                <a:gd name="T31" fmla="*/ 0 h 217"/>
                <a:gd name="T32" fmla="*/ 0 w 391"/>
                <a:gd name="T33" fmla="*/ 0 h 217"/>
                <a:gd name="T34" fmla="*/ 0 w 391"/>
                <a:gd name="T35" fmla="*/ 0 h 21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91"/>
                <a:gd name="T55" fmla="*/ 0 h 217"/>
                <a:gd name="T56" fmla="*/ 391 w 391"/>
                <a:gd name="T57" fmla="*/ 217 h 21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91" h="217">
                  <a:moveTo>
                    <a:pt x="0" y="0"/>
                  </a:moveTo>
                  <a:lnTo>
                    <a:pt x="22" y="55"/>
                  </a:lnTo>
                  <a:lnTo>
                    <a:pt x="66" y="109"/>
                  </a:lnTo>
                  <a:lnTo>
                    <a:pt x="120" y="153"/>
                  </a:lnTo>
                  <a:lnTo>
                    <a:pt x="163" y="174"/>
                  </a:lnTo>
                  <a:lnTo>
                    <a:pt x="315" y="217"/>
                  </a:lnTo>
                  <a:lnTo>
                    <a:pt x="337" y="217"/>
                  </a:lnTo>
                  <a:lnTo>
                    <a:pt x="369" y="207"/>
                  </a:lnTo>
                  <a:lnTo>
                    <a:pt x="391" y="174"/>
                  </a:lnTo>
                  <a:lnTo>
                    <a:pt x="391" y="142"/>
                  </a:lnTo>
                  <a:lnTo>
                    <a:pt x="380" y="99"/>
                  </a:lnTo>
                  <a:lnTo>
                    <a:pt x="358" y="66"/>
                  </a:lnTo>
                  <a:lnTo>
                    <a:pt x="326" y="44"/>
                  </a:lnTo>
                  <a:lnTo>
                    <a:pt x="250" y="23"/>
                  </a:lnTo>
                  <a:lnTo>
                    <a:pt x="217" y="23"/>
                  </a:lnTo>
                  <a:lnTo>
                    <a:pt x="184" y="33"/>
                  </a:lnTo>
                  <a:lnTo>
                    <a:pt x="174" y="66"/>
                  </a:lnTo>
                  <a:lnTo>
                    <a:pt x="174" y="16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5009">
              <a:extLst>
                <a:ext uri="{FF2B5EF4-FFF2-40B4-BE49-F238E27FC236}">
                  <a16:creationId xmlns:a16="http://schemas.microsoft.com/office/drawing/2014/main" id="{2B0C3717-1651-3E5C-EFE9-102B6BEAC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1" y="1984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5010">
              <a:extLst>
                <a:ext uri="{FF2B5EF4-FFF2-40B4-BE49-F238E27FC236}">
                  <a16:creationId xmlns:a16="http://schemas.microsoft.com/office/drawing/2014/main" id="{E37E1EF6-6F84-6FF6-E98B-034274988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5011">
              <a:extLst>
                <a:ext uri="{FF2B5EF4-FFF2-40B4-BE49-F238E27FC236}">
                  <a16:creationId xmlns:a16="http://schemas.microsoft.com/office/drawing/2014/main" id="{78D7C599-0078-BDD2-82EC-76E96AFA2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5012">
              <a:extLst>
                <a:ext uri="{FF2B5EF4-FFF2-40B4-BE49-F238E27FC236}">
                  <a16:creationId xmlns:a16="http://schemas.microsoft.com/office/drawing/2014/main" id="{A86781C9-3CAD-4473-BF5A-AA4E666E2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398"/>
              <a:ext cx="1" cy="19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5013">
              <a:extLst>
                <a:ext uri="{FF2B5EF4-FFF2-40B4-BE49-F238E27FC236}">
                  <a16:creationId xmlns:a16="http://schemas.microsoft.com/office/drawing/2014/main" id="{82637E88-3697-28F4-81FB-19C3DD9F6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221"/>
              <a:ext cx="1" cy="36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5014">
              <a:extLst>
                <a:ext uri="{FF2B5EF4-FFF2-40B4-BE49-F238E27FC236}">
                  <a16:creationId xmlns:a16="http://schemas.microsoft.com/office/drawing/2014/main" id="{92266F47-F248-76AB-516E-79EACC169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2" y="2555"/>
              <a:ext cx="7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5015">
              <a:extLst>
                <a:ext uri="{FF2B5EF4-FFF2-40B4-BE49-F238E27FC236}">
                  <a16:creationId xmlns:a16="http://schemas.microsoft.com/office/drawing/2014/main" id="{087AD1AE-361E-696A-856A-FFDE847B6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9" y="2555"/>
              <a:ext cx="11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5016">
              <a:extLst>
                <a:ext uri="{FF2B5EF4-FFF2-40B4-BE49-F238E27FC236}">
                  <a16:creationId xmlns:a16="http://schemas.microsoft.com/office/drawing/2014/main" id="{3317D680-25C3-77F9-57E0-6DD2C851A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555"/>
              <a:ext cx="118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Freeform 5017">
              <a:extLst>
                <a:ext uri="{FF2B5EF4-FFF2-40B4-BE49-F238E27FC236}">
                  <a16:creationId xmlns:a16="http://schemas.microsoft.com/office/drawing/2014/main" id="{469F0857-8790-CA5C-4976-8EE7B3177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4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Freeform 5018">
              <a:extLst>
                <a:ext uri="{FF2B5EF4-FFF2-40B4-BE49-F238E27FC236}">
                  <a16:creationId xmlns:a16="http://schemas.microsoft.com/office/drawing/2014/main" id="{963E0C78-367A-464D-43D2-FBD66AB40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43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Freeform 5019">
              <a:extLst>
                <a:ext uri="{FF2B5EF4-FFF2-40B4-BE49-F238E27FC236}">
                  <a16:creationId xmlns:a16="http://schemas.microsoft.com/office/drawing/2014/main" id="{0FF8DC46-52FA-65F9-4602-D52FA26F5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54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Freeform 5020">
              <a:extLst>
                <a:ext uri="{FF2B5EF4-FFF2-40B4-BE49-F238E27FC236}">
                  <a16:creationId xmlns:a16="http://schemas.microsoft.com/office/drawing/2014/main" id="{D7F2182B-5577-9326-5280-21E28CA8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2543"/>
              <a:ext cx="70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Freeform 5021">
              <a:extLst>
                <a:ext uri="{FF2B5EF4-FFF2-40B4-BE49-F238E27FC236}">
                  <a16:creationId xmlns:a16="http://schemas.microsoft.com/office/drawing/2014/main" id="{82720B9C-649A-0614-C645-69D21C161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8" y="2486"/>
              <a:ext cx="36" cy="37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0" y="217"/>
                  </a:moveTo>
                  <a:lnTo>
                    <a:pt x="87" y="217"/>
                  </a:lnTo>
                  <a:lnTo>
                    <a:pt x="141" y="207"/>
                  </a:lnTo>
                  <a:lnTo>
                    <a:pt x="174" y="184"/>
                  </a:lnTo>
                  <a:lnTo>
                    <a:pt x="195" y="152"/>
                  </a:lnTo>
                  <a:lnTo>
                    <a:pt x="217" y="76"/>
                  </a:lnTo>
                  <a:lnTo>
                    <a:pt x="217" y="44"/>
                  </a:lnTo>
                  <a:lnTo>
                    <a:pt x="205" y="21"/>
                  </a:lnTo>
                  <a:lnTo>
                    <a:pt x="184" y="11"/>
                  </a:lnTo>
                  <a:lnTo>
                    <a:pt x="151" y="0"/>
                  </a:lnTo>
                  <a:lnTo>
                    <a:pt x="108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Freeform 5022">
              <a:extLst>
                <a:ext uri="{FF2B5EF4-FFF2-40B4-BE49-F238E27FC236}">
                  <a16:creationId xmlns:a16="http://schemas.microsoft.com/office/drawing/2014/main" id="{74D586D5-5937-9713-DB7E-0E1D30131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457"/>
              <a:ext cx="27" cy="29"/>
            </a:xfrm>
            <a:custGeom>
              <a:avLst/>
              <a:gdLst>
                <a:gd name="T0" fmla="*/ 0 w 163"/>
                <a:gd name="T1" fmla="*/ 0 h 174"/>
                <a:gd name="T2" fmla="*/ 0 w 163"/>
                <a:gd name="T3" fmla="*/ 0 h 174"/>
                <a:gd name="T4" fmla="*/ 0 w 163"/>
                <a:gd name="T5" fmla="*/ 0 h 174"/>
                <a:gd name="T6" fmla="*/ 0 w 163"/>
                <a:gd name="T7" fmla="*/ 0 h 174"/>
                <a:gd name="T8" fmla="*/ 0 w 163"/>
                <a:gd name="T9" fmla="*/ 0 h 174"/>
                <a:gd name="T10" fmla="*/ 0 w 163"/>
                <a:gd name="T11" fmla="*/ 0 h 174"/>
                <a:gd name="T12" fmla="*/ 0 w 163"/>
                <a:gd name="T13" fmla="*/ 0 h 174"/>
                <a:gd name="T14" fmla="*/ 0 w 163"/>
                <a:gd name="T15" fmla="*/ 0 h 174"/>
                <a:gd name="T16" fmla="*/ 0 w 163"/>
                <a:gd name="T17" fmla="*/ 0 h 174"/>
                <a:gd name="T18" fmla="*/ 0 w 163"/>
                <a:gd name="T19" fmla="*/ 0 h 1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3"/>
                <a:gd name="T31" fmla="*/ 0 h 174"/>
                <a:gd name="T32" fmla="*/ 163 w 163"/>
                <a:gd name="T33" fmla="*/ 174 h 17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3" h="174">
                  <a:moveTo>
                    <a:pt x="54" y="174"/>
                  </a:moveTo>
                  <a:lnTo>
                    <a:pt x="97" y="164"/>
                  </a:lnTo>
                  <a:lnTo>
                    <a:pt x="130" y="141"/>
                  </a:lnTo>
                  <a:lnTo>
                    <a:pt x="152" y="108"/>
                  </a:lnTo>
                  <a:lnTo>
                    <a:pt x="163" y="77"/>
                  </a:lnTo>
                  <a:lnTo>
                    <a:pt x="163" y="44"/>
                  </a:lnTo>
                  <a:lnTo>
                    <a:pt x="152" y="22"/>
                  </a:lnTo>
                  <a:lnTo>
                    <a:pt x="141" y="11"/>
                  </a:lnTo>
                  <a:lnTo>
                    <a:pt x="120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5023">
              <a:extLst>
                <a:ext uri="{FF2B5EF4-FFF2-40B4-BE49-F238E27FC236}">
                  <a16:creationId xmlns:a16="http://schemas.microsoft.com/office/drawing/2014/main" id="{A0CD80F5-4203-9610-2473-931D274FC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5024">
              <a:extLst>
                <a:ext uri="{FF2B5EF4-FFF2-40B4-BE49-F238E27FC236}">
                  <a16:creationId xmlns:a16="http://schemas.microsoft.com/office/drawing/2014/main" id="{CF91C584-41C0-E833-9423-317161195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Line 5025">
              <a:extLst>
                <a:ext uri="{FF2B5EF4-FFF2-40B4-BE49-F238E27FC236}">
                  <a16:creationId xmlns:a16="http://schemas.microsoft.com/office/drawing/2014/main" id="{6E794B33-0A97-1452-BB3F-0444AD875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9" y="2555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5026">
              <a:extLst>
                <a:ext uri="{FF2B5EF4-FFF2-40B4-BE49-F238E27FC236}">
                  <a16:creationId xmlns:a16="http://schemas.microsoft.com/office/drawing/2014/main" id="{64EBE00F-8998-CEEA-C407-87AA47F62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9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5027">
              <a:extLst>
                <a:ext uri="{FF2B5EF4-FFF2-40B4-BE49-F238E27FC236}">
                  <a16:creationId xmlns:a16="http://schemas.microsoft.com/office/drawing/2014/main" id="{1F296EA9-D177-17E4-1054-B569772DB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49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5028">
              <a:extLst>
                <a:ext uri="{FF2B5EF4-FFF2-40B4-BE49-F238E27FC236}">
                  <a16:creationId xmlns:a16="http://schemas.microsoft.com/office/drawing/2014/main" id="{37EBCD1F-BBEE-8A6A-360C-0B8AFA999C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2" y="1847"/>
              <a:ext cx="1" cy="304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Freeform 5029">
              <a:extLst>
                <a:ext uri="{FF2B5EF4-FFF2-40B4-BE49-F238E27FC236}">
                  <a16:creationId xmlns:a16="http://schemas.microsoft.com/office/drawing/2014/main" id="{AED8E8C6-1D77-84B2-E390-D083B0348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51"/>
              <a:ext cx="23" cy="70"/>
            </a:xfrm>
            <a:custGeom>
              <a:avLst/>
              <a:gdLst>
                <a:gd name="T0" fmla="*/ 0 w 138"/>
                <a:gd name="T1" fmla="*/ 0 h 418"/>
                <a:gd name="T2" fmla="*/ 0 w 138"/>
                <a:gd name="T3" fmla="*/ 0 h 418"/>
                <a:gd name="T4" fmla="*/ 0 w 138"/>
                <a:gd name="T5" fmla="*/ 0 h 418"/>
                <a:gd name="T6" fmla="*/ 0 w 138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8"/>
                <a:gd name="T14" fmla="*/ 138 w 138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8">
                  <a:moveTo>
                    <a:pt x="0" y="0"/>
                  </a:moveTo>
                  <a:lnTo>
                    <a:pt x="138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Freeform 5030">
              <a:extLst>
                <a:ext uri="{FF2B5EF4-FFF2-40B4-BE49-F238E27FC236}">
                  <a16:creationId xmlns:a16="http://schemas.microsoft.com/office/drawing/2014/main" id="{8405D63E-57CA-5BD9-E579-241D649FB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151"/>
              <a:ext cx="23" cy="70"/>
            </a:xfrm>
            <a:custGeom>
              <a:avLst/>
              <a:gdLst>
                <a:gd name="T0" fmla="*/ 0 w 138"/>
                <a:gd name="T1" fmla="*/ 0 h 418"/>
                <a:gd name="T2" fmla="*/ 0 w 138"/>
                <a:gd name="T3" fmla="*/ 0 h 418"/>
                <a:gd name="T4" fmla="*/ 0 w 138"/>
                <a:gd name="T5" fmla="*/ 0 h 418"/>
                <a:gd name="T6" fmla="*/ 0 w 138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8"/>
                <a:gd name="T14" fmla="*/ 138 w 138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8">
                  <a:moveTo>
                    <a:pt x="0" y="0"/>
                  </a:moveTo>
                  <a:lnTo>
                    <a:pt x="138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Freeform 5031">
              <a:extLst>
                <a:ext uri="{FF2B5EF4-FFF2-40B4-BE49-F238E27FC236}">
                  <a16:creationId xmlns:a16="http://schemas.microsoft.com/office/drawing/2014/main" id="{F6823FB8-E6DB-F830-D264-7C29FDED4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Freeform 5032">
              <a:extLst>
                <a:ext uri="{FF2B5EF4-FFF2-40B4-BE49-F238E27FC236}">
                  <a16:creationId xmlns:a16="http://schemas.microsoft.com/office/drawing/2014/main" id="{4515B0E1-F9A4-3D85-D7E3-3A009D40A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Freeform 5033">
              <a:extLst>
                <a:ext uri="{FF2B5EF4-FFF2-40B4-BE49-F238E27FC236}">
                  <a16:creationId xmlns:a16="http://schemas.microsoft.com/office/drawing/2014/main" id="{98A88DCC-530C-8D77-2BC8-68ADA4FBC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998"/>
              <a:ext cx="65" cy="18"/>
            </a:xfrm>
            <a:custGeom>
              <a:avLst/>
              <a:gdLst>
                <a:gd name="T0" fmla="*/ 0 w 391"/>
                <a:gd name="T1" fmla="*/ 0 h 108"/>
                <a:gd name="T2" fmla="*/ 0 w 391"/>
                <a:gd name="T3" fmla="*/ 0 h 108"/>
                <a:gd name="T4" fmla="*/ 0 w 391"/>
                <a:gd name="T5" fmla="*/ 0 h 108"/>
                <a:gd name="T6" fmla="*/ 0 60000 65536"/>
                <a:gd name="T7" fmla="*/ 0 60000 65536"/>
                <a:gd name="T8" fmla="*/ 0 60000 65536"/>
                <a:gd name="T9" fmla="*/ 0 w 391"/>
                <a:gd name="T10" fmla="*/ 0 h 108"/>
                <a:gd name="T11" fmla="*/ 391 w 391"/>
                <a:gd name="T12" fmla="*/ 108 h 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108">
                  <a:moveTo>
                    <a:pt x="391" y="108"/>
                  </a:moveTo>
                  <a:lnTo>
                    <a:pt x="0" y="0"/>
                  </a:lnTo>
                  <a:lnTo>
                    <a:pt x="87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" name="Freeform 5034">
              <a:extLst>
                <a:ext uri="{FF2B5EF4-FFF2-40B4-BE49-F238E27FC236}">
                  <a16:creationId xmlns:a16="http://schemas.microsoft.com/office/drawing/2014/main" id="{7D844DBD-7EEE-7721-7AEC-0593711C5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1960"/>
              <a:ext cx="36" cy="37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217" y="217"/>
                  </a:moveTo>
                  <a:lnTo>
                    <a:pt x="217" y="130"/>
                  </a:lnTo>
                  <a:lnTo>
                    <a:pt x="205" y="75"/>
                  </a:lnTo>
                  <a:lnTo>
                    <a:pt x="184" y="43"/>
                  </a:lnTo>
                  <a:lnTo>
                    <a:pt x="151" y="21"/>
                  </a:lnTo>
                  <a:lnTo>
                    <a:pt x="75" y="0"/>
                  </a:lnTo>
                  <a:lnTo>
                    <a:pt x="43" y="0"/>
                  </a:lnTo>
                  <a:lnTo>
                    <a:pt x="21" y="10"/>
                  </a:lnTo>
                  <a:lnTo>
                    <a:pt x="10" y="32"/>
                  </a:lnTo>
                  <a:lnTo>
                    <a:pt x="0" y="64"/>
                  </a:lnTo>
                  <a:lnTo>
                    <a:pt x="0" y="10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Freeform 5035">
              <a:extLst>
                <a:ext uri="{FF2B5EF4-FFF2-40B4-BE49-F238E27FC236}">
                  <a16:creationId xmlns:a16="http://schemas.microsoft.com/office/drawing/2014/main" id="{843CCD69-49A2-7FC0-DF6D-CD1AA4FC4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1951"/>
              <a:ext cx="29" cy="27"/>
            </a:xfrm>
            <a:custGeom>
              <a:avLst/>
              <a:gdLst>
                <a:gd name="T0" fmla="*/ 0 w 174"/>
                <a:gd name="T1" fmla="*/ 0 h 163"/>
                <a:gd name="T2" fmla="*/ 0 w 174"/>
                <a:gd name="T3" fmla="*/ 0 h 163"/>
                <a:gd name="T4" fmla="*/ 0 w 174"/>
                <a:gd name="T5" fmla="*/ 0 h 163"/>
                <a:gd name="T6" fmla="*/ 0 w 174"/>
                <a:gd name="T7" fmla="*/ 0 h 163"/>
                <a:gd name="T8" fmla="*/ 0 w 174"/>
                <a:gd name="T9" fmla="*/ 0 h 163"/>
                <a:gd name="T10" fmla="*/ 0 w 174"/>
                <a:gd name="T11" fmla="*/ 0 h 163"/>
                <a:gd name="T12" fmla="*/ 0 w 174"/>
                <a:gd name="T13" fmla="*/ 0 h 163"/>
                <a:gd name="T14" fmla="*/ 0 w 174"/>
                <a:gd name="T15" fmla="*/ 0 h 163"/>
                <a:gd name="T16" fmla="*/ 0 w 174"/>
                <a:gd name="T17" fmla="*/ 0 h 163"/>
                <a:gd name="T18" fmla="*/ 0 w 174"/>
                <a:gd name="T19" fmla="*/ 0 h 1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4"/>
                <a:gd name="T31" fmla="*/ 0 h 163"/>
                <a:gd name="T32" fmla="*/ 174 w 174"/>
                <a:gd name="T33" fmla="*/ 163 h 1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4" h="163">
                  <a:moveTo>
                    <a:pt x="174" y="109"/>
                  </a:moveTo>
                  <a:lnTo>
                    <a:pt x="162" y="65"/>
                  </a:lnTo>
                  <a:lnTo>
                    <a:pt x="141" y="33"/>
                  </a:lnTo>
                  <a:lnTo>
                    <a:pt x="108" y="11"/>
                  </a:lnTo>
                  <a:lnTo>
                    <a:pt x="76" y="0"/>
                  </a:lnTo>
                  <a:lnTo>
                    <a:pt x="44" y="0"/>
                  </a:lnTo>
                  <a:lnTo>
                    <a:pt x="21" y="11"/>
                  </a:lnTo>
                  <a:lnTo>
                    <a:pt x="11" y="22"/>
                  </a:lnTo>
                  <a:lnTo>
                    <a:pt x="0" y="43"/>
                  </a:lnTo>
                  <a:lnTo>
                    <a:pt x="0" y="163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5036">
              <a:extLst>
                <a:ext uri="{FF2B5EF4-FFF2-40B4-BE49-F238E27FC236}">
                  <a16:creationId xmlns:a16="http://schemas.microsoft.com/office/drawing/2014/main" id="{79A61328-715F-C77D-D7DF-CF6DFCDD1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1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5037">
              <a:extLst>
                <a:ext uri="{FF2B5EF4-FFF2-40B4-BE49-F238E27FC236}">
                  <a16:creationId xmlns:a16="http://schemas.microsoft.com/office/drawing/2014/main" id="{B416EFF7-CCBE-CAA8-34E2-EB28D41C3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5038">
              <a:extLst>
                <a:ext uri="{FF2B5EF4-FFF2-40B4-BE49-F238E27FC236}">
                  <a16:creationId xmlns:a16="http://schemas.microsoft.com/office/drawing/2014/main" id="{47B549DF-9803-8B33-6D97-6B6CEB698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2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5039">
              <a:extLst>
                <a:ext uri="{FF2B5EF4-FFF2-40B4-BE49-F238E27FC236}">
                  <a16:creationId xmlns:a16="http://schemas.microsoft.com/office/drawing/2014/main" id="{21F22F13-1213-A7EE-B474-5047137D9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27" y="2221"/>
              <a:ext cx="1" cy="17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5040">
              <a:extLst>
                <a:ext uri="{FF2B5EF4-FFF2-40B4-BE49-F238E27FC236}">
                  <a16:creationId xmlns:a16="http://schemas.microsoft.com/office/drawing/2014/main" id="{97BEA629-8998-32BE-4540-1B7E354E4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2322"/>
              <a:ext cx="1" cy="76"/>
            </a:xfrm>
            <a:prstGeom prst="line">
              <a:avLst/>
            </a:prstGeom>
            <a:noFill/>
            <a:ln w="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5041">
              <a:extLst>
                <a:ext uri="{FF2B5EF4-FFF2-40B4-BE49-F238E27FC236}">
                  <a16:creationId xmlns:a16="http://schemas.microsoft.com/office/drawing/2014/main" id="{323027A0-6F37-2205-9FF6-F0A2BB95D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" y="2357"/>
              <a:ext cx="83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Freeform 5042">
              <a:extLst>
                <a:ext uri="{FF2B5EF4-FFF2-40B4-BE49-F238E27FC236}">
                  <a16:creationId xmlns:a16="http://schemas.microsoft.com/office/drawing/2014/main" id="{4344571E-684D-1C7D-ADF5-056B1AE9F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345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Freeform 5043">
              <a:extLst>
                <a:ext uri="{FF2B5EF4-FFF2-40B4-BE49-F238E27FC236}">
                  <a16:creationId xmlns:a16="http://schemas.microsoft.com/office/drawing/2014/main" id="{72EEA4EF-250E-5A01-2A1E-7AAEEE6A9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345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Freeform 5044">
              <a:extLst>
                <a:ext uri="{FF2B5EF4-FFF2-40B4-BE49-F238E27FC236}">
                  <a16:creationId xmlns:a16="http://schemas.microsoft.com/office/drawing/2014/main" id="{24BEDCC4-5296-E643-4A42-FE4411019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345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Freeform 5045">
              <a:extLst>
                <a:ext uri="{FF2B5EF4-FFF2-40B4-BE49-F238E27FC236}">
                  <a16:creationId xmlns:a16="http://schemas.microsoft.com/office/drawing/2014/main" id="{FB891648-D2F4-4088-0784-509221BA8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345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Freeform 5046">
              <a:extLst>
                <a:ext uri="{FF2B5EF4-FFF2-40B4-BE49-F238E27FC236}">
                  <a16:creationId xmlns:a16="http://schemas.microsoft.com/office/drawing/2014/main" id="{29323A32-9A42-6EA5-BC0A-F29114640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2253"/>
              <a:ext cx="44" cy="65"/>
            </a:xfrm>
            <a:custGeom>
              <a:avLst/>
              <a:gdLst>
                <a:gd name="T0" fmla="*/ 0 w 260"/>
                <a:gd name="T1" fmla="*/ 0 h 391"/>
                <a:gd name="T2" fmla="*/ 0 w 260"/>
                <a:gd name="T3" fmla="*/ 0 h 391"/>
                <a:gd name="T4" fmla="*/ 0 w 260"/>
                <a:gd name="T5" fmla="*/ 0 h 391"/>
                <a:gd name="T6" fmla="*/ 0 w 260"/>
                <a:gd name="T7" fmla="*/ 0 h 391"/>
                <a:gd name="T8" fmla="*/ 0 w 260"/>
                <a:gd name="T9" fmla="*/ 0 h 391"/>
                <a:gd name="T10" fmla="*/ 0 w 260"/>
                <a:gd name="T11" fmla="*/ 0 h 391"/>
                <a:gd name="T12" fmla="*/ 0 w 260"/>
                <a:gd name="T13" fmla="*/ 0 h 391"/>
                <a:gd name="T14" fmla="*/ 0 w 260"/>
                <a:gd name="T15" fmla="*/ 0 h 391"/>
                <a:gd name="T16" fmla="*/ 0 w 260"/>
                <a:gd name="T17" fmla="*/ 0 h 391"/>
                <a:gd name="T18" fmla="*/ 0 w 260"/>
                <a:gd name="T19" fmla="*/ 0 h 391"/>
                <a:gd name="T20" fmla="*/ 0 w 260"/>
                <a:gd name="T21" fmla="*/ 0 h 391"/>
                <a:gd name="T22" fmla="*/ 0 w 260"/>
                <a:gd name="T23" fmla="*/ 0 h 3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60"/>
                <a:gd name="T37" fmla="*/ 0 h 391"/>
                <a:gd name="T38" fmla="*/ 260 w 260"/>
                <a:gd name="T39" fmla="*/ 391 h 39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60" h="391">
                  <a:moveTo>
                    <a:pt x="173" y="391"/>
                  </a:moveTo>
                  <a:lnTo>
                    <a:pt x="0" y="391"/>
                  </a:lnTo>
                  <a:lnTo>
                    <a:pt x="227" y="131"/>
                  </a:lnTo>
                  <a:lnTo>
                    <a:pt x="250" y="98"/>
                  </a:lnTo>
                  <a:lnTo>
                    <a:pt x="260" y="66"/>
                  </a:lnTo>
                  <a:lnTo>
                    <a:pt x="260" y="44"/>
                  </a:lnTo>
                  <a:lnTo>
                    <a:pt x="250" y="23"/>
                  </a:lnTo>
                  <a:lnTo>
                    <a:pt x="217" y="0"/>
                  </a:lnTo>
                  <a:lnTo>
                    <a:pt x="173" y="0"/>
                  </a:lnTo>
                  <a:lnTo>
                    <a:pt x="130" y="11"/>
                  </a:lnTo>
                  <a:lnTo>
                    <a:pt x="98" y="33"/>
                  </a:lnTo>
                  <a:lnTo>
                    <a:pt x="87" y="54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Freeform 5047">
              <a:extLst>
                <a:ext uri="{FF2B5EF4-FFF2-40B4-BE49-F238E27FC236}">
                  <a16:creationId xmlns:a16="http://schemas.microsoft.com/office/drawing/2014/main" id="{28892C17-35AD-257A-C1D6-2E7CC24B2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2253"/>
              <a:ext cx="39" cy="65"/>
            </a:xfrm>
            <a:custGeom>
              <a:avLst/>
              <a:gdLst>
                <a:gd name="T0" fmla="*/ 0 w 239"/>
                <a:gd name="T1" fmla="*/ 0 h 391"/>
                <a:gd name="T2" fmla="*/ 0 w 239"/>
                <a:gd name="T3" fmla="*/ 0 h 391"/>
                <a:gd name="T4" fmla="*/ 0 w 239"/>
                <a:gd name="T5" fmla="*/ 0 h 391"/>
                <a:gd name="T6" fmla="*/ 0 w 239"/>
                <a:gd name="T7" fmla="*/ 0 h 391"/>
                <a:gd name="T8" fmla="*/ 0 w 239"/>
                <a:gd name="T9" fmla="*/ 0 h 391"/>
                <a:gd name="T10" fmla="*/ 0 w 239"/>
                <a:gd name="T11" fmla="*/ 0 h 391"/>
                <a:gd name="T12" fmla="*/ 0 w 239"/>
                <a:gd name="T13" fmla="*/ 0 h 391"/>
                <a:gd name="T14" fmla="*/ 0 w 239"/>
                <a:gd name="T15" fmla="*/ 0 h 391"/>
                <a:gd name="T16" fmla="*/ 0 w 239"/>
                <a:gd name="T17" fmla="*/ 0 h 391"/>
                <a:gd name="T18" fmla="*/ 0 w 239"/>
                <a:gd name="T19" fmla="*/ 0 h 391"/>
                <a:gd name="T20" fmla="*/ 0 w 239"/>
                <a:gd name="T21" fmla="*/ 0 h 391"/>
                <a:gd name="T22" fmla="*/ 0 w 239"/>
                <a:gd name="T23" fmla="*/ 0 h 391"/>
                <a:gd name="T24" fmla="*/ 0 w 239"/>
                <a:gd name="T25" fmla="*/ 0 h 391"/>
                <a:gd name="T26" fmla="*/ 0 w 239"/>
                <a:gd name="T27" fmla="*/ 0 h 391"/>
                <a:gd name="T28" fmla="*/ 0 w 239"/>
                <a:gd name="T29" fmla="*/ 0 h 391"/>
                <a:gd name="T30" fmla="*/ 0 w 239"/>
                <a:gd name="T31" fmla="*/ 0 h 391"/>
                <a:gd name="T32" fmla="*/ 0 w 239"/>
                <a:gd name="T33" fmla="*/ 0 h 391"/>
                <a:gd name="T34" fmla="*/ 0 w 239"/>
                <a:gd name="T35" fmla="*/ 0 h 391"/>
                <a:gd name="T36" fmla="*/ 0 w 239"/>
                <a:gd name="T37" fmla="*/ 0 h 391"/>
                <a:gd name="T38" fmla="*/ 0 w 239"/>
                <a:gd name="T39" fmla="*/ 0 h 391"/>
                <a:gd name="T40" fmla="*/ 0 w 239"/>
                <a:gd name="T41" fmla="*/ 0 h 391"/>
                <a:gd name="T42" fmla="*/ 0 w 239"/>
                <a:gd name="T43" fmla="*/ 0 h 391"/>
                <a:gd name="T44" fmla="*/ 0 w 239"/>
                <a:gd name="T45" fmla="*/ 0 h 391"/>
                <a:gd name="T46" fmla="*/ 0 w 239"/>
                <a:gd name="T47" fmla="*/ 0 h 391"/>
                <a:gd name="T48" fmla="*/ 0 w 239"/>
                <a:gd name="T49" fmla="*/ 0 h 391"/>
                <a:gd name="T50" fmla="*/ 0 w 239"/>
                <a:gd name="T51" fmla="*/ 0 h 391"/>
                <a:gd name="T52" fmla="*/ 0 w 239"/>
                <a:gd name="T53" fmla="*/ 0 h 391"/>
                <a:gd name="T54" fmla="*/ 0 w 239"/>
                <a:gd name="T55" fmla="*/ 0 h 391"/>
                <a:gd name="T56" fmla="*/ 0 w 239"/>
                <a:gd name="T57" fmla="*/ 0 h 391"/>
                <a:gd name="T58" fmla="*/ 0 w 239"/>
                <a:gd name="T59" fmla="*/ 0 h 391"/>
                <a:gd name="T60" fmla="*/ 0 w 239"/>
                <a:gd name="T61" fmla="*/ 0 h 391"/>
                <a:gd name="T62" fmla="*/ 0 w 239"/>
                <a:gd name="T63" fmla="*/ 0 h 391"/>
                <a:gd name="T64" fmla="*/ 0 w 239"/>
                <a:gd name="T65" fmla="*/ 0 h 3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391"/>
                <a:gd name="T101" fmla="*/ 239 w 239"/>
                <a:gd name="T102" fmla="*/ 391 h 39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391">
                  <a:moveTo>
                    <a:pt x="239" y="87"/>
                  </a:moveTo>
                  <a:lnTo>
                    <a:pt x="228" y="120"/>
                  </a:lnTo>
                  <a:lnTo>
                    <a:pt x="196" y="153"/>
                  </a:lnTo>
                  <a:lnTo>
                    <a:pt x="153" y="174"/>
                  </a:lnTo>
                  <a:lnTo>
                    <a:pt x="130" y="174"/>
                  </a:lnTo>
                  <a:lnTo>
                    <a:pt x="87" y="185"/>
                  </a:lnTo>
                  <a:lnTo>
                    <a:pt x="55" y="207"/>
                  </a:lnTo>
                  <a:lnTo>
                    <a:pt x="33" y="228"/>
                  </a:lnTo>
                  <a:lnTo>
                    <a:pt x="12" y="294"/>
                  </a:lnTo>
                  <a:lnTo>
                    <a:pt x="0" y="327"/>
                  </a:lnTo>
                  <a:lnTo>
                    <a:pt x="0" y="348"/>
                  </a:lnTo>
                  <a:lnTo>
                    <a:pt x="12" y="370"/>
                  </a:lnTo>
                  <a:lnTo>
                    <a:pt x="33" y="391"/>
                  </a:lnTo>
                  <a:lnTo>
                    <a:pt x="66" y="391"/>
                  </a:lnTo>
                  <a:lnTo>
                    <a:pt x="120" y="381"/>
                  </a:lnTo>
                  <a:lnTo>
                    <a:pt x="153" y="358"/>
                  </a:lnTo>
                  <a:lnTo>
                    <a:pt x="174" y="327"/>
                  </a:lnTo>
                  <a:lnTo>
                    <a:pt x="196" y="261"/>
                  </a:lnTo>
                  <a:lnTo>
                    <a:pt x="196" y="228"/>
                  </a:lnTo>
                  <a:lnTo>
                    <a:pt x="184" y="196"/>
                  </a:lnTo>
                  <a:lnTo>
                    <a:pt x="163" y="185"/>
                  </a:lnTo>
                  <a:lnTo>
                    <a:pt x="120" y="174"/>
                  </a:lnTo>
                  <a:lnTo>
                    <a:pt x="87" y="163"/>
                  </a:lnTo>
                  <a:lnTo>
                    <a:pt x="66" y="131"/>
                  </a:lnTo>
                  <a:lnTo>
                    <a:pt x="66" y="98"/>
                  </a:lnTo>
                  <a:lnTo>
                    <a:pt x="76" y="54"/>
                  </a:lnTo>
                  <a:lnTo>
                    <a:pt x="109" y="23"/>
                  </a:lnTo>
                  <a:lnTo>
                    <a:pt x="142" y="0"/>
                  </a:lnTo>
                  <a:lnTo>
                    <a:pt x="174" y="0"/>
                  </a:lnTo>
                  <a:lnTo>
                    <a:pt x="217" y="11"/>
                  </a:lnTo>
                  <a:lnTo>
                    <a:pt x="239" y="33"/>
                  </a:lnTo>
                  <a:lnTo>
                    <a:pt x="239" y="54"/>
                  </a:lnTo>
                  <a:lnTo>
                    <a:pt x="239" y="87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5048">
              <a:extLst>
                <a:ext uri="{FF2B5EF4-FFF2-40B4-BE49-F238E27FC236}">
                  <a16:creationId xmlns:a16="http://schemas.microsoft.com/office/drawing/2014/main" id="{F617C5DA-3619-1316-61D9-29FE144A50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5" y="1663"/>
              <a:ext cx="1" cy="11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Line 5049">
              <a:extLst>
                <a:ext uri="{FF2B5EF4-FFF2-40B4-BE49-F238E27FC236}">
                  <a16:creationId xmlns:a16="http://schemas.microsoft.com/office/drawing/2014/main" id="{EB76E9BD-9985-2E74-97DD-F09A81F88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1663"/>
              <a:ext cx="1" cy="38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4" name="Line 5050">
              <a:extLst>
                <a:ext uri="{FF2B5EF4-FFF2-40B4-BE49-F238E27FC236}">
                  <a16:creationId xmlns:a16="http://schemas.microsoft.com/office/drawing/2014/main" id="{4FC3DFA3-39BE-95C9-0329-6AB50539C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4" y="1697"/>
              <a:ext cx="1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Freeform 5051">
              <a:extLst>
                <a:ext uri="{FF2B5EF4-FFF2-40B4-BE49-F238E27FC236}">
                  <a16:creationId xmlns:a16="http://schemas.microsoft.com/office/drawing/2014/main" id="{766D6974-7AEA-1062-D959-13D050ED3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Freeform 5052">
              <a:extLst>
                <a:ext uri="{FF2B5EF4-FFF2-40B4-BE49-F238E27FC236}">
                  <a16:creationId xmlns:a16="http://schemas.microsoft.com/office/drawing/2014/main" id="{8D2C56F2-5646-366C-96D9-E940B0B99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Freeform 5053">
              <a:extLst>
                <a:ext uri="{FF2B5EF4-FFF2-40B4-BE49-F238E27FC236}">
                  <a16:creationId xmlns:a16="http://schemas.microsoft.com/office/drawing/2014/main" id="{9B1584A8-2B63-00D5-84AB-5B8859E88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68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Freeform 5054">
              <a:extLst>
                <a:ext uri="{FF2B5EF4-FFF2-40B4-BE49-F238E27FC236}">
                  <a16:creationId xmlns:a16="http://schemas.microsoft.com/office/drawing/2014/main" id="{6E9C99FE-3D34-79FC-A920-75F098600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1686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Freeform 5055">
              <a:extLst>
                <a:ext uri="{FF2B5EF4-FFF2-40B4-BE49-F238E27FC236}">
                  <a16:creationId xmlns:a16="http://schemas.microsoft.com/office/drawing/2014/main" id="{E15509B7-98F0-FEBD-FCDA-CA7B4245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" y="1594"/>
              <a:ext cx="36" cy="65"/>
            </a:xfrm>
            <a:custGeom>
              <a:avLst/>
              <a:gdLst>
                <a:gd name="T0" fmla="*/ 0 w 216"/>
                <a:gd name="T1" fmla="*/ 0 h 390"/>
                <a:gd name="T2" fmla="*/ 0 w 216"/>
                <a:gd name="T3" fmla="*/ 0 h 390"/>
                <a:gd name="T4" fmla="*/ 0 w 216"/>
                <a:gd name="T5" fmla="*/ 0 h 390"/>
                <a:gd name="T6" fmla="*/ 0 w 216"/>
                <a:gd name="T7" fmla="*/ 0 h 390"/>
                <a:gd name="T8" fmla="*/ 0 w 216"/>
                <a:gd name="T9" fmla="*/ 0 h 390"/>
                <a:gd name="T10" fmla="*/ 0 w 216"/>
                <a:gd name="T11" fmla="*/ 0 h 390"/>
                <a:gd name="T12" fmla="*/ 0 w 216"/>
                <a:gd name="T13" fmla="*/ 0 h 390"/>
                <a:gd name="T14" fmla="*/ 0 w 216"/>
                <a:gd name="T15" fmla="*/ 0 h 390"/>
                <a:gd name="T16" fmla="*/ 0 w 216"/>
                <a:gd name="T17" fmla="*/ 0 h 390"/>
                <a:gd name="T18" fmla="*/ 0 w 216"/>
                <a:gd name="T19" fmla="*/ 0 h 390"/>
                <a:gd name="T20" fmla="*/ 0 w 216"/>
                <a:gd name="T21" fmla="*/ 0 h 390"/>
                <a:gd name="T22" fmla="*/ 0 w 216"/>
                <a:gd name="T23" fmla="*/ 0 h 390"/>
                <a:gd name="T24" fmla="*/ 0 w 216"/>
                <a:gd name="T25" fmla="*/ 0 h 390"/>
                <a:gd name="T26" fmla="*/ 0 w 216"/>
                <a:gd name="T27" fmla="*/ 0 h 390"/>
                <a:gd name="T28" fmla="*/ 0 w 216"/>
                <a:gd name="T29" fmla="*/ 0 h 390"/>
                <a:gd name="T30" fmla="*/ 0 w 216"/>
                <a:gd name="T31" fmla="*/ 0 h 390"/>
                <a:gd name="T32" fmla="*/ 0 w 216"/>
                <a:gd name="T33" fmla="*/ 0 h 39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6"/>
                <a:gd name="T52" fmla="*/ 0 h 390"/>
                <a:gd name="T53" fmla="*/ 216 w 216"/>
                <a:gd name="T54" fmla="*/ 390 h 39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6" h="390">
                  <a:moveTo>
                    <a:pt x="0" y="390"/>
                  </a:moveTo>
                  <a:lnTo>
                    <a:pt x="54" y="369"/>
                  </a:lnTo>
                  <a:lnTo>
                    <a:pt x="108" y="326"/>
                  </a:lnTo>
                  <a:lnTo>
                    <a:pt x="162" y="260"/>
                  </a:lnTo>
                  <a:lnTo>
                    <a:pt x="206" y="98"/>
                  </a:lnTo>
                  <a:lnTo>
                    <a:pt x="216" y="65"/>
                  </a:lnTo>
                  <a:lnTo>
                    <a:pt x="216" y="43"/>
                  </a:lnTo>
                  <a:lnTo>
                    <a:pt x="206" y="22"/>
                  </a:lnTo>
                  <a:lnTo>
                    <a:pt x="173" y="0"/>
                  </a:lnTo>
                  <a:lnTo>
                    <a:pt x="119" y="0"/>
                  </a:lnTo>
                  <a:lnTo>
                    <a:pt x="75" y="22"/>
                  </a:lnTo>
                  <a:lnTo>
                    <a:pt x="43" y="55"/>
                  </a:lnTo>
                  <a:lnTo>
                    <a:pt x="21" y="152"/>
                  </a:lnTo>
                  <a:lnTo>
                    <a:pt x="21" y="185"/>
                  </a:lnTo>
                  <a:lnTo>
                    <a:pt x="43" y="206"/>
                  </a:lnTo>
                  <a:lnTo>
                    <a:pt x="75" y="217"/>
                  </a:lnTo>
                  <a:lnTo>
                    <a:pt x="173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5056">
              <a:extLst>
                <a:ext uri="{FF2B5EF4-FFF2-40B4-BE49-F238E27FC236}">
                  <a16:creationId xmlns:a16="http://schemas.microsoft.com/office/drawing/2014/main" id="{5E71AC2A-D2D4-D020-DC31-AFB89585B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5" y="177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5057">
              <a:extLst>
                <a:ext uri="{FF2B5EF4-FFF2-40B4-BE49-F238E27FC236}">
                  <a16:creationId xmlns:a16="http://schemas.microsoft.com/office/drawing/2014/main" id="{EC0AE5DB-A2EC-D2AA-3596-E43FAC39DA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044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5058">
              <a:extLst>
                <a:ext uri="{FF2B5EF4-FFF2-40B4-BE49-F238E27FC236}">
                  <a16:creationId xmlns:a16="http://schemas.microsoft.com/office/drawing/2014/main" id="{1F412291-B17E-6BB7-4678-7EE9A8419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1697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5059">
              <a:extLst>
                <a:ext uri="{FF2B5EF4-FFF2-40B4-BE49-F238E27FC236}">
                  <a16:creationId xmlns:a16="http://schemas.microsoft.com/office/drawing/2014/main" id="{E2C815DD-4980-1E12-26CA-FA550A835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2" y="1666"/>
              <a:ext cx="1" cy="46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5060">
              <a:extLst>
                <a:ext uri="{FF2B5EF4-FFF2-40B4-BE49-F238E27FC236}">
                  <a16:creationId xmlns:a16="http://schemas.microsoft.com/office/drawing/2014/main" id="{F09B84BF-EC90-6BEA-D7D4-CBCA2C2BD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1" y="1666"/>
              <a:ext cx="1" cy="11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5061">
              <a:extLst>
                <a:ext uri="{FF2B5EF4-FFF2-40B4-BE49-F238E27FC236}">
                  <a16:creationId xmlns:a16="http://schemas.microsoft.com/office/drawing/2014/main" id="{615D17D8-CA30-96B1-C778-9982356DA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1701"/>
              <a:ext cx="51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Freeform 5062">
              <a:extLst>
                <a:ext uri="{FF2B5EF4-FFF2-40B4-BE49-F238E27FC236}">
                  <a16:creationId xmlns:a16="http://schemas.microsoft.com/office/drawing/2014/main" id="{A5E8647F-CEF2-BED9-9709-9F54B46E8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Freeform 5063">
              <a:extLst>
                <a:ext uri="{FF2B5EF4-FFF2-40B4-BE49-F238E27FC236}">
                  <a16:creationId xmlns:a16="http://schemas.microsoft.com/office/drawing/2014/main" id="{5EDE37C2-FCB6-4B92-40B0-461D3F6E5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6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Freeform 5064">
              <a:extLst>
                <a:ext uri="{FF2B5EF4-FFF2-40B4-BE49-F238E27FC236}">
                  <a16:creationId xmlns:a16="http://schemas.microsoft.com/office/drawing/2014/main" id="{4A7DFBD1-220A-6E36-8F6F-D2C782DBA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Freeform 5065">
              <a:extLst>
                <a:ext uri="{FF2B5EF4-FFF2-40B4-BE49-F238E27FC236}">
                  <a16:creationId xmlns:a16="http://schemas.microsoft.com/office/drawing/2014/main" id="{7AA11FB1-5D4E-0C68-2191-F14E5DB6F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690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0" y="0"/>
                  </a:moveTo>
                  <a:lnTo>
                    <a:pt x="0" y="139"/>
                  </a:lnTo>
                  <a:lnTo>
                    <a:pt x="416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Freeform 5066">
              <a:extLst>
                <a:ext uri="{FF2B5EF4-FFF2-40B4-BE49-F238E27FC236}">
                  <a16:creationId xmlns:a16="http://schemas.microsoft.com/office/drawing/2014/main" id="{F7823856-4168-615F-D9BE-EF3A9C06D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598"/>
              <a:ext cx="18" cy="65"/>
            </a:xfrm>
            <a:custGeom>
              <a:avLst/>
              <a:gdLst>
                <a:gd name="T0" fmla="*/ 0 w 109"/>
                <a:gd name="T1" fmla="*/ 0 h 391"/>
                <a:gd name="T2" fmla="*/ 0 w 109"/>
                <a:gd name="T3" fmla="*/ 0 h 391"/>
                <a:gd name="T4" fmla="*/ 0 w 109"/>
                <a:gd name="T5" fmla="*/ 0 h 391"/>
                <a:gd name="T6" fmla="*/ 0 60000 65536"/>
                <a:gd name="T7" fmla="*/ 0 60000 65536"/>
                <a:gd name="T8" fmla="*/ 0 60000 65536"/>
                <a:gd name="T9" fmla="*/ 0 w 109"/>
                <a:gd name="T10" fmla="*/ 0 h 391"/>
                <a:gd name="T11" fmla="*/ 109 w 109"/>
                <a:gd name="T12" fmla="*/ 391 h 3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391">
                  <a:moveTo>
                    <a:pt x="0" y="391"/>
                  </a:moveTo>
                  <a:lnTo>
                    <a:pt x="109" y="0"/>
                  </a:lnTo>
                  <a:lnTo>
                    <a:pt x="0" y="8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Freeform 5067">
              <a:extLst>
                <a:ext uri="{FF2B5EF4-FFF2-40B4-BE49-F238E27FC236}">
                  <a16:creationId xmlns:a16="http://schemas.microsoft.com/office/drawing/2014/main" id="{FD46AA76-2205-8659-F3FC-54CE9951F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1598"/>
              <a:ext cx="36" cy="65"/>
            </a:xfrm>
            <a:custGeom>
              <a:avLst/>
              <a:gdLst>
                <a:gd name="T0" fmla="*/ 0 w 217"/>
                <a:gd name="T1" fmla="*/ 0 h 391"/>
                <a:gd name="T2" fmla="*/ 0 w 217"/>
                <a:gd name="T3" fmla="*/ 0 h 391"/>
                <a:gd name="T4" fmla="*/ 0 w 217"/>
                <a:gd name="T5" fmla="*/ 0 h 391"/>
                <a:gd name="T6" fmla="*/ 0 w 217"/>
                <a:gd name="T7" fmla="*/ 0 h 391"/>
                <a:gd name="T8" fmla="*/ 0 w 217"/>
                <a:gd name="T9" fmla="*/ 0 h 391"/>
                <a:gd name="T10" fmla="*/ 0 w 217"/>
                <a:gd name="T11" fmla="*/ 0 h 391"/>
                <a:gd name="T12" fmla="*/ 0 w 217"/>
                <a:gd name="T13" fmla="*/ 0 h 391"/>
                <a:gd name="T14" fmla="*/ 0 w 217"/>
                <a:gd name="T15" fmla="*/ 0 h 391"/>
                <a:gd name="T16" fmla="*/ 0 w 217"/>
                <a:gd name="T17" fmla="*/ 0 h 391"/>
                <a:gd name="T18" fmla="*/ 0 w 217"/>
                <a:gd name="T19" fmla="*/ 0 h 391"/>
                <a:gd name="T20" fmla="*/ 0 w 217"/>
                <a:gd name="T21" fmla="*/ 0 h 391"/>
                <a:gd name="T22" fmla="*/ 0 w 217"/>
                <a:gd name="T23" fmla="*/ 0 h 391"/>
                <a:gd name="T24" fmla="*/ 0 w 217"/>
                <a:gd name="T25" fmla="*/ 0 h 391"/>
                <a:gd name="T26" fmla="*/ 0 w 217"/>
                <a:gd name="T27" fmla="*/ 0 h 391"/>
                <a:gd name="T28" fmla="*/ 0 w 217"/>
                <a:gd name="T29" fmla="*/ 0 h 391"/>
                <a:gd name="T30" fmla="*/ 0 w 217"/>
                <a:gd name="T31" fmla="*/ 0 h 391"/>
                <a:gd name="T32" fmla="*/ 0 w 217"/>
                <a:gd name="T33" fmla="*/ 0 h 3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7"/>
                <a:gd name="T52" fmla="*/ 0 h 391"/>
                <a:gd name="T53" fmla="*/ 217 w 217"/>
                <a:gd name="T54" fmla="*/ 391 h 39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7" h="391">
                  <a:moveTo>
                    <a:pt x="0" y="391"/>
                  </a:moveTo>
                  <a:lnTo>
                    <a:pt x="54" y="368"/>
                  </a:lnTo>
                  <a:lnTo>
                    <a:pt x="108" y="325"/>
                  </a:lnTo>
                  <a:lnTo>
                    <a:pt x="163" y="260"/>
                  </a:lnTo>
                  <a:lnTo>
                    <a:pt x="206" y="97"/>
                  </a:lnTo>
                  <a:lnTo>
                    <a:pt x="217" y="65"/>
                  </a:lnTo>
                  <a:lnTo>
                    <a:pt x="217" y="43"/>
                  </a:lnTo>
                  <a:lnTo>
                    <a:pt x="206" y="21"/>
                  </a:lnTo>
                  <a:lnTo>
                    <a:pt x="174" y="0"/>
                  </a:lnTo>
                  <a:lnTo>
                    <a:pt x="120" y="0"/>
                  </a:lnTo>
                  <a:lnTo>
                    <a:pt x="76" y="21"/>
                  </a:lnTo>
                  <a:lnTo>
                    <a:pt x="43" y="54"/>
                  </a:lnTo>
                  <a:lnTo>
                    <a:pt x="22" y="151"/>
                  </a:lnTo>
                  <a:lnTo>
                    <a:pt x="22" y="184"/>
                  </a:lnTo>
                  <a:lnTo>
                    <a:pt x="43" y="206"/>
                  </a:lnTo>
                  <a:lnTo>
                    <a:pt x="76" y="217"/>
                  </a:lnTo>
                  <a:lnTo>
                    <a:pt x="174" y="21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Line 5068">
              <a:extLst>
                <a:ext uri="{FF2B5EF4-FFF2-40B4-BE49-F238E27FC236}">
                  <a16:creationId xmlns:a16="http://schemas.microsoft.com/office/drawing/2014/main" id="{FBDBF79D-E528-CDD7-5347-85ADE7D37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13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5069">
              <a:extLst>
                <a:ext uri="{FF2B5EF4-FFF2-40B4-BE49-F238E27FC236}">
                  <a16:creationId xmlns:a16="http://schemas.microsoft.com/office/drawing/2014/main" id="{8D3CB256-36E6-3640-9919-6A616BF0D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5070">
              <a:extLst>
                <a:ext uri="{FF2B5EF4-FFF2-40B4-BE49-F238E27FC236}">
                  <a16:creationId xmlns:a16="http://schemas.microsoft.com/office/drawing/2014/main" id="{19BC95C0-4078-5CB3-BE30-3B8F70488F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01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5071">
              <a:extLst>
                <a:ext uri="{FF2B5EF4-FFF2-40B4-BE49-F238E27FC236}">
                  <a16:creationId xmlns:a16="http://schemas.microsoft.com/office/drawing/2014/main" id="{650B08C8-21FA-2796-C161-50CEE4BB5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2" y="1778"/>
              <a:ext cx="76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5072">
              <a:extLst>
                <a:ext uri="{FF2B5EF4-FFF2-40B4-BE49-F238E27FC236}">
                  <a16:creationId xmlns:a16="http://schemas.microsoft.com/office/drawing/2014/main" id="{12A48E0A-E5EE-9ADE-D3C8-38EACEA100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2" y="2132"/>
              <a:ext cx="120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5073">
              <a:extLst>
                <a:ext uri="{FF2B5EF4-FFF2-40B4-BE49-F238E27FC236}">
                  <a16:creationId xmlns:a16="http://schemas.microsoft.com/office/drawing/2014/main" id="{28A75CA9-AB4D-5E81-3C44-BC69B2861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1847"/>
              <a:ext cx="1" cy="21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Freeform 5074">
              <a:extLst>
                <a:ext uri="{FF2B5EF4-FFF2-40B4-BE49-F238E27FC236}">
                  <a16:creationId xmlns:a16="http://schemas.microsoft.com/office/drawing/2014/main" id="{1A4EA145-EDCD-1027-954C-B535556F1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Freeform 5075">
              <a:extLst>
                <a:ext uri="{FF2B5EF4-FFF2-40B4-BE49-F238E27FC236}">
                  <a16:creationId xmlns:a16="http://schemas.microsoft.com/office/drawing/2014/main" id="{E4394E8D-17E9-E1CA-4695-48D60BF58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78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417"/>
                  </a:moveTo>
                  <a:lnTo>
                    <a:pt x="138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Freeform 5076">
              <a:extLst>
                <a:ext uri="{FF2B5EF4-FFF2-40B4-BE49-F238E27FC236}">
                  <a16:creationId xmlns:a16="http://schemas.microsoft.com/office/drawing/2014/main" id="{3AA124A7-DE7A-A5F4-440F-23DEA6195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63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0"/>
                  </a:moveTo>
                  <a:lnTo>
                    <a:pt x="138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Freeform 5077">
              <a:extLst>
                <a:ext uri="{FF2B5EF4-FFF2-40B4-BE49-F238E27FC236}">
                  <a16:creationId xmlns:a16="http://schemas.microsoft.com/office/drawing/2014/main" id="{8BEEAC91-161A-0321-1416-A69433301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063"/>
              <a:ext cx="23" cy="69"/>
            </a:xfrm>
            <a:custGeom>
              <a:avLst/>
              <a:gdLst>
                <a:gd name="T0" fmla="*/ 0 w 138"/>
                <a:gd name="T1" fmla="*/ 0 h 417"/>
                <a:gd name="T2" fmla="*/ 0 w 138"/>
                <a:gd name="T3" fmla="*/ 0 h 417"/>
                <a:gd name="T4" fmla="*/ 0 w 138"/>
                <a:gd name="T5" fmla="*/ 0 h 417"/>
                <a:gd name="T6" fmla="*/ 0 w 138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"/>
                <a:gd name="T13" fmla="*/ 0 h 417"/>
                <a:gd name="T14" fmla="*/ 138 w 138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" h="417">
                  <a:moveTo>
                    <a:pt x="0" y="0"/>
                  </a:moveTo>
                  <a:lnTo>
                    <a:pt x="138" y="0"/>
                  </a:lnTo>
                  <a:lnTo>
                    <a:pt x="70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Freeform 5078">
              <a:extLst>
                <a:ext uri="{FF2B5EF4-FFF2-40B4-BE49-F238E27FC236}">
                  <a16:creationId xmlns:a16="http://schemas.microsoft.com/office/drawing/2014/main" id="{03795965-3386-3821-F551-2B3171305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71"/>
              <a:ext cx="65" cy="18"/>
            </a:xfrm>
            <a:custGeom>
              <a:avLst/>
              <a:gdLst>
                <a:gd name="T0" fmla="*/ 0 w 390"/>
                <a:gd name="T1" fmla="*/ 0 h 109"/>
                <a:gd name="T2" fmla="*/ 0 w 390"/>
                <a:gd name="T3" fmla="*/ 0 h 109"/>
                <a:gd name="T4" fmla="*/ 0 w 390"/>
                <a:gd name="T5" fmla="*/ 0 h 109"/>
                <a:gd name="T6" fmla="*/ 0 60000 65536"/>
                <a:gd name="T7" fmla="*/ 0 60000 65536"/>
                <a:gd name="T8" fmla="*/ 0 60000 65536"/>
                <a:gd name="T9" fmla="*/ 0 w 390"/>
                <a:gd name="T10" fmla="*/ 0 h 109"/>
                <a:gd name="T11" fmla="*/ 390 w 390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109">
                  <a:moveTo>
                    <a:pt x="390" y="109"/>
                  </a:moveTo>
                  <a:lnTo>
                    <a:pt x="0" y="0"/>
                  </a:lnTo>
                  <a:lnTo>
                    <a:pt x="87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Freeform 5079">
              <a:extLst>
                <a:ext uri="{FF2B5EF4-FFF2-40B4-BE49-F238E27FC236}">
                  <a16:creationId xmlns:a16="http://schemas.microsoft.com/office/drawing/2014/main" id="{948EEE12-DF92-048E-D1A5-A8EBB579E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1927"/>
              <a:ext cx="65" cy="35"/>
            </a:xfrm>
            <a:custGeom>
              <a:avLst/>
              <a:gdLst>
                <a:gd name="T0" fmla="*/ 0 w 390"/>
                <a:gd name="T1" fmla="*/ 0 h 206"/>
                <a:gd name="T2" fmla="*/ 0 w 390"/>
                <a:gd name="T3" fmla="*/ 0 h 206"/>
                <a:gd name="T4" fmla="*/ 0 w 390"/>
                <a:gd name="T5" fmla="*/ 0 h 206"/>
                <a:gd name="T6" fmla="*/ 0 w 390"/>
                <a:gd name="T7" fmla="*/ 0 h 206"/>
                <a:gd name="T8" fmla="*/ 0 w 390"/>
                <a:gd name="T9" fmla="*/ 0 h 206"/>
                <a:gd name="T10" fmla="*/ 0 w 390"/>
                <a:gd name="T11" fmla="*/ 0 h 206"/>
                <a:gd name="T12" fmla="*/ 0 w 390"/>
                <a:gd name="T13" fmla="*/ 0 h 206"/>
                <a:gd name="T14" fmla="*/ 0 w 390"/>
                <a:gd name="T15" fmla="*/ 0 h 206"/>
                <a:gd name="T16" fmla="*/ 0 w 390"/>
                <a:gd name="T17" fmla="*/ 0 h 206"/>
                <a:gd name="T18" fmla="*/ 0 w 390"/>
                <a:gd name="T19" fmla="*/ 0 h 206"/>
                <a:gd name="T20" fmla="*/ 0 w 390"/>
                <a:gd name="T21" fmla="*/ 0 h 206"/>
                <a:gd name="T22" fmla="*/ 0 w 390"/>
                <a:gd name="T23" fmla="*/ 0 h 206"/>
                <a:gd name="T24" fmla="*/ 0 w 390"/>
                <a:gd name="T25" fmla="*/ 0 h 206"/>
                <a:gd name="T26" fmla="*/ 0 w 390"/>
                <a:gd name="T27" fmla="*/ 0 h 206"/>
                <a:gd name="T28" fmla="*/ 0 w 390"/>
                <a:gd name="T29" fmla="*/ 0 h 206"/>
                <a:gd name="T30" fmla="*/ 0 w 390"/>
                <a:gd name="T31" fmla="*/ 0 h 206"/>
                <a:gd name="T32" fmla="*/ 0 w 390"/>
                <a:gd name="T33" fmla="*/ 0 h 206"/>
                <a:gd name="T34" fmla="*/ 0 w 390"/>
                <a:gd name="T35" fmla="*/ 0 h 206"/>
                <a:gd name="T36" fmla="*/ 0 w 390"/>
                <a:gd name="T37" fmla="*/ 0 h 206"/>
                <a:gd name="T38" fmla="*/ 0 w 390"/>
                <a:gd name="T39" fmla="*/ 0 h 206"/>
                <a:gd name="T40" fmla="*/ 0 w 390"/>
                <a:gd name="T41" fmla="*/ 0 h 206"/>
                <a:gd name="T42" fmla="*/ 0 w 390"/>
                <a:gd name="T43" fmla="*/ 0 h 206"/>
                <a:gd name="T44" fmla="*/ 0 w 390"/>
                <a:gd name="T45" fmla="*/ 0 h 20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90"/>
                <a:gd name="T70" fmla="*/ 0 h 206"/>
                <a:gd name="T71" fmla="*/ 390 w 390"/>
                <a:gd name="T72" fmla="*/ 206 h 20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90" h="206">
                  <a:moveTo>
                    <a:pt x="390" y="163"/>
                  </a:moveTo>
                  <a:lnTo>
                    <a:pt x="390" y="152"/>
                  </a:lnTo>
                  <a:lnTo>
                    <a:pt x="379" y="119"/>
                  </a:lnTo>
                  <a:lnTo>
                    <a:pt x="347" y="87"/>
                  </a:lnTo>
                  <a:lnTo>
                    <a:pt x="304" y="55"/>
                  </a:lnTo>
                  <a:lnTo>
                    <a:pt x="238" y="22"/>
                  </a:lnTo>
                  <a:lnTo>
                    <a:pt x="195" y="11"/>
                  </a:lnTo>
                  <a:lnTo>
                    <a:pt x="141" y="0"/>
                  </a:lnTo>
                  <a:lnTo>
                    <a:pt x="76" y="0"/>
                  </a:lnTo>
                  <a:lnTo>
                    <a:pt x="21" y="11"/>
                  </a:lnTo>
                  <a:lnTo>
                    <a:pt x="0" y="33"/>
                  </a:lnTo>
                  <a:lnTo>
                    <a:pt x="0" y="55"/>
                  </a:lnTo>
                  <a:lnTo>
                    <a:pt x="11" y="87"/>
                  </a:lnTo>
                  <a:lnTo>
                    <a:pt x="33" y="109"/>
                  </a:lnTo>
                  <a:lnTo>
                    <a:pt x="76" y="142"/>
                  </a:lnTo>
                  <a:lnTo>
                    <a:pt x="119" y="163"/>
                  </a:lnTo>
                  <a:lnTo>
                    <a:pt x="174" y="185"/>
                  </a:lnTo>
                  <a:lnTo>
                    <a:pt x="217" y="196"/>
                  </a:lnTo>
                  <a:lnTo>
                    <a:pt x="271" y="206"/>
                  </a:lnTo>
                  <a:lnTo>
                    <a:pt x="315" y="206"/>
                  </a:lnTo>
                  <a:lnTo>
                    <a:pt x="369" y="196"/>
                  </a:lnTo>
                  <a:lnTo>
                    <a:pt x="379" y="185"/>
                  </a:lnTo>
                  <a:lnTo>
                    <a:pt x="390" y="163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5080">
              <a:extLst>
                <a:ext uri="{FF2B5EF4-FFF2-40B4-BE49-F238E27FC236}">
                  <a16:creationId xmlns:a16="http://schemas.microsoft.com/office/drawing/2014/main" id="{5225D9EE-8A0A-8918-3030-D99A365EA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78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Line 5081">
              <a:extLst>
                <a:ext uri="{FF2B5EF4-FFF2-40B4-BE49-F238E27FC236}">
                  <a16:creationId xmlns:a16="http://schemas.microsoft.com/office/drawing/2014/main" id="{5BE70A0E-CAA4-02F3-E3DE-7AD209E2A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132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5082">
              <a:extLst>
                <a:ext uri="{FF2B5EF4-FFF2-40B4-BE49-F238E27FC236}">
                  <a16:creationId xmlns:a16="http://schemas.microsoft.com/office/drawing/2014/main" id="{F1EBEE54-1852-4906-E531-09307FBDC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" y="2132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5083">
              <a:extLst>
                <a:ext uri="{FF2B5EF4-FFF2-40B4-BE49-F238E27FC236}">
                  <a16:creationId xmlns:a16="http://schemas.microsoft.com/office/drawing/2014/main" id="{F516B280-DBEF-8DFE-041C-150D06BF1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822"/>
              <a:ext cx="18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5084">
              <a:extLst>
                <a:ext uri="{FF2B5EF4-FFF2-40B4-BE49-F238E27FC236}">
                  <a16:creationId xmlns:a16="http://schemas.microsoft.com/office/drawing/2014/main" id="{AA7105FB-B559-8757-61B1-10F550F49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3295"/>
              <a:ext cx="18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5085">
              <a:extLst>
                <a:ext uri="{FF2B5EF4-FFF2-40B4-BE49-F238E27FC236}">
                  <a16:creationId xmlns:a16="http://schemas.microsoft.com/office/drawing/2014/main" id="{054ED5C7-A96B-3584-1FA7-2F3E1E3F1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3" y="2892"/>
              <a:ext cx="1" cy="33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Freeform 5086">
              <a:extLst>
                <a:ext uri="{FF2B5EF4-FFF2-40B4-BE49-F238E27FC236}">
                  <a16:creationId xmlns:a16="http://schemas.microsoft.com/office/drawing/2014/main" id="{61FA9F91-B658-9AFB-3724-02A723058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822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Freeform 5087">
              <a:extLst>
                <a:ext uri="{FF2B5EF4-FFF2-40B4-BE49-F238E27FC236}">
                  <a16:creationId xmlns:a16="http://schemas.microsoft.com/office/drawing/2014/main" id="{E9EC9DF4-58D7-797E-212C-57B8F6161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822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Freeform 5088">
              <a:extLst>
                <a:ext uri="{FF2B5EF4-FFF2-40B4-BE49-F238E27FC236}">
                  <a16:creationId xmlns:a16="http://schemas.microsoft.com/office/drawing/2014/main" id="{1E8B8CA8-B6F9-EE1E-E744-B5D55E1F7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225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Freeform 5089">
              <a:extLst>
                <a:ext uri="{FF2B5EF4-FFF2-40B4-BE49-F238E27FC236}">
                  <a16:creationId xmlns:a16="http://schemas.microsoft.com/office/drawing/2014/main" id="{531232C9-A72C-8890-70EA-DCF3C17E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225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Freeform 5090">
              <a:extLst>
                <a:ext uri="{FF2B5EF4-FFF2-40B4-BE49-F238E27FC236}">
                  <a16:creationId xmlns:a16="http://schemas.microsoft.com/office/drawing/2014/main" id="{E2E810B6-9A2A-C51E-233F-42DCD5D32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3054"/>
              <a:ext cx="65" cy="18"/>
            </a:xfrm>
            <a:custGeom>
              <a:avLst/>
              <a:gdLst>
                <a:gd name="T0" fmla="*/ 0 w 391"/>
                <a:gd name="T1" fmla="*/ 0 h 109"/>
                <a:gd name="T2" fmla="*/ 0 w 391"/>
                <a:gd name="T3" fmla="*/ 0 h 109"/>
                <a:gd name="T4" fmla="*/ 0 w 391"/>
                <a:gd name="T5" fmla="*/ 0 h 109"/>
                <a:gd name="T6" fmla="*/ 0 60000 65536"/>
                <a:gd name="T7" fmla="*/ 0 60000 65536"/>
                <a:gd name="T8" fmla="*/ 0 60000 65536"/>
                <a:gd name="T9" fmla="*/ 0 w 391"/>
                <a:gd name="T10" fmla="*/ 0 h 109"/>
                <a:gd name="T11" fmla="*/ 391 w 391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1" h="109">
                  <a:moveTo>
                    <a:pt x="391" y="109"/>
                  </a:moveTo>
                  <a:lnTo>
                    <a:pt x="0" y="0"/>
                  </a:lnTo>
                  <a:lnTo>
                    <a:pt x="87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Freeform 5091">
              <a:extLst>
                <a:ext uri="{FF2B5EF4-FFF2-40B4-BE49-F238E27FC236}">
                  <a16:creationId xmlns:a16="http://schemas.microsoft.com/office/drawing/2014/main" id="{CE00FF97-43B2-B417-CF09-2BF9F4EC6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3011"/>
              <a:ext cx="51" cy="36"/>
            </a:xfrm>
            <a:custGeom>
              <a:avLst/>
              <a:gdLst>
                <a:gd name="T0" fmla="*/ 0 w 304"/>
                <a:gd name="T1" fmla="*/ 0 h 217"/>
                <a:gd name="T2" fmla="*/ 0 w 304"/>
                <a:gd name="T3" fmla="*/ 0 h 217"/>
                <a:gd name="T4" fmla="*/ 0 w 304"/>
                <a:gd name="T5" fmla="*/ 0 h 217"/>
                <a:gd name="T6" fmla="*/ 0 60000 65536"/>
                <a:gd name="T7" fmla="*/ 0 60000 65536"/>
                <a:gd name="T8" fmla="*/ 0 60000 65536"/>
                <a:gd name="T9" fmla="*/ 0 w 304"/>
                <a:gd name="T10" fmla="*/ 0 h 217"/>
                <a:gd name="T11" fmla="*/ 304 w 304"/>
                <a:gd name="T12" fmla="*/ 217 h 2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4" h="217">
                  <a:moveTo>
                    <a:pt x="0" y="54"/>
                  </a:moveTo>
                  <a:lnTo>
                    <a:pt x="304" y="217"/>
                  </a:lnTo>
                  <a:lnTo>
                    <a:pt x="304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5092">
              <a:extLst>
                <a:ext uri="{FF2B5EF4-FFF2-40B4-BE49-F238E27FC236}">
                  <a16:creationId xmlns:a16="http://schemas.microsoft.com/office/drawing/2014/main" id="{9025E2F0-81F8-E922-9C87-E35B17802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5" y="3018"/>
              <a:ext cx="29" cy="7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5093">
              <a:extLst>
                <a:ext uri="{FF2B5EF4-FFF2-40B4-BE49-F238E27FC236}">
                  <a16:creationId xmlns:a16="http://schemas.microsoft.com/office/drawing/2014/main" id="{304B96ED-338F-12EA-CB30-297673207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398"/>
              <a:ext cx="1" cy="18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5094">
              <a:extLst>
                <a:ext uri="{FF2B5EF4-FFF2-40B4-BE49-F238E27FC236}">
                  <a16:creationId xmlns:a16="http://schemas.microsoft.com/office/drawing/2014/main" id="{24192613-8A71-0D6B-09DD-8BB229968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398"/>
              <a:ext cx="1" cy="18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Line 5095">
              <a:extLst>
                <a:ext uri="{FF2B5EF4-FFF2-40B4-BE49-F238E27FC236}">
                  <a16:creationId xmlns:a16="http://schemas.microsoft.com/office/drawing/2014/main" id="{74312916-2072-E062-2962-FD7C82DF6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550"/>
              <a:ext cx="1159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Freeform 5096">
              <a:extLst>
                <a:ext uri="{FF2B5EF4-FFF2-40B4-BE49-F238E27FC236}">
                  <a16:creationId xmlns:a16="http://schemas.microsoft.com/office/drawing/2014/main" id="{D20784F7-8B8D-4881-AE6B-E54DBAA33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38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Freeform 5097">
              <a:extLst>
                <a:ext uri="{FF2B5EF4-FFF2-40B4-BE49-F238E27FC236}">
                  <a16:creationId xmlns:a16="http://schemas.microsoft.com/office/drawing/2014/main" id="{0505916F-EFC7-44EA-6C73-AB9D1208C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538"/>
              <a:ext cx="69" cy="23"/>
            </a:xfrm>
            <a:custGeom>
              <a:avLst/>
              <a:gdLst>
                <a:gd name="T0" fmla="*/ 0 w 416"/>
                <a:gd name="T1" fmla="*/ 0 h 139"/>
                <a:gd name="T2" fmla="*/ 0 w 416"/>
                <a:gd name="T3" fmla="*/ 0 h 139"/>
                <a:gd name="T4" fmla="*/ 0 w 416"/>
                <a:gd name="T5" fmla="*/ 0 h 139"/>
                <a:gd name="T6" fmla="*/ 0 w 416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6"/>
                <a:gd name="T13" fmla="*/ 0 h 139"/>
                <a:gd name="T14" fmla="*/ 416 w 416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6" h="139">
                  <a:moveTo>
                    <a:pt x="416" y="0"/>
                  </a:moveTo>
                  <a:lnTo>
                    <a:pt x="416" y="139"/>
                  </a:lnTo>
                  <a:lnTo>
                    <a:pt x="0" y="7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Freeform 5098">
              <a:extLst>
                <a:ext uri="{FF2B5EF4-FFF2-40B4-BE49-F238E27FC236}">
                  <a16:creationId xmlns:a16="http://schemas.microsoft.com/office/drawing/2014/main" id="{70547452-8D8F-EB6A-5D7F-2E9942E99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8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Freeform 5099">
              <a:extLst>
                <a:ext uri="{FF2B5EF4-FFF2-40B4-BE49-F238E27FC236}">
                  <a16:creationId xmlns:a16="http://schemas.microsoft.com/office/drawing/2014/main" id="{BC558531-FD63-868B-CCBB-0CED2310A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8"/>
              <a:ext cx="70" cy="23"/>
            </a:xfrm>
            <a:custGeom>
              <a:avLst/>
              <a:gdLst>
                <a:gd name="T0" fmla="*/ 0 w 417"/>
                <a:gd name="T1" fmla="*/ 0 h 139"/>
                <a:gd name="T2" fmla="*/ 0 w 417"/>
                <a:gd name="T3" fmla="*/ 0 h 139"/>
                <a:gd name="T4" fmla="*/ 0 w 417"/>
                <a:gd name="T5" fmla="*/ 0 h 139"/>
                <a:gd name="T6" fmla="*/ 0 w 417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7"/>
                <a:gd name="T13" fmla="*/ 0 h 139"/>
                <a:gd name="T14" fmla="*/ 417 w 417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7" h="139">
                  <a:moveTo>
                    <a:pt x="0" y="0"/>
                  </a:moveTo>
                  <a:lnTo>
                    <a:pt x="0" y="139"/>
                  </a:lnTo>
                  <a:lnTo>
                    <a:pt x="417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Freeform 5100">
              <a:extLst>
                <a:ext uri="{FF2B5EF4-FFF2-40B4-BE49-F238E27FC236}">
                  <a16:creationId xmlns:a16="http://schemas.microsoft.com/office/drawing/2014/main" id="{4812E468-D2B3-A96E-2DE1-A34CBCFB2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475"/>
              <a:ext cx="36" cy="36"/>
            </a:xfrm>
            <a:custGeom>
              <a:avLst/>
              <a:gdLst>
                <a:gd name="T0" fmla="*/ 0 w 217"/>
                <a:gd name="T1" fmla="*/ 0 h 217"/>
                <a:gd name="T2" fmla="*/ 0 w 217"/>
                <a:gd name="T3" fmla="*/ 0 h 217"/>
                <a:gd name="T4" fmla="*/ 0 w 217"/>
                <a:gd name="T5" fmla="*/ 0 h 217"/>
                <a:gd name="T6" fmla="*/ 0 w 217"/>
                <a:gd name="T7" fmla="*/ 0 h 217"/>
                <a:gd name="T8" fmla="*/ 0 w 217"/>
                <a:gd name="T9" fmla="*/ 0 h 217"/>
                <a:gd name="T10" fmla="*/ 0 w 217"/>
                <a:gd name="T11" fmla="*/ 0 h 217"/>
                <a:gd name="T12" fmla="*/ 0 w 217"/>
                <a:gd name="T13" fmla="*/ 0 h 217"/>
                <a:gd name="T14" fmla="*/ 0 w 217"/>
                <a:gd name="T15" fmla="*/ 0 h 217"/>
                <a:gd name="T16" fmla="*/ 0 w 217"/>
                <a:gd name="T17" fmla="*/ 0 h 217"/>
                <a:gd name="T18" fmla="*/ 0 w 217"/>
                <a:gd name="T19" fmla="*/ 0 h 217"/>
                <a:gd name="T20" fmla="*/ 0 w 217"/>
                <a:gd name="T21" fmla="*/ 0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7"/>
                <a:gd name="T34" fmla="*/ 0 h 217"/>
                <a:gd name="T35" fmla="*/ 217 w 217"/>
                <a:gd name="T36" fmla="*/ 217 h 2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7" h="217">
                  <a:moveTo>
                    <a:pt x="0" y="217"/>
                  </a:moveTo>
                  <a:lnTo>
                    <a:pt x="87" y="217"/>
                  </a:lnTo>
                  <a:lnTo>
                    <a:pt x="141" y="207"/>
                  </a:lnTo>
                  <a:lnTo>
                    <a:pt x="174" y="185"/>
                  </a:lnTo>
                  <a:lnTo>
                    <a:pt x="196" y="153"/>
                  </a:lnTo>
                  <a:lnTo>
                    <a:pt x="217" y="77"/>
                  </a:lnTo>
                  <a:lnTo>
                    <a:pt x="217" y="44"/>
                  </a:lnTo>
                  <a:lnTo>
                    <a:pt x="206" y="23"/>
                  </a:lnTo>
                  <a:lnTo>
                    <a:pt x="184" y="11"/>
                  </a:lnTo>
                  <a:lnTo>
                    <a:pt x="152" y="0"/>
                  </a:lnTo>
                  <a:lnTo>
                    <a:pt x="109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Freeform 5101">
              <a:extLst>
                <a:ext uri="{FF2B5EF4-FFF2-40B4-BE49-F238E27FC236}">
                  <a16:creationId xmlns:a16="http://schemas.microsoft.com/office/drawing/2014/main" id="{B55AD7C8-7A1E-0A43-1876-EDA476BD7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2446"/>
              <a:ext cx="27" cy="29"/>
            </a:xfrm>
            <a:custGeom>
              <a:avLst/>
              <a:gdLst>
                <a:gd name="T0" fmla="*/ 0 w 162"/>
                <a:gd name="T1" fmla="*/ 0 h 173"/>
                <a:gd name="T2" fmla="*/ 0 w 162"/>
                <a:gd name="T3" fmla="*/ 0 h 173"/>
                <a:gd name="T4" fmla="*/ 0 w 162"/>
                <a:gd name="T5" fmla="*/ 0 h 173"/>
                <a:gd name="T6" fmla="*/ 0 w 162"/>
                <a:gd name="T7" fmla="*/ 0 h 173"/>
                <a:gd name="T8" fmla="*/ 0 w 162"/>
                <a:gd name="T9" fmla="*/ 0 h 173"/>
                <a:gd name="T10" fmla="*/ 0 w 162"/>
                <a:gd name="T11" fmla="*/ 0 h 173"/>
                <a:gd name="T12" fmla="*/ 0 w 162"/>
                <a:gd name="T13" fmla="*/ 0 h 173"/>
                <a:gd name="T14" fmla="*/ 0 w 162"/>
                <a:gd name="T15" fmla="*/ 0 h 173"/>
                <a:gd name="T16" fmla="*/ 0 w 162"/>
                <a:gd name="T17" fmla="*/ 0 h 173"/>
                <a:gd name="T18" fmla="*/ 0 w 162"/>
                <a:gd name="T19" fmla="*/ 0 h 1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2"/>
                <a:gd name="T31" fmla="*/ 0 h 173"/>
                <a:gd name="T32" fmla="*/ 162 w 162"/>
                <a:gd name="T33" fmla="*/ 173 h 17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2" h="173">
                  <a:moveTo>
                    <a:pt x="54" y="173"/>
                  </a:moveTo>
                  <a:lnTo>
                    <a:pt x="97" y="163"/>
                  </a:lnTo>
                  <a:lnTo>
                    <a:pt x="130" y="141"/>
                  </a:lnTo>
                  <a:lnTo>
                    <a:pt x="151" y="109"/>
                  </a:lnTo>
                  <a:lnTo>
                    <a:pt x="162" y="76"/>
                  </a:lnTo>
                  <a:lnTo>
                    <a:pt x="162" y="43"/>
                  </a:lnTo>
                  <a:lnTo>
                    <a:pt x="151" y="22"/>
                  </a:lnTo>
                  <a:lnTo>
                    <a:pt x="141" y="10"/>
                  </a:lnTo>
                  <a:lnTo>
                    <a:pt x="119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Freeform 5102">
              <a:extLst>
                <a:ext uri="{FF2B5EF4-FFF2-40B4-BE49-F238E27FC236}">
                  <a16:creationId xmlns:a16="http://schemas.microsoft.com/office/drawing/2014/main" id="{D7E822BB-6119-7F12-371E-99B9EA49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1" y="2446"/>
              <a:ext cx="33" cy="65"/>
            </a:xfrm>
            <a:custGeom>
              <a:avLst/>
              <a:gdLst>
                <a:gd name="T0" fmla="*/ 0 w 196"/>
                <a:gd name="T1" fmla="*/ 0 h 390"/>
                <a:gd name="T2" fmla="*/ 0 w 196"/>
                <a:gd name="T3" fmla="*/ 0 h 390"/>
                <a:gd name="T4" fmla="*/ 0 w 196"/>
                <a:gd name="T5" fmla="*/ 0 h 390"/>
                <a:gd name="T6" fmla="*/ 0 w 196"/>
                <a:gd name="T7" fmla="*/ 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390"/>
                <a:gd name="T14" fmla="*/ 196 w 196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390">
                  <a:moveTo>
                    <a:pt x="0" y="390"/>
                  </a:moveTo>
                  <a:lnTo>
                    <a:pt x="196" y="0"/>
                  </a:lnTo>
                  <a:lnTo>
                    <a:pt x="23" y="0"/>
                  </a:lnTo>
                  <a:lnTo>
                    <a:pt x="12" y="4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Line 5103">
              <a:extLst>
                <a:ext uri="{FF2B5EF4-FFF2-40B4-BE49-F238E27FC236}">
                  <a16:creationId xmlns:a16="http://schemas.microsoft.com/office/drawing/2014/main" id="{B745D72C-9A3E-7639-D3E7-A0240C53D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Line 5104">
              <a:extLst>
                <a:ext uri="{FF2B5EF4-FFF2-40B4-BE49-F238E27FC236}">
                  <a16:creationId xmlns:a16="http://schemas.microsoft.com/office/drawing/2014/main" id="{8CB2CC23-94F7-D317-58DF-092177E3F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398"/>
              <a:ext cx="1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Line 5105">
              <a:extLst>
                <a:ext uri="{FF2B5EF4-FFF2-40B4-BE49-F238E27FC236}">
                  <a16:creationId xmlns:a16="http://schemas.microsoft.com/office/drawing/2014/main" id="{262D3595-BE4B-7DCB-F269-DF3D3EB27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550"/>
              <a:ext cx="1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5106">
              <a:extLst>
                <a:ext uri="{FF2B5EF4-FFF2-40B4-BE49-F238E27FC236}">
                  <a16:creationId xmlns:a16="http://schemas.microsoft.com/office/drawing/2014/main" id="{0A4D62DA-8980-233A-FF0D-70D5197C8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1697"/>
              <a:ext cx="132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5107">
              <a:extLst>
                <a:ext uri="{FF2B5EF4-FFF2-40B4-BE49-F238E27FC236}">
                  <a16:creationId xmlns:a16="http://schemas.microsoft.com/office/drawing/2014/main" id="{97B5D102-D4CA-A9ED-E886-2876274FC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0" y="1606"/>
              <a:ext cx="40" cy="65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Freeform 5108">
              <a:extLst>
                <a:ext uri="{FF2B5EF4-FFF2-40B4-BE49-F238E27FC236}">
                  <a16:creationId xmlns:a16="http://schemas.microsoft.com/office/drawing/2014/main" id="{CE62DDF0-8A67-3961-D3AC-901F49125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17"/>
              <a:ext cx="45" cy="43"/>
            </a:xfrm>
            <a:custGeom>
              <a:avLst/>
              <a:gdLst>
                <a:gd name="T0" fmla="*/ 0 w 271"/>
                <a:gd name="T1" fmla="*/ 0 h 261"/>
                <a:gd name="T2" fmla="*/ 0 w 271"/>
                <a:gd name="T3" fmla="*/ 0 h 261"/>
                <a:gd name="T4" fmla="*/ 0 w 271"/>
                <a:gd name="T5" fmla="*/ 0 h 261"/>
                <a:gd name="T6" fmla="*/ 0 w 271"/>
                <a:gd name="T7" fmla="*/ 0 h 261"/>
                <a:gd name="T8" fmla="*/ 0 w 271"/>
                <a:gd name="T9" fmla="*/ 0 h 261"/>
                <a:gd name="T10" fmla="*/ 0 w 271"/>
                <a:gd name="T11" fmla="*/ 0 h 261"/>
                <a:gd name="T12" fmla="*/ 0 w 271"/>
                <a:gd name="T13" fmla="*/ 0 h 261"/>
                <a:gd name="T14" fmla="*/ 0 w 271"/>
                <a:gd name="T15" fmla="*/ 0 h 261"/>
                <a:gd name="T16" fmla="*/ 0 w 271"/>
                <a:gd name="T17" fmla="*/ 0 h 261"/>
                <a:gd name="T18" fmla="*/ 0 w 271"/>
                <a:gd name="T19" fmla="*/ 0 h 261"/>
                <a:gd name="T20" fmla="*/ 0 w 271"/>
                <a:gd name="T21" fmla="*/ 0 h 261"/>
                <a:gd name="T22" fmla="*/ 0 w 271"/>
                <a:gd name="T23" fmla="*/ 0 h 261"/>
                <a:gd name="T24" fmla="*/ 0 w 271"/>
                <a:gd name="T25" fmla="*/ 0 h 261"/>
                <a:gd name="T26" fmla="*/ 0 w 271"/>
                <a:gd name="T27" fmla="*/ 0 h 261"/>
                <a:gd name="T28" fmla="*/ 0 w 271"/>
                <a:gd name="T29" fmla="*/ 0 h 261"/>
                <a:gd name="T30" fmla="*/ 0 w 271"/>
                <a:gd name="T31" fmla="*/ 0 h 261"/>
                <a:gd name="T32" fmla="*/ 0 w 271"/>
                <a:gd name="T33" fmla="*/ 0 h 261"/>
                <a:gd name="T34" fmla="*/ 0 w 271"/>
                <a:gd name="T35" fmla="*/ 0 h 261"/>
                <a:gd name="T36" fmla="*/ 0 w 271"/>
                <a:gd name="T37" fmla="*/ 0 h 261"/>
                <a:gd name="T38" fmla="*/ 0 w 271"/>
                <a:gd name="T39" fmla="*/ 0 h 26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71"/>
                <a:gd name="T61" fmla="*/ 0 h 261"/>
                <a:gd name="T62" fmla="*/ 271 w 271"/>
                <a:gd name="T63" fmla="*/ 261 h 26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71" h="261">
                  <a:moveTo>
                    <a:pt x="98" y="261"/>
                  </a:moveTo>
                  <a:lnTo>
                    <a:pt x="119" y="261"/>
                  </a:lnTo>
                  <a:lnTo>
                    <a:pt x="162" y="250"/>
                  </a:lnTo>
                  <a:lnTo>
                    <a:pt x="206" y="217"/>
                  </a:lnTo>
                  <a:lnTo>
                    <a:pt x="249" y="174"/>
                  </a:lnTo>
                  <a:lnTo>
                    <a:pt x="271" y="131"/>
                  </a:lnTo>
                  <a:lnTo>
                    <a:pt x="271" y="98"/>
                  </a:lnTo>
                  <a:lnTo>
                    <a:pt x="261" y="44"/>
                  </a:lnTo>
                  <a:lnTo>
                    <a:pt x="238" y="22"/>
                  </a:lnTo>
                  <a:lnTo>
                    <a:pt x="206" y="0"/>
                  </a:lnTo>
                  <a:lnTo>
                    <a:pt x="174" y="0"/>
                  </a:lnTo>
                  <a:lnTo>
                    <a:pt x="108" y="11"/>
                  </a:lnTo>
                  <a:lnTo>
                    <a:pt x="76" y="32"/>
                  </a:lnTo>
                  <a:lnTo>
                    <a:pt x="44" y="65"/>
                  </a:lnTo>
                  <a:lnTo>
                    <a:pt x="11" y="108"/>
                  </a:lnTo>
                  <a:lnTo>
                    <a:pt x="0" y="152"/>
                  </a:lnTo>
                  <a:lnTo>
                    <a:pt x="11" y="207"/>
                  </a:lnTo>
                  <a:lnTo>
                    <a:pt x="33" y="239"/>
                  </a:lnTo>
                  <a:lnTo>
                    <a:pt x="76" y="261"/>
                  </a:lnTo>
                  <a:lnTo>
                    <a:pt x="98" y="261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Freeform 5109">
              <a:extLst>
                <a:ext uri="{FF2B5EF4-FFF2-40B4-BE49-F238E27FC236}">
                  <a16:creationId xmlns:a16="http://schemas.microsoft.com/office/drawing/2014/main" id="{C7D4B5E8-5260-82B0-06B4-E4D4F6996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1606"/>
              <a:ext cx="32" cy="65"/>
            </a:xfrm>
            <a:custGeom>
              <a:avLst/>
              <a:gdLst>
                <a:gd name="T0" fmla="*/ 0 w 196"/>
                <a:gd name="T1" fmla="*/ 0 h 390"/>
                <a:gd name="T2" fmla="*/ 0 w 196"/>
                <a:gd name="T3" fmla="*/ 0 h 390"/>
                <a:gd name="T4" fmla="*/ 0 w 196"/>
                <a:gd name="T5" fmla="*/ 0 h 390"/>
                <a:gd name="T6" fmla="*/ 0 w 196"/>
                <a:gd name="T7" fmla="*/ 0 h 3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390"/>
                <a:gd name="T14" fmla="*/ 196 w 196"/>
                <a:gd name="T15" fmla="*/ 390 h 3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390">
                  <a:moveTo>
                    <a:pt x="0" y="390"/>
                  </a:moveTo>
                  <a:lnTo>
                    <a:pt x="196" y="0"/>
                  </a:lnTo>
                  <a:lnTo>
                    <a:pt x="22" y="0"/>
                  </a:lnTo>
                  <a:lnTo>
                    <a:pt x="12" y="43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Freeform 5110">
              <a:extLst>
                <a:ext uri="{FF2B5EF4-FFF2-40B4-BE49-F238E27FC236}">
                  <a16:creationId xmlns:a16="http://schemas.microsoft.com/office/drawing/2014/main" id="{7371443F-7B85-120A-EA6B-F36236F64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00"/>
              <a:ext cx="28" cy="70"/>
            </a:xfrm>
            <a:custGeom>
              <a:avLst/>
              <a:gdLst>
                <a:gd name="T0" fmla="*/ 0 w 168"/>
                <a:gd name="T1" fmla="*/ 0 h 422"/>
                <a:gd name="T2" fmla="*/ 0 w 168"/>
                <a:gd name="T3" fmla="*/ 0 h 422"/>
                <a:gd name="T4" fmla="*/ 0 w 168"/>
                <a:gd name="T5" fmla="*/ 0 h 422"/>
                <a:gd name="T6" fmla="*/ 0 w 168"/>
                <a:gd name="T7" fmla="*/ 0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422"/>
                <a:gd name="T14" fmla="*/ 168 w 168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422">
                  <a:moveTo>
                    <a:pt x="34" y="0"/>
                  </a:moveTo>
                  <a:lnTo>
                    <a:pt x="168" y="34"/>
                  </a:lnTo>
                  <a:lnTo>
                    <a:pt x="0" y="42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Freeform 5111">
              <a:extLst>
                <a:ext uri="{FF2B5EF4-FFF2-40B4-BE49-F238E27FC236}">
                  <a16:creationId xmlns:a16="http://schemas.microsoft.com/office/drawing/2014/main" id="{73A1F65C-6496-DB73-B372-43B101D5A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800"/>
              <a:ext cx="28" cy="70"/>
            </a:xfrm>
            <a:custGeom>
              <a:avLst/>
              <a:gdLst>
                <a:gd name="T0" fmla="*/ 0 w 168"/>
                <a:gd name="T1" fmla="*/ 0 h 422"/>
                <a:gd name="T2" fmla="*/ 0 w 168"/>
                <a:gd name="T3" fmla="*/ 0 h 422"/>
                <a:gd name="T4" fmla="*/ 0 w 168"/>
                <a:gd name="T5" fmla="*/ 0 h 422"/>
                <a:gd name="T6" fmla="*/ 0 w 168"/>
                <a:gd name="T7" fmla="*/ 0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422"/>
                <a:gd name="T14" fmla="*/ 168 w 168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422">
                  <a:moveTo>
                    <a:pt x="34" y="0"/>
                  </a:moveTo>
                  <a:lnTo>
                    <a:pt x="168" y="34"/>
                  </a:lnTo>
                  <a:lnTo>
                    <a:pt x="0" y="42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Line 5112">
              <a:extLst>
                <a:ext uri="{FF2B5EF4-FFF2-40B4-BE49-F238E27FC236}">
                  <a16:creationId xmlns:a16="http://schemas.microsoft.com/office/drawing/2014/main" id="{51271E2E-BBC3-A2EB-F6F4-6D09F49766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4" y="1697"/>
              <a:ext cx="26" cy="106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Line 5113">
              <a:extLst>
                <a:ext uri="{FF2B5EF4-FFF2-40B4-BE49-F238E27FC236}">
                  <a16:creationId xmlns:a16="http://schemas.microsoft.com/office/drawing/2014/main" id="{9C8F9CE0-38D6-B8FE-7F3F-E3FF147CE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9" y="1870"/>
              <a:ext cx="58" cy="229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Freeform 5114">
              <a:extLst>
                <a:ext uri="{FF2B5EF4-FFF2-40B4-BE49-F238E27FC236}">
                  <a16:creationId xmlns:a16="http://schemas.microsoft.com/office/drawing/2014/main" id="{E905C8E4-7E25-9C95-59E6-CAA328E6B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099"/>
              <a:ext cx="28" cy="70"/>
            </a:xfrm>
            <a:custGeom>
              <a:avLst/>
              <a:gdLst>
                <a:gd name="T0" fmla="*/ 0 w 170"/>
                <a:gd name="T1" fmla="*/ 0 h 421"/>
                <a:gd name="T2" fmla="*/ 0 w 170"/>
                <a:gd name="T3" fmla="*/ 0 h 421"/>
                <a:gd name="T4" fmla="*/ 0 w 170"/>
                <a:gd name="T5" fmla="*/ 0 h 421"/>
                <a:gd name="T6" fmla="*/ 0 w 170"/>
                <a:gd name="T7" fmla="*/ 0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421"/>
                <a:gd name="T14" fmla="*/ 170 w 170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421">
                  <a:moveTo>
                    <a:pt x="0" y="388"/>
                  </a:moveTo>
                  <a:lnTo>
                    <a:pt x="136" y="421"/>
                  </a:lnTo>
                  <a:lnTo>
                    <a:pt x="170" y="0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Freeform 5115">
              <a:extLst>
                <a:ext uri="{FF2B5EF4-FFF2-40B4-BE49-F238E27FC236}">
                  <a16:creationId xmlns:a16="http://schemas.microsoft.com/office/drawing/2014/main" id="{F9052A13-403C-3A20-8A12-A9A7C60E2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099"/>
              <a:ext cx="28" cy="70"/>
            </a:xfrm>
            <a:custGeom>
              <a:avLst/>
              <a:gdLst>
                <a:gd name="T0" fmla="*/ 0 w 170"/>
                <a:gd name="T1" fmla="*/ 0 h 421"/>
                <a:gd name="T2" fmla="*/ 0 w 170"/>
                <a:gd name="T3" fmla="*/ 0 h 421"/>
                <a:gd name="T4" fmla="*/ 0 w 170"/>
                <a:gd name="T5" fmla="*/ 0 h 421"/>
                <a:gd name="T6" fmla="*/ 0 w 170"/>
                <a:gd name="T7" fmla="*/ 0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421"/>
                <a:gd name="T14" fmla="*/ 170 w 170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421">
                  <a:moveTo>
                    <a:pt x="0" y="388"/>
                  </a:moveTo>
                  <a:lnTo>
                    <a:pt x="136" y="421"/>
                  </a:lnTo>
                  <a:lnTo>
                    <a:pt x="170" y="0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Line 5116">
              <a:extLst>
                <a:ext uri="{FF2B5EF4-FFF2-40B4-BE49-F238E27FC236}">
                  <a16:creationId xmlns:a16="http://schemas.microsoft.com/office/drawing/2014/main" id="{ED9C6C01-2A7D-4167-FC8E-C2718CC8C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1" y="2166"/>
              <a:ext cx="11" cy="4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Line 5117">
              <a:extLst>
                <a:ext uri="{FF2B5EF4-FFF2-40B4-BE49-F238E27FC236}">
                  <a16:creationId xmlns:a16="http://schemas.microsoft.com/office/drawing/2014/main" id="{DBE497F6-2B1D-67FC-DB40-21656BCBF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1778"/>
              <a:ext cx="13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Line 5118">
              <a:extLst>
                <a:ext uri="{FF2B5EF4-FFF2-40B4-BE49-F238E27FC236}">
                  <a16:creationId xmlns:a16="http://schemas.microsoft.com/office/drawing/2014/main" id="{B5BF2899-B197-8E8A-908A-7C8D7C9EE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6" y="2398"/>
              <a:ext cx="256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Line 5119">
              <a:extLst>
                <a:ext uri="{FF2B5EF4-FFF2-40B4-BE49-F238E27FC236}">
                  <a16:creationId xmlns:a16="http://schemas.microsoft.com/office/drawing/2014/main" id="{22256E0C-8E97-4E10-8C54-94A25A5DF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1847"/>
              <a:ext cx="1" cy="48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Freeform 5120">
              <a:extLst>
                <a:ext uri="{FF2B5EF4-FFF2-40B4-BE49-F238E27FC236}">
                  <a16:creationId xmlns:a16="http://schemas.microsoft.com/office/drawing/2014/main" id="{EF127ED4-E980-EC2F-73D7-E636DBB45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Freeform 5121">
              <a:extLst>
                <a:ext uri="{FF2B5EF4-FFF2-40B4-BE49-F238E27FC236}">
                  <a16:creationId xmlns:a16="http://schemas.microsoft.com/office/drawing/2014/main" id="{3331569C-BA33-1A4F-3E10-0A87C803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69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Freeform 5122">
              <a:extLst>
                <a:ext uri="{FF2B5EF4-FFF2-40B4-BE49-F238E27FC236}">
                  <a16:creationId xmlns:a16="http://schemas.microsoft.com/office/drawing/2014/main" id="{783FD2BD-2534-291F-B6A4-B2086F4E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328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69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Freeform 5123">
              <a:extLst>
                <a:ext uri="{FF2B5EF4-FFF2-40B4-BE49-F238E27FC236}">
                  <a16:creationId xmlns:a16="http://schemas.microsoft.com/office/drawing/2014/main" id="{9FF00963-8017-5F33-0BD5-581E1AFBC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2328"/>
              <a:ext cx="23" cy="70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0"/>
                  </a:moveTo>
                  <a:lnTo>
                    <a:pt x="139" y="0"/>
                  </a:lnTo>
                  <a:lnTo>
                    <a:pt x="69" y="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Freeform 5124">
              <a:extLst>
                <a:ext uri="{FF2B5EF4-FFF2-40B4-BE49-F238E27FC236}">
                  <a16:creationId xmlns:a16="http://schemas.microsoft.com/office/drawing/2014/main" id="{8651275C-AF87-24CD-693B-363E31E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086"/>
              <a:ext cx="65" cy="18"/>
            </a:xfrm>
            <a:custGeom>
              <a:avLst/>
              <a:gdLst>
                <a:gd name="T0" fmla="*/ 0 w 390"/>
                <a:gd name="T1" fmla="*/ 0 h 109"/>
                <a:gd name="T2" fmla="*/ 0 w 390"/>
                <a:gd name="T3" fmla="*/ 0 h 109"/>
                <a:gd name="T4" fmla="*/ 0 w 390"/>
                <a:gd name="T5" fmla="*/ 0 h 109"/>
                <a:gd name="T6" fmla="*/ 0 60000 65536"/>
                <a:gd name="T7" fmla="*/ 0 60000 65536"/>
                <a:gd name="T8" fmla="*/ 0 60000 65536"/>
                <a:gd name="T9" fmla="*/ 0 w 390"/>
                <a:gd name="T10" fmla="*/ 0 h 109"/>
                <a:gd name="T11" fmla="*/ 390 w 390"/>
                <a:gd name="T12" fmla="*/ 109 h 1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0" h="109">
                  <a:moveTo>
                    <a:pt x="390" y="109"/>
                  </a:moveTo>
                  <a:lnTo>
                    <a:pt x="0" y="0"/>
                  </a:lnTo>
                  <a:lnTo>
                    <a:pt x="86" y="10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Freeform 5125">
              <a:extLst>
                <a:ext uri="{FF2B5EF4-FFF2-40B4-BE49-F238E27FC236}">
                  <a16:creationId xmlns:a16="http://schemas.microsoft.com/office/drawing/2014/main" id="{A2693EA9-6C57-EFBD-85AD-F6FCD72BD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041"/>
              <a:ext cx="65" cy="40"/>
            </a:xfrm>
            <a:custGeom>
              <a:avLst/>
              <a:gdLst>
                <a:gd name="T0" fmla="*/ 0 w 390"/>
                <a:gd name="T1" fmla="*/ 0 h 238"/>
                <a:gd name="T2" fmla="*/ 0 w 390"/>
                <a:gd name="T3" fmla="*/ 0 h 238"/>
                <a:gd name="T4" fmla="*/ 0 w 390"/>
                <a:gd name="T5" fmla="*/ 0 h 238"/>
                <a:gd name="T6" fmla="*/ 0 w 390"/>
                <a:gd name="T7" fmla="*/ 0 h 238"/>
                <a:gd name="T8" fmla="*/ 0 w 390"/>
                <a:gd name="T9" fmla="*/ 0 h 238"/>
                <a:gd name="T10" fmla="*/ 0 w 390"/>
                <a:gd name="T11" fmla="*/ 0 h 238"/>
                <a:gd name="T12" fmla="*/ 0 w 390"/>
                <a:gd name="T13" fmla="*/ 0 h 238"/>
                <a:gd name="T14" fmla="*/ 0 w 390"/>
                <a:gd name="T15" fmla="*/ 0 h 238"/>
                <a:gd name="T16" fmla="*/ 0 w 390"/>
                <a:gd name="T17" fmla="*/ 0 h 238"/>
                <a:gd name="T18" fmla="*/ 0 w 390"/>
                <a:gd name="T19" fmla="*/ 0 h 238"/>
                <a:gd name="T20" fmla="*/ 0 w 390"/>
                <a:gd name="T21" fmla="*/ 0 h 238"/>
                <a:gd name="T22" fmla="*/ 0 w 390"/>
                <a:gd name="T23" fmla="*/ 0 h 238"/>
                <a:gd name="T24" fmla="*/ 0 w 390"/>
                <a:gd name="T25" fmla="*/ 0 h 238"/>
                <a:gd name="T26" fmla="*/ 0 w 390"/>
                <a:gd name="T27" fmla="*/ 0 h 238"/>
                <a:gd name="T28" fmla="*/ 0 w 390"/>
                <a:gd name="T29" fmla="*/ 0 h 238"/>
                <a:gd name="T30" fmla="*/ 0 w 390"/>
                <a:gd name="T31" fmla="*/ 0 h 238"/>
                <a:gd name="T32" fmla="*/ 0 w 390"/>
                <a:gd name="T33" fmla="*/ 0 h 238"/>
                <a:gd name="T34" fmla="*/ 0 w 390"/>
                <a:gd name="T35" fmla="*/ 0 h 238"/>
                <a:gd name="T36" fmla="*/ 0 w 390"/>
                <a:gd name="T37" fmla="*/ 0 h 238"/>
                <a:gd name="T38" fmla="*/ 0 w 390"/>
                <a:gd name="T39" fmla="*/ 0 h 238"/>
                <a:gd name="T40" fmla="*/ 0 w 390"/>
                <a:gd name="T41" fmla="*/ 0 h 238"/>
                <a:gd name="T42" fmla="*/ 0 w 390"/>
                <a:gd name="T43" fmla="*/ 0 h 238"/>
                <a:gd name="T44" fmla="*/ 0 w 390"/>
                <a:gd name="T45" fmla="*/ 0 h 238"/>
                <a:gd name="T46" fmla="*/ 0 w 390"/>
                <a:gd name="T47" fmla="*/ 0 h 238"/>
                <a:gd name="T48" fmla="*/ 0 w 390"/>
                <a:gd name="T49" fmla="*/ 0 h 238"/>
                <a:gd name="T50" fmla="*/ 0 w 390"/>
                <a:gd name="T51" fmla="*/ 0 h 238"/>
                <a:gd name="T52" fmla="*/ 0 w 390"/>
                <a:gd name="T53" fmla="*/ 0 h 238"/>
                <a:gd name="T54" fmla="*/ 0 w 390"/>
                <a:gd name="T55" fmla="*/ 0 h 238"/>
                <a:gd name="T56" fmla="*/ 0 w 390"/>
                <a:gd name="T57" fmla="*/ 0 h 238"/>
                <a:gd name="T58" fmla="*/ 0 w 390"/>
                <a:gd name="T59" fmla="*/ 0 h 238"/>
                <a:gd name="T60" fmla="*/ 0 w 390"/>
                <a:gd name="T61" fmla="*/ 0 h 238"/>
                <a:gd name="T62" fmla="*/ 0 w 390"/>
                <a:gd name="T63" fmla="*/ 0 h 238"/>
                <a:gd name="T64" fmla="*/ 0 w 390"/>
                <a:gd name="T65" fmla="*/ 0 h 2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90"/>
                <a:gd name="T100" fmla="*/ 0 h 238"/>
                <a:gd name="T101" fmla="*/ 390 w 390"/>
                <a:gd name="T102" fmla="*/ 238 h 2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90" h="238">
                  <a:moveTo>
                    <a:pt x="86" y="0"/>
                  </a:moveTo>
                  <a:lnTo>
                    <a:pt x="119" y="10"/>
                  </a:lnTo>
                  <a:lnTo>
                    <a:pt x="152" y="43"/>
                  </a:lnTo>
                  <a:lnTo>
                    <a:pt x="173" y="86"/>
                  </a:lnTo>
                  <a:lnTo>
                    <a:pt x="173" y="108"/>
                  </a:lnTo>
                  <a:lnTo>
                    <a:pt x="184" y="151"/>
                  </a:lnTo>
                  <a:lnTo>
                    <a:pt x="206" y="184"/>
                  </a:lnTo>
                  <a:lnTo>
                    <a:pt x="228" y="206"/>
                  </a:lnTo>
                  <a:lnTo>
                    <a:pt x="292" y="227"/>
                  </a:lnTo>
                  <a:lnTo>
                    <a:pt x="325" y="238"/>
                  </a:lnTo>
                  <a:lnTo>
                    <a:pt x="346" y="238"/>
                  </a:lnTo>
                  <a:lnTo>
                    <a:pt x="369" y="227"/>
                  </a:lnTo>
                  <a:lnTo>
                    <a:pt x="390" y="206"/>
                  </a:lnTo>
                  <a:lnTo>
                    <a:pt x="390" y="173"/>
                  </a:lnTo>
                  <a:lnTo>
                    <a:pt x="379" y="119"/>
                  </a:lnTo>
                  <a:lnTo>
                    <a:pt x="358" y="86"/>
                  </a:lnTo>
                  <a:lnTo>
                    <a:pt x="325" y="64"/>
                  </a:lnTo>
                  <a:lnTo>
                    <a:pt x="260" y="43"/>
                  </a:lnTo>
                  <a:lnTo>
                    <a:pt x="228" y="43"/>
                  </a:lnTo>
                  <a:lnTo>
                    <a:pt x="195" y="54"/>
                  </a:lnTo>
                  <a:lnTo>
                    <a:pt x="184" y="76"/>
                  </a:lnTo>
                  <a:lnTo>
                    <a:pt x="173" y="119"/>
                  </a:lnTo>
                  <a:lnTo>
                    <a:pt x="162" y="151"/>
                  </a:lnTo>
                  <a:lnTo>
                    <a:pt x="129" y="173"/>
                  </a:lnTo>
                  <a:lnTo>
                    <a:pt x="98" y="173"/>
                  </a:lnTo>
                  <a:lnTo>
                    <a:pt x="54" y="163"/>
                  </a:lnTo>
                  <a:lnTo>
                    <a:pt x="21" y="130"/>
                  </a:lnTo>
                  <a:lnTo>
                    <a:pt x="0" y="97"/>
                  </a:lnTo>
                  <a:lnTo>
                    <a:pt x="0" y="64"/>
                  </a:lnTo>
                  <a:lnTo>
                    <a:pt x="11" y="21"/>
                  </a:lnTo>
                  <a:lnTo>
                    <a:pt x="32" y="0"/>
                  </a:lnTo>
                  <a:lnTo>
                    <a:pt x="54" y="0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" name="Line 5127">
              <a:extLst>
                <a:ext uri="{FF2B5EF4-FFF2-40B4-BE49-F238E27FC236}">
                  <a16:creationId xmlns:a16="http://schemas.microsoft.com/office/drawing/2014/main" id="{42F5BEB9-7684-FC7D-3FE2-3597981C4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2044"/>
              <a:ext cx="117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" name="Line 5128">
              <a:extLst>
                <a:ext uri="{FF2B5EF4-FFF2-40B4-BE49-F238E27FC236}">
                  <a16:creationId xmlns:a16="http://schemas.microsoft.com/office/drawing/2014/main" id="{8221C9CE-DF92-8657-40F8-D9436ECAD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1847"/>
              <a:ext cx="1" cy="127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" name="Freeform 5129">
              <a:extLst>
                <a:ext uri="{FF2B5EF4-FFF2-40B4-BE49-F238E27FC236}">
                  <a16:creationId xmlns:a16="http://schemas.microsoft.com/office/drawing/2014/main" id="{F3099D87-8947-DC93-1B82-9FBC5C92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" name="Freeform 5130">
              <a:extLst>
                <a:ext uri="{FF2B5EF4-FFF2-40B4-BE49-F238E27FC236}">
                  <a16:creationId xmlns:a16="http://schemas.microsoft.com/office/drawing/2014/main" id="{75123659-30D7-01A3-8091-FF599CD51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778"/>
              <a:ext cx="23" cy="69"/>
            </a:xfrm>
            <a:custGeom>
              <a:avLst/>
              <a:gdLst>
                <a:gd name="T0" fmla="*/ 0 w 139"/>
                <a:gd name="T1" fmla="*/ 0 h 417"/>
                <a:gd name="T2" fmla="*/ 0 w 139"/>
                <a:gd name="T3" fmla="*/ 0 h 417"/>
                <a:gd name="T4" fmla="*/ 0 w 139"/>
                <a:gd name="T5" fmla="*/ 0 h 417"/>
                <a:gd name="T6" fmla="*/ 0 w 139"/>
                <a:gd name="T7" fmla="*/ 0 h 4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7"/>
                <a:gd name="T14" fmla="*/ 139 w 139"/>
                <a:gd name="T15" fmla="*/ 417 h 4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7">
                  <a:moveTo>
                    <a:pt x="0" y="417"/>
                  </a:moveTo>
                  <a:lnTo>
                    <a:pt x="139" y="417"/>
                  </a:lnTo>
                  <a:lnTo>
                    <a:pt x="70" y="0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Freeform 5131">
              <a:extLst>
                <a:ext uri="{FF2B5EF4-FFF2-40B4-BE49-F238E27FC236}">
                  <a16:creationId xmlns:a16="http://schemas.microsoft.com/office/drawing/2014/main" id="{4FD5AC11-5A0D-3B70-A5E1-E3DA6B48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974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Freeform 5132">
              <a:extLst>
                <a:ext uri="{FF2B5EF4-FFF2-40B4-BE49-F238E27FC236}">
                  <a16:creationId xmlns:a16="http://schemas.microsoft.com/office/drawing/2014/main" id="{CC30A64A-16CF-F12D-8CCC-3B01E10E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974"/>
              <a:ext cx="23" cy="70"/>
            </a:xfrm>
            <a:custGeom>
              <a:avLst/>
              <a:gdLst>
                <a:gd name="T0" fmla="*/ 0 w 139"/>
                <a:gd name="T1" fmla="*/ 0 h 418"/>
                <a:gd name="T2" fmla="*/ 0 w 139"/>
                <a:gd name="T3" fmla="*/ 0 h 418"/>
                <a:gd name="T4" fmla="*/ 0 w 139"/>
                <a:gd name="T5" fmla="*/ 0 h 418"/>
                <a:gd name="T6" fmla="*/ 0 w 139"/>
                <a:gd name="T7" fmla="*/ 0 h 4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418"/>
                <a:gd name="T14" fmla="*/ 139 w 139"/>
                <a:gd name="T15" fmla="*/ 418 h 4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418">
                  <a:moveTo>
                    <a:pt x="0" y="0"/>
                  </a:moveTo>
                  <a:lnTo>
                    <a:pt x="139" y="0"/>
                  </a:lnTo>
                  <a:lnTo>
                    <a:pt x="70" y="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" name="Freeform 5133">
              <a:extLst>
                <a:ext uri="{FF2B5EF4-FFF2-40B4-BE49-F238E27FC236}">
                  <a16:creationId xmlns:a16="http://schemas.microsoft.com/office/drawing/2014/main" id="{C24BCAF0-5CD4-0B52-BB94-E95F26DCF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1897"/>
              <a:ext cx="65" cy="39"/>
            </a:xfrm>
            <a:custGeom>
              <a:avLst/>
              <a:gdLst>
                <a:gd name="T0" fmla="*/ 0 w 390"/>
                <a:gd name="T1" fmla="*/ 0 h 238"/>
                <a:gd name="T2" fmla="*/ 0 w 390"/>
                <a:gd name="T3" fmla="*/ 0 h 238"/>
                <a:gd name="T4" fmla="*/ 0 w 390"/>
                <a:gd name="T5" fmla="*/ 0 h 238"/>
                <a:gd name="T6" fmla="*/ 0 w 390"/>
                <a:gd name="T7" fmla="*/ 0 h 238"/>
                <a:gd name="T8" fmla="*/ 0 w 390"/>
                <a:gd name="T9" fmla="*/ 0 h 238"/>
                <a:gd name="T10" fmla="*/ 0 w 390"/>
                <a:gd name="T11" fmla="*/ 0 h 238"/>
                <a:gd name="T12" fmla="*/ 0 w 390"/>
                <a:gd name="T13" fmla="*/ 0 h 238"/>
                <a:gd name="T14" fmla="*/ 0 w 390"/>
                <a:gd name="T15" fmla="*/ 0 h 238"/>
                <a:gd name="T16" fmla="*/ 0 w 390"/>
                <a:gd name="T17" fmla="*/ 0 h 238"/>
                <a:gd name="T18" fmla="*/ 0 w 390"/>
                <a:gd name="T19" fmla="*/ 0 h 238"/>
                <a:gd name="T20" fmla="*/ 0 w 390"/>
                <a:gd name="T21" fmla="*/ 0 h 238"/>
                <a:gd name="T22" fmla="*/ 0 w 390"/>
                <a:gd name="T23" fmla="*/ 0 h 238"/>
                <a:gd name="T24" fmla="*/ 0 w 390"/>
                <a:gd name="T25" fmla="*/ 0 h 238"/>
                <a:gd name="T26" fmla="*/ 0 w 390"/>
                <a:gd name="T27" fmla="*/ 0 h 238"/>
                <a:gd name="T28" fmla="*/ 0 w 390"/>
                <a:gd name="T29" fmla="*/ 0 h 238"/>
                <a:gd name="T30" fmla="*/ 0 w 390"/>
                <a:gd name="T31" fmla="*/ 0 h 238"/>
                <a:gd name="T32" fmla="*/ 0 w 390"/>
                <a:gd name="T33" fmla="*/ 0 h 238"/>
                <a:gd name="T34" fmla="*/ 0 w 390"/>
                <a:gd name="T35" fmla="*/ 0 h 238"/>
                <a:gd name="T36" fmla="*/ 0 w 390"/>
                <a:gd name="T37" fmla="*/ 0 h 238"/>
                <a:gd name="T38" fmla="*/ 0 w 390"/>
                <a:gd name="T39" fmla="*/ 0 h 238"/>
                <a:gd name="T40" fmla="*/ 0 w 390"/>
                <a:gd name="T41" fmla="*/ 0 h 238"/>
                <a:gd name="T42" fmla="*/ 0 w 390"/>
                <a:gd name="T43" fmla="*/ 0 h 238"/>
                <a:gd name="T44" fmla="*/ 0 w 390"/>
                <a:gd name="T45" fmla="*/ 0 h 238"/>
                <a:gd name="T46" fmla="*/ 0 w 390"/>
                <a:gd name="T47" fmla="*/ 0 h 238"/>
                <a:gd name="T48" fmla="*/ 0 w 390"/>
                <a:gd name="T49" fmla="*/ 0 h 238"/>
                <a:gd name="T50" fmla="*/ 0 w 390"/>
                <a:gd name="T51" fmla="*/ 0 h 238"/>
                <a:gd name="T52" fmla="*/ 0 w 390"/>
                <a:gd name="T53" fmla="*/ 0 h 238"/>
                <a:gd name="T54" fmla="*/ 0 w 390"/>
                <a:gd name="T55" fmla="*/ 0 h 238"/>
                <a:gd name="T56" fmla="*/ 0 w 390"/>
                <a:gd name="T57" fmla="*/ 0 h 238"/>
                <a:gd name="T58" fmla="*/ 0 w 390"/>
                <a:gd name="T59" fmla="*/ 0 h 238"/>
                <a:gd name="T60" fmla="*/ 0 w 390"/>
                <a:gd name="T61" fmla="*/ 0 h 238"/>
                <a:gd name="T62" fmla="*/ 0 w 390"/>
                <a:gd name="T63" fmla="*/ 0 h 238"/>
                <a:gd name="T64" fmla="*/ 0 w 390"/>
                <a:gd name="T65" fmla="*/ 0 h 23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90"/>
                <a:gd name="T100" fmla="*/ 0 h 238"/>
                <a:gd name="T101" fmla="*/ 390 w 390"/>
                <a:gd name="T102" fmla="*/ 238 h 23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90" h="238">
                  <a:moveTo>
                    <a:pt x="87" y="0"/>
                  </a:moveTo>
                  <a:lnTo>
                    <a:pt x="119" y="10"/>
                  </a:lnTo>
                  <a:lnTo>
                    <a:pt x="151" y="43"/>
                  </a:lnTo>
                  <a:lnTo>
                    <a:pt x="173" y="86"/>
                  </a:lnTo>
                  <a:lnTo>
                    <a:pt x="173" y="108"/>
                  </a:lnTo>
                  <a:lnTo>
                    <a:pt x="184" y="151"/>
                  </a:lnTo>
                  <a:lnTo>
                    <a:pt x="206" y="184"/>
                  </a:lnTo>
                  <a:lnTo>
                    <a:pt x="227" y="206"/>
                  </a:lnTo>
                  <a:lnTo>
                    <a:pt x="293" y="227"/>
                  </a:lnTo>
                  <a:lnTo>
                    <a:pt x="325" y="238"/>
                  </a:lnTo>
                  <a:lnTo>
                    <a:pt x="347" y="238"/>
                  </a:lnTo>
                  <a:lnTo>
                    <a:pt x="368" y="227"/>
                  </a:lnTo>
                  <a:lnTo>
                    <a:pt x="390" y="206"/>
                  </a:lnTo>
                  <a:lnTo>
                    <a:pt x="390" y="173"/>
                  </a:lnTo>
                  <a:lnTo>
                    <a:pt x="380" y="119"/>
                  </a:lnTo>
                  <a:lnTo>
                    <a:pt x="358" y="86"/>
                  </a:lnTo>
                  <a:lnTo>
                    <a:pt x="325" y="64"/>
                  </a:lnTo>
                  <a:lnTo>
                    <a:pt x="260" y="43"/>
                  </a:lnTo>
                  <a:lnTo>
                    <a:pt x="227" y="43"/>
                  </a:lnTo>
                  <a:lnTo>
                    <a:pt x="195" y="54"/>
                  </a:lnTo>
                  <a:lnTo>
                    <a:pt x="184" y="76"/>
                  </a:lnTo>
                  <a:lnTo>
                    <a:pt x="173" y="119"/>
                  </a:lnTo>
                  <a:lnTo>
                    <a:pt x="163" y="151"/>
                  </a:lnTo>
                  <a:lnTo>
                    <a:pt x="130" y="173"/>
                  </a:lnTo>
                  <a:lnTo>
                    <a:pt x="97" y="173"/>
                  </a:lnTo>
                  <a:lnTo>
                    <a:pt x="54" y="163"/>
                  </a:lnTo>
                  <a:lnTo>
                    <a:pt x="22" y="130"/>
                  </a:lnTo>
                  <a:lnTo>
                    <a:pt x="0" y="97"/>
                  </a:lnTo>
                  <a:lnTo>
                    <a:pt x="0" y="64"/>
                  </a:lnTo>
                  <a:lnTo>
                    <a:pt x="10" y="21"/>
                  </a:lnTo>
                  <a:lnTo>
                    <a:pt x="33" y="0"/>
                  </a:lnTo>
                  <a:lnTo>
                    <a:pt x="54" y="0"/>
                  </a:lnTo>
                  <a:lnTo>
                    <a:pt x="87" y="0"/>
                  </a:lnTo>
                  <a:close/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" name="Freeform 5134">
              <a:extLst>
                <a:ext uri="{FF2B5EF4-FFF2-40B4-BE49-F238E27FC236}">
                  <a16:creationId xmlns:a16="http://schemas.microsoft.com/office/drawing/2014/main" id="{B6F06350-B60B-18E2-D2B0-345B36D88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870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36" y="40"/>
                  </a:moveTo>
                  <a:lnTo>
                    <a:pt x="72" y="0"/>
                  </a:lnTo>
                  <a:lnTo>
                    <a:pt x="79" y="9"/>
                  </a:lnTo>
                  <a:lnTo>
                    <a:pt x="86" y="20"/>
                  </a:lnTo>
                  <a:lnTo>
                    <a:pt x="89" y="31"/>
                  </a:lnTo>
                  <a:lnTo>
                    <a:pt x="89" y="43"/>
                  </a:lnTo>
                  <a:lnTo>
                    <a:pt x="87" y="55"/>
                  </a:lnTo>
                  <a:lnTo>
                    <a:pt x="82" y="66"/>
                  </a:lnTo>
                  <a:lnTo>
                    <a:pt x="76" y="76"/>
                  </a:lnTo>
                  <a:lnTo>
                    <a:pt x="67" y="83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3" y="93"/>
                  </a:lnTo>
                  <a:lnTo>
                    <a:pt x="21" y="91"/>
                  </a:lnTo>
                  <a:lnTo>
                    <a:pt x="9" y="86"/>
                  </a:lnTo>
                  <a:lnTo>
                    <a:pt x="0" y="80"/>
                  </a:lnTo>
                  <a:lnTo>
                    <a:pt x="36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" name="Freeform 5135">
              <a:extLst>
                <a:ext uri="{FF2B5EF4-FFF2-40B4-BE49-F238E27FC236}">
                  <a16:creationId xmlns:a16="http://schemas.microsoft.com/office/drawing/2014/main" id="{C8D3FB80-209B-9C93-CF87-3670A0EC0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870"/>
              <a:ext cx="15" cy="15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72" y="0"/>
                  </a:moveTo>
                  <a:lnTo>
                    <a:pt x="79" y="9"/>
                  </a:lnTo>
                  <a:lnTo>
                    <a:pt x="86" y="20"/>
                  </a:lnTo>
                  <a:lnTo>
                    <a:pt x="89" y="31"/>
                  </a:lnTo>
                  <a:lnTo>
                    <a:pt x="89" y="43"/>
                  </a:lnTo>
                  <a:lnTo>
                    <a:pt x="87" y="55"/>
                  </a:lnTo>
                  <a:lnTo>
                    <a:pt x="82" y="66"/>
                  </a:lnTo>
                  <a:lnTo>
                    <a:pt x="76" y="76"/>
                  </a:lnTo>
                  <a:lnTo>
                    <a:pt x="67" y="83"/>
                  </a:lnTo>
                  <a:lnTo>
                    <a:pt x="56" y="90"/>
                  </a:lnTo>
                  <a:lnTo>
                    <a:pt x="44" y="93"/>
                  </a:lnTo>
                  <a:lnTo>
                    <a:pt x="33" y="93"/>
                  </a:lnTo>
                  <a:lnTo>
                    <a:pt x="21" y="91"/>
                  </a:lnTo>
                  <a:lnTo>
                    <a:pt x="9" y="86"/>
                  </a:lnTo>
                  <a:lnTo>
                    <a:pt x="0" y="8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9" name="Freeform 5136">
              <a:extLst>
                <a:ext uri="{FF2B5EF4-FFF2-40B4-BE49-F238E27FC236}">
                  <a16:creationId xmlns:a16="http://schemas.microsoft.com/office/drawing/2014/main" id="{83F57452-7F50-9306-F2D7-694F21832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1771"/>
              <a:ext cx="121" cy="112"/>
            </a:xfrm>
            <a:custGeom>
              <a:avLst/>
              <a:gdLst>
                <a:gd name="T0" fmla="*/ 0 w 730"/>
                <a:gd name="T1" fmla="*/ 0 h 673"/>
                <a:gd name="T2" fmla="*/ 0 w 730"/>
                <a:gd name="T3" fmla="*/ 0 h 673"/>
                <a:gd name="T4" fmla="*/ 0 w 730"/>
                <a:gd name="T5" fmla="*/ 0 h 673"/>
                <a:gd name="T6" fmla="*/ 0 w 730"/>
                <a:gd name="T7" fmla="*/ 0 h 673"/>
                <a:gd name="T8" fmla="*/ 0 w 730"/>
                <a:gd name="T9" fmla="*/ 0 h 673"/>
                <a:gd name="T10" fmla="*/ 0 w 730"/>
                <a:gd name="T11" fmla="*/ 0 h 673"/>
                <a:gd name="T12" fmla="*/ 0 w 730"/>
                <a:gd name="T13" fmla="*/ 0 h 6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0"/>
                <a:gd name="T22" fmla="*/ 0 h 673"/>
                <a:gd name="T23" fmla="*/ 730 w 730"/>
                <a:gd name="T24" fmla="*/ 673 h 6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0" h="673">
                  <a:moveTo>
                    <a:pt x="658" y="673"/>
                  </a:moveTo>
                  <a:lnTo>
                    <a:pt x="694" y="633"/>
                  </a:lnTo>
                  <a:lnTo>
                    <a:pt x="730" y="593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0"/>
                  </a:lnTo>
                  <a:lnTo>
                    <a:pt x="658" y="6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" name="Freeform 5137">
              <a:extLst>
                <a:ext uri="{FF2B5EF4-FFF2-40B4-BE49-F238E27FC236}">
                  <a16:creationId xmlns:a16="http://schemas.microsoft.com/office/drawing/2014/main" id="{899A9146-7788-1F7A-F845-3E43DC75F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1771"/>
              <a:ext cx="121" cy="112"/>
            </a:xfrm>
            <a:custGeom>
              <a:avLst/>
              <a:gdLst>
                <a:gd name="T0" fmla="*/ 0 w 730"/>
                <a:gd name="T1" fmla="*/ 0 h 673"/>
                <a:gd name="T2" fmla="*/ 0 w 730"/>
                <a:gd name="T3" fmla="*/ 0 h 673"/>
                <a:gd name="T4" fmla="*/ 0 w 730"/>
                <a:gd name="T5" fmla="*/ 0 h 673"/>
                <a:gd name="T6" fmla="*/ 0 w 730"/>
                <a:gd name="T7" fmla="*/ 0 h 673"/>
                <a:gd name="T8" fmla="*/ 0 w 730"/>
                <a:gd name="T9" fmla="*/ 0 h 673"/>
                <a:gd name="T10" fmla="*/ 0 w 730"/>
                <a:gd name="T11" fmla="*/ 0 h 673"/>
                <a:gd name="T12" fmla="*/ 0 w 730"/>
                <a:gd name="T13" fmla="*/ 0 h 6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30"/>
                <a:gd name="T22" fmla="*/ 0 h 673"/>
                <a:gd name="T23" fmla="*/ 730 w 730"/>
                <a:gd name="T24" fmla="*/ 673 h 6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30" h="673">
                  <a:moveTo>
                    <a:pt x="658" y="673"/>
                  </a:moveTo>
                  <a:lnTo>
                    <a:pt x="694" y="633"/>
                  </a:lnTo>
                  <a:lnTo>
                    <a:pt x="730" y="593"/>
                  </a:lnTo>
                  <a:lnTo>
                    <a:pt x="72" y="0"/>
                  </a:lnTo>
                  <a:lnTo>
                    <a:pt x="36" y="40"/>
                  </a:lnTo>
                  <a:lnTo>
                    <a:pt x="0" y="80"/>
                  </a:lnTo>
                  <a:lnTo>
                    <a:pt x="658" y="673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Freeform 5138">
              <a:extLst>
                <a:ext uri="{FF2B5EF4-FFF2-40B4-BE49-F238E27FC236}">
                  <a16:creationId xmlns:a16="http://schemas.microsoft.com/office/drawing/2014/main" id="{3D9E6FE0-405F-8F33-DF19-E6E517A90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769"/>
              <a:ext cx="15" cy="16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w 89"/>
                <a:gd name="T31" fmla="*/ 0 h 93"/>
                <a:gd name="T32" fmla="*/ 0 w 89"/>
                <a:gd name="T33" fmla="*/ 0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93"/>
                <a:gd name="T53" fmla="*/ 89 w 89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93">
                  <a:moveTo>
                    <a:pt x="53" y="53"/>
                  </a:moveTo>
                  <a:lnTo>
                    <a:pt x="17" y="93"/>
                  </a:lnTo>
                  <a:lnTo>
                    <a:pt x="10" y="84"/>
                  </a:lnTo>
                  <a:lnTo>
                    <a:pt x="4" y="73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7" y="26"/>
                  </a:lnTo>
                  <a:lnTo>
                    <a:pt x="13" y="17"/>
                  </a:lnTo>
                  <a:lnTo>
                    <a:pt x="23" y="10"/>
                  </a:lnTo>
                  <a:lnTo>
                    <a:pt x="33" y="3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80" y="6"/>
                  </a:lnTo>
                  <a:lnTo>
                    <a:pt x="89" y="13"/>
                  </a:lnTo>
                  <a:lnTo>
                    <a:pt x="5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" name="Freeform 5139">
              <a:extLst>
                <a:ext uri="{FF2B5EF4-FFF2-40B4-BE49-F238E27FC236}">
                  <a16:creationId xmlns:a16="http://schemas.microsoft.com/office/drawing/2014/main" id="{6E5F4434-4D5D-729E-57E1-50E9CC88A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1769"/>
              <a:ext cx="15" cy="16"/>
            </a:xfrm>
            <a:custGeom>
              <a:avLst/>
              <a:gdLst>
                <a:gd name="T0" fmla="*/ 0 w 89"/>
                <a:gd name="T1" fmla="*/ 0 h 93"/>
                <a:gd name="T2" fmla="*/ 0 w 89"/>
                <a:gd name="T3" fmla="*/ 0 h 93"/>
                <a:gd name="T4" fmla="*/ 0 w 89"/>
                <a:gd name="T5" fmla="*/ 0 h 93"/>
                <a:gd name="T6" fmla="*/ 0 w 89"/>
                <a:gd name="T7" fmla="*/ 0 h 93"/>
                <a:gd name="T8" fmla="*/ 0 w 89"/>
                <a:gd name="T9" fmla="*/ 0 h 93"/>
                <a:gd name="T10" fmla="*/ 0 w 89"/>
                <a:gd name="T11" fmla="*/ 0 h 93"/>
                <a:gd name="T12" fmla="*/ 0 w 89"/>
                <a:gd name="T13" fmla="*/ 0 h 93"/>
                <a:gd name="T14" fmla="*/ 0 w 89"/>
                <a:gd name="T15" fmla="*/ 0 h 93"/>
                <a:gd name="T16" fmla="*/ 0 w 89"/>
                <a:gd name="T17" fmla="*/ 0 h 93"/>
                <a:gd name="T18" fmla="*/ 0 w 89"/>
                <a:gd name="T19" fmla="*/ 0 h 93"/>
                <a:gd name="T20" fmla="*/ 0 w 89"/>
                <a:gd name="T21" fmla="*/ 0 h 93"/>
                <a:gd name="T22" fmla="*/ 0 w 89"/>
                <a:gd name="T23" fmla="*/ 0 h 93"/>
                <a:gd name="T24" fmla="*/ 0 w 89"/>
                <a:gd name="T25" fmla="*/ 0 h 93"/>
                <a:gd name="T26" fmla="*/ 0 w 89"/>
                <a:gd name="T27" fmla="*/ 0 h 93"/>
                <a:gd name="T28" fmla="*/ 0 w 89"/>
                <a:gd name="T29" fmla="*/ 0 h 9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9"/>
                <a:gd name="T46" fmla="*/ 0 h 93"/>
                <a:gd name="T47" fmla="*/ 89 w 89"/>
                <a:gd name="T48" fmla="*/ 93 h 9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9" h="93">
                  <a:moveTo>
                    <a:pt x="17" y="93"/>
                  </a:moveTo>
                  <a:lnTo>
                    <a:pt x="10" y="84"/>
                  </a:lnTo>
                  <a:lnTo>
                    <a:pt x="4" y="73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2" y="38"/>
                  </a:lnTo>
                  <a:lnTo>
                    <a:pt x="7" y="26"/>
                  </a:lnTo>
                  <a:lnTo>
                    <a:pt x="13" y="17"/>
                  </a:lnTo>
                  <a:lnTo>
                    <a:pt x="23" y="10"/>
                  </a:lnTo>
                  <a:lnTo>
                    <a:pt x="33" y="3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80" y="6"/>
                  </a:lnTo>
                  <a:lnTo>
                    <a:pt x="89" y="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65" name="墨迹 664">
                <a:extLst>
                  <a:ext uri="{FF2B5EF4-FFF2-40B4-BE49-F238E27FC236}">
                    <a16:creationId xmlns:a16="http://schemas.microsoft.com/office/drawing/2014/main" id="{B588242A-D2D8-812E-7039-3F23630478CD}"/>
                  </a:ext>
                </a:extLst>
              </p14:cNvPr>
              <p14:cNvContentPartPr/>
              <p14:nvPr/>
            </p14:nvContentPartPr>
            <p14:xfrm>
              <a:off x="975889" y="2954513"/>
              <a:ext cx="46080" cy="1299600"/>
            </p14:xfrm>
          </p:contentPart>
        </mc:Choice>
        <mc:Fallback xmlns="">
          <p:pic>
            <p:nvPicPr>
              <p:cNvPr id="665" name="墨迹 664">
                <a:extLst>
                  <a:ext uri="{FF2B5EF4-FFF2-40B4-BE49-F238E27FC236}">
                    <a16:creationId xmlns:a16="http://schemas.microsoft.com/office/drawing/2014/main" id="{B588242A-D2D8-812E-7039-3F23630478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7889" y="2936873"/>
                <a:ext cx="81720" cy="13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66" name="墨迹 665">
                <a:extLst>
                  <a:ext uri="{FF2B5EF4-FFF2-40B4-BE49-F238E27FC236}">
                    <a16:creationId xmlns:a16="http://schemas.microsoft.com/office/drawing/2014/main" id="{599084A8-7F1B-38C5-8B22-0802ED6548CE}"/>
                  </a:ext>
                </a:extLst>
              </p14:cNvPr>
              <p14:cNvContentPartPr/>
              <p14:nvPr/>
            </p14:nvContentPartPr>
            <p14:xfrm>
              <a:off x="1467649" y="4583873"/>
              <a:ext cx="2608920" cy="88200"/>
            </p14:xfrm>
          </p:contentPart>
        </mc:Choice>
        <mc:Fallback xmlns="">
          <p:pic>
            <p:nvPicPr>
              <p:cNvPr id="666" name="墨迹 665">
                <a:extLst>
                  <a:ext uri="{FF2B5EF4-FFF2-40B4-BE49-F238E27FC236}">
                    <a16:creationId xmlns:a16="http://schemas.microsoft.com/office/drawing/2014/main" id="{599084A8-7F1B-38C5-8B22-0802ED6548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9649" y="4566233"/>
                <a:ext cx="26445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67" name="墨迹 666">
                <a:extLst>
                  <a:ext uri="{FF2B5EF4-FFF2-40B4-BE49-F238E27FC236}">
                    <a16:creationId xmlns:a16="http://schemas.microsoft.com/office/drawing/2014/main" id="{20057E6A-D59B-58CE-C216-00324AAA7A1C}"/>
                  </a:ext>
                </a:extLst>
              </p14:cNvPr>
              <p14:cNvContentPartPr/>
              <p14:nvPr/>
            </p14:nvContentPartPr>
            <p14:xfrm>
              <a:off x="4397689" y="5150513"/>
              <a:ext cx="32400" cy="1001880"/>
            </p14:xfrm>
          </p:contentPart>
        </mc:Choice>
        <mc:Fallback xmlns="">
          <p:pic>
            <p:nvPicPr>
              <p:cNvPr id="667" name="墨迹 666">
                <a:extLst>
                  <a:ext uri="{FF2B5EF4-FFF2-40B4-BE49-F238E27FC236}">
                    <a16:creationId xmlns:a16="http://schemas.microsoft.com/office/drawing/2014/main" id="{20057E6A-D59B-58CE-C216-00324AAA7A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9689" y="5132873"/>
                <a:ext cx="68040" cy="10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70" name="墨迹 669">
                <a:extLst>
                  <a:ext uri="{FF2B5EF4-FFF2-40B4-BE49-F238E27FC236}">
                    <a16:creationId xmlns:a16="http://schemas.microsoft.com/office/drawing/2014/main" id="{E22B87A9-F13D-C1DC-639F-F616F6D03CAE}"/>
                  </a:ext>
                </a:extLst>
              </p14:cNvPr>
              <p14:cNvContentPartPr/>
              <p14:nvPr/>
            </p14:nvContentPartPr>
            <p14:xfrm>
              <a:off x="1305289" y="2941913"/>
              <a:ext cx="8280" cy="716040"/>
            </p14:xfrm>
          </p:contentPart>
        </mc:Choice>
        <mc:Fallback xmlns="">
          <p:pic>
            <p:nvPicPr>
              <p:cNvPr id="670" name="墨迹 669">
                <a:extLst>
                  <a:ext uri="{FF2B5EF4-FFF2-40B4-BE49-F238E27FC236}">
                    <a16:creationId xmlns:a16="http://schemas.microsoft.com/office/drawing/2014/main" id="{E22B87A9-F13D-C1DC-639F-F616F6D03C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7649" y="2923913"/>
                <a:ext cx="43920" cy="7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1" name="墨迹 670">
                <a:extLst>
                  <a:ext uri="{FF2B5EF4-FFF2-40B4-BE49-F238E27FC236}">
                    <a16:creationId xmlns:a16="http://schemas.microsoft.com/office/drawing/2014/main" id="{FDAE34B9-4822-5F63-C530-074F0300DA21}"/>
                  </a:ext>
                </a:extLst>
              </p14:cNvPr>
              <p14:cNvContentPartPr/>
              <p14:nvPr/>
            </p14:nvContentPartPr>
            <p14:xfrm>
              <a:off x="1498969" y="2755793"/>
              <a:ext cx="1257120" cy="63000"/>
            </p14:xfrm>
          </p:contentPart>
        </mc:Choice>
        <mc:Fallback xmlns="">
          <p:pic>
            <p:nvPicPr>
              <p:cNvPr id="671" name="墨迹 670">
                <a:extLst>
                  <a:ext uri="{FF2B5EF4-FFF2-40B4-BE49-F238E27FC236}">
                    <a16:creationId xmlns:a16="http://schemas.microsoft.com/office/drawing/2014/main" id="{FDAE34B9-4822-5F63-C530-074F0300DA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81329" y="2737793"/>
                <a:ext cx="12927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72" name="墨迹 671">
                <a:extLst>
                  <a:ext uri="{FF2B5EF4-FFF2-40B4-BE49-F238E27FC236}">
                    <a16:creationId xmlns:a16="http://schemas.microsoft.com/office/drawing/2014/main" id="{C8B1F4C3-5954-D0E4-A4D7-6EAB52689A59}"/>
                  </a:ext>
                </a:extLst>
              </p14:cNvPr>
              <p14:cNvContentPartPr/>
              <p14:nvPr/>
            </p14:nvContentPartPr>
            <p14:xfrm>
              <a:off x="1865809" y="4988513"/>
              <a:ext cx="591480" cy="6840"/>
            </p14:xfrm>
          </p:contentPart>
        </mc:Choice>
        <mc:Fallback xmlns="">
          <p:pic>
            <p:nvPicPr>
              <p:cNvPr id="672" name="墨迹 671">
                <a:extLst>
                  <a:ext uri="{FF2B5EF4-FFF2-40B4-BE49-F238E27FC236}">
                    <a16:creationId xmlns:a16="http://schemas.microsoft.com/office/drawing/2014/main" id="{C8B1F4C3-5954-D0E4-A4D7-6EAB52689A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48169" y="4970513"/>
                <a:ext cx="6271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73" name="墨迹 672">
                <a:extLst>
                  <a:ext uri="{FF2B5EF4-FFF2-40B4-BE49-F238E27FC236}">
                    <a16:creationId xmlns:a16="http://schemas.microsoft.com/office/drawing/2014/main" id="{AC42448E-3B4E-17BB-2E1B-188361F85F51}"/>
                  </a:ext>
                </a:extLst>
              </p14:cNvPr>
              <p14:cNvContentPartPr/>
              <p14:nvPr/>
            </p14:nvContentPartPr>
            <p14:xfrm>
              <a:off x="1057249" y="5168873"/>
              <a:ext cx="14040" cy="259560"/>
            </p14:xfrm>
          </p:contentPart>
        </mc:Choice>
        <mc:Fallback xmlns="">
          <p:pic>
            <p:nvPicPr>
              <p:cNvPr id="673" name="墨迹 672">
                <a:extLst>
                  <a:ext uri="{FF2B5EF4-FFF2-40B4-BE49-F238E27FC236}">
                    <a16:creationId xmlns:a16="http://schemas.microsoft.com/office/drawing/2014/main" id="{AC42448E-3B4E-17BB-2E1B-188361F85F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9249" y="5150873"/>
                <a:ext cx="496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74" name="墨迹 673">
                <a:extLst>
                  <a:ext uri="{FF2B5EF4-FFF2-40B4-BE49-F238E27FC236}">
                    <a16:creationId xmlns:a16="http://schemas.microsoft.com/office/drawing/2014/main" id="{230E4AF5-AAA4-4EE3-B1C3-CD1AE9030B23}"/>
                  </a:ext>
                </a:extLst>
              </p14:cNvPr>
              <p14:cNvContentPartPr/>
              <p14:nvPr/>
            </p14:nvContentPartPr>
            <p14:xfrm>
              <a:off x="2133289" y="4166633"/>
              <a:ext cx="1927800" cy="45360"/>
            </p14:xfrm>
          </p:contentPart>
        </mc:Choice>
        <mc:Fallback xmlns="">
          <p:pic>
            <p:nvPicPr>
              <p:cNvPr id="674" name="墨迹 673">
                <a:extLst>
                  <a:ext uri="{FF2B5EF4-FFF2-40B4-BE49-F238E27FC236}">
                    <a16:creationId xmlns:a16="http://schemas.microsoft.com/office/drawing/2014/main" id="{230E4AF5-AAA4-4EE3-B1C3-CD1AE9030B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115649" y="4148633"/>
                <a:ext cx="19634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5" name="墨迹 674">
                <a:extLst>
                  <a:ext uri="{FF2B5EF4-FFF2-40B4-BE49-F238E27FC236}">
                    <a16:creationId xmlns:a16="http://schemas.microsoft.com/office/drawing/2014/main" id="{9C27CC23-0331-536D-ADC0-E9EF451A76F2}"/>
                  </a:ext>
                </a:extLst>
              </p14:cNvPr>
              <p14:cNvContentPartPr/>
              <p14:nvPr/>
            </p14:nvContentPartPr>
            <p14:xfrm>
              <a:off x="5113369" y="4590353"/>
              <a:ext cx="277200" cy="19800"/>
            </p14:xfrm>
          </p:contentPart>
        </mc:Choice>
        <mc:Fallback xmlns="">
          <p:pic>
            <p:nvPicPr>
              <p:cNvPr id="675" name="墨迹 674">
                <a:extLst>
                  <a:ext uri="{FF2B5EF4-FFF2-40B4-BE49-F238E27FC236}">
                    <a16:creationId xmlns:a16="http://schemas.microsoft.com/office/drawing/2014/main" id="{9C27CC23-0331-536D-ADC0-E9EF451A76F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95369" y="4572353"/>
                <a:ext cx="31284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8" name="组合 677">
            <a:extLst>
              <a:ext uri="{FF2B5EF4-FFF2-40B4-BE49-F238E27FC236}">
                <a16:creationId xmlns:a16="http://schemas.microsoft.com/office/drawing/2014/main" id="{2357A4CC-24AC-4630-5FA2-201F1FEC2E34}"/>
              </a:ext>
            </a:extLst>
          </p:cNvPr>
          <p:cNvGrpSpPr/>
          <p:nvPr/>
        </p:nvGrpSpPr>
        <p:grpSpPr>
          <a:xfrm>
            <a:off x="3470689" y="2779553"/>
            <a:ext cx="640080" cy="715680"/>
            <a:chOff x="3470689" y="2779553"/>
            <a:chExt cx="640080" cy="71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76" name="墨迹 675">
                  <a:extLst>
                    <a:ext uri="{FF2B5EF4-FFF2-40B4-BE49-F238E27FC236}">
                      <a16:creationId xmlns:a16="http://schemas.microsoft.com/office/drawing/2014/main" id="{54B421D1-8B4D-3886-5A79-640790DB0B87}"/>
                    </a:ext>
                  </a:extLst>
                </p14:cNvPr>
                <p14:cNvContentPartPr/>
                <p14:nvPr/>
              </p14:nvContentPartPr>
              <p14:xfrm>
                <a:off x="3470689" y="2779553"/>
                <a:ext cx="640080" cy="7560"/>
              </p14:xfrm>
            </p:contentPart>
          </mc:Choice>
          <mc:Fallback xmlns="">
            <p:pic>
              <p:nvPicPr>
                <p:cNvPr id="676" name="墨迹 675">
                  <a:extLst>
                    <a:ext uri="{FF2B5EF4-FFF2-40B4-BE49-F238E27FC236}">
                      <a16:creationId xmlns:a16="http://schemas.microsoft.com/office/drawing/2014/main" id="{54B421D1-8B4D-3886-5A79-640790DB0B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53049" y="2761913"/>
                  <a:ext cx="675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77" name="墨迹 676">
                  <a:extLst>
                    <a:ext uri="{FF2B5EF4-FFF2-40B4-BE49-F238E27FC236}">
                      <a16:creationId xmlns:a16="http://schemas.microsoft.com/office/drawing/2014/main" id="{4296A279-8014-57E4-E408-847166CA228C}"/>
                    </a:ext>
                  </a:extLst>
                </p14:cNvPr>
                <p14:cNvContentPartPr/>
                <p14:nvPr/>
              </p14:nvContentPartPr>
              <p14:xfrm>
                <a:off x="3925009" y="2929673"/>
                <a:ext cx="13320" cy="565560"/>
              </p14:xfrm>
            </p:contentPart>
          </mc:Choice>
          <mc:Fallback xmlns="">
            <p:pic>
              <p:nvPicPr>
                <p:cNvPr id="677" name="墨迹 676">
                  <a:extLst>
                    <a:ext uri="{FF2B5EF4-FFF2-40B4-BE49-F238E27FC236}">
                      <a16:creationId xmlns:a16="http://schemas.microsoft.com/office/drawing/2014/main" id="{4296A279-8014-57E4-E408-847166CA22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07009" y="2911673"/>
                  <a:ext cx="48960" cy="60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79" name="墨迹 678">
                <a:extLst>
                  <a:ext uri="{FF2B5EF4-FFF2-40B4-BE49-F238E27FC236}">
                    <a16:creationId xmlns:a16="http://schemas.microsoft.com/office/drawing/2014/main" id="{B4593C83-71A1-278F-75A5-8DFAB998EDCC}"/>
                  </a:ext>
                </a:extLst>
              </p14:cNvPr>
              <p14:cNvContentPartPr/>
              <p14:nvPr/>
            </p14:nvContentPartPr>
            <p14:xfrm>
              <a:off x="3084769" y="3116513"/>
              <a:ext cx="125640" cy="507240"/>
            </p14:xfrm>
          </p:contentPart>
        </mc:Choice>
        <mc:Fallback xmlns="">
          <p:pic>
            <p:nvPicPr>
              <p:cNvPr id="679" name="墨迹 678">
                <a:extLst>
                  <a:ext uri="{FF2B5EF4-FFF2-40B4-BE49-F238E27FC236}">
                    <a16:creationId xmlns:a16="http://schemas.microsoft.com/office/drawing/2014/main" id="{B4593C83-71A1-278F-75A5-8DFAB998EDC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067129" y="3098513"/>
                <a:ext cx="16128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80" name="墨迹 679">
                <a:extLst>
                  <a:ext uri="{FF2B5EF4-FFF2-40B4-BE49-F238E27FC236}">
                    <a16:creationId xmlns:a16="http://schemas.microsoft.com/office/drawing/2014/main" id="{A79BA774-1748-8AC4-267D-9C24F916FE3B}"/>
                  </a:ext>
                </a:extLst>
              </p14:cNvPr>
              <p14:cNvContentPartPr/>
              <p14:nvPr/>
            </p14:nvContentPartPr>
            <p14:xfrm>
              <a:off x="2854729" y="2948393"/>
              <a:ext cx="360" cy="360"/>
            </p14:xfrm>
          </p:contentPart>
        </mc:Choice>
        <mc:Fallback xmlns="">
          <p:pic>
            <p:nvPicPr>
              <p:cNvPr id="680" name="墨迹 679">
                <a:extLst>
                  <a:ext uri="{FF2B5EF4-FFF2-40B4-BE49-F238E27FC236}">
                    <a16:creationId xmlns:a16="http://schemas.microsoft.com/office/drawing/2014/main" id="{A79BA774-1748-8AC4-267D-9C24F916FE3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37089" y="293075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81" name="墨迹 680">
                <a:extLst>
                  <a:ext uri="{FF2B5EF4-FFF2-40B4-BE49-F238E27FC236}">
                    <a16:creationId xmlns:a16="http://schemas.microsoft.com/office/drawing/2014/main" id="{0A21A5B6-AB8E-2689-02D2-07C888A1DD00}"/>
                  </a:ext>
                </a:extLst>
              </p14:cNvPr>
              <p14:cNvContentPartPr/>
              <p14:nvPr/>
            </p14:nvContentPartPr>
            <p14:xfrm>
              <a:off x="2861209" y="2966753"/>
              <a:ext cx="12960" cy="412920"/>
            </p14:xfrm>
          </p:contentPart>
        </mc:Choice>
        <mc:Fallback xmlns="">
          <p:pic>
            <p:nvPicPr>
              <p:cNvPr id="681" name="墨迹 680">
                <a:extLst>
                  <a:ext uri="{FF2B5EF4-FFF2-40B4-BE49-F238E27FC236}">
                    <a16:creationId xmlns:a16="http://schemas.microsoft.com/office/drawing/2014/main" id="{0A21A5B6-AB8E-2689-02D2-07C888A1DD0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43569" y="2949113"/>
                <a:ext cx="4860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82" name="墨迹 681">
                <a:extLst>
                  <a:ext uri="{FF2B5EF4-FFF2-40B4-BE49-F238E27FC236}">
                    <a16:creationId xmlns:a16="http://schemas.microsoft.com/office/drawing/2014/main" id="{B02F751E-6EA6-399B-E6FC-FE9CD8570B73}"/>
                  </a:ext>
                </a:extLst>
              </p14:cNvPr>
              <p14:cNvContentPartPr/>
              <p14:nvPr/>
            </p14:nvContentPartPr>
            <p14:xfrm>
              <a:off x="3153529" y="3775673"/>
              <a:ext cx="895680" cy="31680"/>
            </p14:xfrm>
          </p:contentPart>
        </mc:Choice>
        <mc:Fallback xmlns="">
          <p:pic>
            <p:nvPicPr>
              <p:cNvPr id="682" name="墨迹 681">
                <a:extLst>
                  <a:ext uri="{FF2B5EF4-FFF2-40B4-BE49-F238E27FC236}">
                    <a16:creationId xmlns:a16="http://schemas.microsoft.com/office/drawing/2014/main" id="{B02F751E-6EA6-399B-E6FC-FE9CD8570B7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35529" y="3757673"/>
                <a:ext cx="93132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83" name="墨迹 682">
                <a:extLst>
                  <a:ext uri="{FF2B5EF4-FFF2-40B4-BE49-F238E27FC236}">
                    <a16:creationId xmlns:a16="http://schemas.microsoft.com/office/drawing/2014/main" id="{6146945B-1DE0-A17F-02A2-C8CB339B1CEE}"/>
                  </a:ext>
                </a:extLst>
              </p14:cNvPr>
              <p14:cNvContentPartPr/>
              <p14:nvPr/>
            </p14:nvContentPartPr>
            <p14:xfrm>
              <a:off x="4435129" y="2991593"/>
              <a:ext cx="22680" cy="892080"/>
            </p14:xfrm>
          </p:contentPart>
        </mc:Choice>
        <mc:Fallback xmlns="">
          <p:pic>
            <p:nvPicPr>
              <p:cNvPr id="683" name="墨迹 682">
                <a:extLst>
                  <a:ext uri="{FF2B5EF4-FFF2-40B4-BE49-F238E27FC236}">
                    <a16:creationId xmlns:a16="http://schemas.microsoft.com/office/drawing/2014/main" id="{6146945B-1DE0-A17F-02A2-C8CB339B1CE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17489" y="2973953"/>
                <a:ext cx="58320" cy="9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84" name="墨迹 683">
                <a:extLst>
                  <a:ext uri="{FF2B5EF4-FFF2-40B4-BE49-F238E27FC236}">
                    <a16:creationId xmlns:a16="http://schemas.microsoft.com/office/drawing/2014/main" id="{ABDDD80C-7985-50F7-E3F9-B1BBB4D3F835}"/>
                  </a:ext>
                </a:extLst>
              </p14:cNvPr>
              <p14:cNvContentPartPr/>
              <p14:nvPr/>
            </p14:nvContentPartPr>
            <p14:xfrm>
              <a:off x="1486369" y="5006153"/>
              <a:ext cx="380160" cy="14040"/>
            </p14:xfrm>
          </p:contentPart>
        </mc:Choice>
        <mc:Fallback xmlns="">
          <p:pic>
            <p:nvPicPr>
              <p:cNvPr id="684" name="墨迹 683">
                <a:extLst>
                  <a:ext uri="{FF2B5EF4-FFF2-40B4-BE49-F238E27FC236}">
                    <a16:creationId xmlns:a16="http://schemas.microsoft.com/office/drawing/2014/main" id="{ABDDD80C-7985-50F7-E3F9-B1BBB4D3F8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68729" y="4988513"/>
                <a:ext cx="415800" cy="49680"/>
              </a:xfrm>
              <a:prstGeom prst="rect">
                <a:avLst/>
              </a:prstGeom>
            </p:spPr>
          </p:pic>
        </mc:Fallback>
      </mc:AlternateContent>
      <p:sp>
        <p:nvSpPr>
          <p:cNvPr id="686" name="文本框 685">
            <a:extLst>
              <a:ext uri="{FF2B5EF4-FFF2-40B4-BE49-F238E27FC236}">
                <a16:creationId xmlns:a16="http://schemas.microsoft.com/office/drawing/2014/main" id="{85C063E9-229B-6965-B0E2-2878DDF2723F}"/>
              </a:ext>
            </a:extLst>
          </p:cNvPr>
          <p:cNvSpPr txBox="1"/>
          <p:nvPr/>
        </p:nvSpPr>
        <p:spPr>
          <a:xfrm>
            <a:off x="7259216" y="3347124"/>
            <a:ext cx="164019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X:8-1=7</a:t>
            </a:r>
          </a:p>
          <a:p>
            <a:r>
              <a:rPr lang="en-US" altLang="zh-CN" sz="3200" dirty="0"/>
              <a:t>Y:4-1=3</a:t>
            </a:r>
          </a:p>
          <a:p>
            <a:r>
              <a:rPr lang="en-US" altLang="zh-CN" sz="3200" dirty="0"/>
              <a:t>Z:6-1=5</a:t>
            </a:r>
          </a:p>
          <a:p>
            <a:endParaRPr lang="zh-CN" altLang="en-US" sz="3200" dirty="0"/>
          </a:p>
        </p:txBody>
      </p:sp>
      <p:sp>
        <p:nvSpPr>
          <p:cNvPr id="663" name="椭圆 662">
            <a:extLst>
              <a:ext uri="{FF2B5EF4-FFF2-40B4-BE49-F238E27FC236}">
                <a16:creationId xmlns:a16="http://schemas.microsoft.com/office/drawing/2014/main" id="{D83EAF4F-1A41-727F-2474-7DB722AB180A}"/>
              </a:ext>
            </a:extLst>
          </p:cNvPr>
          <p:cNvSpPr/>
          <p:nvPr/>
        </p:nvSpPr>
        <p:spPr>
          <a:xfrm>
            <a:off x="4500015" y="3066861"/>
            <a:ext cx="426168" cy="205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4" name="椭圆 663">
            <a:extLst>
              <a:ext uri="{FF2B5EF4-FFF2-40B4-BE49-F238E27FC236}">
                <a16:creationId xmlns:a16="http://schemas.microsoft.com/office/drawing/2014/main" id="{73093FB9-CA16-8C24-B4A6-7ACEFFC7F7EF}"/>
              </a:ext>
            </a:extLst>
          </p:cNvPr>
          <p:cNvSpPr/>
          <p:nvPr/>
        </p:nvSpPr>
        <p:spPr>
          <a:xfrm>
            <a:off x="4484073" y="3349676"/>
            <a:ext cx="426168" cy="205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9" name="直接连接符 668">
            <a:extLst>
              <a:ext uri="{FF2B5EF4-FFF2-40B4-BE49-F238E27FC236}">
                <a16:creationId xmlns:a16="http://schemas.microsoft.com/office/drawing/2014/main" id="{E0C4AA8C-34BE-8F13-43A8-43AA22DFA2B9}"/>
              </a:ext>
            </a:extLst>
          </p:cNvPr>
          <p:cNvCxnSpPr>
            <a:cxnSpLocks/>
            <a:stCxn id="663" idx="6"/>
          </p:cNvCxnSpPr>
          <p:nvPr/>
        </p:nvCxnSpPr>
        <p:spPr>
          <a:xfrm flipV="1">
            <a:off x="4926183" y="2729803"/>
            <a:ext cx="910908" cy="44003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876DBA70-700E-EE5C-8BAA-2037448B8779}"/>
              </a:ext>
            </a:extLst>
          </p:cNvPr>
          <p:cNvCxnSpPr>
            <a:stCxn id="664" idx="6"/>
          </p:cNvCxnSpPr>
          <p:nvPr/>
        </p:nvCxnSpPr>
        <p:spPr>
          <a:xfrm flipV="1">
            <a:off x="4910241" y="2728742"/>
            <a:ext cx="926850" cy="7239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0" name="文本框 689">
            <a:extLst>
              <a:ext uri="{FF2B5EF4-FFF2-40B4-BE49-F238E27FC236}">
                <a16:creationId xmlns:a16="http://schemas.microsoft.com/office/drawing/2014/main" id="{C6B03612-87D1-8B4B-66E6-58DB8966D158}"/>
              </a:ext>
            </a:extLst>
          </p:cNvPr>
          <p:cNvSpPr txBox="1"/>
          <p:nvPr/>
        </p:nvSpPr>
        <p:spPr>
          <a:xfrm>
            <a:off x="5920117" y="2434253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非独立产生的轮廓线不数进去</a:t>
            </a:r>
          </a:p>
        </p:txBody>
      </p:sp>
    </p:spTree>
    <p:extLst>
      <p:ext uri="{BB962C8B-B14F-4D97-AF65-F5344CB8AC3E}">
        <p14:creationId xmlns:p14="http://schemas.microsoft.com/office/powerpoint/2010/main" val="7187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2DE57-8F09-ED30-B3ED-54D7F52E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组合体尺寸标注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6C40A-A3F0-7AC9-367B-4B568DB3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切忌封闭尺寸</a:t>
            </a:r>
            <a:endParaRPr lang="en-US" altLang="zh-CN" dirty="0"/>
          </a:p>
          <a:p>
            <a:r>
              <a:rPr lang="zh-CN" altLang="en-US" dirty="0"/>
              <a:t>反映特征</a:t>
            </a:r>
            <a:endParaRPr lang="en-US" altLang="zh-CN" dirty="0"/>
          </a:p>
          <a:p>
            <a:r>
              <a:rPr lang="zh-CN" altLang="en-US" dirty="0"/>
              <a:t>集中标注</a:t>
            </a:r>
            <a:endParaRPr lang="en-US" altLang="zh-CN" dirty="0"/>
          </a:p>
          <a:p>
            <a:r>
              <a:rPr lang="zh-CN" altLang="en-US" dirty="0"/>
              <a:t>整齐排列</a:t>
            </a:r>
            <a:endParaRPr lang="en-US" altLang="zh-CN" dirty="0"/>
          </a:p>
          <a:p>
            <a:r>
              <a:rPr lang="zh-CN" altLang="en-US" dirty="0"/>
              <a:t>同轴回转体可标在非圆视图上避免同心圆较多时直径尺寸过多</a:t>
            </a:r>
            <a:endParaRPr lang="en-US" altLang="zh-CN" dirty="0"/>
          </a:p>
          <a:p>
            <a:r>
              <a:rPr lang="zh-CN" altLang="en-US" dirty="0"/>
              <a:t>虚线不注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4655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36879-D4A0-5BD0-6186-FBE9991C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第六章 图样画法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41A98F-049C-331D-16EF-B24D2E138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基本视图、向视图、局部视图、斜视图</a:t>
            </a:r>
            <a:endParaRPr lang="en-US" altLang="zh-CN" dirty="0"/>
          </a:p>
          <a:p>
            <a:r>
              <a:rPr lang="zh-CN" altLang="en-US" dirty="0"/>
              <a:t>剖视图</a:t>
            </a:r>
            <a:endParaRPr lang="en-US" altLang="zh-CN" dirty="0"/>
          </a:p>
          <a:p>
            <a:r>
              <a:rPr lang="zh-CN" altLang="en-US" dirty="0"/>
              <a:t>断面图</a:t>
            </a:r>
            <a:endParaRPr lang="en-US" altLang="zh-CN" dirty="0"/>
          </a:p>
          <a:p>
            <a:r>
              <a:rPr lang="zh-CN" altLang="en-US" dirty="0"/>
              <a:t>局部放大图</a:t>
            </a:r>
            <a:endParaRPr lang="en-US" altLang="zh-CN" dirty="0"/>
          </a:p>
          <a:p>
            <a:r>
              <a:rPr lang="zh-CN" altLang="en-US" dirty="0"/>
              <a:t>简化画法及其他</a:t>
            </a:r>
          </a:p>
        </p:txBody>
      </p:sp>
    </p:spTree>
    <p:extLst>
      <p:ext uri="{BB962C8B-B14F-4D97-AF65-F5344CB8AC3E}">
        <p14:creationId xmlns:p14="http://schemas.microsoft.com/office/powerpoint/2010/main" val="1678477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474FE-CA18-E238-B1E5-A07B3ADC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基本视图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1DC89-8F22-4501-F455-5F24315C6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57" y="1077422"/>
            <a:ext cx="8191560" cy="5586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766D09F4-4002-5E33-30BD-58CBEA596D85}"/>
                  </a:ext>
                </a:extLst>
              </p14:cNvPr>
              <p14:cNvContentPartPr/>
              <p14:nvPr/>
            </p14:nvContentPartPr>
            <p14:xfrm>
              <a:off x="7115689" y="534953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766D09F4-4002-5E33-30BD-58CBEA596D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53049" y="47195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E050CF83-0067-BBFE-1005-5AD6DDB77AB8}"/>
                  </a:ext>
                </a:extLst>
              </p14:cNvPr>
              <p14:cNvContentPartPr/>
              <p14:nvPr/>
            </p14:nvContentPartPr>
            <p14:xfrm>
              <a:off x="6684769" y="1311473"/>
              <a:ext cx="2648880" cy="15375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E050CF83-0067-BBFE-1005-5AD6DDB77A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2129" y="1248833"/>
                <a:ext cx="2774520" cy="166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303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52EF5-7E9E-E7CD-D513-72E094C0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向视图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265EEC-5BC8-CACF-B289-20765B56C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22" y="1380931"/>
            <a:ext cx="9432487" cy="453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2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55C4-CA14-DF73-36AC-1634592D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局部视图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ADA6AB-586F-37BE-6CEA-C8F960A3CDE6}"/>
              </a:ext>
            </a:extLst>
          </p:cNvPr>
          <p:cNvSpPr txBox="1"/>
          <p:nvPr/>
        </p:nvSpPr>
        <p:spPr>
          <a:xfrm>
            <a:off x="413333" y="1020112"/>
            <a:ext cx="6628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表达物体在平行于某基本投影面上的局部结构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CF3E4C7-7029-D388-2729-8B8D12537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37" y="1971563"/>
            <a:ext cx="5176875" cy="429580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F689AAA-F273-FE8B-8E1A-06DDC39DBCF6}"/>
              </a:ext>
            </a:extLst>
          </p:cNvPr>
          <p:cNvSpPr txBox="1"/>
          <p:nvPr/>
        </p:nvSpPr>
        <p:spPr>
          <a:xfrm>
            <a:off x="6431903" y="1481777"/>
            <a:ext cx="522290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断裂边界用波浪线表示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外轮廓线完整封闭时省略波浪线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按向视图形式配置，标注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按基本视图形式配置，可不标注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按投影关系配置，可不标注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对称件画一半或</a:t>
            </a:r>
            <a:r>
              <a:rPr lang="en-US" altLang="zh-CN" sz="2400" dirty="0"/>
              <a:t>1/4</a:t>
            </a:r>
            <a:r>
              <a:rPr lang="zh-CN" altLang="en-US" sz="2400" dirty="0"/>
              <a:t>，在对称中心线</a:t>
            </a:r>
            <a:endParaRPr lang="en-US" altLang="zh-CN" sz="2400" dirty="0"/>
          </a:p>
          <a:p>
            <a:r>
              <a:rPr lang="zh-CN" altLang="en-US" sz="2400" dirty="0"/>
              <a:t>两端画与之垂直两条平行细实线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3B66928-E2ED-704E-A154-E8E5FFE77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649" y="4107259"/>
            <a:ext cx="5082629" cy="254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8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17BA1-9A27-E77F-E79F-7CBBCE79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斜视图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EC4AE2-6211-5E37-31D0-49CC6DDEA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46" y="1941285"/>
            <a:ext cx="8134409" cy="444344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ADC79AF-385F-D9E9-311B-9B2442B5D561}"/>
              </a:ext>
            </a:extLst>
          </p:cNvPr>
          <p:cNvSpPr txBox="1"/>
          <p:nvPr/>
        </p:nvSpPr>
        <p:spPr>
          <a:xfrm>
            <a:off x="578498" y="1110288"/>
            <a:ext cx="7552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将倾斜部分向辅助投影面（垂直于基本投影面）投影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按向视图形式配置</a:t>
            </a:r>
          </a:p>
        </p:txBody>
      </p:sp>
    </p:spTree>
    <p:extLst>
      <p:ext uri="{BB962C8B-B14F-4D97-AF65-F5344CB8AC3E}">
        <p14:creationId xmlns:p14="http://schemas.microsoft.com/office/powerpoint/2010/main" val="1738944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9D33C-2BFC-7B62-0011-3DCBD4A3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剖视图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6D616B8-4E52-9444-B255-8D2EAD26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80" y="1116164"/>
            <a:ext cx="8086784" cy="521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0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E85FE-DF1C-21E8-6C43-7305C9B0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剖视图标注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0258A6-5ED2-4368-4417-9EC7E3CDF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1" y="1760375"/>
            <a:ext cx="6931166" cy="43372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F52718E-C1AD-CDD8-5E69-DCE4266589A2}"/>
              </a:ext>
            </a:extLst>
          </p:cNvPr>
          <p:cNvSpPr txBox="1"/>
          <p:nvPr/>
        </p:nvSpPr>
        <p:spPr>
          <a:xfrm>
            <a:off x="6576785" y="1063319"/>
            <a:ext cx="47820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按基本视图关系配置可省略箭头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剖切线可省略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8908DF6-3C23-BFC5-FB49-BB95B3D6D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408" y="3221043"/>
            <a:ext cx="2705120" cy="287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50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C2B167B-4B44-828C-13A9-2D4775012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74" y="169580"/>
            <a:ext cx="6755441" cy="31123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4539BE6-126D-04BD-7A4A-0764F767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剖切图画法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58829-7CC9-8C8F-4AE9-E18453940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全剖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所有可见轮廓线用粗实线画出</a:t>
            </a:r>
            <a:endParaRPr lang="en-US" altLang="zh-CN" dirty="0"/>
          </a:p>
          <a:p>
            <a:r>
              <a:rPr lang="zh-CN" altLang="en-US" dirty="0"/>
              <a:t>断面轮廓内用</a:t>
            </a:r>
            <a:r>
              <a:rPr lang="en-US" altLang="zh-CN" dirty="0"/>
              <a:t>45°</a:t>
            </a:r>
            <a:r>
              <a:rPr lang="zh-CN" altLang="en-US" dirty="0"/>
              <a:t>倾斜细实线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画出剖面符号（与物体主轮廓线、轴线平行时可改为</a:t>
            </a:r>
            <a:r>
              <a:rPr lang="en-US" altLang="zh-CN" dirty="0"/>
              <a:t>30°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注意同一物体各剖视图剖面符号间隔与方向保持一致。</a:t>
            </a:r>
            <a:endParaRPr lang="en-US" altLang="zh-CN" dirty="0"/>
          </a:p>
          <a:p>
            <a:r>
              <a:rPr lang="zh-CN" altLang="en-US" dirty="0"/>
              <a:t>通过对称平面且按基本视图关系配置时省略标注。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已在其他视图中表达清楚的结构在剖视图中可省略细虚线。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192CB7D-9DE6-E7E2-2303-2E2636498069}"/>
                  </a:ext>
                </a:extLst>
              </p14:cNvPr>
              <p14:cNvContentPartPr/>
              <p14:nvPr/>
            </p14:nvContentPartPr>
            <p14:xfrm>
              <a:off x="5836115" y="2886064"/>
              <a:ext cx="1599840" cy="2941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192CB7D-9DE6-E7E2-2303-2E26364980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3115" y="2823424"/>
                <a:ext cx="172548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ADA9EC26-7133-72A1-D47C-EAA77AEB21DE}"/>
                  </a:ext>
                </a:extLst>
              </p14:cNvPr>
              <p14:cNvContentPartPr/>
              <p14:nvPr/>
            </p14:nvContentPartPr>
            <p14:xfrm>
              <a:off x="4497049" y="646913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ADA9EC26-7133-72A1-D47C-EAA77AEB21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4409" y="58391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9851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7919FFC-B6A5-D045-969A-41BA5E52C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972" y="603378"/>
            <a:ext cx="4428207" cy="346476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234DC94-80A2-FCFF-E30D-EC0157AE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剖视图画法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E5D42-4802-429C-C0B8-8459F709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半剖</a:t>
            </a:r>
            <a:endParaRPr lang="en-US" altLang="zh-CN" dirty="0"/>
          </a:p>
          <a:p>
            <a:r>
              <a:rPr lang="zh-CN" altLang="en-US" dirty="0"/>
              <a:t>对称时一般采取左不剖，右剖，后不剖，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前剖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C880D49-EFBF-67EF-DDD9-E89A0BE4C173}"/>
              </a:ext>
            </a:extLst>
          </p:cNvPr>
          <p:cNvCxnSpPr/>
          <p:nvPr/>
        </p:nvCxnSpPr>
        <p:spPr>
          <a:xfrm rot="-5400000">
            <a:off x="6758280" y="1476000"/>
            <a:ext cx="900000" cy="0"/>
          </a:xfrm>
          <a:prstGeom prst="line">
            <a:avLst/>
          </a:prstGeom>
          <a:solidFill>
            <a:srgbClr val="FFFFFF">
              <a:alpha val="5000"/>
            </a:srgbClr>
          </a:solidFill>
          <a:ln w="126000">
            <a:solidFill>
              <a:srgbClr val="FFFF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B885DFA-0657-86CC-4400-37819874EAA4}"/>
                  </a:ext>
                </a:extLst>
              </p14:cNvPr>
              <p14:cNvContentPartPr/>
              <p14:nvPr/>
            </p14:nvContentPartPr>
            <p14:xfrm>
              <a:off x="8136289" y="1100873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B885DFA-0657-86CC-4400-37819874EA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73289" y="103823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83BDB205-EA1A-0198-EDD8-B7A83E4B6C9C}"/>
                  </a:ext>
                </a:extLst>
              </p14:cNvPr>
              <p14:cNvContentPartPr/>
              <p14:nvPr/>
            </p14:nvContentPartPr>
            <p14:xfrm>
              <a:off x="8994169" y="1673273"/>
              <a:ext cx="360" cy="3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83BDB205-EA1A-0198-EDD8-B7A83E4B6C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31529" y="1610273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13C94B21-20E6-4B37-14FA-4E834A02DBF3}"/>
              </a:ext>
            </a:extLst>
          </p:cNvPr>
          <p:cNvGrpSpPr/>
          <p:nvPr/>
        </p:nvGrpSpPr>
        <p:grpSpPr>
          <a:xfrm>
            <a:off x="6772249" y="450353"/>
            <a:ext cx="673200" cy="1533600"/>
            <a:chOff x="6772249" y="450353"/>
            <a:chExt cx="673200" cy="153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BD6AA1DA-C578-DB1B-75AE-05DE43579A99}"/>
                    </a:ext>
                  </a:extLst>
                </p14:cNvPr>
                <p14:cNvContentPartPr/>
                <p14:nvPr/>
              </p14:nvContentPartPr>
              <p14:xfrm>
                <a:off x="7140889" y="1324793"/>
                <a:ext cx="360" cy="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BD6AA1DA-C578-DB1B-75AE-05DE43579A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77889" y="126215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C4760CF-65A6-E93E-E0B0-245682B8573E}"/>
                    </a:ext>
                  </a:extLst>
                </p14:cNvPr>
                <p14:cNvContentPartPr/>
                <p14:nvPr/>
              </p14:nvContentPartPr>
              <p14:xfrm>
                <a:off x="7184449" y="1194113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C4760CF-65A6-E93E-E0B0-245682B8573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21809" y="113111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8D25A625-7123-4698-28A0-3886347B423D}"/>
                    </a:ext>
                  </a:extLst>
                </p14:cNvPr>
                <p14:cNvContentPartPr/>
                <p14:nvPr/>
              </p14:nvContentPartPr>
              <p14:xfrm>
                <a:off x="7153489" y="995033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8D25A625-7123-4698-28A0-3886347B42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90489" y="93239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2BE8870-A331-372F-4480-69F4C5F3A485}"/>
                    </a:ext>
                  </a:extLst>
                </p14:cNvPr>
                <p14:cNvContentPartPr/>
                <p14:nvPr/>
              </p14:nvContentPartPr>
              <p14:xfrm>
                <a:off x="6772249" y="450353"/>
                <a:ext cx="673200" cy="153360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2BE8870-A331-372F-4480-69F4C5F3A48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09249" y="387713"/>
                  <a:ext cx="798840" cy="165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772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4DC94-80A2-FCFF-E30D-EC0157AE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剖视图画法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E5D42-4802-429C-C0B8-8459F709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局部剖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C880D49-EFBF-67EF-DDD9-E89A0BE4C173}"/>
              </a:ext>
            </a:extLst>
          </p:cNvPr>
          <p:cNvCxnSpPr/>
          <p:nvPr/>
        </p:nvCxnSpPr>
        <p:spPr>
          <a:xfrm rot="-5400000">
            <a:off x="6758280" y="1476000"/>
            <a:ext cx="900000" cy="0"/>
          </a:xfrm>
          <a:prstGeom prst="line">
            <a:avLst/>
          </a:prstGeom>
          <a:solidFill>
            <a:srgbClr val="FFFFFF">
              <a:alpha val="5000"/>
            </a:srgbClr>
          </a:solidFill>
          <a:ln w="126000">
            <a:solidFill>
              <a:srgbClr val="FFFF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B885DFA-0657-86CC-4400-37819874EAA4}"/>
                  </a:ext>
                </a:extLst>
              </p14:cNvPr>
              <p14:cNvContentPartPr/>
              <p14:nvPr/>
            </p14:nvContentPartPr>
            <p14:xfrm>
              <a:off x="8136289" y="1100873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B885DFA-0657-86CC-4400-37819874EA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3289" y="103787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83BDB205-EA1A-0198-EDD8-B7A83E4B6C9C}"/>
                  </a:ext>
                </a:extLst>
              </p14:cNvPr>
              <p14:cNvContentPartPr/>
              <p14:nvPr/>
            </p14:nvContentPartPr>
            <p14:xfrm>
              <a:off x="8994169" y="1673273"/>
              <a:ext cx="360" cy="3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83BDB205-EA1A-0198-EDD8-B7A83E4B6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31169" y="1610273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13C94B21-20E6-4B37-14FA-4E834A02DBF3}"/>
              </a:ext>
            </a:extLst>
          </p:cNvPr>
          <p:cNvGrpSpPr/>
          <p:nvPr/>
        </p:nvGrpSpPr>
        <p:grpSpPr>
          <a:xfrm>
            <a:off x="6772249" y="450353"/>
            <a:ext cx="673200" cy="1533600"/>
            <a:chOff x="6772249" y="450353"/>
            <a:chExt cx="673200" cy="153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BD6AA1DA-C578-DB1B-75AE-05DE43579A99}"/>
                    </a:ext>
                  </a:extLst>
                </p14:cNvPr>
                <p14:cNvContentPartPr/>
                <p14:nvPr/>
              </p14:nvContentPartPr>
              <p14:xfrm>
                <a:off x="7140889" y="1324793"/>
                <a:ext cx="360" cy="36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BD6AA1DA-C578-DB1B-75AE-05DE43579A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77889" y="126179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C4760CF-65A6-E93E-E0B0-245682B8573E}"/>
                    </a:ext>
                  </a:extLst>
                </p14:cNvPr>
                <p14:cNvContentPartPr/>
                <p14:nvPr/>
              </p14:nvContentPartPr>
              <p14:xfrm>
                <a:off x="7184449" y="1194113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C4760CF-65A6-E93E-E0B0-245682B857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21449" y="113111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8D25A625-7123-4698-28A0-3886347B423D}"/>
                    </a:ext>
                  </a:extLst>
                </p14:cNvPr>
                <p14:cNvContentPartPr/>
                <p14:nvPr/>
              </p14:nvContentPartPr>
              <p14:xfrm>
                <a:off x="7153489" y="995033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8D25A625-7123-4698-28A0-3886347B42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90489" y="93203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2BE8870-A331-372F-4480-69F4C5F3A485}"/>
                    </a:ext>
                  </a:extLst>
                </p14:cNvPr>
                <p14:cNvContentPartPr/>
                <p14:nvPr/>
              </p14:nvContentPartPr>
              <p14:xfrm>
                <a:off x="6772249" y="450353"/>
                <a:ext cx="673200" cy="153360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2BE8870-A331-372F-4480-69F4C5F3A48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09249" y="387353"/>
                  <a:ext cx="798840" cy="1659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CCC41C9-EAE9-0D5B-1D96-C66FD52492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087" y="2031500"/>
            <a:ext cx="2802618" cy="38814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951E2FE-4C86-D468-423B-691658EBD6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954" y="1324793"/>
            <a:ext cx="4510120" cy="467680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994433B-33F6-0E82-9826-ABA918063D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377" y="2076565"/>
            <a:ext cx="4510120" cy="378759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2706B00-0D46-5CBC-AF4B-F0810CDAF17C}"/>
              </a:ext>
            </a:extLst>
          </p:cNvPr>
          <p:cNvSpPr txBox="1"/>
          <p:nvPr/>
        </p:nvSpPr>
        <p:spPr>
          <a:xfrm>
            <a:off x="1219200" y="61769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局部呈现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BEF8CF-2CD6-8459-7409-DBF877462211}"/>
              </a:ext>
            </a:extLst>
          </p:cNvPr>
          <p:cNvSpPr txBox="1"/>
          <p:nvPr/>
        </p:nvSpPr>
        <p:spPr>
          <a:xfrm>
            <a:off x="3296816" y="617696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对称但不宜半剖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7297B5-F5CF-A20D-FA5B-BB9F07000D0D}"/>
              </a:ext>
            </a:extLst>
          </p:cNvPr>
          <p:cNvSpPr txBox="1"/>
          <p:nvPr/>
        </p:nvSpPr>
        <p:spPr>
          <a:xfrm>
            <a:off x="8254482" y="61269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内外皆需表达</a:t>
            </a:r>
          </a:p>
        </p:txBody>
      </p:sp>
    </p:spTree>
    <p:extLst>
      <p:ext uri="{BB962C8B-B14F-4D97-AF65-F5344CB8AC3E}">
        <p14:creationId xmlns:p14="http://schemas.microsoft.com/office/powerpoint/2010/main" val="2416964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3A11B-6E2D-27F4-76D7-4BB04B24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剖视图画法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B41DB-8C9F-64B7-A84E-5EA94C986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局部剖视图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用波浪线分割剖切边界，</a:t>
            </a:r>
            <a:r>
              <a:rPr lang="zh-CN" altLang="en-US" dirty="0">
                <a:solidFill>
                  <a:srgbClr val="FF0000"/>
                </a:solidFill>
              </a:rPr>
              <a:t>空中不画线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波浪线不与轮廓线及其延长线重合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ECFCCD-EC2B-C21B-07AA-2D0FA8F2B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182" y="634324"/>
            <a:ext cx="1832046" cy="36017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DAC51FF-1570-877A-589D-FAAFE57C62EB}"/>
                  </a:ext>
                </a:extLst>
              </p14:cNvPr>
              <p14:cNvContentPartPr/>
              <p14:nvPr/>
            </p14:nvContentPartPr>
            <p14:xfrm>
              <a:off x="8372873" y="2382103"/>
              <a:ext cx="586800" cy="11275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DAC51FF-1570-877A-589D-FAAFE57C62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9873" y="2319463"/>
                <a:ext cx="712440" cy="12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5E05A2B-D27C-4C32-0F95-3E7ABCE7B52C}"/>
                  </a:ext>
                </a:extLst>
              </p14:cNvPr>
              <p14:cNvContentPartPr/>
              <p14:nvPr/>
            </p14:nvContentPartPr>
            <p14:xfrm>
              <a:off x="4863889" y="733673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5E05A2B-D27C-4C32-0F95-3E7ABCE7B5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01249" y="671033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0450CFAF-221B-0A68-A352-00604ACB069F}"/>
              </a:ext>
            </a:extLst>
          </p:cNvPr>
          <p:cNvSpPr txBox="1"/>
          <p:nvPr/>
        </p:nvSpPr>
        <p:spPr>
          <a:xfrm>
            <a:off x="8636507" y="314029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虚空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59C486-382D-C7E1-6ECB-5DC9433647F5}"/>
              </a:ext>
            </a:extLst>
          </p:cNvPr>
          <p:cNvSpPr txBox="1"/>
          <p:nvPr/>
        </p:nvSpPr>
        <p:spPr>
          <a:xfrm>
            <a:off x="8434062" y="23478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虚空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49F5DA-A9CE-E0C2-CEC9-16DFD0427A40}"/>
              </a:ext>
            </a:extLst>
          </p:cNvPr>
          <p:cNvSpPr txBox="1"/>
          <p:nvPr/>
        </p:nvSpPr>
        <p:spPr>
          <a:xfrm>
            <a:off x="7145110" y="2968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虚空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878B83A-4741-8517-1451-6089493476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0321" y="634324"/>
            <a:ext cx="2428640" cy="342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31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441F4-8AF8-3FA9-1E90-00A66490C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剖视图画法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999FFD-CAAC-4020-7E56-EFD0B23A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旋转剖展平画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78EFFD-4E6D-58FB-3CB2-CAB0F3364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960" y="1973820"/>
            <a:ext cx="3613753" cy="40677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D0817B-25B4-8CAE-9CB2-A69EC99AA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27" y="2555352"/>
            <a:ext cx="7991533" cy="34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56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53041-F193-7C96-4572-FB126231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断面图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3AD02-6EEF-659D-B4A0-AAB7968F0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跟剖视图区别：断面图仅画剖断面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624FD7-D547-39A9-3D13-A2B70566C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10" y="1982883"/>
            <a:ext cx="3234650" cy="419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34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53041-F193-7C96-4572-FB126231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断面图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3AD02-6EEF-659D-B4A0-AAB7968F0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移出断面图   粗实线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4CDFFA-50CA-4D38-7B8D-BE53ACB7E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1" y="1893425"/>
            <a:ext cx="3329012" cy="22002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304C629-7A4A-FEA4-66A6-0E8A993B2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05" y="4167422"/>
            <a:ext cx="1805001" cy="208122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37AF350-C0D0-3B6F-191C-FC144612F7B2}"/>
              </a:ext>
            </a:extLst>
          </p:cNvPr>
          <p:cNvSpPr txBox="1"/>
          <p:nvPr/>
        </p:nvSpPr>
        <p:spPr>
          <a:xfrm>
            <a:off x="257601" y="606417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放在剖切符号延长线或其他适当位置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3E8A7A2-D24F-604D-BBCA-FE433180E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295" y="4770212"/>
            <a:ext cx="3986289" cy="104373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CBDB93A-E2A4-2B2C-7A66-B534F492C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015" y="3144862"/>
            <a:ext cx="2198788" cy="1633124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2EE598A-A2F1-1C51-C24A-E3D5FC864FD5}"/>
              </a:ext>
            </a:extLst>
          </p:cNvPr>
          <p:cNvSpPr txBox="1"/>
          <p:nvPr/>
        </p:nvSpPr>
        <p:spPr>
          <a:xfrm>
            <a:off x="4228280" y="605786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断面图形对称可画在视图中断处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F1E68C2-7F5B-C614-8F81-F4BC66BB7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4974" y="2667242"/>
            <a:ext cx="3384551" cy="3000359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9FC26CF-377D-6352-D78E-926DB2386519}"/>
              </a:ext>
            </a:extLst>
          </p:cNvPr>
          <p:cNvSpPr txBox="1"/>
          <p:nvPr/>
        </p:nvSpPr>
        <p:spPr>
          <a:xfrm>
            <a:off x="8379921" y="605786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多个剖切平面中间断开绘制</a:t>
            </a:r>
          </a:p>
        </p:txBody>
      </p:sp>
    </p:spTree>
    <p:extLst>
      <p:ext uri="{BB962C8B-B14F-4D97-AF65-F5344CB8AC3E}">
        <p14:creationId xmlns:p14="http://schemas.microsoft.com/office/powerpoint/2010/main" val="2931239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041B001-3569-8B44-A756-388BAF7F9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48" y="3905047"/>
            <a:ext cx="5513052" cy="26581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E2F30C-51B9-A088-E94D-C2D4B377B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80" y="1656567"/>
            <a:ext cx="5105437" cy="247175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068439E-C284-9DB4-8C69-D07EA690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断面图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CDE072-7FD7-A89F-C036-A6CEC5AA3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移出断面图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3B1A20-D5E2-94F6-1A05-A00D103F160A}"/>
              </a:ext>
            </a:extLst>
          </p:cNvPr>
          <p:cNvSpPr txBox="1"/>
          <p:nvPr/>
        </p:nvSpPr>
        <p:spPr>
          <a:xfrm>
            <a:off x="6781502" y="522737"/>
            <a:ext cx="44475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通过回转面形成的孔与凹坑轴线时，按</a:t>
            </a:r>
            <a:r>
              <a:rPr lang="zh-CN" altLang="en-US" sz="2400" dirty="0">
                <a:solidFill>
                  <a:srgbClr val="FF0000"/>
                </a:solidFill>
              </a:rPr>
              <a:t>剖视图绘制</a:t>
            </a:r>
            <a:r>
              <a:rPr lang="zh-CN" altLang="en-US" sz="2400" dirty="0"/>
              <a:t>。即补上轮廓线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通过非圆孔导致断面分离时，</a:t>
            </a:r>
            <a:r>
              <a:rPr lang="zh-CN" altLang="en-US" sz="2400" dirty="0">
                <a:solidFill>
                  <a:srgbClr val="FF0000"/>
                </a:solidFill>
              </a:rPr>
              <a:t>按剖视图绘制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DD93EF46-A049-AA58-0DA0-1CE9C28A2634}"/>
                  </a:ext>
                </a:extLst>
              </p14:cNvPr>
              <p14:cNvContentPartPr/>
              <p14:nvPr/>
            </p14:nvContentPartPr>
            <p14:xfrm>
              <a:off x="4571929" y="2282033"/>
              <a:ext cx="317880" cy="417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DD93EF46-A049-AA58-0DA0-1CE9C28A26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54289" y="2264393"/>
                <a:ext cx="3535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C2446205-2AB7-2882-9D0F-FC09C69D75EE}"/>
                  </a:ext>
                </a:extLst>
              </p14:cNvPr>
              <p14:cNvContentPartPr/>
              <p14:nvPr/>
            </p14:nvContentPartPr>
            <p14:xfrm>
              <a:off x="4104649" y="2755793"/>
              <a:ext cx="39600" cy="4525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C2446205-2AB7-2882-9D0F-FC09C69D75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86649" y="2737793"/>
                <a:ext cx="7524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07E642AB-44D1-D1EE-A42E-122426E58C18}"/>
                  </a:ext>
                </a:extLst>
              </p14:cNvPr>
              <p14:cNvContentPartPr/>
              <p14:nvPr/>
            </p14:nvContentPartPr>
            <p14:xfrm>
              <a:off x="5380129" y="2748953"/>
              <a:ext cx="64080" cy="4514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07E642AB-44D1-D1EE-A42E-122426E58C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62489" y="2731313"/>
                <a:ext cx="9972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26973C4F-3B85-8BA4-4CD2-C6165687A977}"/>
                  </a:ext>
                </a:extLst>
              </p14:cNvPr>
              <p14:cNvContentPartPr/>
              <p14:nvPr/>
            </p14:nvContentPartPr>
            <p14:xfrm>
              <a:off x="5479489" y="5411513"/>
              <a:ext cx="13320" cy="18108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26973C4F-3B85-8BA4-4CD2-C6165687A9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61849" y="5393513"/>
                <a:ext cx="489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36A64D0F-DD9D-F24B-A244-B21B9FFAB9EB}"/>
                  </a:ext>
                </a:extLst>
              </p14:cNvPr>
              <p14:cNvContentPartPr/>
              <p14:nvPr/>
            </p14:nvContentPartPr>
            <p14:xfrm>
              <a:off x="5716369" y="5411513"/>
              <a:ext cx="360" cy="20880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36A64D0F-DD9D-F24B-A244-B21B9FFAB9E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98729" y="5393513"/>
                <a:ext cx="3600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5D155F1-E23B-FB65-A327-FB474B30F35B}"/>
                  </a:ext>
                </a:extLst>
              </p14:cNvPr>
              <p14:cNvContentPartPr/>
              <p14:nvPr/>
            </p14:nvContentPartPr>
            <p14:xfrm>
              <a:off x="4105009" y="2836073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5D155F1-E23B-FB65-A327-FB474B30F35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87369" y="2818433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1697437F-A0D1-FC4E-A9A3-F7D1A867A3E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1502" y="2629793"/>
            <a:ext cx="4367580" cy="350782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5CF6768-10E1-C09C-2D01-3011BA4057A6}"/>
              </a:ext>
            </a:extLst>
          </p:cNvPr>
          <p:cNvSpPr txBox="1"/>
          <p:nvPr/>
        </p:nvSpPr>
        <p:spPr>
          <a:xfrm>
            <a:off x="6781502" y="603996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延长线非对称</a:t>
            </a:r>
            <a:endParaRPr lang="en-US" altLang="zh-CN" sz="1400" dirty="0"/>
          </a:p>
          <a:p>
            <a:pPr algn="ctr"/>
            <a:r>
              <a:rPr lang="zh-CN" altLang="en-US" sz="1400" dirty="0"/>
              <a:t>省略字母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B2ECF6-77C0-C728-37DA-F5813C875879}"/>
              </a:ext>
            </a:extLst>
          </p:cNvPr>
          <p:cNvSpPr txBox="1"/>
          <p:nvPr/>
        </p:nvSpPr>
        <p:spPr>
          <a:xfrm>
            <a:off x="7613640" y="6073653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延长线对称</a:t>
            </a:r>
            <a:endParaRPr lang="en-US" altLang="zh-CN" sz="1400" dirty="0"/>
          </a:p>
          <a:p>
            <a:pPr algn="ctr"/>
            <a:r>
              <a:rPr lang="zh-CN" altLang="en-US" sz="1400" dirty="0"/>
              <a:t>全省略</a:t>
            </a:r>
            <a:endParaRPr lang="en-US" altLang="zh-CN" sz="1400" dirty="0"/>
          </a:p>
          <a:p>
            <a:pPr algn="ctr"/>
            <a:r>
              <a:rPr lang="zh-CN" altLang="en-US" sz="1400" dirty="0"/>
              <a:t>细点画线表示剖切线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6681B1-AEBA-1818-377D-81ECB7F2A746}"/>
              </a:ext>
            </a:extLst>
          </p:cNvPr>
          <p:cNvSpPr txBox="1"/>
          <p:nvPr/>
        </p:nvSpPr>
        <p:spPr>
          <a:xfrm>
            <a:off x="10169093" y="436767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/>
              <a:t>投影关系</a:t>
            </a:r>
            <a:endParaRPr lang="en-US" altLang="zh-CN" sz="1400" dirty="0"/>
          </a:p>
          <a:p>
            <a:pPr algn="ctr"/>
            <a:r>
              <a:rPr lang="zh-CN" altLang="en-US" sz="1400" dirty="0"/>
              <a:t>省略箭头</a:t>
            </a:r>
          </a:p>
        </p:txBody>
      </p:sp>
    </p:spTree>
    <p:extLst>
      <p:ext uri="{BB962C8B-B14F-4D97-AF65-F5344CB8AC3E}">
        <p14:creationId xmlns:p14="http://schemas.microsoft.com/office/powerpoint/2010/main" val="359065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58DB-2D86-8976-FD68-F35B55EA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断面图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DC80D-2A4B-93C8-F875-F328C9772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重合断面图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轮廓线用细实线</a:t>
            </a:r>
            <a:endParaRPr lang="en-US" altLang="zh-CN" dirty="0"/>
          </a:p>
          <a:p>
            <a:r>
              <a:rPr lang="zh-CN" altLang="en-US" dirty="0"/>
              <a:t>视图轮廓线不间断</a:t>
            </a:r>
            <a:endParaRPr lang="en-US" altLang="zh-CN" dirty="0"/>
          </a:p>
          <a:p>
            <a:r>
              <a:rPr lang="zh-CN" altLang="en-US" dirty="0"/>
              <a:t>剖切平面垂直于轮廓线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75EA34-EF0E-4797-F3C0-BFAFD73ED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80" y="1829520"/>
            <a:ext cx="8224898" cy="22907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F02832-67F3-6B87-B26B-512BCCBDD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828" y="3975604"/>
            <a:ext cx="4196605" cy="276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08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6823B-AA32-09AE-CB2C-23256BFD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5B833-1CEB-6D5F-9595-A8645B948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肋、轮辐、薄壁等，纵切剖面不画剖面符号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9A78B0-A060-895D-F1C8-3B9B22413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88" y="2165415"/>
            <a:ext cx="3005159" cy="41195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A737A1-5ABB-0E64-636F-13A7A0D52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666" y="2117554"/>
            <a:ext cx="4372007" cy="24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68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54BBF-6098-E874-13E6-60EB4124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1AADC1-92A8-0AC0-1B8E-09D4A77AD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80" y="975689"/>
            <a:ext cx="10834720" cy="4906622"/>
          </a:xfrm>
        </p:spPr>
        <p:txBody>
          <a:bodyPr/>
          <a:lstStyle/>
          <a:p>
            <a:r>
              <a:rPr lang="zh-CN" altLang="en-US" dirty="0"/>
              <a:t>回转体均匀分布的肋、轮辐和孔等不处于剖切平面上时，可将其旋转到剖切平面按对称形式画出。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773971-5381-5199-CDC4-613A0644C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210" y="1904246"/>
            <a:ext cx="7990460" cy="461179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0AE0C284-8200-F1EE-CE0E-322C603D275A}"/>
              </a:ext>
            </a:extLst>
          </p:cNvPr>
          <p:cNvSpPr/>
          <p:nvPr/>
        </p:nvSpPr>
        <p:spPr>
          <a:xfrm>
            <a:off x="3887755" y="3253273"/>
            <a:ext cx="814874" cy="69046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7FB26-B437-4F8E-9510-FC967B72A841}"/>
              </a:ext>
            </a:extLst>
          </p:cNvPr>
          <p:cNvSpPr/>
          <p:nvPr/>
        </p:nvSpPr>
        <p:spPr>
          <a:xfrm>
            <a:off x="3416686" y="241235"/>
            <a:ext cx="60179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其他简化画法参见课本</a:t>
            </a:r>
            <a:r>
              <a:rPr lang="en-US" altLang="zh-CN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P166-171</a:t>
            </a:r>
            <a:endParaRPr lang="zh-CN" alt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92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986</Words>
  <Application>Microsoft Office PowerPoint</Application>
  <PresentationFormat>宽屏</PresentationFormat>
  <Paragraphs>208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等线</vt:lpstr>
      <vt:lpstr>等线 Light</vt:lpstr>
      <vt:lpstr>楷体_GB2312</vt:lpstr>
      <vt:lpstr>宋体</vt:lpstr>
      <vt:lpstr>Arial</vt:lpstr>
      <vt:lpstr>Times New Roman</vt:lpstr>
      <vt:lpstr>Office 主题​​</vt:lpstr>
      <vt:lpstr>工程制图C期末串讲</vt:lpstr>
      <vt:lpstr>第四章 组合体的视图</vt:lpstr>
      <vt:lpstr>组合体构成</vt:lpstr>
      <vt:lpstr>组合体表面分析</vt:lpstr>
      <vt:lpstr>组合体画图——形体分析法</vt:lpstr>
      <vt:lpstr>组合体画图——按切割顺序</vt:lpstr>
      <vt:lpstr>组合体读图——图线与线框</vt:lpstr>
      <vt:lpstr>组合体读图</vt:lpstr>
      <vt:lpstr>组合体读图</vt:lpstr>
      <vt:lpstr>组合体读图</vt:lpstr>
      <vt:lpstr>组合体读图——形体分析</vt:lpstr>
      <vt:lpstr>组合体读图——切割方式（线面分析）</vt:lpstr>
      <vt:lpstr>组合体尺寸标注——基本立体</vt:lpstr>
      <vt:lpstr>组合体尺寸标注</vt:lpstr>
      <vt:lpstr>组合体尺寸标注</vt:lpstr>
      <vt:lpstr>组合体尺寸标注</vt:lpstr>
      <vt:lpstr>组合体尺寸标注</vt:lpstr>
      <vt:lpstr>组合体尺寸标注</vt:lpstr>
      <vt:lpstr>组合体尺寸标注</vt:lpstr>
      <vt:lpstr>第六章 图样画法</vt:lpstr>
      <vt:lpstr>基本视图</vt:lpstr>
      <vt:lpstr>向视图</vt:lpstr>
      <vt:lpstr>局部视图</vt:lpstr>
      <vt:lpstr>斜视图</vt:lpstr>
      <vt:lpstr>剖视图</vt:lpstr>
      <vt:lpstr>剖视图标注</vt:lpstr>
      <vt:lpstr>剖切图画法</vt:lpstr>
      <vt:lpstr>剖视图画法</vt:lpstr>
      <vt:lpstr>剖视图画法</vt:lpstr>
      <vt:lpstr>剖视图画法</vt:lpstr>
      <vt:lpstr>剖视图画法</vt:lpstr>
      <vt:lpstr>断面图</vt:lpstr>
      <vt:lpstr>断面图</vt:lpstr>
      <vt:lpstr>断面图</vt:lpstr>
      <vt:lpstr>断面图</vt:lpstr>
      <vt:lpstr>其他</vt:lpstr>
      <vt:lpstr>其他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工程制图C期末串讲</dc:title>
  <dc:creator>梅 傲寒</dc:creator>
  <cp:lastModifiedBy>梅 傲寒</cp:lastModifiedBy>
  <cp:revision>12</cp:revision>
  <dcterms:created xsi:type="dcterms:W3CDTF">2022-10-30T06:52:36Z</dcterms:created>
  <dcterms:modified xsi:type="dcterms:W3CDTF">2022-11-06T15:23:57Z</dcterms:modified>
</cp:coreProperties>
</file>